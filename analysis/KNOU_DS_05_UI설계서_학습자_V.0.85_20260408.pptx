
<file path=[Content_Types].xml><?xml version="1.0" encoding="utf-8"?>
<Types xmlns="http://schemas.openxmlformats.org/package/2006/content-types">
  <Default Extension="png" ContentType="image/png"/>
  <Default Extension="emf" ContentType="image/x-emf"/>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theme/themeOverride1.xml" ContentType="application/vnd.openxmlformats-officedocument.themeOverr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tags/tag3.xml" ContentType="application/vnd.openxmlformats-officedocument.presentationml.tags+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4.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tags/tag5.xml" ContentType="application/vnd.openxmlformats-officedocument.presentationml.tags+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tags/tag6.xml" ContentType="application/vnd.openxmlformats-officedocument.presentationml.tags+xml"/>
  <Override PartName="/ppt/notesSlides/notesSlide21.xml" ContentType="application/vnd.openxmlformats-officedocument.presentationml.notesSlide+xml"/>
  <Override PartName="/ppt/tags/tag7.xml" ContentType="application/vnd.openxmlformats-officedocument.presentationml.tags+xml"/>
  <Override PartName="/ppt/notesSlides/notesSlide22.xml" ContentType="application/vnd.openxmlformats-officedocument.presentationml.notesSlide+xml"/>
  <Override PartName="/ppt/tags/tag8.xml" ContentType="application/vnd.openxmlformats-officedocument.presentationml.tags+xml"/>
  <Override PartName="/ppt/notesSlides/notesSlide23.xml" ContentType="application/vnd.openxmlformats-officedocument.presentationml.notesSlide+xml"/>
  <Override PartName="/ppt/tags/tag9.xml" ContentType="application/vnd.openxmlformats-officedocument.presentationml.tags+xml"/>
  <Override PartName="/ppt/notesSlides/notesSlide24.xml" ContentType="application/vnd.openxmlformats-officedocument.presentationml.notesSlide+xml"/>
  <Override PartName="/ppt/tags/tag10.xml" ContentType="application/vnd.openxmlformats-officedocument.presentationml.tags+xml"/>
  <Override PartName="/ppt/notesSlides/notesSlide25.xml" ContentType="application/vnd.openxmlformats-officedocument.presentationml.notesSlide+xml"/>
  <Override PartName="/ppt/tags/tag11.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tags/tag12.xml" ContentType="application/vnd.openxmlformats-officedocument.presentationml.tags+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tags/tag13.xml" ContentType="application/vnd.openxmlformats-officedocument.presentationml.tags+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tags/tag14.xml" ContentType="application/vnd.openxmlformats-officedocument.presentationml.tags+xml"/>
  <Override PartName="/ppt/notesSlides/notesSlide43.xml" ContentType="application/vnd.openxmlformats-officedocument.presentationml.notesSlide+xml"/>
  <Override PartName="/ppt/tags/tag15.xml" ContentType="application/vnd.openxmlformats-officedocument.presentationml.tags+xml"/>
  <Override PartName="/ppt/notesSlides/notesSlide44.xml" ContentType="application/vnd.openxmlformats-officedocument.presentationml.notesSlide+xml"/>
  <Override PartName="/ppt/tags/tag16.xml" ContentType="application/vnd.openxmlformats-officedocument.presentationml.tags+xml"/>
  <Override PartName="/ppt/notesSlides/notesSlide45.xml" ContentType="application/vnd.openxmlformats-officedocument.presentationml.notesSlide+xml"/>
  <Override PartName="/ppt/tags/tag17.xml" ContentType="application/vnd.openxmlformats-officedocument.presentationml.tags+xml"/>
  <Override PartName="/ppt/notesSlides/notesSlide46.xml" ContentType="application/vnd.openxmlformats-officedocument.presentationml.notesSlide+xml"/>
  <Override PartName="/ppt/tags/tag18.xml" ContentType="application/vnd.openxmlformats-officedocument.presentationml.tags+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tags/tag19.xml" ContentType="application/vnd.openxmlformats-officedocument.presentationml.tags+xml"/>
  <Override PartName="/ppt/notesSlides/notesSlide49.xml" ContentType="application/vnd.openxmlformats-officedocument.presentationml.notesSlide+xml"/>
  <Override PartName="/ppt/tags/tag20.xml" ContentType="application/vnd.openxmlformats-officedocument.presentationml.tags+xml"/>
  <Override PartName="/ppt/notesSlides/notesSlide50.xml" ContentType="application/vnd.openxmlformats-officedocument.presentationml.notesSlide+xml"/>
  <Override PartName="/ppt/tags/tag21.xml" ContentType="application/vnd.openxmlformats-officedocument.presentationml.tags+xml"/>
  <Override PartName="/ppt/notesSlides/notesSlide51.xml" ContentType="application/vnd.openxmlformats-officedocument.presentationml.notesSlide+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tags/tag25.xml" ContentType="application/vnd.openxmlformats-officedocument.presentationml.tags+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tags/tag26.xml" ContentType="application/vnd.openxmlformats-officedocument.presentationml.tags+xml"/>
  <Override PartName="/ppt/notesSlides/notesSlide99.xml" ContentType="application/vnd.openxmlformats-officedocument.presentationml.notesSlide+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notesSlides/notesSlide100.xml" ContentType="application/vnd.openxmlformats-officedocument.presentationml.notesSlide+xml"/>
  <Override PartName="/ppt/tags/tag32.xml" ContentType="application/vnd.openxmlformats-officedocument.presentationml.tags+xml"/>
  <Override PartName="/ppt/notesSlides/notesSlide101.xml" ContentType="application/vnd.openxmlformats-officedocument.presentationml.notesSlide+xml"/>
  <Override PartName="/ppt/tags/tag33.xml" ContentType="application/vnd.openxmlformats-officedocument.presentationml.tags+xml"/>
  <Override PartName="/ppt/notesSlides/notesSlide102.xml" ContentType="application/vnd.openxmlformats-officedocument.presentationml.notesSlide+xml"/>
  <Override PartName="/ppt/tags/tag34.xml" ContentType="application/vnd.openxmlformats-officedocument.presentationml.tags+xml"/>
  <Override PartName="/ppt/notesSlides/notesSlide103.xml" ContentType="application/vnd.openxmlformats-officedocument.presentationml.notesSlide+xml"/>
  <Override PartName="/ppt/tags/tag35.xml" ContentType="application/vnd.openxmlformats-officedocument.presentationml.tags+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tags/tag36.xml" ContentType="application/vnd.openxmlformats-officedocument.presentationml.tags+xml"/>
  <Override PartName="/ppt/notesSlides/notesSlide107.xml" ContentType="application/vnd.openxmlformats-officedocument.presentationml.notesSlide+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notesSlides/notesSlide108.xml" ContentType="application/vnd.openxmlformats-officedocument.presentationml.notesSlide+xml"/>
  <Override PartName="/ppt/tags/tag42.xml" ContentType="application/vnd.openxmlformats-officedocument.presentationml.tags+xml"/>
  <Override PartName="/ppt/notesSlides/notesSlide109.xml" ContentType="application/vnd.openxmlformats-officedocument.presentationml.notesSlide+xml"/>
  <Override PartName="/ppt/tags/tag43.xml" ContentType="application/vnd.openxmlformats-officedocument.presentationml.tags+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charts/chart8.xml" ContentType="application/vnd.openxmlformats-officedocument.drawingml.chart+xml"/>
  <Override PartName="/ppt/tags/tag44.xml" ContentType="application/vnd.openxmlformats-officedocument.presentationml.tags+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tags/tag45.xml" ContentType="application/vnd.openxmlformats-officedocument.presentationml.tags+xml"/>
  <Override PartName="/ppt/notesSlides/notesSlide116.xml" ContentType="application/vnd.openxmlformats-officedocument.presentationml.notesSlid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notesSlides/notesSlide117.xml" ContentType="application/vnd.openxmlformats-officedocument.presentationml.notesSlide+xml"/>
  <Override PartName="/ppt/tags/tag51.xml" ContentType="application/vnd.openxmlformats-officedocument.presentationml.tags+xml"/>
  <Override PartName="/ppt/notesSlides/notesSlide118.xml" ContentType="application/vnd.openxmlformats-officedocument.presentationml.notesSlide+xml"/>
  <Override PartName="/ppt/tags/tag52.xml" ContentType="application/vnd.openxmlformats-officedocument.presentationml.tags+xml"/>
  <Override PartName="/ppt/notesSlides/notesSlide119.xml" ContentType="application/vnd.openxmlformats-officedocument.presentationml.notesSlide+xml"/>
  <Override PartName="/ppt/tags/tag53.xml" ContentType="application/vnd.openxmlformats-officedocument.presentationml.tags+xml"/>
  <Override PartName="/ppt/notesSlides/notesSlide120.xml" ContentType="application/vnd.openxmlformats-officedocument.presentationml.notesSlide+xml"/>
  <Override PartName="/ppt/tags/tag54.xml" ContentType="application/vnd.openxmlformats-officedocument.presentationml.tags+xml"/>
  <Override PartName="/ppt/notesSlides/notesSlide121.xml" ContentType="application/vnd.openxmlformats-officedocument.presentationml.notesSlide+xml"/>
  <Override PartName="/ppt/tags/tag55.xml" ContentType="application/vnd.openxmlformats-officedocument.presentationml.tags+xml"/>
  <Override PartName="/ppt/notesSlides/notesSlide122.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tags/tag56.xml" ContentType="application/vnd.openxmlformats-officedocument.presentationml.tags+xml"/>
  <Override PartName="/ppt/notesSlides/notesSlide123.xml" ContentType="application/vnd.openxmlformats-officedocument.presentationml.notesSlide+xml"/>
  <Override PartName="/ppt/charts/chart12.xml" ContentType="application/vnd.openxmlformats-officedocument.drawingml.chart+xml"/>
  <Override PartName="/ppt/charts/chart13.xml" ContentType="application/vnd.openxmlformats-officedocument.drawingml.chart+xml"/>
  <Override PartName="/ppt/tags/tag57.xml" ContentType="application/vnd.openxmlformats-officedocument.presentationml.tags+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tags/tag58.xml" ContentType="application/vnd.openxmlformats-officedocument.presentationml.tags+xml"/>
  <Override PartName="/ppt/notesSlides/notesSlide127.xml" ContentType="application/vnd.openxmlformats-officedocument.presentationml.notesSlide+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notesSlides/notesSlide128.xml" ContentType="application/vnd.openxmlformats-officedocument.presentationml.notesSlide+xml"/>
  <Override PartName="/ppt/tags/tag64.xml" ContentType="application/vnd.openxmlformats-officedocument.presentationml.tags+xml"/>
  <Override PartName="/ppt/notesSlides/notesSlide129.xml" ContentType="application/vnd.openxmlformats-officedocument.presentationml.notesSlide+xml"/>
  <Override PartName="/ppt/tags/tag65.xml" ContentType="application/vnd.openxmlformats-officedocument.presentationml.tags+xml"/>
  <Override PartName="/ppt/notesSlides/notesSlide130.xml" ContentType="application/vnd.openxmlformats-officedocument.presentationml.notesSlide+xml"/>
  <Override PartName="/ppt/tags/tag66.xml" ContentType="application/vnd.openxmlformats-officedocument.presentationml.tags+xml"/>
  <Override PartName="/ppt/notesSlides/notesSlide131.xml" ContentType="application/vnd.openxmlformats-officedocument.presentationml.notesSlide+xml"/>
  <Override PartName="/ppt/tags/tag67.xml" ContentType="application/vnd.openxmlformats-officedocument.presentationml.tags+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tags/tag68.xml" ContentType="application/vnd.openxmlformats-officedocument.presentationml.tags+xml"/>
  <Override PartName="/ppt/notesSlides/notesSlide137.xml" ContentType="application/vnd.openxmlformats-officedocument.presentationml.notesSlide+xml"/>
  <Override PartName="/ppt/tags/tag69.xml" ContentType="application/vnd.openxmlformats-officedocument.presentationml.tags+xml"/>
  <Override PartName="/ppt/notesSlides/notesSlide138.xml" ContentType="application/vnd.openxmlformats-officedocument.presentationml.notesSlide+xml"/>
  <Override PartName="/ppt/tags/tag70.xml" ContentType="application/vnd.openxmlformats-officedocument.presentationml.tags+xml"/>
  <Override PartName="/ppt/notesSlides/notesSlide139.xml" ContentType="application/vnd.openxmlformats-officedocument.presentationml.notesSlide+xml"/>
  <Override PartName="/ppt/tags/tag71.xml" ContentType="application/vnd.openxmlformats-officedocument.presentationml.tags+xml"/>
  <Override PartName="/ppt/notesSlides/notesSlide140.xml" ContentType="application/vnd.openxmlformats-officedocument.presentationml.notesSlide+xml"/>
  <Override PartName="/ppt/tags/tag72.xml" ContentType="application/vnd.openxmlformats-officedocument.presentationml.tags+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tags/tag73.xml" ContentType="application/vnd.openxmlformats-officedocument.presentationml.tags+xml"/>
  <Override PartName="/ppt/notesSlides/notesSlide144.xml" ContentType="application/vnd.openxmlformats-officedocument.presentationml.notesSlide+xml"/>
  <Override PartName="/ppt/tags/tag74.xml" ContentType="application/vnd.openxmlformats-officedocument.presentationml.tags+xml"/>
  <Override PartName="/ppt/notesSlides/notesSlide145.xml" ContentType="application/vnd.openxmlformats-officedocument.presentationml.notesSlide+xml"/>
  <Override PartName="/ppt/tags/tag75.xml" ContentType="application/vnd.openxmlformats-officedocument.presentationml.tags+xml"/>
  <Override PartName="/ppt/notesSlides/notesSlide146.xml" ContentType="application/vnd.openxmlformats-officedocument.presentationml.notesSlide+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notesSlides/notesSlide147.xml" ContentType="application/vnd.openxmlformats-officedocument.presentationml.notesSlide+xml"/>
  <Override PartName="/ppt/tags/tag81.xml" ContentType="application/vnd.openxmlformats-officedocument.presentationml.tags+xml"/>
  <Override PartName="/ppt/notesSlides/notesSlide148.xml" ContentType="application/vnd.openxmlformats-officedocument.presentationml.notesSlide+xml"/>
  <Override PartName="/ppt/tags/tag82.xml" ContentType="application/vnd.openxmlformats-officedocument.presentationml.tags+xml"/>
  <Override PartName="/ppt/notesSlides/notesSlide149.xml" ContentType="application/vnd.openxmlformats-officedocument.presentationml.notesSlide+xml"/>
  <Override PartName="/ppt/tags/tag83.xml" ContentType="application/vnd.openxmlformats-officedocument.presentationml.tags+xml"/>
  <Override PartName="/ppt/tags/tag84.xml" ContentType="application/vnd.openxmlformats-officedocument.presentationml.tags+xml"/>
  <Override PartName="/ppt/notesSlides/notesSlide150.xml" ContentType="application/vnd.openxmlformats-officedocument.presentationml.notesSlide+xml"/>
  <Override PartName="/ppt/tags/tag85.xml" ContentType="application/vnd.openxmlformats-officedocument.presentationml.tags+xml"/>
  <Override PartName="/ppt/tags/tag86.xml" ContentType="application/vnd.openxmlformats-officedocument.presentationml.tags+xml"/>
  <Override PartName="/ppt/notesSlides/notesSlide151.xml" ContentType="application/vnd.openxmlformats-officedocument.presentationml.notesSlide+xml"/>
  <Override PartName="/ppt/tags/tag87.xml" ContentType="application/vnd.openxmlformats-officedocument.presentationml.tags+xml"/>
  <Override PartName="/ppt/tags/tag88.xml" ContentType="application/vnd.openxmlformats-officedocument.presentationml.tags+xml"/>
  <Override PartName="/ppt/notesSlides/notesSlide152.xml" ContentType="application/vnd.openxmlformats-officedocument.presentationml.notesSlide+xml"/>
  <Override PartName="/ppt/tags/tag89.xml" ContentType="application/vnd.openxmlformats-officedocument.presentationml.tags+xml"/>
  <Override PartName="/ppt/tags/tag90.xml" ContentType="application/vnd.openxmlformats-officedocument.presentationml.tags+xml"/>
  <Override PartName="/ppt/notesSlides/notesSlide153.xml" ContentType="application/vnd.openxmlformats-officedocument.presentationml.notesSlide+xml"/>
  <Override PartName="/ppt/tags/tag91.xml" ContentType="application/vnd.openxmlformats-officedocument.presentationml.tags+xml"/>
  <Override PartName="/ppt/tags/tag92.xml" ContentType="application/vnd.openxmlformats-officedocument.presentationml.tags+xml"/>
  <Override PartName="/ppt/notesSlides/notesSlide154.xml" ContentType="application/vnd.openxmlformats-officedocument.presentationml.notesSlide+xml"/>
  <Override PartName="/ppt/tags/tag93.xml" ContentType="application/vnd.openxmlformats-officedocument.presentationml.tags+xml"/>
  <Override PartName="/ppt/tags/tag94.xml" ContentType="application/vnd.openxmlformats-officedocument.presentationml.tags+xml"/>
  <Override PartName="/ppt/notesSlides/notesSlide155.xml" ContentType="application/vnd.openxmlformats-officedocument.presentationml.notesSlide+xml"/>
  <Override PartName="/ppt/tags/tag95.xml" ContentType="application/vnd.openxmlformats-officedocument.presentationml.tags+xml"/>
  <Override PartName="/ppt/tags/tag96.xml" ContentType="application/vnd.openxmlformats-officedocument.presentationml.tags+xml"/>
  <Override PartName="/ppt/notesSlides/notesSlide156.xml" ContentType="application/vnd.openxmlformats-officedocument.presentationml.notesSlide+xml"/>
  <Override PartName="/ppt/tags/tag97.xml" ContentType="application/vnd.openxmlformats-officedocument.presentationml.tags+xml"/>
  <Override PartName="/ppt/tags/tag98.xml" ContentType="application/vnd.openxmlformats-officedocument.presentationml.tags+xml"/>
  <Override PartName="/ppt/notesSlides/notesSlide157.xml" ContentType="application/vnd.openxmlformats-officedocument.presentationml.notesSlide+xml"/>
  <Override PartName="/ppt/tags/tag99.xml" ContentType="application/vnd.openxmlformats-officedocument.presentationml.tags+xml"/>
  <Override PartName="/ppt/tags/tag100.xml" ContentType="application/vnd.openxmlformats-officedocument.presentationml.tags+xml"/>
  <Override PartName="/ppt/notesSlides/notesSlide158.xml" ContentType="application/vnd.openxmlformats-officedocument.presentationml.notesSlide+xml"/>
  <Override PartName="/ppt/charts/chart14.xml" ContentType="application/vnd.openxmlformats-officedocument.drawingml.chart+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tags/tag101.xml" ContentType="application/vnd.openxmlformats-officedocument.presentationml.tags+xml"/>
  <Override PartName="/ppt/tags/tag102.xml" ContentType="application/vnd.openxmlformats-officedocument.presentationml.tags+xml"/>
  <Override PartName="/ppt/notesSlides/notesSlide164.xml" ContentType="application/vnd.openxmlformats-officedocument.presentationml.notesSlide+xml"/>
  <Override PartName="/ppt/tags/tag103.xml" ContentType="application/vnd.openxmlformats-officedocument.presentationml.tags+xml"/>
  <Override PartName="/ppt/tags/tag104.xml" ContentType="application/vnd.openxmlformats-officedocument.presentationml.tags+xml"/>
  <Override PartName="/ppt/notesSlides/notesSlide165.xml" ContentType="application/vnd.openxmlformats-officedocument.presentationml.notesSlide+xml"/>
  <Override PartName="/ppt/tags/tag105.xml" ContentType="application/vnd.openxmlformats-officedocument.presentationml.tags+xml"/>
  <Override PartName="/ppt/tags/tag106.xml" ContentType="application/vnd.openxmlformats-officedocument.presentationml.tags+xml"/>
  <Override PartName="/ppt/notesSlides/notesSlide166.xml" ContentType="application/vnd.openxmlformats-officedocument.presentationml.notesSlide+xml"/>
  <Override PartName="/ppt/tags/tag107.xml" ContentType="application/vnd.openxmlformats-officedocument.presentationml.tags+xml"/>
  <Override PartName="/ppt/tags/tag108.xml" ContentType="application/vnd.openxmlformats-officedocument.presentationml.tags+xml"/>
  <Override PartName="/ppt/notesSlides/notesSlide167.xml" ContentType="application/vnd.openxmlformats-officedocument.presentationml.notesSlide+xml"/>
  <Override PartName="/ppt/tags/tag109.xml" ContentType="application/vnd.openxmlformats-officedocument.presentationml.tags+xml"/>
  <Override PartName="/ppt/tags/tag110.xml" ContentType="application/vnd.openxmlformats-officedocument.presentationml.tags+xml"/>
  <Override PartName="/ppt/notesSlides/notesSlide168.xml" ContentType="application/vnd.openxmlformats-officedocument.presentationml.notesSlide+xml"/>
  <Override PartName="/ppt/charts/chart15.xml" ContentType="application/vnd.openxmlformats-officedocument.drawingml.chart+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tags/tag111.xml" ContentType="application/vnd.openxmlformats-officedocument.presentationml.tags+xml"/>
  <Override PartName="/ppt/notesSlides/notesSlide175.xml" ContentType="application/vnd.openxmlformats-officedocument.presentationml.notesSlide+xml"/>
  <Override PartName="/ppt/tags/tag112.xml" ContentType="application/vnd.openxmlformats-officedocument.presentationml.tags+xml"/>
  <Override PartName="/ppt/notesSlides/notesSlide176.xml" ContentType="application/vnd.openxmlformats-officedocument.presentationml.notesSlide+xml"/>
  <Override PartName="/ppt/tags/tag113.xml" ContentType="application/vnd.openxmlformats-officedocument.presentationml.tags+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notesSlides/notesSlide181.xml" ContentType="application/vnd.openxmlformats-officedocument.presentationml.notesSlide+xml"/>
  <Override PartName="/ppt/charts/chart19.xml" ContentType="application/vnd.openxmlformats-officedocument.drawingml.chart+xml"/>
  <Override PartName="/ppt/charts/chart20.xml" ContentType="application/vnd.openxmlformats-officedocument.drawingml.chart+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tags/tag114.xml" ContentType="application/vnd.openxmlformats-officedocument.presentationml.tags+xml"/>
  <Override PartName="/ppt/notesSlides/notesSlide189.xml" ContentType="application/vnd.openxmlformats-officedocument.presentationml.notesSlide+xml"/>
  <Override PartName="/ppt/notesSlides/notesSlide19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howSpecialPlsOnTitleSld="0" saveSubsetFonts="1">
  <p:sldMasterIdLst>
    <p:sldMasterId id="2147484475" r:id="rId1"/>
  </p:sldMasterIdLst>
  <p:notesMasterIdLst>
    <p:notesMasterId r:id="rId228"/>
  </p:notesMasterIdLst>
  <p:handoutMasterIdLst>
    <p:handoutMasterId r:id="rId229"/>
  </p:handoutMasterIdLst>
  <p:sldIdLst>
    <p:sldId id="260" r:id="rId2"/>
    <p:sldId id="627" r:id="rId3"/>
    <p:sldId id="628" r:id="rId4"/>
    <p:sldId id="1695" r:id="rId5"/>
    <p:sldId id="1696" r:id="rId6"/>
    <p:sldId id="1699" r:id="rId7"/>
    <p:sldId id="1700" r:id="rId8"/>
    <p:sldId id="1701" r:id="rId9"/>
    <p:sldId id="1702" r:id="rId10"/>
    <p:sldId id="1703" r:id="rId11"/>
    <p:sldId id="462" r:id="rId12"/>
    <p:sldId id="1460" r:id="rId13"/>
    <p:sldId id="1463" r:id="rId14"/>
    <p:sldId id="1545" r:id="rId15"/>
    <p:sldId id="1464" r:id="rId16"/>
    <p:sldId id="1465" r:id="rId17"/>
    <p:sldId id="1544" r:id="rId18"/>
    <p:sldId id="1344" r:id="rId19"/>
    <p:sldId id="1467" r:id="rId20"/>
    <p:sldId id="1694" r:id="rId21"/>
    <p:sldId id="1351" r:id="rId22"/>
    <p:sldId id="1471" r:id="rId23"/>
    <p:sldId id="1432" r:id="rId24"/>
    <p:sldId id="1506" r:id="rId25"/>
    <p:sldId id="1370" r:id="rId26"/>
    <p:sldId id="1421" r:id="rId27"/>
    <p:sldId id="1423" r:id="rId28"/>
    <p:sldId id="1424" r:id="rId29"/>
    <p:sldId id="1425" r:id="rId30"/>
    <p:sldId id="1354" r:id="rId31"/>
    <p:sldId id="1360" r:id="rId32"/>
    <p:sldId id="1373" r:id="rId33"/>
    <p:sldId id="1374" r:id="rId34"/>
    <p:sldId id="1393" r:id="rId35"/>
    <p:sldId id="1394" r:id="rId36"/>
    <p:sldId id="1546" r:id="rId37"/>
    <p:sldId id="1547" r:id="rId38"/>
    <p:sldId id="1548" r:id="rId39"/>
    <p:sldId id="1472" r:id="rId40"/>
    <p:sldId id="1473" r:id="rId41"/>
    <p:sldId id="1474" r:id="rId42"/>
    <p:sldId id="1479" r:id="rId43"/>
    <p:sldId id="1480" r:id="rId44"/>
    <p:sldId id="1481" r:id="rId45"/>
    <p:sldId id="1482" r:id="rId46"/>
    <p:sldId id="1483" r:id="rId47"/>
    <p:sldId id="1484" r:id="rId48"/>
    <p:sldId id="1485" r:id="rId49"/>
    <p:sldId id="1486" r:id="rId50"/>
    <p:sldId id="1487" r:id="rId51"/>
    <p:sldId id="1419" r:id="rId52"/>
    <p:sldId id="1488" r:id="rId53"/>
    <p:sldId id="1489" r:id="rId54"/>
    <p:sldId id="1490" r:id="rId55"/>
    <p:sldId id="1491" r:id="rId56"/>
    <p:sldId id="1492" r:id="rId57"/>
    <p:sldId id="1659" r:id="rId58"/>
    <p:sldId id="1493" r:id="rId59"/>
    <p:sldId id="1494" r:id="rId60"/>
    <p:sldId id="1495" r:id="rId61"/>
    <p:sldId id="1496" r:id="rId62"/>
    <p:sldId id="1497" r:id="rId63"/>
    <p:sldId id="1430" r:id="rId64"/>
    <p:sldId id="1431" r:id="rId65"/>
    <p:sldId id="1498" r:id="rId66"/>
    <p:sldId id="1500" r:id="rId67"/>
    <p:sldId id="1501" r:id="rId68"/>
    <p:sldId id="1502" r:id="rId69"/>
    <p:sldId id="1503" r:id="rId70"/>
    <p:sldId id="1504" r:id="rId71"/>
    <p:sldId id="1507" r:id="rId72"/>
    <p:sldId id="1508" r:id="rId73"/>
    <p:sldId id="1509" r:id="rId74"/>
    <p:sldId id="1704" r:id="rId75"/>
    <p:sldId id="1706" r:id="rId76"/>
    <p:sldId id="1707" r:id="rId77"/>
    <p:sldId id="1468" r:id="rId78"/>
    <p:sldId id="1535" r:id="rId79"/>
    <p:sldId id="1469" r:id="rId80"/>
    <p:sldId id="1470" r:id="rId81"/>
    <p:sldId id="1536" r:id="rId82"/>
    <p:sldId id="1512" r:id="rId83"/>
    <p:sldId id="1513" r:id="rId84"/>
    <p:sldId id="1514" r:id="rId85"/>
    <p:sldId id="1515" r:id="rId86"/>
    <p:sldId id="1517" r:id="rId87"/>
    <p:sldId id="1518" r:id="rId88"/>
    <p:sldId id="1519" r:id="rId89"/>
    <p:sldId id="1537" r:id="rId90"/>
    <p:sldId id="1516" r:id="rId91"/>
    <p:sldId id="1527" r:id="rId92"/>
    <p:sldId id="1524" r:id="rId93"/>
    <p:sldId id="1529" r:id="rId94"/>
    <p:sldId id="1530" r:id="rId95"/>
    <p:sldId id="1531" r:id="rId96"/>
    <p:sldId id="1532" r:id="rId97"/>
    <p:sldId id="1533" r:id="rId98"/>
    <p:sldId id="1534" r:id="rId99"/>
    <p:sldId id="1549" r:id="rId100"/>
    <p:sldId id="1550" r:id="rId101"/>
    <p:sldId id="1551" r:id="rId102"/>
    <p:sldId id="1552" r:id="rId103"/>
    <p:sldId id="1553" r:id="rId104"/>
    <p:sldId id="1554" r:id="rId105"/>
    <p:sldId id="1555" r:id="rId106"/>
    <p:sldId id="1556" r:id="rId107"/>
    <p:sldId id="1557" r:id="rId108"/>
    <p:sldId id="1558" r:id="rId109"/>
    <p:sldId id="1559" r:id="rId110"/>
    <p:sldId id="1560" r:id="rId111"/>
    <p:sldId id="1561" r:id="rId112"/>
    <p:sldId id="1562" r:id="rId113"/>
    <p:sldId id="1563" r:id="rId114"/>
    <p:sldId id="1564" r:id="rId115"/>
    <p:sldId id="1565" r:id="rId116"/>
    <p:sldId id="1566" r:id="rId117"/>
    <p:sldId id="1567" r:id="rId118"/>
    <p:sldId id="1568" r:id="rId119"/>
    <p:sldId id="1569" r:id="rId120"/>
    <p:sldId id="1570" r:id="rId121"/>
    <p:sldId id="1571" r:id="rId122"/>
    <p:sldId id="1572" r:id="rId123"/>
    <p:sldId id="1573" r:id="rId124"/>
    <p:sldId id="1574" r:id="rId125"/>
    <p:sldId id="1575" r:id="rId126"/>
    <p:sldId id="1594" r:id="rId127"/>
    <p:sldId id="1576" r:id="rId128"/>
    <p:sldId id="1630" r:id="rId129"/>
    <p:sldId id="1577" r:id="rId130"/>
    <p:sldId id="1578" r:id="rId131"/>
    <p:sldId id="1579" r:id="rId132"/>
    <p:sldId id="1580" r:id="rId133"/>
    <p:sldId id="1581" r:id="rId134"/>
    <p:sldId id="1582" r:id="rId135"/>
    <p:sldId id="1595" r:id="rId136"/>
    <p:sldId id="1631" r:id="rId137"/>
    <p:sldId id="1583" r:id="rId138"/>
    <p:sldId id="1585" r:id="rId139"/>
    <p:sldId id="1586" r:id="rId140"/>
    <p:sldId id="1593" r:id="rId141"/>
    <p:sldId id="1587" r:id="rId142"/>
    <p:sldId id="1588" r:id="rId143"/>
    <p:sldId id="1589" r:id="rId144"/>
    <p:sldId id="1590" r:id="rId145"/>
    <p:sldId id="1596" r:id="rId146"/>
    <p:sldId id="1632" r:id="rId147"/>
    <p:sldId id="1591" r:id="rId148"/>
    <p:sldId id="1597" r:id="rId149"/>
    <p:sldId id="1598" r:id="rId150"/>
    <p:sldId id="1599" r:id="rId151"/>
    <p:sldId id="1600" r:id="rId152"/>
    <p:sldId id="1592" r:id="rId153"/>
    <p:sldId id="1601" r:id="rId154"/>
    <p:sldId id="1602" r:id="rId155"/>
    <p:sldId id="1603" r:id="rId156"/>
    <p:sldId id="1604" r:id="rId157"/>
    <p:sldId id="1605" r:id="rId158"/>
    <p:sldId id="1633" r:id="rId159"/>
    <p:sldId id="1606" r:id="rId160"/>
    <p:sldId id="1607" r:id="rId161"/>
    <p:sldId id="1608" r:id="rId162"/>
    <p:sldId id="1609" r:id="rId163"/>
    <p:sldId id="1610" r:id="rId164"/>
    <p:sldId id="1611" r:id="rId165"/>
    <p:sldId id="1612" r:id="rId166"/>
    <p:sldId id="1613" r:id="rId167"/>
    <p:sldId id="1614" r:id="rId168"/>
    <p:sldId id="1615" r:id="rId169"/>
    <p:sldId id="1616" r:id="rId170"/>
    <p:sldId id="1617" r:id="rId171"/>
    <p:sldId id="1618" r:id="rId172"/>
    <p:sldId id="1619" r:id="rId173"/>
    <p:sldId id="1620" r:id="rId174"/>
    <p:sldId id="1621" r:id="rId175"/>
    <p:sldId id="1622" r:id="rId176"/>
    <p:sldId id="1623" r:id="rId177"/>
    <p:sldId id="1634" r:id="rId178"/>
    <p:sldId id="1624" r:id="rId179"/>
    <p:sldId id="1625" r:id="rId180"/>
    <p:sldId id="1626" r:id="rId181"/>
    <p:sldId id="1627" r:id="rId182"/>
    <p:sldId id="1629" r:id="rId183"/>
    <p:sldId id="1635" r:id="rId184"/>
    <p:sldId id="1628" r:id="rId185"/>
    <p:sldId id="1638" r:id="rId186"/>
    <p:sldId id="1636" r:id="rId187"/>
    <p:sldId id="1639" r:id="rId188"/>
    <p:sldId id="1640" r:id="rId189"/>
    <p:sldId id="1641" r:id="rId190"/>
    <p:sldId id="1647" r:id="rId191"/>
    <p:sldId id="1648" r:id="rId192"/>
    <p:sldId id="1649" r:id="rId193"/>
    <p:sldId id="1650" r:id="rId194"/>
    <p:sldId id="1651" r:id="rId195"/>
    <p:sldId id="1642" r:id="rId196"/>
    <p:sldId id="1643" r:id="rId197"/>
    <p:sldId id="1644" r:id="rId198"/>
    <p:sldId id="1645" r:id="rId199"/>
    <p:sldId id="1646" r:id="rId200"/>
    <p:sldId id="1652" r:id="rId201"/>
    <p:sldId id="1653" r:id="rId202"/>
    <p:sldId id="1654" r:id="rId203"/>
    <p:sldId id="1655" r:id="rId204"/>
    <p:sldId id="1656" r:id="rId205"/>
    <p:sldId id="1657" r:id="rId206"/>
    <p:sldId id="1660" r:id="rId207"/>
    <p:sldId id="1661" r:id="rId208"/>
    <p:sldId id="1662" r:id="rId209"/>
    <p:sldId id="1672" r:id="rId210"/>
    <p:sldId id="1673" r:id="rId211"/>
    <p:sldId id="1674" r:id="rId212"/>
    <p:sldId id="1675" r:id="rId213"/>
    <p:sldId id="1676" r:id="rId214"/>
    <p:sldId id="1677" r:id="rId215"/>
    <p:sldId id="1678" r:id="rId216"/>
    <p:sldId id="1679" r:id="rId217"/>
    <p:sldId id="1680" r:id="rId218"/>
    <p:sldId id="1709" r:id="rId219"/>
    <p:sldId id="1708" r:id="rId220"/>
    <p:sldId id="1682" r:id="rId221"/>
    <p:sldId id="1683" r:id="rId222"/>
    <p:sldId id="1684" r:id="rId223"/>
    <p:sldId id="1686" r:id="rId224"/>
    <p:sldId id="1685" r:id="rId225"/>
    <p:sldId id="1687" r:id="rId226"/>
    <p:sldId id="1688" r:id="rId227"/>
  </p:sldIdLst>
  <p:sldSz cx="9906000" cy="6858000" type="A4"/>
  <p:notesSz cx="6858000" cy="9144000"/>
  <p:defaultTextStyle>
    <a:defPPr>
      <a:defRPr lang="ko-KR"/>
    </a:defPPr>
    <a:lvl1pPr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p:defaultTextStyle>
  <p:extLst>
    <p:ext uri="{521415D9-36F7-43E2-AB2F-B90AF26B5E84}">
      <p14:sectionLst xmlns:p14="http://schemas.microsoft.com/office/powerpoint/2010/main">
        <p14:section name="기본 구역" id="{02AE1EFC-F66B-4069-8559-58FA51CD85FD}">
          <p14:sldIdLst>
            <p14:sldId id="260"/>
            <p14:sldId id="627"/>
            <p14:sldId id="628"/>
            <p14:sldId id="1695"/>
            <p14:sldId id="1696"/>
            <p14:sldId id="1699"/>
            <p14:sldId id="1700"/>
            <p14:sldId id="1701"/>
            <p14:sldId id="1702"/>
            <p14:sldId id="1703"/>
            <p14:sldId id="462"/>
          </p14:sldIdLst>
        </p14:section>
        <p14:section name="전체" id="{9D7668AB-0752-4E08-A6F5-57F039F2B893}">
          <p14:sldIdLst>
            <p14:sldId id="1460"/>
            <p14:sldId id="1463"/>
            <p14:sldId id="1545"/>
          </p14:sldIdLst>
        </p14:section>
        <p14:section name="기관(테넌시)" id="{6EC55797-6119-4E13-90A3-6FAB2F622E52}">
          <p14:sldIdLst>
            <p14:sldId id="1464"/>
            <p14:sldId id="1465"/>
            <p14:sldId id="1544"/>
            <p14:sldId id="1344"/>
          </p14:sldIdLst>
        </p14:section>
        <p14:section name="대시보드" id="{93DE9895-4F7F-43DB-AADA-42365FBB5064}">
          <p14:sldIdLst>
            <p14:sldId id="1467"/>
            <p14:sldId id="1694"/>
            <p14:sldId id="1351"/>
            <p14:sldId id="1471"/>
            <p14:sldId id="1432"/>
            <p14:sldId id="1506"/>
            <p14:sldId id="1370"/>
          </p14:sldIdLst>
        </p14:section>
        <p14:section name="자동 알림 정리" id="{3DEFC71A-A49A-4800-A8D2-440E9C1D3636}">
          <p14:sldIdLst>
            <p14:sldId id="1421"/>
            <p14:sldId id="1423"/>
            <p14:sldId id="1424"/>
            <p14:sldId id="1425"/>
          </p14:sldIdLst>
        </p14:section>
        <p14:section name="메세지함 &gt; PUSH" id="{85366604-2661-494F-B443-ADF66D221C58}">
          <p14:sldIdLst>
            <p14:sldId id="1354"/>
            <p14:sldId id="1360"/>
          </p14:sldIdLst>
        </p14:section>
        <p14:section name="메세지함 &gt; 쪽지" id="{13DD6CEF-74FC-42D4-8591-066B81CD846C}">
          <p14:sldIdLst>
            <p14:sldId id="1373"/>
            <p14:sldId id="1374"/>
          </p14:sldIdLst>
        </p14:section>
        <p14:section name="메시지함 &gt; 알림톡" id="{36023E82-8729-46D3-BC59-A6A1B80FE18E}">
          <p14:sldIdLst>
            <p14:sldId id="1393"/>
            <p14:sldId id="1394"/>
            <p14:sldId id="1546"/>
            <p14:sldId id="1547"/>
            <p14:sldId id="1548"/>
            <p14:sldId id="1472"/>
            <p14:sldId id="1473"/>
            <p14:sldId id="1474"/>
            <p14:sldId id="1479"/>
            <p14:sldId id="1480"/>
            <p14:sldId id="1481"/>
            <p14:sldId id="1482"/>
            <p14:sldId id="1483"/>
            <p14:sldId id="1484"/>
            <p14:sldId id="1485"/>
            <p14:sldId id="1486"/>
            <p14:sldId id="1487"/>
            <p14:sldId id="1419"/>
            <p14:sldId id="1488"/>
            <p14:sldId id="1489"/>
            <p14:sldId id="1490"/>
            <p14:sldId id="1491"/>
            <p14:sldId id="1492"/>
            <p14:sldId id="1659"/>
            <p14:sldId id="1493"/>
            <p14:sldId id="1494"/>
            <p14:sldId id="1495"/>
            <p14:sldId id="1496"/>
            <p14:sldId id="1497"/>
            <p14:sldId id="1430"/>
          </p14:sldIdLst>
        </p14:section>
        <p14:section name="나의성적" id="{2199169D-A527-421D-BDCE-4DB02054980E}">
          <p14:sldIdLst>
            <p14:sldId id="1431"/>
            <p14:sldId id="1498"/>
          </p14:sldIdLst>
        </p14:section>
        <p14:section name="성적이의신청" id="{EC3B6B97-C8A3-43F3-B0C5-702C1937A7DE}">
          <p14:sldIdLst>
            <p14:sldId id="1500"/>
            <p14:sldId id="1501"/>
            <p14:sldId id="1502"/>
            <p14:sldId id="1503"/>
            <p14:sldId id="1504"/>
            <p14:sldId id="1507"/>
            <p14:sldId id="1508"/>
            <p14:sldId id="1509"/>
            <p14:sldId id="1704"/>
            <p14:sldId id="1706"/>
            <p14:sldId id="1707"/>
            <p14:sldId id="1468"/>
            <p14:sldId id="1535"/>
            <p14:sldId id="1469"/>
            <p14:sldId id="1470"/>
            <p14:sldId id="1536"/>
          </p14:sldIdLst>
        </p14:section>
        <p14:section name="학습자매뉴얼 레이어팝업" id="{51C64F78-D208-4425-BF97-6FC891CC4328}">
          <p14:sldIdLst>
            <p14:sldId id="1512"/>
          </p14:sldIdLst>
        </p14:section>
        <p14:section name="강의계획서" id="{A098082F-E9BF-4F1C-8822-C84BE4F7A5FE}">
          <p14:sldIdLst>
            <p14:sldId id="1513"/>
          </p14:sldIdLst>
        </p14:section>
        <p14:section name="평가비중" id="{5A78B737-18BB-45A1-9BD6-B82978A9A025}">
          <p14:sldIdLst>
            <p14:sldId id="1514"/>
            <p14:sldId id="1515"/>
            <p14:sldId id="1517"/>
            <p14:sldId id="1518"/>
            <p14:sldId id="1519"/>
          </p14:sldIdLst>
        </p14:section>
        <p14:section name="강의보기" id="{9F1D329D-B6B8-4E25-94D0-F1200DAC35CC}">
          <p14:sldIdLst>
            <p14:sldId id="1537"/>
            <p14:sldId id="1516"/>
            <p14:sldId id="1527"/>
            <p14:sldId id="1524"/>
            <p14:sldId id="1529"/>
          </p14:sldIdLst>
        </p14:section>
        <p14:section name="결시신청" id="{2B7947A2-793B-4188-B50F-4D483B893BBE}">
          <p14:sldIdLst>
            <p14:sldId id="1530"/>
            <p14:sldId id="1531"/>
            <p14:sldId id="1532"/>
          </p14:sldIdLst>
        </p14:section>
        <p14:section name="장애인/고령자지원 신청" id="{0BD2E9F3-B5FD-40B1-8040-7B5E7E118626}">
          <p14:sldIdLst>
            <p14:sldId id="1533"/>
            <p14:sldId id="1534"/>
            <p14:sldId id="1549"/>
            <p14:sldId id="1550"/>
            <p14:sldId id="1551"/>
            <p14:sldId id="1552"/>
            <p14:sldId id="1553"/>
            <p14:sldId id="1554"/>
            <p14:sldId id="1555"/>
            <p14:sldId id="1556"/>
            <p14:sldId id="1557"/>
            <p14:sldId id="1558"/>
            <p14:sldId id="1559"/>
            <p14:sldId id="1560"/>
            <p14:sldId id="1561"/>
            <p14:sldId id="1562"/>
            <p14:sldId id="1563"/>
            <p14:sldId id="1564"/>
            <p14:sldId id="1565"/>
            <p14:sldId id="1566"/>
            <p14:sldId id="1567"/>
            <p14:sldId id="1568"/>
            <p14:sldId id="1569"/>
            <p14:sldId id="1570"/>
            <p14:sldId id="1571"/>
            <p14:sldId id="1572"/>
            <p14:sldId id="1573"/>
            <p14:sldId id="1574"/>
            <p14:sldId id="1575"/>
            <p14:sldId id="1594"/>
            <p14:sldId id="1576"/>
            <p14:sldId id="1630"/>
            <p14:sldId id="1577"/>
            <p14:sldId id="1578"/>
            <p14:sldId id="1579"/>
            <p14:sldId id="1580"/>
            <p14:sldId id="1581"/>
            <p14:sldId id="1582"/>
            <p14:sldId id="1595"/>
            <p14:sldId id="1631"/>
            <p14:sldId id="1583"/>
            <p14:sldId id="1585"/>
            <p14:sldId id="1586"/>
            <p14:sldId id="1593"/>
            <p14:sldId id="1587"/>
            <p14:sldId id="1588"/>
            <p14:sldId id="1589"/>
            <p14:sldId id="1590"/>
            <p14:sldId id="1596"/>
            <p14:sldId id="1632"/>
            <p14:sldId id="1591"/>
            <p14:sldId id="1597"/>
            <p14:sldId id="1598"/>
            <p14:sldId id="1599"/>
            <p14:sldId id="1600"/>
            <p14:sldId id="1592"/>
            <p14:sldId id="1601"/>
            <p14:sldId id="1602"/>
            <p14:sldId id="1603"/>
            <p14:sldId id="1604"/>
            <p14:sldId id="1605"/>
            <p14:sldId id="1633"/>
            <p14:sldId id="1606"/>
            <p14:sldId id="1607"/>
          </p14:sldIdLst>
        </p14:section>
        <p14:section name="토론방" id="{6E54CAD7-01CE-437E-B8AF-25BC0322422B}">
          <p14:sldIdLst>
            <p14:sldId id="1608"/>
            <p14:sldId id="1609"/>
            <p14:sldId id="1610"/>
            <p14:sldId id="1611"/>
            <p14:sldId id="1612"/>
            <p14:sldId id="1613"/>
            <p14:sldId id="1614"/>
            <p14:sldId id="1615"/>
            <p14:sldId id="1616"/>
            <p14:sldId id="1617"/>
            <p14:sldId id="1618"/>
            <p14:sldId id="1619"/>
            <p14:sldId id="1620"/>
            <p14:sldId id="1621"/>
            <p14:sldId id="1622"/>
            <p14:sldId id="1623"/>
            <p14:sldId id="1634"/>
            <p14:sldId id="1624"/>
            <p14:sldId id="1625"/>
            <p14:sldId id="1626"/>
          </p14:sldIdLst>
        </p14:section>
        <p14:section name="실시간 온라인 &gt; 시험대체 : 과제" id="{56A5522C-8EA6-4DEA-BC83-EECBDFB6AD22}">
          <p14:sldIdLst>
            <p14:sldId id="1627"/>
            <p14:sldId id="1629"/>
            <p14:sldId id="1635"/>
            <p14:sldId id="1628"/>
          </p14:sldIdLst>
        </p14:section>
        <p14:section name="실시간 온라인 &gt; 시험대체 : 퀴즈" id="{6C3537DB-F921-45C4-8271-B10D467BB2C9}">
          <p14:sldIdLst>
            <p14:sldId id="1638"/>
            <p14:sldId id="1636"/>
            <p14:sldId id="1639"/>
            <p14:sldId id="1640"/>
            <p14:sldId id="1641"/>
          </p14:sldIdLst>
        </p14:section>
        <p14:section name="실시간 온라인 &gt; 결시신청 및 결과" id="{D076A3DC-BEA3-40C3-B073-A4E7616BCF86}">
          <p14:sldIdLst>
            <p14:sldId id="1647"/>
            <p14:sldId id="1648"/>
            <p14:sldId id="1649"/>
          </p14:sldIdLst>
        </p14:section>
        <p14:section name="장애인/고령자지원" id="{DC81C945-FF7C-44A1-9B0A-DAE74F135499}">
          <p14:sldIdLst>
            <p14:sldId id="1650"/>
            <p14:sldId id="1651"/>
          </p14:sldIdLst>
        </p14:section>
        <p14:section name="중간/기말고사 &gt; 퀴즈" id="{22C87DD9-C2CA-40E5-BE2E-16ED657DBBC0}">
          <p14:sldIdLst>
            <p14:sldId id="1642"/>
            <p14:sldId id="1643"/>
            <p14:sldId id="1644"/>
            <p14:sldId id="1645"/>
            <p14:sldId id="1646"/>
            <p14:sldId id="1652"/>
            <p14:sldId id="1653"/>
            <p14:sldId id="1654"/>
            <p14:sldId id="1655"/>
            <p14:sldId id="1656"/>
            <p14:sldId id="1657"/>
            <p14:sldId id="1660"/>
            <p14:sldId id="1661"/>
            <p14:sldId id="1662"/>
            <p14:sldId id="1672"/>
            <p14:sldId id="1673"/>
            <p14:sldId id="1674"/>
            <p14:sldId id="1675"/>
            <p14:sldId id="1676"/>
            <p14:sldId id="1677"/>
            <p14:sldId id="1678"/>
            <p14:sldId id="1679"/>
          </p14:sldIdLst>
        </p14:section>
        <p14:section name="성적확인" id="{35D02880-8359-4F97-8FE9-BAFDA68871B6}">
          <p14:sldIdLst>
            <p14:sldId id="1680"/>
            <p14:sldId id="1709"/>
            <p14:sldId id="1708"/>
          </p14:sldIdLst>
        </p14:section>
        <p14:section name="성적 이의 신청" id="{F5221E76-C585-444C-B21F-3E11DEED2E10}">
          <p14:sldIdLst>
            <p14:sldId id="1682"/>
            <p14:sldId id="1683"/>
            <p14:sldId id="1684"/>
            <p14:sldId id="1686"/>
            <p14:sldId id="1685"/>
            <p14:sldId id="1687"/>
            <p14:sldId id="1688"/>
          </p14:sldIdLst>
        </p14:section>
      </p14:sectionLst>
    </p:ext>
    <p:ext uri="{EFAFB233-063F-42B5-8137-9DF3F51BA10A}">
      <p15:sldGuideLst xmlns:p15="http://schemas.microsoft.com/office/powerpoint/2012/main" xmlns="">
        <p15:guide id="5" orient="horz" pos="391" userDrawn="1">
          <p15:clr>
            <a:srgbClr val="A4A3A4"/>
          </p15:clr>
        </p15:guide>
        <p15:guide id="6" pos="4050" userDrawn="1">
          <p15:clr>
            <a:srgbClr val="A4A3A4"/>
          </p15:clr>
        </p15:guide>
        <p15:guide id="7" pos="466" userDrawn="1">
          <p15:clr>
            <a:srgbClr val="A4A3A4"/>
          </p15:clr>
        </p15:guide>
      </p15:sldGuideLst>
    </p:ext>
    <p:ext uri="{2D200454-40CA-4A62-9FC3-DE9A4176ACB9}">
      <p15:notesGuideLst xmlns:p15="http://schemas.microsoft.com/office/powerpoint/2012/main" xmlns="">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1F2FF"/>
    <a:srgbClr val="E0E6EE"/>
    <a:srgbClr val="6786AD"/>
    <a:srgbClr val="C89800"/>
    <a:srgbClr val="4E6A8C"/>
    <a:srgbClr val="B1C1D5"/>
    <a:srgbClr val="C46404"/>
    <a:srgbClr val="B9E1FF"/>
    <a:srgbClr val="E1FFFB"/>
    <a:srgbClr val="435C7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9885" autoAdjust="0"/>
  </p:normalViewPr>
  <p:slideViewPr>
    <p:cSldViewPr>
      <p:cViewPr>
        <p:scale>
          <a:sx n="100" d="100"/>
          <a:sy n="100" d="100"/>
        </p:scale>
        <p:origin x="-1674" y="-438"/>
      </p:cViewPr>
      <p:guideLst>
        <p:guide orient="horz" pos="2160"/>
        <p:guide pos="312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notesMaster" Target="notesMasters/notesMaster1.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handoutMaster" Target="handoutMasters/handoutMaster1.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presProps" Target="presProps.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6" Type="http://schemas.openxmlformats.org/officeDocument/2006/relationships/slide" Target="slides/slide25.xml"/><Relationship Id="rId231" Type="http://schemas.openxmlformats.org/officeDocument/2006/relationships/viewProps" Target="viewProps.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theme" Target="theme/theme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tableStyles" Target="tableStyles.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_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_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_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_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_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_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_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_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_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_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____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____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____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____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____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____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____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____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____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____20.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layout/>
      <c:overlay val="0"/>
      <c:txPr>
        <a:bodyPr/>
        <a:lstStyle/>
        <a:p>
          <a:pPr>
            <a:defRPr sz="1000"/>
          </a:pPr>
          <a:endParaRPr lang="ko-KR"/>
        </a:p>
      </c:txPr>
    </c:title>
    <c:autoTitleDeleted val="0"/>
    <c:plotArea>
      <c:layout/>
      <c:pieChart>
        <c:varyColors val="1"/>
        <c:ser>
          <c:idx val="0"/>
          <c:order val="0"/>
          <c:tx>
            <c:strRef>
              <c:f>Sheet1!$B$1</c:f>
              <c:strCache>
                <c:ptCount val="1"/>
                <c:pt idx="0">
                  <c:v>참여현황(%)</c:v>
                </c:pt>
              </c:strCache>
            </c:strRef>
          </c:tx>
          <c:cat>
            <c:strRef>
              <c:f>Sheet1!$A$2:$A$3</c:f>
              <c:strCache>
                <c:ptCount val="2"/>
                <c:pt idx="0">
                  <c:v>응답자</c:v>
                </c:pt>
                <c:pt idx="1">
                  <c:v>미응답자</c:v>
                </c:pt>
              </c:strCache>
            </c:strRef>
          </c:cat>
          <c:val>
            <c:numRef>
              <c:f>Sheet1!$B$2:$B$3</c:f>
              <c:numCache>
                <c:formatCode>General</c:formatCode>
                <c:ptCount val="2"/>
                <c:pt idx="0">
                  <c:v>45</c:v>
                </c:pt>
                <c:pt idx="1">
                  <c:v>5</c:v>
                </c:pt>
              </c:numCache>
            </c:numRef>
          </c:val>
        </c:ser>
        <c:dLbls>
          <c:showLegendKey val="0"/>
          <c:showVal val="0"/>
          <c:showCatName val="0"/>
          <c:showSerName val="0"/>
          <c:showPercent val="0"/>
          <c:showBubbleSize val="0"/>
          <c:showLeaderLines val="1"/>
        </c:dLbls>
        <c:firstSliceAng val="0"/>
      </c:pieChart>
    </c:plotArea>
    <c:legend>
      <c:legendPos val="b"/>
      <c:legendEntry>
        <c:idx val="0"/>
        <c:txPr>
          <a:bodyPr/>
          <a:lstStyle/>
          <a:p>
            <a:pPr>
              <a:defRPr sz="800"/>
            </a:pPr>
            <a:endParaRPr lang="ko-KR"/>
          </a:p>
        </c:txPr>
      </c:legendEntry>
      <c:legendEntry>
        <c:idx val="1"/>
        <c:txPr>
          <a:bodyPr/>
          <a:lstStyle/>
          <a:p>
            <a:pPr>
              <a:defRPr sz="800"/>
            </a:pPr>
            <a:endParaRPr lang="ko-KR"/>
          </a:p>
        </c:txPr>
      </c:legendEntry>
      <c:layout/>
      <c:overlay val="0"/>
    </c:legend>
    <c:plotVisOnly val="1"/>
    <c:dispBlanksAs val="gap"/>
    <c:showDLblsOverMax val="0"/>
  </c:chart>
  <c:txPr>
    <a:bodyPr/>
    <a:lstStyle/>
    <a:p>
      <a:pPr>
        <a:defRPr sz="1800"/>
      </a:pPr>
      <a:endParaRPr lang="ko-KR"/>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layout/>
      <c:overlay val="0"/>
      <c:txPr>
        <a:bodyPr/>
        <a:lstStyle/>
        <a:p>
          <a:pPr>
            <a:defRPr sz="1000"/>
          </a:pPr>
          <a:endParaRPr lang="ko-KR"/>
        </a:p>
      </c:txPr>
    </c:title>
    <c:autoTitleDeleted val="0"/>
    <c:plotArea>
      <c:layout/>
      <c:pieChart>
        <c:varyColors val="1"/>
        <c:ser>
          <c:idx val="0"/>
          <c:order val="0"/>
          <c:tx>
            <c:strRef>
              <c:f>Sheet1!$B$1</c:f>
              <c:strCache>
                <c:ptCount val="1"/>
                <c:pt idx="0">
                  <c:v>접속환경(%)</c:v>
                </c:pt>
              </c:strCache>
            </c:strRef>
          </c:tx>
          <c:cat>
            <c:strRef>
              <c:f>Sheet1!$A$2:$A$3</c:f>
              <c:strCache>
                <c:ptCount val="2"/>
                <c:pt idx="0">
                  <c:v>PC</c:v>
                </c:pt>
                <c:pt idx="1">
                  <c:v>모바일</c:v>
                </c:pt>
              </c:strCache>
            </c:strRef>
          </c:cat>
          <c:val>
            <c:numRef>
              <c:f>Sheet1!$B$2:$B$3</c:f>
              <c:numCache>
                <c:formatCode>General</c:formatCode>
                <c:ptCount val="2"/>
                <c:pt idx="0">
                  <c:v>30</c:v>
                </c:pt>
                <c:pt idx="1">
                  <c:v>20</c:v>
                </c:pt>
              </c:numCache>
            </c:numRef>
          </c:val>
        </c:ser>
        <c:dLbls>
          <c:showLegendKey val="0"/>
          <c:showVal val="0"/>
          <c:showCatName val="0"/>
          <c:showSerName val="0"/>
          <c:showPercent val="0"/>
          <c:showBubbleSize val="0"/>
          <c:showLeaderLines val="1"/>
        </c:dLbls>
        <c:firstSliceAng val="0"/>
      </c:pieChart>
    </c:plotArea>
    <c:legend>
      <c:legendPos val="b"/>
      <c:legendEntry>
        <c:idx val="0"/>
        <c:txPr>
          <a:bodyPr/>
          <a:lstStyle/>
          <a:p>
            <a:pPr>
              <a:defRPr sz="800"/>
            </a:pPr>
            <a:endParaRPr lang="ko-KR"/>
          </a:p>
        </c:txPr>
      </c:legendEntry>
      <c:legendEntry>
        <c:idx val="1"/>
        <c:txPr>
          <a:bodyPr/>
          <a:lstStyle/>
          <a:p>
            <a:pPr>
              <a:defRPr sz="800"/>
            </a:pPr>
            <a:endParaRPr lang="ko-KR"/>
          </a:p>
        </c:txPr>
      </c:legendEntry>
      <c:layout/>
      <c:overlay val="0"/>
    </c:legend>
    <c:plotVisOnly val="1"/>
    <c:dispBlanksAs val="gap"/>
    <c:showDLblsOverMax val="0"/>
  </c:chart>
  <c:txPr>
    <a:bodyPr/>
    <a:lstStyle/>
    <a:p>
      <a:pPr>
        <a:defRPr sz="1800"/>
      </a:pPr>
      <a:endParaRPr lang="ko-KR"/>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cat>
            <c:strRef>
              <c:f>Sheet1!$A$2:$A$3</c:f>
              <c:strCache>
                <c:ptCount val="2"/>
                <c:pt idx="0">
                  <c:v>O</c:v>
                </c:pt>
                <c:pt idx="1">
                  <c:v>X</c:v>
                </c:pt>
              </c:strCache>
            </c:strRef>
          </c:cat>
          <c:val>
            <c:numRef>
              <c:f>Sheet1!$B$2:$B$3</c:f>
              <c:numCache>
                <c:formatCode>General</c:formatCode>
                <c:ptCount val="2"/>
                <c:pt idx="0">
                  <c:v>1</c:v>
                </c:pt>
                <c:pt idx="1">
                  <c:v>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cat>
            <c:strRef>
              <c:f>Sheet1!$A$2:$A$3</c:f>
              <c:strCache>
                <c:ptCount val="2"/>
                <c:pt idx="0">
                  <c:v>O</c:v>
                </c:pt>
                <c:pt idx="1">
                  <c:v>X</c:v>
                </c:pt>
              </c:strCache>
            </c:strRef>
          </c:cat>
          <c:val>
            <c:numRef>
              <c:f>Sheet1!$B$2:$B$3</c:f>
              <c:numCache>
                <c:formatCode>General</c:formatCode>
                <c:ptCount val="2"/>
                <c:pt idx="0">
                  <c:v>1</c:v>
                </c:pt>
                <c:pt idx="1">
                  <c:v>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solidFill>
                  <a:schemeClr val="tx1">
                    <a:lumMod val="65000"/>
                    <a:lumOff val="35000"/>
                  </a:schemeClr>
                </a:solidFill>
              </a:defRPr>
            </a:pPr>
            <a:r>
              <a:rPr lang="ko-KR" altLang="en-US" dirty="0" smtClean="0">
                <a:solidFill>
                  <a:schemeClr val="tx1">
                    <a:lumMod val="65000"/>
                    <a:lumOff val="35000"/>
                  </a:schemeClr>
                </a:solidFill>
              </a:rPr>
              <a:t>정답비율</a:t>
            </a:r>
            <a:r>
              <a:rPr lang="en-US" altLang="ko-KR" dirty="0" smtClean="0">
                <a:solidFill>
                  <a:schemeClr val="tx1">
                    <a:lumMod val="65000"/>
                    <a:lumOff val="35000"/>
                  </a:schemeClr>
                </a:solidFill>
              </a:rPr>
              <a:t>(%)</a:t>
            </a:r>
            <a:endParaRPr lang="ko-KR" altLang="en-US" dirty="0">
              <a:solidFill>
                <a:schemeClr val="tx1">
                  <a:lumMod val="65000"/>
                  <a:lumOff val="35000"/>
                </a:schemeClr>
              </a:solidFill>
            </a:endParaRPr>
          </a:p>
        </c:rich>
      </c:tx>
      <c:layout/>
      <c:overlay val="0"/>
    </c:title>
    <c:autoTitleDeleted val="0"/>
    <c:plotArea>
      <c:layout/>
      <c:pieChart>
        <c:varyColors val="1"/>
        <c:ser>
          <c:idx val="0"/>
          <c:order val="0"/>
          <c:tx>
            <c:strRef>
              <c:f>Sheet1!$B$1</c:f>
              <c:strCache>
                <c:ptCount val="1"/>
                <c:pt idx="0">
                  <c:v>접속환경(%)</c:v>
                </c:pt>
              </c:strCache>
            </c:strRef>
          </c:tx>
          <c:cat>
            <c:strRef>
              <c:f>Sheet1!$A$2:$A$3</c:f>
              <c:strCache>
                <c:ptCount val="2"/>
                <c:pt idx="0">
                  <c:v>정답 : 35명</c:v>
                </c:pt>
                <c:pt idx="1">
                  <c:v>오답 : 15명</c:v>
                </c:pt>
              </c:strCache>
            </c:strRef>
          </c:cat>
          <c:val>
            <c:numRef>
              <c:f>Sheet1!$B$2:$B$3</c:f>
              <c:numCache>
                <c:formatCode>General</c:formatCode>
                <c:ptCount val="2"/>
                <c:pt idx="0">
                  <c:v>30</c:v>
                </c:pt>
                <c:pt idx="1">
                  <c:v>20</c:v>
                </c:pt>
              </c:numCache>
            </c:numRef>
          </c:val>
        </c:ser>
        <c:dLbls>
          <c:showLegendKey val="0"/>
          <c:showVal val="0"/>
          <c:showCatName val="0"/>
          <c:showSerName val="0"/>
          <c:showPercent val="0"/>
          <c:showBubbleSize val="0"/>
          <c:showLeaderLines val="1"/>
        </c:dLbls>
        <c:firstSliceAng val="0"/>
      </c:pieChart>
    </c:plotArea>
    <c:legend>
      <c:legendPos val="b"/>
      <c:legendEntry>
        <c:idx val="0"/>
        <c:txPr>
          <a:bodyPr/>
          <a:lstStyle/>
          <a:p>
            <a:pPr>
              <a:defRPr sz="800"/>
            </a:pPr>
            <a:endParaRPr lang="ko-KR"/>
          </a:p>
        </c:txPr>
      </c:legendEntry>
      <c:legendEntry>
        <c:idx val="1"/>
        <c:txPr>
          <a:bodyPr/>
          <a:lstStyle/>
          <a:p>
            <a:pPr>
              <a:defRPr sz="800"/>
            </a:pPr>
            <a:endParaRPr lang="ko-KR"/>
          </a:p>
        </c:txPr>
      </c:legendEntry>
      <c:layout/>
      <c:overlay val="0"/>
    </c:legend>
    <c:plotVisOnly val="1"/>
    <c:dispBlanksAs val="gap"/>
    <c:showDLblsOverMax val="0"/>
  </c:chart>
  <c:txPr>
    <a:bodyPr/>
    <a:lstStyle/>
    <a:p>
      <a:pPr>
        <a:defRPr sz="1800"/>
      </a:pPr>
      <a:endParaRPr lang="ko-K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cat>
            <c:strRef>
              <c:f>Sheet1!$A$2:$A$3</c:f>
              <c:strCache>
                <c:ptCount val="2"/>
                <c:pt idx="0">
                  <c:v>O</c:v>
                </c:pt>
                <c:pt idx="1">
                  <c:v>X</c:v>
                </c:pt>
              </c:strCache>
            </c:strRef>
          </c:cat>
          <c:val>
            <c:numRef>
              <c:f>Sheet1!$B$2:$B$3</c:f>
              <c:numCache>
                <c:formatCode>General</c:formatCode>
                <c:ptCount val="2"/>
                <c:pt idx="0">
                  <c:v>1</c:v>
                </c:pt>
                <c:pt idx="1">
                  <c:v>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cat>
            <c:strRef>
              <c:f>Sheet1!$A$2:$A$3</c:f>
              <c:strCache>
                <c:ptCount val="2"/>
                <c:pt idx="0">
                  <c:v>O</c:v>
                </c:pt>
                <c:pt idx="1">
                  <c:v>X</c:v>
                </c:pt>
              </c:strCache>
            </c:strRef>
          </c:cat>
          <c:val>
            <c:numRef>
              <c:f>Sheet1!$B$2:$B$3</c:f>
              <c:numCache>
                <c:formatCode>General</c:formatCode>
                <c:ptCount val="2"/>
                <c:pt idx="0">
                  <c:v>1</c:v>
                </c:pt>
                <c:pt idx="1">
                  <c:v>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solidFill>
                  <a:schemeClr val="tx1">
                    <a:lumMod val="65000"/>
                    <a:lumOff val="35000"/>
                  </a:schemeClr>
                </a:solidFill>
              </a:defRPr>
            </a:pPr>
            <a:r>
              <a:rPr lang="ko-KR" altLang="en-US" dirty="0" smtClean="0">
                <a:solidFill>
                  <a:schemeClr val="tx1">
                    <a:lumMod val="65000"/>
                    <a:lumOff val="35000"/>
                  </a:schemeClr>
                </a:solidFill>
              </a:rPr>
              <a:t>정답비율</a:t>
            </a:r>
            <a:r>
              <a:rPr lang="en-US" altLang="ko-KR" dirty="0" smtClean="0">
                <a:solidFill>
                  <a:schemeClr val="tx1">
                    <a:lumMod val="65000"/>
                    <a:lumOff val="35000"/>
                  </a:schemeClr>
                </a:solidFill>
              </a:rPr>
              <a:t>(%)</a:t>
            </a:r>
            <a:endParaRPr lang="ko-KR" altLang="en-US" dirty="0">
              <a:solidFill>
                <a:schemeClr val="tx1">
                  <a:lumMod val="65000"/>
                  <a:lumOff val="35000"/>
                </a:schemeClr>
              </a:solidFill>
            </a:endParaRPr>
          </a:p>
        </c:rich>
      </c:tx>
      <c:layout/>
      <c:overlay val="0"/>
    </c:title>
    <c:autoTitleDeleted val="0"/>
    <c:plotArea>
      <c:layout/>
      <c:pieChart>
        <c:varyColors val="1"/>
        <c:ser>
          <c:idx val="0"/>
          <c:order val="0"/>
          <c:tx>
            <c:strRef>
              <c:f>Sheet1!$B$1</c:f>
              <c:strCache>
                <c:ptCount val="1"/>
                <c:pt idx="0">
                  <c:v>접속환경(%)</c:v>
                </c:pt>
              </c:strCache>
            </c:strRef>
          </c:tx>
          <c:cat>
            <c:strRef>
              <c:f>Sheet1!$A$2:$A$3</c:f>
              <c:strCache>
                <c:ptCount val="2"/>
                <c:pt idx="0">
                  <c:v>정답 : 35명</c:v>
                </c:pt>
                <c:pt idx="1">
                  <c:v>오답 : 15명</c:v>
                </c:pt>
              </c:strCache>
            </c:strRef>
          </c:cat>
          <c:val>
            <c:numRef>
              <c:f>Sheet1!$B$2:$B$3</c:f>
              <c:numCache>
                <c:formatCode>General</c:formatCode>
                <c:ptCount val="2"/>
                <c:pt idx="0">
                  <c:v>30</c:v>
                </c:pt>
                <c:pt idx="1">
                  <c:v>20</c:v>
                </c:pt>
              </c:numCache>
            </c:numRef>
          </c:val>
        </c:ser>
        <c:dLbls>
          <c:showLegendKey val="0"/>
          <c:showVal val="0"/>
          <c:showCatName val="0"/>
          <c:showSerName val="0"/>
          <c:showPercent val="0"/>
          <c:showBubbleSize val="0"/>
          <c:showLeaderLines val="1"/>
        </c:dLbls>
        <c:firstSliceAng val="0"/>
      </c:pieChart>
    </c:plotArea>
    <c:legend>
      <c:legendPos val="b"/>
      <c:legendEntry>
        <c:idx val="0"/>
        <c:txPr>
          <a:bodyPr/>
          <a:lstStyle/>
          <a:p>
            <a:pPr>
              <a:defRPr sz="800"/>
            </a:pPr>
            <a:endParaRPr lang="ko-KR"/>
          </a:p>
        </c:txPr>
      </c:legendEntry>
      <c:legendEntry>
        <c:idx val="1"/>
        <c:txPr>
          <a:bodyPr/>
          <a:lstStyle/>
          <a:p>
            <a:pPr>
              <a:defRPr sz="800"/>
            </a:pPr>
            <a:endParaRPr lang="ko-KR"/>
          </a:p>
        </c:txPr>
      </c:legendEntry>
      <c:layout/>
      <c:overlay val="0"/>
    </c:legend>
    <c:plotVisOnly val="1"/>
    <c:dispBlanksAs val="gap"/>
    <c:showDLblsOverMax val="0"/>
  </c:chart>
  <c:txPr>
    <a:bodyPr/>
    <a:lstStyle/>
    <a:p>
      <a:pPr>
        <a:defRPr sz="1800"/>
      </a:pPr>
      <a:endParaRPr lang="ko-K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solidFill>
                  <a:schemeClr val="tx1">
                    <a:lumMod val="65000"/>
                    <a:lumOff val="35000"/>
                  </a:schemeClr>
                </a:solidFill>
              </a:defRPr>
            </a:pPr>
            <a:r>
              <a:rPr lang="ko-KR" altLang="en-US" dirty="0" smtClean="0">
                <a:solidFill>
                  <a:schemeClr val="tx1">
                    <a:lumMod val="65000"/>
                    <a:lumOff val="35000"/>
                  </a:schemeClr>
                </a:solidFill>
              </a:rPr>
              <a:t>정답비율</a:t>
            </a:r>
            <a:r>
              <a:rPr lang="en-US" altLang="ko-KR" dirty="0" smtClean="0">
                <a:solidFill>
                  <a:schemeClr val="tx1">
                    <a:lumMod val="65000"/>
                    <a:lumOff val="35000"/>
                  </a:schemeClr>
                </a:solidFill>
              </a:rPr>
              <a:t>(%)</a:t>
            </a:r>
            <a:endParaRPr lang="ko-KR" altLang="en-US" dirty="0">
              <a:solidFill>
                <a:schemeClr val="tx1">
                  <a:lumMod val="65000"/>
                  <a:lumOff val="35000"/>
                </a:schemeClr>
              </a:solidFill>
            </a:endParaRPr>
          </a:p>
        </c:rich>
      </c:tx>
      <c:layout/>
      <c:overlay val="0"/>
    </c:title>
    <c:autoTitleDeleted val="0"/>
    <c:plotArea>
      <c:layout/>
      <c:pieChart>
        <c:varyColors val="1"/>
        <c:ser>
          <c:idx val="0"/>
          <c:order val="0"/>
          <c:tx>
            <c:strRef>
              <c:f>Sheet1!$B$1</c:f>
              <c:strCache>
                <c:ptCount val="1"/>
                <c:pt idx="0">
                  <c:v>접속환경(%)</c:v>
                </c:pt>
              </c:strCache>
            </c:strRef>
          </c:tx>
          <c:cat>
            <c:strRef>
              <c:f>Sheet1!$A$2:$A$3</c:f>
              <c:strCache>
                <c:ptCount val="2"/>
                <c:pt idx="0">
                  <c:v>정답 : 35명</c:v>
                </c:pt>
                <c:pt idx="1">
                  <c:v>오답 : 15명</c:v>
                </c:pt>
              </c:strCache>
            </c:strRef>
          </c:cat>
          <c:val>
            <c:numRef>
              <c:f>Sheet1!$B$2:$B$3</c:f>
              <c:numCache>
                <c:formatCode>General</c:formatCode>
                <c:ptCount val="2"/>
                <c:pt idx="0">
                  <c:v>30</c:v>
                </c:pt>
                <c:pt idx="1">
                  <c:v>20</c:v>
                </c:pt>
              </c:numCache>
            </c:numRef>
          </c:val>
        </c:ser>
        <c:dLbls>
          <c:showLegendKey val="0"/>
          <c:showVal val="0"/>
          <c:showCatName val="0"/>
          <c:showSerName val="0"/>
          <c:showPercent val="0"/>
          <c:showBubbleSize val="0"/>
          <c:showLeaderLines val="1"/>
        </c:dLbls>
        <c:firstSliceAng val="0"/>
      </c:pieChart>
    </c:plotArea>
    <c:legend>
      <c:legendPos val="b"/>
      <c:legendEntry>
        <c:idx val="0"/>
        <c:txPr>
          <a:bodyPr/>
          <a:lstStyle/>
          <a:p>
            <a:pPr>
              <a:defRPr sz="800"/>
            </a:pPr>
            <a:endParaRPr lang="ko-KR"/>
          </a:p>
        </c:txPr>
      </c:legendEntry>
      <c:legendEntry>
        <c:idx val="1"/>
        <c:txPr>
          <a:bodyPr/>
          <a:lstStyle/>
          <a:p>
            <a:pPr>
              <a:defRPr sz="800"/>
            </a:pPr>
            <a:endParaRPr lang="ko-KR"/>
          </a:p>
        </c:txPr>
      </c:legendEntry>
      <c:layout/>
      <c:overlay val="0"/>
    </c:legend>
    <c:plotVisOnly val="1"/>
    <c:dispBlanksAs val="gap"/>
    <c:showDLblsOverMax val="0"/>
  </c:chart>
  <c:txPr>
    <a:bodyPr/>
    <a:lstStyle/>
    <a:p>
      <a:pPr>
        <a:defRPr sz="1800"/>
      </a:pPr>
      <a:endParaRPr lang="ko-K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cat>
            <c:strRef>
              <c:f>Sheet1!$A$2:$A$3</c:f>
              <c:strCache>
                <c:ptCount val="2"/>
                <c:pt idx="0">
                  <c:v>O</c:v>
                </c:pt>
                <c:pt idx="1">
                  <c:v>X</c:v>
                </c:pt>
              </c:strCache>
            </c:strRef>
          </c:cat>
          <c:val>
            <c:numRef>
              <c:f>Sheet1!$B$2:$B$3</c:f>
              <c:numCache>
                <c:formatCode>General</c:formatCode>
                <c:ptCount val="2"/>
                <c:pt idx="0">
                  <c:v>1</c:v>
                </c:pt>
                <c:pt idx="1">
                  <c:v>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dPt>
            <c:idx val="2"/>
            <c:bubble3D val="0"/>
            <c:spPr>
              <a:solidFill>
                <a:srgbClr val="7030A0"/>
              </a:solidFill>
            </c:spPr>
          </c:dPt>
          <c:dPt>
            <c:idx val="3"/>
            <c:bubble3D val="0"/>
            <c:spPr>
              <a:solidFill>
                <a:srgbClr val="ED8013"/>
              </a:solidFill>
            </c:spPr>
          </c:dPt>
          <c:cat>
            <c:strRef>
              <c:f>Sheet1!$A$2:$A$5</c:f>
              <c:strCache>
                <c:ptCount val="4"/>
                <c:pt idx="0">
                  <c:v>강이지</c:v>
                </c:pt>
                <c:pt idx="1">
                  <c:v>고양이</c:v>
                </c:pt>
                <c:pt idx="2">
                  <c:v>토끼</c:v>
                </c:pt>
                <c:pt idx="3">
                  <c:v>기타</c:v>
                </c:pt>
              </c:strCache>
            </c:strRef>
          </c:cat>
          <c:val>
            <c:numRef>
              <c:f>Sheet1!$B$2:$B$5</c:f>
              <c:numCache>
                <c:formatCode>General</c:formatCode>
                <c:ptCount val="4"/>
                <c:pt idx="0">
                  <c:v>1</c:v>
                </c:pt>
                <c:pt idx="1">
                  <c:v>2</c:v>
                </c:pt>
                <c:pt idx="2">
                  <c:v>3</c:v>
                </c:pt>
                <c:pt idx="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ko-K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판매</c:v>
                </c:pt>
              </c:strCache>
            </c:strRef>
          </c:tx>
          <c:dPt>
            <c:idx val="0"/>
            <c:bubble3D val="0"/>
            <c:spPr>
              <a:solidFill>
                <a:srgbClr val="00B0F0"/>
              </a:solidFill>
            </c:spPr>
          </c:dPt>
          <c:dPt>
            <c:idx val="1"/>
            <c:bubble3D val="0"/>
            <c:spPr>
              <a:solidFill>
                <a:srgbClr val="92D050"/>
              </a:solidFill>
            </c:spPr>
          </c:dPt>
          <c:cat>
            <c:strRef>
              <c:f>Sheet1!$A$2:$A$3</c:f>
              <c:strCache>
                <c:ptCount val="2"/>
                <c:pt idx="0">
                  <c:v>O</c:v>
                </c:pt>
                <c:pt idx="1">
                  <c:v>X</c:v>
                </c:pt>
              </c:strCache>
            </c:strRef>
          </c:cat>
          <c:val>
            <c:numRef>
              <c:f>Sheet1!$B$2:$B$3</c:f>
              <c:numCache>
                <c:formatCode>General</c:formatCode>
                <c:ptCount val="2"/>
                <c:pt idx="0">
                  <c:v>1</c:v>
                </c:pt>
                <c:pt idx="1">
                  <c:v>2</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ko-KR"/>
    </a:p>
  </c:txPr>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ko-KR" altLang="en-US" dirty="0"/>
          </a:p>
        </p:txBody>
      </p:sp>
      <p:sp>
        <p:nvSpPr>
          <p:cNvPr id="3" name="날짜 개체 틀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8A18A3FC-922A-4EA6-8220-C7D31A08AE20}" type="datetimeFigureOut">
              <a:rPr lang="ko-KR" altLang="en-US" smtClean="0"/>
              <a:t>2026-04-13</a:t>
            </a:fld>
            <a:endParaRPr lang="ko-KR" altLang="en-US" dirty="0"/>
          </a:p>
        </p:txBody>
      </p:sp>
      <p:sp>
        <p:nvSpPr>
          <p:cNvPr id="4" name="바닥글 개체 틀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ko-KR" altLang="en-US" dirty="0"/>
          </a:p>
        </p:txBody>
      </p:sp>
      <p:sp>
        <p:nvSpPr>
          <p:cNvPr id="5" name="슬라이드 번호 개체 틀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41C60E98-F2DF-4BA5-9CEA-C7A72CA67F9A}" type="slidenum">
              <a:rPr lang="ko-KR" altLang="en-US" smtClean="0"/>
              <a:t>‹#›</a:t>
            </a:fld>
            <a:endParaRPr lang="ko-KR" altLang="en-US" dirty="0"/>
          </a:p>
        </p:txBody>
      </p:sp>
    </p:spTree>
    <p:extLst>
      <p:ext uri="{BB962C8B-B14F-4D97-AF65-F5344CB8AC3E}">
        <p14:creationId xmlns:p14="http://schemas.microsoft.com/office/powerpoint/2010/main" val="252735157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굴림" pitchFamily="50" charset="-127"/>
                <a:ea typeface="굴림" pitchFamily="50" charset="-127"/>
              </a:defRPr>
            </a:lvl1pPr>
          </a:lstStyle>
          <a:p>
            <a:pPr>
              <a:defRPr/>
            </a:pPr>
            <a:endParaRPr lang="ko-KR" altLang="en-US" dirty="0"/>
          </a:p>
        </p:txBody>
      </p:sp>
      <p:sp>
        <p:nvSpPr>
          <p:cNvPr id="3" name="날짜 개체 틀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굴림" pitchFamily="50" charset="-127"/>
                <a:ea typeface="굴림" pitchFamily="50" charset="-127"/>
              </a:defRPr>
            </a:lvl1pPr>
          </a:lstStyle>
          <a:p>
            <a:pPr>
              <a:defRPr/>
            </a:pPr>
            <a:fld id="{B9C0FC0A-8EC4-45F8-BAE3-5FBDF274FF84}" type="datetimeFigureOut">
              <a:rPr lang="ko-KR" altLang="en-US"/>
              <a:pPr>
                <a:defRPr/>
              </a:pPr>
              <a:t>2026-04-13</a:t>
            </a:fld>
            <a:endParaRPr lang="ko-KR" altLang="en-US" dirty="0"/>
          </a:p>
        </p:txBody>
      </p:sp>
      <p:sp>
        <p:nvSpPr>
          <p:cNvPr id="4" name="슬라이드 이미지 개체 틀 3"/>
          <p:cNvSpPr>
            <a:spLocks noGrp="1" noRot="1" noChangeAspect="1"/>
          </p:cNvSpPr>
          <p:nvPr>
            <p:ph type="sldImg" idx="2"/>
          </p:nvPr>
        </p:nvSpPr>
        <p:spPr>
          <a:xfrm>
            <a:off x="952500" y="685800"/>
            <a:ext cx="4953000" cy="3429000"/>
          </a:xfrm>
          <a:prstGeom prst="rect">
            <a:avLst/>
          </a:prstGeom>
          <a:noFill/>
          <a:ln w="12700">
            <a:solidFill>
              <a:prstClr val="black"/>
            </a:solidFill>
          </a:ln>
        </p:spPr>
        <p:txBody>
          <a:bodyPr vert="horz" lIns="91440" tIns="45720" rIns="91440" bIns="45720" rtlCol="0" anchor="ctr"/>
          <a:lstStyle/>
          <a:p>
            <a:pPr lvl="0"/>
            <a:endParaRPr lang="ko-KR" altLang="en-US" noProof="0" dirty="0"/>
          </a:p>
        </p:txBody>
      </p:sp>
      <p:sp>
        <p:nvSpPr>
          <p:cNvPr id="5" name="슬라이드 노트 개체 틀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ko-KR" altLang="en-US" noProof="0" dirty="0"/>
              <a:t>마스터 텍스트 스타일을 편집합니다</a:t>
            </a:r>
          </a:p>
          <a:p>
            <a:pPr lvl="1"/>
            <a:r>
              <a:rPr lang="ko-KR" altLang="en-US" noProof="0" dirty="0"/>
              <a:t>둘째 수준</a:t>
            </a:r>
          </a:p>
          <a:p>
            <a:pPr lvl="2"/>
            <a:r>
              <a:rPr lang="ko-KR" altLang="en-US" noProof="0" dirty="0"/>
              <a:t>셋째 수준</a:t>
            </a:r>
          </a:p>
          <a:p>
            <a:pPr lvl="3"/>
            <a:r>
              <a:rPr lang="ko-KR" altLang="en-US" noProof="0" dirty="0"/>
              <a:t>넷째 수준</a:t>
            </a:r>
          </a:p>
          <a:p>
            <a:pPr lvl="4"/>
            <a:r>
              <a:rPr lang="ko-KR" altLang="en-US" noProof="0" dirty="0"/>
              <a:t>다섯째 수준</a:t>
            </a:r>
          </a:p>
        </p:txBody>
      </p:sp>
      <p:sp>
        <p:nvSpPr>
          <p:cNvPr id="6" name="바닥글 개체 틀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굴림" pitchFamily="50" charset="-127"/>
                <a:ea typeface="굴림" pitchFamily="50" charset="-127"/>
              </a:defRPr>
            </a:lvl1pPr>
          </a:lstStyle>
          <a:p>
            <a:pPr>
              <a:defRPr/>
            </a:pPr>
            <a:endParaRPr lang="ko-KR" altLang="en-US" dirty="0"/>
          </a:p>
        </p:txBody>
      </p:sp>
      <p:sp>
        <p:nvSpPr>
          <p:cNvPr id="7" name="슬라이드 번호 개체 틀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굴림" pitchFamily="50" charset="-127"/>
                <a:ea typeface="굴림" pitchFamily="50" charset="-127"/>
              </a:defRPr>
            </a:lvl1pPr>
          </a:lstStyle>
          <a:p>
            <a:pPr>
              <a:defRPr/>
            </a:pPr>
            <a:fld id="{1B8A35F2-6331-49D4-8813-E163F37982F4}" type="slidenum">
              <a:rPr lang="ko-KR" altLang="en-US"/>
              <a:pPr>
                <a:defRPr/>
              </a:pPr>
              <a:t>‹#›</a:t>
            </a:fld>
            <a:endParaRPr lang="ko-KR" altLang="en-US" dirty="0"/>
          </a:p>
        </p:txBody>
      </p:sp>
    </p:spTree>
    <p:extLst>
      <p:ext uri="{BB962C8B-B14F-4D97-AF65-F5344CB8AC3E}">
        <p14:creationId xmlns:p14="http://schemas.microsoft.com/office/powerpoint/2010/main" val="2875550476"/>
      </p:ext>
    </p:extLst>
  </p:cSld>
  <p:clrMap bg1="lt1" tx1="dk1" bg2="lt2" tx2="dk2" accent1="accent1" accent2="accent2" accent3="accent3" accent4="accent4" accent5="accent5" accent6="accent6" hlink="hlink" folHlink="folHlink"/>
  <p:notesStyle>
    <a:lvl1pPr algn="l" rtl="0" eaLnBrk="0" fontAlgn="base" latinLnBrk="1" hangingPunct="0">
      <a:spcBef>
        <a:spcPct val="30000"/>
      </a:spcBef>
      <a:spcAft>
        <a:spcPct val="0"/>
      </a:spcAft>
      <a:defRPr sz="1200" kern="1200">
        <a:solidFill>
          <a:schemeClr val="tx1"/>
        </a:solidFill>
        <a:latin typeface="맑은 고딕" panose="020B0503020000020004" pitchFamily="50" charset="-127"/>
        <a:ea typeface="맑은 고딕" panose="020B0503020000020004" pitchFamily="50" charset="-127"/>
        <a:cs typeface="+mn-cs"/>
      </a:defRPr>
    </a:lvl1pPr>
    <a:lvl2pPr marL="457200" algn="l" rtl="0" eaLnBrk="0" fontAlgn="base" latinLnBrk="1" hangingPunct="0">
      <a:spcBef>
        <a:spcPct val="30000"/>
      </a:spcBef>
      <a:spcAft>
        <a:spcPct val="0"/>
      </a:spcAft>
      <a:defRPr sz="1200" kern="1200">
        <a:solidFill>
          <a:schemeClr val="tx1"/>
        </a:solidFill>
        <a:latin typeface="맑은 고딕" panose="020B0503020000020004" pitchFamily="50" charset="-127"/>
        <a:ea typeface="맑은 고딕" panose="020B0503020000020004" pitchFamily="50" charset="-127"/>
        <a:cs typeface="+mn-cs"/>
      </a:defRPr>
    </a:lvl2pPr>
    <a:lvl3pPr marL="914400" algn="l" rtl="0" eaLnBrk="0" fontAlgn="base" latinLnBrk="1" hangingPunct="0">
      <a:spcBef>
        <a:spcPct val="30000"/>
      </a:spcBef>
      <a:spcAft>
        <a:spcPct val="0"/>
      </a:spcAft>
      <a:defRPr sz="1200" kern="1200">
        <a:solidFill>
          <a:schemeClr val="tx1"/>
        </a:solidFill>
        <a:latin typeface="맑은 고딕" panose="020B0503020000020004" pitchFamily="50" charset="-127"/>
        <a:ea typeface="맑은 고딕" panose="020B0503020000020004" pitchFamily="50" charset="-127"/>
        <a:cs typeface="+mn-cs"/>
      </a:defRPr>
    </a:lvl3pPr>
    <a:lvl4pPr marL="1371600" algn="l" rtl="0" eaLnBrk="0" fontAlgn="base" latinLnBrk="1" hangingPunct="0">
      <a:spcBef>
        <a:spcPct val="30000"/>
      </a:spcBef>
      <a:spcAft>
        <a:spcPct val="0"/>
      </a:spcAft>
      <a:defRPr sz="1200" kern="1200">
        <a:solidFill>
          <a:schemeClr val="tx1"/>
        </a:solidFill>
        <a:latin typeface="맑은 고딕" panose="020B0503020000020004" pitchFamily="50" charset="-127"/>
        <a:ea typeface="맑은 고딕" panose="020B0503020000020004" pitchFamily="50" charset="-127"/>
        <a:cs typeface="+mn-cs"/>
      </a:defRPr>
    </a:lvl4pPr>
    <a:lvl5pPr marL="1828800" algn="l" rtl="0" eaLnBrk="0" fontAlgn="base" latinLnBrk="1" hangingPunct="0">
      <a:spcBef>
        <a:spcPct val="30000"/>
      </a:spcBef>
      <a:spcAft>
        <a:spcPct val="0"/>
      </a:spcAft>
      <a:defRPr sz="1200" kern="1200">
        <a:solidFill>
          <a:schemeClr val="tx1"/>
        </a:solidFill>
        <a:latin typeface="맑은 고딕" panose="020B0503020000020004" pitchFamily="50" charset="-127"/>
        <a:ea typeface="맑은 고딕" panose="020B0503020000020004" pitchFamily="50" charset="-127"/>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슬라이드 이미지 개체 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5" name="슬라이드 노트 개체 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ko-KR" altLang="en-US" dirty="0"/>
          </a:p>
        </p:txBody>
      </p:sp>
      <p:sp>
        <p:nvSpPr>
          <p:cNvPr id="23556" name="슬라이드 번호 개체 틀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kumimoji="1">
                <a:solidFill>
                  <a:schemeClr val="tx1"/>
                </a:solidFill>
                <a:latin typeface="굴림" pitchFamily="50" charset="-127"/>
                <a:ea typeface="굴림" pitchFamily="50" charset="-127"/>
              </a:defRPr>
            </a:lvl1pPr>
            <a:lvl2pPr marL="742950" indent="-285750" eaLnBrk="0" hangingPunct="0">
              <a:defRPr kumimoji="1">
                <a:solidFill>
                  <a:schemeClr val="tx1"/>
                </a:solidFill>
                <a:latin typeface="굴림" pitchFamily="50" charset="-127"/>
                <a:ea typeface="굴림" pitchFamily="50" charset="-127"/>
              </a:defRPr>
            </a:lvl2pPr>
            <a:lvl3pPr marL="1143000" indent="-228600" eaLnBrk="0" hangingPunct="0">
              <a:defRPr kumimoji="1">
                <a:solidFill>
                  <a:schemeClr val="tx1"/>
                </a:solidFill>
                <a:latin typeface="굴림" pitchFamily="50" charset="-127"/>
                <a:ea typeface="굴림" pitchFamily="50" charset="-127"/>
              </a:defRPr>
            </a:lvl3pPr>
            <a:lvl4pPr marL="1600200" indent="-228600" eaLnBrk="0" hangingPunct="0">
              <a:defRPr kumimoji="1">
                <a:solidFill>
                  <a:schemeClr val="tx1"/>
                </a:solidFill>
                <a:latin typeface="굴림" pitchFamily="50" charset="-127"/>
                <a:ea typeface="굴림" pitchFamily="50" charset="-127"/>
              </a:defRPr>
            </a:lvl4pPr>
            <a:lvl5pPr marL="2057400" indent="-228600" eaLnBrk="0" hangingPunct="0">
              <a:defRPr kumimoji="1">
                <a:solidFill>
                  <a:schemeClr val="tx1"/>
                </a:solidFill>
                <a:latin typeface="굴림"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hangingPunct="1"/>
            <a:fld id="{9897F6F4-9267-44EB-B43D-D3AB4AFE9860}" type="slidenum">
              <a:rPr lang="ko-KR" altLang="en-US" smtClean="0"/>
              <a:pPr eaLnBrk="1" hangingPunct="1"/>
              <a:t>0</a:t>
            </a:fld>
            <a:endParaRPr lang="ko-KR" altLang="en-US" dirty="0"/>
          </a:p>
        </p:txBody>
      </p:sp>
    </p:spTree>
    <p:extLst>
      <p:ext uri="{BB962C8B-B14F-4D97-AF65-F5344CB8AC3E}">
        <p14:creationId xmlns:p14="http://schemas.microsoft.com/office/powerpoint/2010/main" val="338705820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952500" y="685800"/>
            <a:ext cx="4953000" cy="3429000"/>
          </a:xfrm>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78B0717-15CE-4E3B-8051-BE5F4DA367EE}" type="slidenum">
              <a:rPr lang="ko-KR" altLang="en-US" smtClean="0"/>
              <a:t>4</a:t>
            </a:fld>
            <a:endParaRPr lang="ko-KR" altLang="en-US" dirty="0"/>
          </a:p>
        </p:txBody>
      </p:sp>
    </p:spTree>
    <p:extLst>
      <p:ext uri="{BB962C8B-B14F-4D97-AF65-F5344CB8AC3E}">
        <p14:creationId xmlns:p14="http://schemas.microsoft.com/office/powerpoint/2010/main" val="11387504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952500" y="685800"/>
            <a:ext cx="4953000" cy="3429000"/>
          </a:xfrm>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78B0717-15CE-4E3B-8051-BE5F4DA367EE}" type="slidenum">
              <a:rPr lang="ko-KR" altLang="en-US" smtClean="0"/>
              <a:t>6</a:t>
            </a:fld>
            <a:endParaRPr lang="ko-KR" altLang="en-US" dirty="0"/>
          </a:p>
        </p:txBody>
      </p:sp>
    </p:spTree>
    <p:extLst>
      <p:ext uri="{BB962C8B-B14F-4D97-AF65-F5344CB8AC3E}">
        <p14:creationId xmlns:p14="http://schemas.microsoft.com/office/powerpoint/2010/main" val="11387504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952500" y="685800"/>
            <a:ext cx="4953000" cy="3429000"/>
          </a:xfrm>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78B0717-15CE-4E3B-8051-BE5F4DA367EE}" type="slidenum">
              <a:rPr lang="ko-KR" altLang="en-US" smtClean="0"/>
              <a:t>9</a:t>
            </a:fld>
            <a:endParaRPr lang="ko-KR" altLang="en-US" dirty="0"/>
          </a:p>
        </p:txBody>
      </p:sp>
    </p:spTree>
    <p:extLst>
      <p:ext uri="{BB962C8B-B14F-4D97-AF65-F5344CB8AC3E}">
        <p14:creationId xmlns:p14="http://schemas.microsoft.com/office/powerpoint/2010/main" val="1138750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952500" y="685800"/>
            <a:ext cx="4953000" cy="3429000"/>
          </a:xfrm>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78B0717-15CE-4E3B-8051-BE5F4DA367EE}" type="slidenum">
              <a:rPr lang="ko-KR" altLang="en-US" smtClean="0"/>
              <a:t>25</a:t>
            </a:fld>
            <a:endParaRPr lang="ko-KR" altLang="en-US" dirty="0"/>
          </a:p>
        </p:txBody>
      </p:sp>
    </p:spTree>
    <p:extLst>
      <p:ext uri="{BB962C8B-B14F-4D97-AF65-F5344CB8AC3E}">
        <p14:creationId xmlns:p14="http://schemas.microsoft.com/office/powerpoint/2010/main" val="11387504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952500" y="685800"/>
            <a:ext cx="4953000" cy="3429000"/>
          </a:xfrm>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78B0717-15CE-4E3B-8051-BE5F4DA367EE}" type="slidenum">
              <a:rPr lang="ko-KR" altLang="en-US" smtClean="0"/>
              <a:t>26</a:t>
            </a:fld>
            <a:endParaRPr lang="ko-KR" altLang="en-US" dirty="0"/>
          </a:p>
        </p:txBody>
      </p:sp>
    </p:spTree>
    <p:extLst>
      <p:ext uri="{BB962C8B-B14F-4D97-AF65-F5344CB8AC3E}">
        <p14:creationId xmlns:p14="http://schemas.microsoft.com/office/powerpoint/2010/main" val="11387504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952500" y="685800"/>
            <a:ext cx="4953000" cy="3429000"/>
          </a:xfrm>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78B0717-15CE-4E3B-8051-BE5F4DA367EE}" type="slidenum">
              <a:rPr lang="ko-KR" altLang="en-US" smtClean="0"/>
              <a:t>27</a:t>
            </a:fld>
            <a:endParaRPr lang="ko-KR" altLang="en-US" dirty="0"/>
          </a:p>
        </p:txBody>
      </p:sp>
    </p:spTree>
    <p:extLst>
      <p:ext uri="{BB962C8B-B14F-4D97-AF65-F5344CB8AC3E}">
        <p14:creationId xmlns:p14="http://schemas.microsoft.com/office/powerpoint/2010/main" val="11387504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a:xfrm>
            <a:off x="952500" y="685800"/>
            <a:ext cx="4953000" cy="3429000"/>
          </a:xfrm>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578B0717-15CE-4E3B-8051-BE5F4DA367EE}" type="slidenum">
              <a:rPr lang="ko-KR" altLang="en-US" smtClean="0"/>
              <a:t>28</a:t>
            </a:fld>
            <a:endParaRPr lang="ko-KR" altLang="en-US" dirty="0"/>
          </a:p>
        </p:txBody>
      </p:sp>
    </p:spTree>
    <p:extLst>
      <p:ext uri="{BB962C8B-B14F-4D97-AF65-F5344CB8AC3E}">
        <p14:creationId xmlns:p14="http://schemas.microsoft.com/office/powerpoint/2010/main" val="11387504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39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49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51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52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54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55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56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58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59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68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79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89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99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109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119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129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139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149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159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169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179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189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198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209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214</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216</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217</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218</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219</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220</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221</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222</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223</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a:defRPr/>
            </a:pPr>
            <a:fld id="{1B8A35F2-6331-49D4-8813-E163F37982F4}" type="slidenum">
              <a:rPr lang="ko-KR" altLang="en-US" smtClean="0"/>
              <a:pPr>
                <a:defRPr/>
              </a:pPr>
              <a:t>225</a:t>
            </a:fld>
            <a:endParaRPr lang="ko-KR" altLang="en-US" dirty="0"/>
          </a:p>
        </p:txBody>
      </p:sp>
    </p:spTree>
    <p:extLst>
      <p:ext uri="{BB962C8B-B14F-4D97-AF65-F5344CB8AC3E}">
        <p14:creationId xmlns:p14="http://schemas.microsoft.com/office/powerpoint/2010/main" val="254293800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6.png"/><Relationship Id="rId4" Type="http://schemas.openxmlformats.org/officeDocument/2006/relationships/image" Target="../media/image5.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4.png"/><Relationship Id="rId11" Type="http://schemas.openxmlformats.org/officeDocument/2006/relationships/image" Target="../media/image12.png"/><Relationship Id="rId5" Type="http://schemas.openxmlformats.org/officeDocument/2006/relationships/image" Target="../media/image3.png"/><Relationship Id="rId10" Type="http://schemas.openxmlformats.org/officeDocument/2006/relationships/image" Target="../media/image11.png"/><Relationship Id="rId4" Type="http://schemas.openxmlformats.org/officeDocument/2006/relationships/image" Target="../media/image8.png"/><Relationship Id="rId9" Type="http://schemas.openxmlformats.org/officeDocument/2006/relationships/image" Target="../media/image10.png"/></Relationships>
</file>

<file path=ppt/slideLayouts/_rels/slideLayout9.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4.png"/><Relationship Id="rId11" Type="http://schemas.openxmlformats.org/officeDocument/2006/relationships/image" Target="../media/image12.png"/><Relationship Id="rId5" Type="http://schemas.openxmlformats.org/officeDocument/2006/relationships/image" Target="../media/image3.png"/><Relationship Id="rId10" Type="http://schemas.openxmlformats.org/officeDocument/2006/relationships/image" Target="../media/image11.png"/><Relationship Id="rId4" Type="http://schemas.openxmlformats.org/officeDocument/2006/relationships/image" Target="../media/image8.png"/><Relationship Id="rId9" Type="http://schemas.openxmlformats.org/officeDocument/2006/relationships/image" Target="../media/image10.png"/></Relationships>
</file>

<file path=ppt/slideLayouts/_rels/slideLayout10.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3.png"/><Relationship Id="rId10" Type="http://schemas.openxmlformats.org/officeDocument/2006/relationships/image" Target="../media/image9.png"/><Relationship Id="rId4" Type="http://schemas.openxmlformats.org/officeDocument/2006/relationships/image" Target="../media/image8.png"/><Relationship Id="rId9" Type="http://schemas.openxmlformats.org/officeDocument/2006/relationships/image" Target="../media/image12.png"/></Relationships>
</file>

<file path=ppt/slideLayouts/_rels/slideLayout11.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3.png"/><Relationship Id="rId10" Type="http://schemas.openxmlformats.org/officeDocument/2006/relationships/image" Target="../media/image9.png"/><Relationship Id="rId4" Type="http://schemas.openxmlformats.org/officeDocument/2006/relationships/image" Target="../media/image8.png"/><Relationship Id="rId9" Type="http://schemas.openxmlformats.org/officeDocument/2006/relationships/image" Target="../media/image12.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12.png"/><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9.png"/><Relationship Id="rId11" Type="http://schemas.openxmlformats.org/officeDocument/2006/relationships/image" Target="../media/image4.png"/><Relationship Id="rId5" Type="http://schemas.openxmlformats.org/officeDocument/2006/relationships/image" Target="../media/image6.png"/><Relationship Id="rId10" Type="http://schemas.openxmlformats.org/officeDocument/2006/relationships/image" Target="../media/image3.png"/><Relationship Id="rId4" Type="http://schemas.openxmlformats.org/officeDocument/2006/relationships/image" Target="../media/image8.png"/><Relationship Id="rId9" Type="http://schemas.openxmlformats.org/officeDocument/2006/relationships/image" Target="../media/image11.png"/></Relationships>
</file>

<file path=ppt/slideLayouts/_rels/slideLayout14.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4.png"/><Relationship Id="rId11" Type="http://schemas.openxmlformats.org/officeDocument/2006/relationships/image" Target="../media/image12.png"/><Relationship Id="rId5" Type="http://schemas.openxmlformats.org/officeDocument/2006/relationships/image" Target="../media/image3.png"/><Relationship Id="rId10" Type="http://schemas.openxmlformats.org/officeDocument/2006/relationships/image" Target="../media/image11.png"/><Relationship Id="rId4" Type="http://schemas.openxmlformats.org/officeDocument/2006/relationships/image" Target="../media/image8.png"/><Relationship Id="rId9" Type="http://schemas.openxmlformats.org/officeDocument/2006/relationships/image" Target="../media/image10.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cSld name="목차">
    <p:spTree>
      <p:nvGrpSpPr>
        <p:cNvPr id="1" name=""/>
        <p:cNvGrpSpPr/>
        <p:nvPr/>
      </p:nvGrpSpPr>
      <p:grpSpPr>
        <a:xfrm>
          <a:off x="0" y="0"/>
          <a:ext cx="0" cy="0"/>
          <a:chOff x="0" y="0"/>
          <a:chExt cx="0" cy="0"/>
        </a:xfrm>
      </p:grpSpPr>
      <p:sp>
        <p:nvSpPr>
          <p:cNvPr id="7" name="슬라이드 번호 개체 틀 3"/>
          <p:cNvSpPr txBox="1">
            <a:spLocks/>
          </p:cNvSpPr>
          <p:nvPr/>
        </p:nvSpPr>
        <p:spPr>
          <a:xfrm>
            <a:off x="4017666" y="6556803"/>
            <a:ext cx="1870670" cy="221109"/>
          </a:xfrm>
          <a:prstGeom prst="rect">
            <a:avLst/>
          </a:prstGeom>
        </p:spPr>
        <p:txBody>
          <a:bodyPr vert="horz" lIns="74295" tIns="37148" rIns="74295" bIns="37148" rtlCol="0" anchor="ctr"/>
          <a:lstStyle>
            <a:defPPr>
              <a:defRPr lang="ko-KR"/>
            </a:defPPr>
            <a:lvl1pPr marL="0" algn="r" defTabSz="914400" rtl="0" eaLnBrk="1" latinLnBrk="1" hangingPunct="1">
              <a:defRPr sz="1200" kern="1200">
                <a:solidFill>
                  <a:schemeClr val="tx1">
                    <a:tint val="75000"/>
                  </a:schemeClr>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fld id="{3D4943F0-60B5-4824-9958-16208A33E088}" type="slidenum">
              <a:rPr lang="ko-KR" altLang="en-US" sz="650" smtClean="0">
                <a:solidFill>
                  <a:schemeClr val="tx1">
                    <a:lumMod val="75000"/>
                    <a:lumOff val="25000"/>
                  </a:schemeClr>
                </a:solidFill>
              </a:rPr>
              <a:pPr algn="ctr"/>
              <a:t>‹#›</a:t>
            </a:fld>
            <a:endParaRPr lang="ko-KR" altLang="en-US" sz="650" dirty="0">
              <a:solidFill>
                <a:schemeClr val="tx1">
                  <a:lumMod val="75000"/>
                  <a:lumOff val="25000"/>
                </a:schemeClr>
              </a:solidFill>
            </a:endParaRPr>
          </a:p>
        </p:txBody>
      </p:sp>
      <p:sp>
        <p:nvSpPr>
          <p:cNvPr id="6" name="직사각형 5">
            <a:extLst>
              <a:ext uri="{FF2B5EF4-FFF2-40B4-BE49-F238E27FC236}">
                <a16:creationId xmlns:a16="http://schemas.microsoft.com/office/drawing/2014/main" xmlns="" id="{6B388579-6B4F-4842-9C9B-B8D0F431CD6C}"/>
              </a:ext>
            </a:extLst>
          </p:cNvPr>
          <p:cNvSpPr/>
          <p:nvPr/>
        </p:nvSpPr>
        <p:spPr>
          <a:xfrm>
            <a:off x="528357" y="2779918"/>
            <a:ext cx="2976563" cy="59538"/>
          </a:xfrm>
          <a:prstGeom prst="rect">
            <a:avLst/>
          </a:prstGeom>
          <a:solidFill>
            <a:schemeClr val="tx1">
              <a:lumMod val="75000"/>
              <a:lumOff val="25000"/>
            </a:schemeClr>
          </a:solidFill>
          <a:ln w="3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wrap="none" lIns="0" rIns="0" rtlCol="0" anchor="ctr"/>
          <a:lstStyle/>
          <a:p>
            <a:pPr lvl="0" algn="ctr"/>
            <a:endParaRPr lang="ko-KR" altLang="en-US" sz="605" dirty="0">
              <a:latin typeface="맑은 고딕" panose="020B0503020000020004" pitchFamily="50" charset="-127"/>
              <a:ea typeface="맑은 고딕" panose="020B0503020000020004" pitchFamily="50" charset="-127"/>
            </a:endParaRPr>
          </a:p>
        </p:txBody>
      </p:sp>
    </p:spTree>
    <p:extLst>
      <p:ext uri="{BB962C8B-B14F-4D97-AF65-F5344CB8AC3E}">
        <p14:creationId xmlns:p14="http://schemas.microsoft.com/office/powerpoint/2010/main" val="11098799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584515" y="2138606"/>
            <a:ext cx="6942771" cy="470500"/>
          </a:xfrm>
          <a:prstGeom prst="rect">
            <a:avLst/>
          </a:prstGeom>
          <a:noFill/>
          <a:ln w="9525">
            <a:noFill/>
            <a:miter lim="800000"/>
            <a:headEnd/>
            <a:tailEnd/>
          </a:ln>
        </p:spPr>
        <p:txBody>
          <a:bodyPr/>
          <a:lstStyle>
            <a:lvl1pPr marL="0" marR="0" indent="0" algn="l" defTabSz="914400" rtl="0" eaLnBrk="1" fontAlgn="base" latinLnBrk="1" hangingPunct="1">
              <a:lnSpc>
                <a:spcPct val="100000"/>
              </a:lnSpc>
              <a:spcBef>
                <a:spcPct val="0"/>
              </a:spcBef>
              <a:spcAft>
                <a:spcPct val="0"/>
              </a:spcAft>
              <a:buClrTx/>
              <a:buSzTx/>
              <a:buFontTx/>
              <a:buNone/>
              <a:tabLst/>
              <a:defRPr lang="ko-KR" altLang="en-US" sz="2400" b="1" kern="1200" baseline="0">
                <a:solidFill>
                  <a:schemeClr val="tx1"/>
                </a:solidFill>
                <a:latin typeface="맑은 고딕" panose="020B0503020000020004" pitchFamily="50" charset="-127"/>
                <a:ea typeface="맑은 고딕" panose="020B0503020000020004" pitchFamily="50" charset="-127"/>
                <a:cs typeface="+mn-cs"/>
              </a:defRPr>
            </a:lvl1pPr>
          </a:lstStyle>
          <a:p>
            <a:r>
              <a:rPr lang="ko-KR" altLang="en-US" dirty="0"/>
              <a:t>마스터 제목 스타일 편집</a:t>
            </a:r>
            <a:endParaRPr lang="en-US" altLang="ko-KR" dirty="0"/>
          </a:p>
        </p:txBody>
      </p:sp>
      <p:sp>
        <p:nvSpPr>
          <p:cNvPr id="3" name="부제목 2"/>
          <p:cNvSpPr>
            <a:spLocks noGrp="1"/>
          </p:cNvSpPr>
          <p:nvPr>
            <p:ph type="subTitle" idx="1"/>
          </p:nvPr>
        </p:nvSpPr>
        <p:spPr>
          <a:xfrm>
            <a:off x="584515" y="2655962"/>
            <a:ext cx="6934200" cy="312440"/>
          </a:xfrm>
          <a:prstGeom prst="rect">
            <a:avLst/>
          </a:prstGeom>
          <a:noFill/>
          <a:ln w="9525">
            <a:noFill/>
            <a:miter lim="800000"/>
            <a:headEnd/>
            <a:tailEnd/>
          </a:ln>
        </p:spPr>
        <p:txBody>
          <a:bodyPr anchor="ctr"/>
          <a:lstStyle>
            <a:lvl1pPr marL="0" marR="0" indent="0" algn="l" defTabSz="914400" rtl="0" eaLnBrk="1" fontAlgn="base" latinLnBrk="1" hangingPunct="1">
              <a:lnSpc>
                <a:spcPct val="150000"/>
              </a:lnSpc>
              <a:spcBef>
                <a:spcPct val="0"/>
              </a:spcBef>
              <a:spcAft>
                <a:spcPct val="0"/>
              </a:spcAft>
              <a:buClrTx/>
              <a:buSzTx/>
              <a:buFont typeface="Wingdings" pitchFamily="2" charset="2"/>
              <a:buNone/>
              <a:tabLst/>
              <a:defRPr lang="ko-KR" altLang="en-US" sz="1600" kern="1200">
                <a:solidFill>
                  <a:schemeClr val="tx1"/>
                </a:solidFill>
                <a:latin typeface="맑은 고딕" panose="020B0503020000020004" pitchFamily="50" charset="-127"/>
                <a:ea typeface="맑은 고딕" panose="020B0503020000020004" pitchFamily="50" charset="-127"/>
                <a:cs typeface="+mn-cs"/>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dirty="0"/>
              <a:t>마스터 부제목 스타일 편집</a:t>
            </a:r>
            <a:endParaRPr lang="en-US" altLang="ko-KR" dirty="0"/>
          </a:p>
        </p:txBody>
      </p:sp>
      <p:pic>
        <p:nvPicPr>
          <p:cNvPr id="7" name="그림 6"/>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7356" y="368660"/>
            <a:ext cx="1352550" cy="464512"/>
          </a:xfrm>
          <a:prstGeom prst="rect">
            <a:avLst/>
          </a:prstGeom>
          <a:noFill/>
          <a:extLst>
            <a:ext uri="{909E8E84-426E-40DD-AFC4-6F175D3DCCD1}">
              <a14:hiddenFill xmlns:a14="http://schemas.microsoft.com/office/drawing/2010/main">
                <a:solidFill>
                  <a:srgbClr val="FFFFFF"/>
                </a:solidFill>
              </a14:hiddenFill>
            </a:ext>
          </a:extLst>
        </p:spPr>
      </p:pic>
      <p:pic>
        <p:nvPicPr>
          <p:cNvPr id="8" name="그림 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420266" y="369987"/>
            <a:ext cx="28765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5825064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15_제목 및 내용">
    <p:spTree>
      <p:nvGrpSpPr>
        <p:cNvPr id="1" name=""/>
        <p:cNvGrpSpPr/>
        <p:nvPr/>
      </p:nvGrpSpPr>
      <p:grpSpPr>
        <a:xfrm>
          <a:off x="0" y="0"/>
          <a:ext cx="0" cy="0"/>
          <a:chOff x="0" y="0"/>
          <a:chExt cx="0" cy="0"/>
        </a:xfrm>
      </p:grpSpPr>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graphicFrame>
        <p:nvGraphicFramePr>
          <p:cNvPr id="5" name="표 4"/>
          <p:cNvGraphicFramePr>
            <a:graphicFrameLocks noGrp="1"/>
          </p:cNvGraphicFramePr>
          <p:nvPr>
            <p:extLst>
              <p:ext uri="{D42A27DB-BD31-4B8C-83A1-F6EECF244321}">
                <p14:modId xmlns:p14="http://schemas.microsoft.com/office/powerpoint/2010/main" val="3086987118"/>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a16="http://schemas.microsoft.com/office/drawing/2014/main" xmlns="" val="20000"/>
                    </a:ext>
                  </a:extLst>
                </a:gridCol>
                <a:gridCol w="2736304">
                  <a:extLst>
                    <a:ext uri="{9D8B030D-6E8A-4147-A177-3AD203B41FA5}">
                      <a16:colId xmlns:a16="http://schemas.microsoft.com/office/drawing/2014/main" xmlns="" val="20001"/>
                    </a:ext>
                  </a:extLst>
                </a:gridCol>
                <a:gridCol w="1134126">
                  <a:extLst>
                    <a:ext uri="{9D8B030D-6E8A-4147-A177-3AD203B41FA5}">
                      <a16:colId xmlns:a16="http://schemas.microsoft.com/office/drawing/2014/main" xmlns="" val="20002"/>
                    </a:ext>
                  </a:extLst>
                </a:gridCol>
                <a:gridCol w="1998222">
                  <a:extLst>
                    <a:ext uri="{9D8B030D-6E8A-4147-A177-3AD203B41FA5}">
                      <a16:colId xmlns:a16="http://schemas.microsoft.com/office/drawing/2014/main" xmlns="" val="20003"/>
                    </a:ext>
                  </a:extLst>
                </a:gridCol>
                <a:gridCol w="1404156">
                  <a:extLst>
                    <a:ext uri="{9D8B030D-6E8A-4147-A177-3AD203B41FA5}">
                      <a16:colId xmlns:a16="http://schemas.microsoft.com/office/drawing/2014/main" xmlns=""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xmlns=""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xmlns=""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xmlns=""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4"/>
                  </a:ext>
                </a:extLst>
              </a:tr>
            </a:tbl>
          </a:graphicData>
        </a:graphic>
      </p:graphicFrame>
      <p:sp>
        <p:nvSpPr>
          <p:cNvPr id="4" name="TextBox 3"/>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grpSp>
        <p:nvGrpSpPr>
          <p:cNvPr id="21" name="그룹 20"/>
          <p:cNvGrpSpPr/>
          <p:nvPr userDrawn="1"/>
        </p:nvGrpSpPr>
        <p:grpSpPr>
          <a:xfrm>
            <a:off x="406970" y="1836295"/>
            <a:ext cx="9082533" cy="8865513"/>
            <a:chOff x="406971" y="9045624"/>
            <a:chExt cx="7671600" cy="2318315"/>
          </a:xfrm>
          <a:solidFill>
            <a:schemeClr val="bg1">
              <a:lumMod val="95000"/>
            </a:schemeClr>
          </a:solidFill>
        </p:grpSpPr>
        <p:sp>
          <p:nvSpPr>
            <p:cNvPr id="22" name="직사각형 21"/>
            <p:cNvSpPr/>
            <p:nvPr/>
          </p:nvSpPr>
          <p:spPr>
            <a:xfrm>
              <a:off x="406971" y="9045624"/>
              <a:ext cx="7671600" cy="2304256"/>
            </a:xfrm>
            <a:prstGeom prst="rect">
              <a:avLst/>
            </a:prstGeom>
            <a:grp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3" name="직선 연결선 22"/>
            <p:cNvCxnSpPr/>
            <p:nvPr/>
          </p:nvCxnSpPr>
          <p:spPr>
            <a:xfrm>
              <a:off x="406971" y="9045624"/>
              <a:ext cx="0" cy="2304256"/>
            </a:xfrm>
            <a:prstGeom prst="line">
              <a:avLst/>
            </a:prstGeom>
            <a:grpFill/>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4" name="직선 연결선 23"/>
            <p:cNvCxnSpPr/>
            <p:nvPr/>
          </p:nvCxnSpPr>
          <p:spPr>
            <a:xfrm>
              <a:off x="8078033" y="9059683"/>
              <a:ext cx="0" cy="2304256"/>
            </a:xfrm>
            <a:prstGeom prst="line">
              <a:avLst/>
            </a:prstGeom>
            <a:grpFill/>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26741623"/>
      </p:ext>
    </p:extLst>
  </p:cSld>
  <p:clrMapOvr>
    <a:masterClrMapping/>
  </p:clrMapOvr>
  <p:transition>
    <p:wipe dir="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5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692196418"/>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77069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24" name="TextBox 23"/>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sp>
        <p:nvSpPr>
          <p:cNvPr id="39" name="직사각형 38"/>
          <p:cNvSpPr/>
          <p:nvPr userDrawn="1"/>
        </p:nvSpPr>
        <p:spPr>
          <a:xfrm>
            <a:off x="4004782" y="1556792"/>
            <a:ext cx="2520000" cy="215444"/>
          </a:xfrm>
          <a:prstGeom prst="rect">
            <a:avLst/>
          </a:prstGeom>
        </p:spPr>
        <p:txBody>
          <a:bodyPr>
            <a:spAutoFit/>
          </a:bodyPr>
          <a:lstStyle/>
          <a:p>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이전로그인 </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2025.07.18 15:17 (</a:t>
            </a:r>
            <a:r>
              <a:rPr lang="en-US" altLang="ko-KR" sz="800" dirty="0" smtClean="0">
                <a:solidFill>
                  <a:schemeClr val="tx1">
                    <a:lumMod val="50000"/>
                    <a:lumOff val="50000"/>
                  </a:schemeClr>
                </a:solidFill>
                <a:latin typeface="맑은 고딕" panose="020B0503020000020004" pitchFamily="50" charset="-127"/>
              </a:rPr>
              <a:t>211.157.234.211</a:t>
            </a:r>
            <a:r>
              <a:rPr lang="en-US" altLang="ko-KR" sz="800" dirty="0">
                <a:solidFill>
                  <a:schemeClr val="tx1">
                    <a:lumMod val="50000"/>
                    <a:lumOff val="50000"/>
                  </a:schemeClr>
                </a:solidFill>
                <a:latin typeface="맑은 고딕" panose="020B0503020000020004" pitchFamily="50" charset="-127"/>
              </a:rPr>
              <a:t>)</a:t>
            </a:r>
            <a:r>
              <a:rPr lang="en-US" altLang="ko-KR" sz="800" dirty="0">
                <a:solidFill>
                  <a:schemeClr val="tx1">
                    <a:lumMod val="50000"/>
                    <a:lumOff val="50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50000"/>
                  <a:lumOff val="50000"/>
                </a:schemeClr>
              </a:solidFill>
            </a:endParaRPr>
          </a:p>
        </p:txBody>
      </p:sp>
      <p:pic>
        <p:nvPicPr>
          <p:cNvPr id="42"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3" name="Picture 3"/>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4" name="그룹 43"/>
          <p:cNvGrpSpPr/>
          <p:nvPr userDrawn="1"/>
        </p:nvGrpSpPr>
        <p:grpSpPr>
          <a:xfrm>
            <a:off x="7672350" y="1496405"/>
            <a:ext cx="243978" cy="215444"/>
            <a:chOff x="8936746" y="2555959"/>
            <a:chExt cx="243978" cy="215444"/>
          </a:xfrm>
        </p:grpSpPr>
        <p:sp>
          <p:nvSpPr>
            <p:cNvPr id="45" name="타원 44"/>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6" name="직사각형 45"/>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47" name="그룹 46"/>
          <p:cNvGrpSpPr/>
          <p:nvPr userDrawn="1"/>
        </p:nvGrpSpPr>
        <p:grpSpPr>
          <a:xfrm>
            <a:off x="7896424" y="1494889"/>
            <a:ext cx="243978" cy="215444"/>
            <a:chOff x="8927221" y="2555959"/>
            <a:chExt cx="243978" cy="215444"/>
          </a:xfrm>
        </p:grpSpPr>
        <p:sp>
          <p:nvSpPr>
            <p:cNvPr id="48" name="타원 47"/>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9" name="직사각형 48"/>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grpSp>
        <p:nvGrpSpPr>
          <p:cNvPr id="51" name="그룹 50"/>
          <p:cNvGrpSpPr/>
          <p:nvPr userDrawn="1"/>
        </p:nvGrpSpPr>
        <p:grpSpPr>
          <a:xfrm>
            <a:off x="498029" y="1573746"/>
            <a:ext cx="1928786" cy="215444"/>
            <a:chOff x="5267482" y="2339935"/>
            <a:chExt cx="1928786" cy="215444"/>
          </a:xfrm>
        </p:grpSpPr>
        <p:sp>
          <p:nvSpPr>
            <p:cNvPr id="52" name="TextBox 51"/>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 홈</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3" name="Picture 3"/>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그룹 2"/>
          <p:cNvGrpSpPr/>
          <p:nvPr userDrawn="1"/>
        </p:nvGrpSpPr>
        <p:grpSpPr>
          <a:xfrm>
            <a:off x="75506" y="1537742"/>
            <a:ext cx="324000" cy="324000"/>
            <a:chOff x="414400" y="1537742"/>
            <a:chExt cx="324000" cy="324000"/>
          </a:xfrm>
        </p:grpSpPr>
        <p:sp>
          <p:nvSpPr>
            <p:cNvPr id="54" name="직사각형 53"/>
            <p:cNvSpPr/>
            <p:nvPr userDrawn="1"/>
          </p:nvSpPr>
          <p:spPr>
            <a:xfrm>
              <a:off x="414400" y="1537742"/>
              <a:ext cx="324000" cy="324000"/>
            </a:xfrm>
            <a:prstGeom prst="rect">
              <a:avLst/>
            </a:prstGeom>
            <a:solidFill>
              <a:schemeClr val="bg1">
                <a:lumMod val="8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55" name="Picture 2"/>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473131" y="1627254"/>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1" name="모서리가 둥근 직사각형 30"/>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33"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spTree>
    <p:extLst>
      <p:ext uri="{BB962C8B-B14F-4D97-AF65-F5344CB8AC3E}">
        <p14:creationId xmlns:p14="http://schemas.microsoft.com/office/powerpoint/2010/main" val="1415139413"/>
      </p:ext>
    </p:extLst>
  </p:cSld>
  <p:clrMapOvr>
    <a:masterClrMapping/>
  </p:clrMapOvr>
  <p:transition>
    <p:wipe dir="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14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660958010"/>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77069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24" name="TextBox 23"/>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grpSp>
        <p:nvGrpSpPr>
          <p:cNvPr id="60" name="그룹 59"/>
          <p:cNvGrpSpPr/>
          <p:nvPr userDrawn="1"/>
        </p:nvGrpSpPr>
        <p:grpSpPr>
          <a:xfrm>
            <a:off x="498029" y="1573746"/>
            <a:ext cx="1928786" cy="215444"/>
            <a:chOff x="5267482" y="2339935"/>
            <a:chExt cx="1928786" cy="215444"/>
          </a:xfrm>
        </p:grpSpPr>
        <p:sp>
          <p:nvSpPr>
            <p:cNvPr id="62" name="TextBox 61"/>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 홈</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63" name="Picture 3"/>
            <p:cNvPicPr preferRelativeResize="0">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6" name="그룹 65"/>
          <p:cNvGrpSpPr/>
          <p:nvPr userDrawn="1"/>
        </p:nvGrpSpPr>
        <p:grpSpPr>
          <a:xfrm>
            <a:off x="75506" y="1537742"/>
            <a:ext cx="324000" cy="324000"/>
            <a:chOff x="414400" y="1537742"/>
            <a:chExt cx="324000" cy="324000"/>
          </a:xfrm>
        </p:grpSpPr>
        <p:sp>
          <p:nvSpPr>
            <p:cNvPr id="67" name="직사각형 66"/>
            <p:cNvSpPr/>
            <p:nvPr userDrawn="1"/>
          </p:nvSpPr>
          <p:spPr>
            <a:xfrm>
              <a:off x="414400" y="1537742"/>
              <a:ext cx="324000" cy="324000"/>
            </a:xfrm>
            <a:prstGeom prst="rect">
              <a:avLst/>
            </a:prstGeom>
            <a:solidFill>
              <a:schemeClr val="bg1">
                <a:lumMod val="8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68" name="Picture 2"/>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473131" y="1627254"/>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5" name="직사각형 24"/>
          <p:cNvSpPr/>
          <p:nvPr userDrawn="1"/>
        </p:nvSpPr>
        <p:spPr>
          <a:xfrm>
            <a:off x="4004782" y="1556792"/>
            <a:ext cx="2520000" cy="215444"/>
          </a:xfrm>
          <a:prstGeom prst="rect">
            <a:avLst/>
          </a:prstGeom>
        </p:spPr>
        <p:txBody>
          <a:bodyPr>
            <a:spAutoFit/>
          </a:bodyPr>
          <a:lstStyle/>
          <a:p>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이전로그인 </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2025.07.18 15:17 (</a:t>
            </a:r>
            <a:r>
              <a:rPr lang="en-US" altLang="ko-KR" sz="800" dirty="0" smtClean="0">
                <a:solidFill>
                  <a:schemeClr val="tx1">
                    <a:lumMod val="50000"/>
                    <a:lumOff val="50000"/>
                  </a:schemeClr>
                </a:solidFill>
                <a:latin typeface="맑은 고딕" panose="020B0503020000020004" pitchFamily="50" charset="-127"/>
              </a:rPr>
              <a:t>211.157.234.211</a:t>
            </a:r>
            <a:r>
              <a:rPr lang="en-US" altLang="ko-KR" sz="800" dirty="0">
                <a:solidFill>
                  <a:schemeClr val="tx1">
                    <a:lumMod val="50000"/>
                    <a:lumOff val="50000"/>
                  </a:schemeClr>
                </a:solidFill>
                <a:latin typeface="맑은 고딕" panose="020B0503020000020004" pitchFamily="50" charset="-127"/>
              </a:rPr>
              <a:t>)</a:t>
            </a:r>
            <a:r>
              <a:rPr lang="en-US" altLang="ko-KR" sz="800" dirty="0">
                <a:solidFill>
                  <a:schemeClr val="tx1">
                    <a:lumMod val="50000"/>
                    <a:lumOff val="50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50000"/>
                  <a:lumOff val="50000"/>
                </a:schemeClr>
              </a:solidFill>
            </a:endParaRPr>
          </a:p>
        </p:txBody>
      </p:sp>
      <p:pic>
        <p:nvPicPr>
          <p:cNvPr id="26" name="Picture 2"/>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 name="Picture 3"/>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8" name="그룹 27"/>
          <p:cNvGrpSpPr/>
          <p:nvPr userDrawn="1"/>
        </p:nvGrpSpPr>
        <p:grpSpPr>
          <a:xfrm>
            <a:off x="7672350" y="1496405"/>
            <a:ext cx="243978" cy="215444"/>
            <a:chOff x="8936746" y="2555959"/>
            <a:chExt cx="243978" cy="215444"/>
          </a:xfrm>
        </p:grpSpPr>
        <p:sp>
          <p:nvSpPr>
            <p:cNvPr id="29" name="타원 28"/>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30" name="직사각형 29"/>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31" name="그룹 30"/>
          <p:cNvGrpSpPr/>
          <p:nvPr userDrawn="1"/>
        </p:nvGrpSpPr>
        <p:grpSpPr>
          <a:xfrm>
            <a:off x="7896424" y="1494889"/>
            <a:ext cx="243978" cy="215444"/>
            <a:chOff x="8927221" y="2555959"/>
            <a:chExt cx="243978" cy="215444"/>
          </a:xfrm>
        </p:grpSpPr>
        <p:sp>
          <p:nvSpPr>
            <p:cNvPr id="32" name="타원 31"/>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33" name="직사각형 32"/>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34" name="모서리가 둥근 직사각형 33"/>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35"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spTree>
    <p:extLst>
      <p:ext uri="{BB962C8B-B14F-4D97-AF65-F5344CB8AC3E}">
        <p14:creationId xmlns:p14="http://schemas.microsoft.com/office/powerpoint/2010/main" val="1441369090"/>
      </p:ext>
    </p:extLst>
  </p:cSld>
  <p:clrMapOvr>
    <a:masterClrMapping/>
  </p:clrMapOvr>
  <p:transition>
    <p:wipe dir="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7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3013181205"/>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77069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24" name="TextBox 23"/>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grpSp>
        <p:nvGrpSpPr>
          <p:cNvPr id="51" name="그룹 50"/>
          <p:cNvGrpSpPr/>
          <p:nvPr userDrawn="1"/>
        </p:nvGrpSpPr>
        <p:grpSpPr>
          <a:xfrm>
            <a:off x="498029" y="1573746"/>
            <a:ext cx="1928786" cy="215444"/>
            <a:chOff x="5267482" y="2339935"/>
            <a:chExt cx="1928786" cy="215444"/>
          </a:xfrm>
        </p:grpSpPr>
        <p:sp>
          <p:nvSpPr>
            <p:cNvPr id="52" name="TextBox 51"/>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 홈</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3" name="Picture 3"/>
            <p:cNvPicPr preferRelativeResize="0">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 name="그룹 55"/>
          <p:cNvGrpSpPr/>
          <p:nvPr userDrawn="1"/>
        </p:nvGrpSpPr>
        <p:grpSpPr>
          <a:xfrm>
            <a:off x="75506" y="1537742"/>
            <a:ext cx="324000" cy="324000"/>
            <a:chOff x="414400" y="1537742"/>
            <a:chExt cx="324000" cy="324000"/>
          </a:xfrm>
        </p:grpSpPr>
        <p:sp>
          <p:nvSpPr>
            <p:cNvPr id="57" name="직사각형 56"/>
            <p:cNvSpPr/>
            <p:nvPr userDrawn="1"/>
          </p:nvSpPr>
          <p:spPr>
            <a:xfrm>
              <a:off x="414400" y="1537742"/>
              <a:ext cx="324000" cy="324000"/>
            </a:xfrm>
            <a:prstGeom prst="rect">
              <a:avLst/>
            </a:prstGeom>
            <a:solidFill>
              <a:schemeClr val="bg1">
                <a:lumMod val="8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58" name="Picture 2"/>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473131" y="1627254"/>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5" name="직사각형 24"/>
          <p:cNvSpPr/>
          <p:nvPr userDrawn="1"/>
        </p:nvSpPr>
        <p:spPr>
          <a:xfrm>
            <a:off x="4004782" y="1556792"/>
            <a:ext cx="2520000" cy="215444"/>
          </a:xfrm>
          <a:prstGeom prst="rect">
            <a:avLst/>
          </a:prstGeom>
        </p:spPr>
        <p:txBody>
          <a:bodyPr>
            <a:spAutoFit/>
          </a:bodyPr>
          <a:lstStyle/>
          <a:p>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이전로그인 </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2025.07.18 15:17 (</a:t>
            </a:r>
            <a:r>
              <a:rPr lang="en-US" altLang="ko-KR" sz="800" dirty="0" smtClean="0">
                <a:solidFill>
                  <a:schemeClr val="tx1">
                    <a:lumMod val="50000"/>
                    <a:lumOff val="50000"/>
                  </a:schemeClr>
                </a:solidFill>
                <a:latin typeface="맑은 고딕" panose="020B0503020000020004" pitchFamily="50" charset="-127"/>
              </a:rPr>
              <a:t>211.157.234.211</a:t>
            </a:r>
            <a:r>
              <a:rPr lang="en-US" altLang="ko-KR" sz="800" dirty="0">
                <a:solidFill>
                  <a:schemeClr val="tx1">
                    <a:lumMod val="50000"/>
                    <a:lumOff val="50000"/>
                  </a:schemeClr>
                </a:solidFill>
                <a:latin typeface="맑은 고딕" panose="020B0503020000020004" pitchFamily="50" charset="-127"/>
              </a:rPr>
              <a:t>)</a:t>
            </a:r>
            <a:r>
              <a:rPr lang="en-US" altLang="ko-KR" sz="800" dirty="0">
                <a:solidFill>
                  <a:schemeClr val="tx1">
                    <a:lumMod val="50000"/>
                    <a:lumOff val="50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50000"/>
                  <a:lumOff val="50000"/>
                </a:schemeClr>
              </a:solidFill>
            </a:endParaRPr>
          </a:p>
        </p:txBody>
      </p:sp>
      <p:pic>
        <p:nvPicPr>
          <p:cNvPr id="26" name="Picture 2"/>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 name="Picture 3"/>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8" name="그룹 27"/>
          <p:cNvGrpSpPr/>
          <p:nvPr userDrawn="1"/>
        </p:nvGrpSpPr>
        <p:grpSpPr>
          <a:xfrm>
            <a:off x="7672350" y="1496405"/>
            <a:ext cx="243978" cy="215444"/>
            <a:chOff x="8936746" y="2555959"/>
            <a:chExt cx="243978" cy="215444"/>
          </a:xfrm>
        </p:grpSpPr>
        <p:sp>
          <p:nvSpPr>
            <p:cNvPr id="29" name="타원 28"/>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30" name="직사각형 29"/>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31" name="그룹 30"/>
          <p:cNvGrpSpPr/>
          <p:nvPr userDrawn="1"/>
        </p:nvGrpSpPr>
        <p:grpSpPr>
          <a:xfrm>
            <a:off x="7896424" y="1494889"/>
            <a:ext cx="243978" cy="215444"/>
            <a:chOff x="8927221" y="2555959"/>
            <a:chExt cx="243978" cy="215444"/>
          </a:xfrm>
        </p:grpSpPr>
        <p:sp>
          <p:nvSpPr>
            <p:cNvPr id="32" name="타원 31"/>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33" name="직사각형 32"/>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34" name="모서리가 둥근 직사각형 33"/>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35"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spTree>
    <p:extLst>
      <p:ext uri="{BB962C8B-B14F-4D97-AF65-F5344CB8AC3E}">
        <p14:creationId xmlns:p14="http://schemas.microsoft.com/office/powerpoint/2010/main" val="1472990946"/>
      </p:ext>
    </p:extLst>
  </p:cSld>
  <p:clrMapOvr>
    <a:masterClrMapping/>
  </p:clrMapOvr>
  <p:transition>
    <p:wipe dir="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9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893301221"/>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95071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66" name="TextBox 65"/>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sp>
        <p:nvSpPr>
          <p:cNvPr id="50" name="직사각형 49"/>
          <p:cNvSpPr/>
          <p:nvPr userDrawn="1"/>
        </p:nvSpPr>
        <p:spPr>
          <a:xfrm>
            <a:off x="6155990" y="1609750"/>
            <a:ext cx="1440000" cy="1836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강의실 바로가기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sp>
        <p:nvSpPr>
          <p:cNvPr id="51" name="직사각형 50"/>
          <p:cNvSpPr/>
          <p:nvPr userDrawn="1"/>
        </p:nvSpPr>
        <p:spPr>
          <a:xfrm>
            <a:off x="5111874" y="1607819"/>
            <a:ext cx="1015341"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smtClean="0">
                <a:solidFill>
                  <a:schemeClr val="tx1"/>
                </a:solidFill>
                <a:latin typeface="맑은 고딕" panose="020B0503020000020004" pitchFamily="50" charset="-127"/>
                <a:ea typeface="맑은 고딕" panose="020B0503020000020004" pitchFamily="50" charset="-127"/>
              </a:rPr>
              <a:t>2025</a:t>
            </a:r>
            <a:r>
              <a:rPr lang="ko-KR" altLang="en-US" sz="800" dirty="0" smtClean="0">
                <a:solidFill>
                  <a:schemeClr val="tx1"/>
                </a:solidFill>
                <a:latin typeface="맑은 고딕" panose="020B0503020000020004" pitchFamily="50" charset="-127"/>
                <a:ea typeface="맑은 고딕" panose="020B0503020000020004" pitchFamily="50" charset="-127"/>
              </a:rPr>
              <a:t>년 </a:t>
            </a:r>
            <a:r>
              <a:rPr lang="en-US" altLang="ko-KR" sz="800" dirty="0" smtClean="0">
                <a:solidFill>
                  <a:schemeClr val="tx1"/>
                </a:solidFill>
                <a:latin typeface="맑은 고딕" panose="020B0503020000020004" pitchFamily="50" charset="-127"/>
                <a:ea typeface="맑은 고딕" panose="020B0503020000020004" pitchFamily="50" charset="-127"/>
              </a:rPr>
              <a:t>1</a:t>
            </a:r>
            <a:r>
              <a:rPr lang="ko-KR" altLang="en-US" sz="800" dirty="0" smtClean="0">
                <a:solidFill>
                  <a:schemeClr val="tx1"/>
                </a:solidFill>
                <a:latin typeface="맑은 고딕" panose="020B0503020000020004" pitchFamily="50" charset="-127"/>
                <a:ea typeface="맑은 고딕" panose="020B0503020000020004" pitchFamily="50" charset="-127"/>
              </a:rPr>
              <a:t>학기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grpSp>
        <p:nvGrpSpPr>
          <p:cNvPr id="121" name="그룹 120"/>
          <p:cNvGrpSpPr/>
          <p:nvPr userDrawn="1"/>
        </p:nvGrpSpPr>
        <p:grpSpPr>
          <a:xfrm>
            <a:off x="498029" y="1573746"/>
            <a:ext cx="1928786" cy="215444"/>
            <a:chOff x="5267482" y="2339935"/>
            <a:chExt cx="1928786" cy="215444"/>
          </a:xfrm>
        </p:grpSpPr>
        <p:sp>
          <p:nvSpPr>
            <p:cNvPr id="122" name="TextBox 121"/>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과목홈</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23" name="Picture 3"/>
            <p:cNvPicPr preferRelativeResize="0">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26" name="그룹 125"/>
          <p:cNvGrpSpPr/>
          <p:nvPr userDrawn="1"/>
        </p:nvGrpSpPr>
        <p:grpSpPr>
          <a:xfrm>
            <a:off x="75506" y="1537742"/>
            <a:ext cx="324000" cy="324000"/>
            <a:chOff x="414400" y="1537742"/>
            <a:chExt cx="324000" cy="324000"/>
          </a:xfrm>
        </p:grpSpPr>
        <p:sp>
          <p:nvSpPr>
            <p:cNvPr id="127" name="직사각형 126"/>
            <p:cNvSpPr/>
            <p:nvPr userDrawn="1"/>
          </p:nvSpPr>
          <p:spPr>
            <a:xfrm>
              <a:off x="414400" y="1537742"/>
              <a:ext cx="324000" cy="324000"/>
            </a:xfrm>
            <a:prstGeom prst="rect">
              <a:avLst/>
            </a:prstGeom>
            <a:solidFill>
              <a:schemeClr val="bg1">
                <a:lumMod val="8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28" name="Picture 2"/>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473131" y="1627254"/>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48" name="Picture 2"/>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9" name="Picture 3"/>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4" name="그룹 53"/>
          <p:cNvGrpSpPr/>
          <p:nvPr userDrawn="1"/>
        </p:nvGrpSpPr>
        <p:grpSpPr>
          <a:xfrm>
            <a:off x="7672350" y="1496405"/>
            <a:ext cx="243978" cy="215444"/>
            <a:chOff x="8936746" y="2555959"/>
            <a:chExt cx="243978" cy="215444"/>
          </a:xfrm>
        </p:grpSpPr>
        <p:sp>
          <p:nvSpPr>
            <p:cNvPr id="55" name="타원 54"/>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0" name="직사각형 59"/>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71" name="그룹 70"/>
          <p:cNvGrpSpPr/>
          <p:nvPr userDrawn="1"/>
        </p:nvGrpSpPr>
        <p:grpSpPr>
          <a:xfrm>
            <a:off x="7896424" y="1494889"/>
            <a:ext cx="243978" cy="215444"/>
            <a:chOff x="8927221" y="2555959"/>
            <a:chExt cx="243978" cy="215444"/>
          </a:xfrm>
        </p:grpSpPr>
        <p:sp>
          <p:nvSpPr>
            <p:cNvPr id="73" name="타원 72"/>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77" name="직사각형 76"/>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Tree>
    <p:extLst>
      <p:ext uri="{BB962C8B-B14F-4D97-AF65-F5344CB8AC3E}">
        <p14:creationId xmlns:p14="http://schemas.microsoft.com/office/powerpoint/2010/main" val="3440739104"/>
      </p:ext>
    </p:extLst>
  </p:cSld>
  <p:clrMapOvr>
    <a:masterClrMapping/>
  </p:clrMapOvr>
  <p:transition>
    <p:wipe dir="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0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1405060139"/>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95071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pic>
        <p:nvPicPr>
          <p:cNvPr id="52"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rot="10800000">
            <a:off x="4016896" y="2577005"/>
            <a:ext cx="533400" cy="76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53" name="직선 연결선 52"/>
          <p:cNvCxnSpPr/>
          <p:nvPr userDrawn="1"/>
        </p:nvCxnSpPr>
        <p:spPr>
          <a:xfrm>
            <a:off x="416496" y="2580959"/>
            <a:ext cx="7650000" cy="9114"/>
          </a:xfrm>
          <a:prstGeom prst="line">
            <a:avLst/>
          </a:prstGeom>
          <a:ln w="38100">
            <a:solidFill>
              <a:schemeClr val="accent6">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56" name="직사각형 55"/>
          <p:cNvSpPr/>
          <p:nvPr userDrawn="1"/>
        </p:nvSpPr>
        <p:spPr>
          <a:xfrm>
            <a:off x="416496" y="2140285"/>
            <a:ext cx="7642373" cy="426136"/>
          </a:xfrm>
          <a:prstGeom prst="rect">
            <a:avLst/>
          </a:prstGeom>
          <a:no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66" name="TextBox 65"/>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grpSp>
        <p:nvGrpSpPr>
          <p:cNvPr id="67" name="그룹 66"/>
          <p:cNvGrpSpPr/>
          <p:nvPr userDrawn="1"/>
        </p:nvGrpSpPr>
        <p:grpSpPr>
          <a:xfrm>
            <a:off x="498029" y="1916832"/>
            <a:ext cx="1928786" cy="215444"/>
            <a:chOff x="5267482" y="2339935"/>
            <a:chExt cx="1928786" cy="215444"/>
          </a:xfrm>
        </p:grpSpPr>
        <p:sp>
          <p:nvSpPr>
            <p:cNvPr id="68" name="TextBox 67"/>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대시보드</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69" name="Picture 3"/>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2" name="직사각형 71"/>
          <p:cNvSpPr/>
          <p:nvPr userDrawn="1"/>
        </p:nvSpPr>
        <p:spPr>
          <a:xfrm>
            <a:off x="414400" y="1895090"/>
            <a:ext cx="7653600" cy="252000"/>
          </a:xfrm>
          <a:prstGeom prst="rect">
            <a:avLst/>
          </a:prstGeom>
          <a:solidFill>
            <a:schemeClr val="bg1">
              <a:lumMod val="9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 name="그룹 2"/>
          <p:cNvGrpSpPr/>
          <p:nvPr userDrawn="1"/>
        </p:nvGrpSpPr>
        <p:grpSpPr>
          <a:xfrm>
            <a:off x="6566061" y="2271792"/>
            <a:ext cx="720000" cy="215444"/>
            <a:chOff x="6138205" y="3219833"/>
            <a:chExt cx="720000" cy="215444"/>
          </a:xfrm>
        </p:grpSpPr>
        <p:sp>
          <p:nvSpPr>
            <p:cNvPr id="113"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20" name="직사각형 119"/>
            <p:cNvSpPr/>
            <p:nvPr/>
          </p:nvSpPr>
          <p:spPr>
            <a:xfrm>
              <a:off x="6194169"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학습독려</a:t>
              </a:r>
              <a:endParaRPr lang="ko-KR" altLang="en-US" sz="800" kern="0" dirty="0">
                <a:solidFill>
                  <a:schemeClr val="bg1"/>
                </a:solidFill>
                <a:latin typeface="+mn-ea"/>
                <a:ea typeface="+mn-ea"/>
              </a:endParaRPr>
            </a:p>
          </p:txBody>
        </p:sp>
      </p:grpSp>
      <p:grpSp>
        <p:nvGrpSpPr>
          <p:cNvPr id="121" name="그룹 120"/>
          <p:cNvGrpSpPr/>
          <p:nvPr userDrawn="1"/>
        </p:nvGrpSpPr>
        <p:grpSpPr>
          <a:xfrm>
            <a:off x="7315627" y="2264935"/>
            <a:ext cx="720000" cy="215444"/>
            <a:chOff x="6138205" y="3219833"/>
            <a:chExt cx="720000" cy="215444"/>
          </a:xfrm>
        </p:grpSpPr>
        <p:sp>
          <p:nvSpPr>
            <p:cNvPr id="122"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23" name="직사각형 122"/>
            <p:cNvSpPr/>
            <p:nvPr/>
          </p:nvSpPr>
          <p:spPr>
            <a:xfrm>
              <a:off x="6194170"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평가비중</a:t>
              </a:r>
              <a:endParaRPr lang="ko-KR" altLang="en-US" sz="800" kern="0" dirty="0">
                <a:solidFill>
                  <a:schemeClr val="bg1"/>
                </a:solidFill>
                <a:latin typeface="+mn-ea"/>
                <a:ea typeface="+mn-ea"/>
              </a:endParaRPr>
            </a:p>
          </p:txBody>
        </p:sp>
      </p:grpSp>
      <p:grpSp>
        <p:nvGrpSpPr>
          <p:cNvPr id="124" name="그룹 123"/>
          <p:cNvGrpSpPr/>
          <p:nvPr userDrawn="1"/>
        </p:nvGrpSpPr>
        <p:grpSpPr>
          <a:xfrm>
            <a:off x="5812904" y="2264935"/>
            <a:ext cx="720000" cy="215444"/>
            <a:chOff x="6138205" y="3219833"/>
            <a:chExt cx="720000" cy="215444"/>
          </a:xfrm>
        </p:grpSpPr>
        <p:sp>
          <p:nvSpPr>
            <p:cNvPr id="125"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26" name="직사각형 125"/>
            <p:cNvSpPr/>
            <p:nvPr/>
          </p:nvSpPr>
          <p:spPr>
            <a:xfrm>
              <a:off x="6142875" y="3219833"/>
              <a:ext cx="697627"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강의계획서</a:t>
              </a:r>
              <a:endParaRPr lang="ko-KR" altLang="en-US" sz="800" kern="0" dirty="0">
                <a:solidFill>
                  <a:schemeClr val="bg1"/>
                </a:solidFill>
                <a:latin typeface="+mn-ea"/>
                <a:ea typeface="+mn-ea"/>
              </a:endParaRPr>
            </a:p>
          </p:txBody>
        </p:sp>
      </p:grpSp>
      <p:grpSp>
        <p:nvGrpSpPr>
          <p:cNvPr id="64" name="그룹 63"/>
          <p:cNvGrpSpPr/>
          <p:nvPr userDrawn="1"/>
        </p:nvGrpSpPr>
        <p:grpSpPr>
          <a:xfrm>
            <a:off x="1712640" y="2140285"/>
            <a:ext cx="3249935" cy="426135"/>
            <a:chOff x="420885" y="2140285"/>
            <a:chExt cx="3249935" cy="426135"/>
          </a:xfrm>
        </p:grpSpPr>
        <p:sp>
          <p:nvSpPr>
            <p:cNvPr id="65" name="직사각형 64"/>
            <p:cNvSpPr/>
            <p:nvPr userDrawn="1"/>
          </p:nvSpPr>
          <p:spPr>
            <a:xfrm>
              <a:off x="420885" y="2140285"/>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74" name="직사각형 73"/>
            <p:cNvSpPr/>
            <p:nvPr userDrawn="1"/>
          </p:nvSpPr>
          <p:spPr>
            <a:xfrm>
              <a:off x="426021" y="2350976"/>
              <a:ext cx="3244799" cy="215444"/>
            </a:xfrm>
            <a:prstGeom prst="rect">
              <a:avLst/>
            </a:prstGeom>
          </p:spPr>
          <p:txBody>
            <a:bodyPr wrap="none">
              <a:spAutoFit/>
            </a:bodyPr>
            <a:lstStyle/>
            <a:p>
              <a:r>
                <a:rPr lang="en-US" altLang="ko-KR" sz="800" b="1" dirty="0" smtClean="0">
                  <a:solidFill>
                    <a:srgbClr val="00B050"/>
                  </a:solidFill>
                  <a:latin typeface="+mn-ea"/>
                  <a:ea typeface="+mn-ea"/>
                </a:rPr>
                <a:t>ONLINE</a:t>
              </a:r>
              <a:r>
                <a:rPr lang="en-US" altLang="ko-KR" sz="800" baseline="0" dirty="0" smtClean="0">
                  <a:solidFill>
                    <a:schemeClr val="tx1">
                      <a:lumMod val="65000"/>
                      <a:lumOff val="35000"/>
                    </a:schemeClr>
                  </a:solidFill>
                  <a:latin typeface="+mn-ea"/>
                  <a:ea typeface="+mn-ea"/>
                </a:rPr>
                <a:t> | </a:t>
              </a:r>
              <a:r>
                <a:rPr lang="ko-KR" altLang="en-US" sz="800" b="1" baseline="0" dirty="0" smtClean="0">
                  <a:solidFill>
                    <a:srgbClr val="0070C0"/>
                  </a:solidFill>
                  <a:latin typeface="+mn-ea"/>
                  <a:ea typeface="+mn-ea"/>
                </a:rPr>
                <a:t>학기제</a:t>
              </a:r>
              <a:r>
                <a:rPr lang="ko-KR" altLang="en-US" sz="800" baseline="0" dirty="0" smtClean="0">
                  <a:solidFill>
                    <a:schemeClr val="tx1">
                      <a:lumMod val="65000"/>
                      <a:lumOff val="35000"/>
                    </a:schemeClr>
                  </a:solidFill>
                  <a:latin typeface="+mn-ea"/>
                  <a:ea typeface="+mn-ea"/>
                </a:rPr>
                <a:t>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개설학과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사회인문학과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이수구분</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전공필수 </a:t>
              </a:r>
              <a:endParaRPr lang="ko-KR" altLang="en-US" sz="800" dirty="0">
                <a:solidFill>
                  <a:schemeClr val="tx1">
                    <a:lumMod val="65000"/>
                    <a:lumOff val="35000"/>
                  </a:schemeClr>
                </a:solidFill>
                <a:latin typeface="+mn-ea"/>
                <a:ea typeface="+mn-ea"/>
              </a:endParaRPr>
            </a:p>
          </p:txBody>
        </p:sp>
      </p:grpSp>
      <p:sp>
        <p:nvSpPr>
          <p:cNvPr id="155" name="직사각형 154"/>
          <p:cNvSpPr/>
          <p:nvPr userDrawn="1"/>
        </p:nvSpPr>
        <p:spPr>
          <a:xfrm>
            <a:off x="416496" y="7856748"/>
            <a:ext cx="1275904" cy="724022"/>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62" name="직사각형 161"/>
          <p:cNvSpPr/>
          <p:nvPr userDrawn="1"/>
        </p:nvSpPr>
        <p:spPr>
          <a:xfrm>
            <a:off x="415299" y="8744165"/>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67" name="직사각형 166"/>
          <p:cNvSpPr/>
          <p:nvPr userDrawn="1"/>
        </p:nvSpPr>
        <p:spPr>
          <a:xfrm>
            <a:off x="415459" y="8008937"/>
            <a:ext cx="1275266" cy="1216707"/>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팀 관리</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조교</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운영자 관리</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알림 발신 설정</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복습기간 설정</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임계값 기준 설정</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게시판 관리</a:t>
            </a:r>
            <a:endParaRPr lang="ko-KR" altLang="en-US" sz="800" dirty="0">
              <a:solidFill>
                <a:schemeClr val="tx1">
                  <a:lumMod val="75000"/>
                  <a:lumOff val="25000"/>
                </a:schemeClr>
              </a:solidFill>
              <a:latin typeface="+mn-ea"/>
            </a:endParaRPr>
          </a:p>
        </p:txBody>
      </p:sp>
      <p:sp>
        <p:nvSpPr>
          <p:cNvPr id="172" name="직사각형 171"/>
          <p:cNvSpPr/>
          <p:nvPr userDrawn="1"/>
        </p:nvSpPr>
        <p:spPr>
          <a:xfrm>
            <a:off x="414400" y="3793485"/>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87" name="Picture 3"/>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1734076" y="1515415"/>
            <a:ext cx="736744" cy="36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8" name="직사각형 187"/>
          <p:cNvSpPr/>
          <p:nvPr userDrawn="1"/>
        </p:nvSpPr>
        <p:spPr>
          <a:xfrm>
            <a:off x="2569017" y="1605021"/>
            <a:ext cx="1285850" cy="19217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소속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전체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73" name="그룹 72"/>
          <p:cNvGrpSpPr/>
          <p:nvPr userDrawn="1"/>
        </p:nvGrpSpPr>
        <p:grpSpPr>
          <a:xfrm>
            <a:off x="4825070" y="2267347"/>
            <a:ext cx="1042273" cy="215444"/>
            <a:chOff x="6076950" y="3219833"/>
            <a:chExt cx="1042273" cy="215444"/>
          </a:xfrm>
        </p:grpSpPr>
        <p:sp>
          <p:nvSpPr>
            <p:cNvPr id="75" name="Rectangle 122"/>
            <p:cNvSpPr>
              <a:spLocks noChangeArrowheads="1"/>
            </p:cNvSpPr>
            <p:nvPr/>
          </p:nvSpPr>
          <p:spPr bwMode="auto">
            <a:xfrm>
              <a:off x="6138205" y="3228798"/>
              <a:ext cx="90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76" name="직사각형 75"/>
            <p:cNvSpPr/>
            <p:nvPr/>
          </p:nvSpPr>
          <p:spPr>
            <a:xfrm>
              <a:off x="6076950" y="3219833"/>
              <a:ext cx="1042273"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이전과목 가져오기</a:t>
              </a:r>
              <a:endParaRPr lang="ko-KR" altLang="en-US" sz="800" kern="0" dirty="0">
                <a:solidFill>
                  <a:schemeClr val="bg1"/>
                </a:solidFill>
                <a:latin typeface="+mn-ea"/>
                <a:ea typeface="+mn-ea"/>
              </a:endParaRPr>
            </a:p>
          </p:txBody>
        </p:sp>
      </p:grpSp>
      <p:sp>
        <p:nvSpPr>
          <p:cNvPr id="141" name="직사각형 140"/>
          <p:cNvSpPr/>
          <p:nvPr userDrawn="1"/>
        </p:nvSpPr>
        <p:spPr>
          <a:xfrm>
            <a:off x="6349927" y="1928308"/>
            <a:ext cx="1665509" cy="1836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강의실 바로가기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sp>
        <p:nvSpPr>
          <p:cNvPr id="142" name="직사각형 141"/>
          <p:cNvSpPr/>
          <p:nvPr userDrawn="1"/>
        </p:nvSpPr>
        <p:spPr>
          <a:xfrm>
            <a:off x="5305811" y="1935902"/>
            <a:ext cx="1015341"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smtClean="0">
                <a:solidFill>
                  <a:schemeClr val="tx1"/>
                </a:solidFill>
                <a:latin typeface="맑은 고딕" panose="020B0503020000020004" pitchFamily="50" charset="-127"/>
                <a:ea typeface="맑은 고딕" panose="020B0503020000020004" pitchFamily="50" charset="-127"/>
              </a:rPr>
              <a:t>2025</a:t>
            </a:r>
            <a:r>
              <a:rPr lang="ko-KR" altLang="en-US" sz="800" dirty="0" smtClean="0">
                <a:solidFill>
                  <a:schemeClr val="tx1"/>
                </a:solidFill>
                <a:latin typeface="맑은 고딕" panose="020B0503020000020004" pitchFamily="50" charset="-127"/>
                <a:ea typeface="맑은 고딕" panose="020B0503020000020004" pitchFamily="50" charset="-127"/>
              </a:rPr>
              <a:t>년 </a:t>
            </a:r>
            <a:r>
              <a:rPr lang="en-US" altLang="ko-KR" sz="800" dirty="0" smtClean="0">
                <a:solidFill>
                  <a:schemeClr val="tx1"/>
                </a:solidFill>
                <a:latin typeface="맑은 고딕" panose="020B0503020000020004" pitchFamily="50" charset="-127"/>
                <a:ea typeface="맑은 고딕" panose="020B0503020000020004" pitchFamily="50" charset="-127"/>
              </a:rPr>
              <a:t>1</a:t>
            </a:r>
            <a:r>
              <a:rPr lang="ko-KR" altLang="en-US" sz="800" dirty="0" smtClean="0">
                <a:solidFill>
                  <a:schemeClr val="tx1"/>
                </a:solidFill>
                <a:latin typeface="맑은 고딕" panose="020B0503020000020004" pitchFamily="50" charset="-127"/>
                <a:ea typeface="맑은 고딕" panose="020B0503020000020004" pitchFamily="50" charset="-127"/>
              </a:rPr>
              <a:t>학기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77" name="Picture 2"/>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 name="Picture 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9" name="그룹 78"/>
          <p:cNvGrpSpPr/>
          <p:nvPr userDrawn="1"/>
        </p:nvGrpSpPr>
        <p:grpSpPr>
          <a:xfrm>
            <a:off x="7672350" y="1496405"/>
            <a:ext cx="243978" cy="215444"/>
            <a:chOff x="8936746" y="2555959"/>
            <a:chExt cx="243978" cy="215444"/>
          </a:xfrm>
        </p:grpSpPr>
        <p:sp>
          <p:nvSpPr>
            <p:cNvPr id="80" name="타원 79"/>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1" name="직사각형 80"/>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82" name="그룹 81"/>
          <p:cNvGrpSpPr/>
          <p:nvPr userDrawn="1"/>
        </p:nvGrpSpPr>
        <p:grpSpPr>
          <a:xfrm>
            <a:off x="7896424" y="1494889"/>
            <a:ext cx="243978" cy="215444"/>
            <a:chOff x="8927221" y="2555959"/>
            <a:chExt cx="243978" cy="215444"/>
          </a:xfrm>
        </p:grpSpPr>
        <p:sp>
          <p:nvSpPr>
            <p:cNvPr id="83" name="타원 82"/>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4" name="직사각형 83"/>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85" name="모서리가 둥근 직사각형 84"/>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86"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grpSp>
        <p:nvGrpSpPr>
          <p:cNvPr id="87" name="그룹 86"/>
          <p:cNvGrpSpPr/>
          <p:nvPr userDrawn="1"/>
        </p:nvGrpSpPr>
        <p:grpSpPr>
          <a:xfrm>
            <a:off x="414400" y="1537742"/>
            <a:ext cx="1281293" cy="8406097"/>
            <a:chOff x="414400" y="1537742"/>
            <a:chExt cx="1281293" cy="8406097"/>
          </a:xfrm>
        </p:grpSpPr>
        <p:sp>
          <p:nvSpPr>
            <p:cNvPr id="88" name="모서리가 둥근 직사각형 87"/>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89" name="모서리가 둥근 직사각형 88"/>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90" name="직사각형 89"/>
            <p:cNvSpPr/>
            <p:nvPr userDrawn="1"/>
          </p:nvSpPr>
          <p:spPr>
            <a:xfrm>
              <a:off x="416496" y="8696421"/>
              <a:ext cx="1275904" cy="724022"/>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91" name="그룹 90"/>
            <p:cNvGrpSpPr/>
            <p:nvPr userDrawn="1"/>
          </p:nvGrpSpPr>
          <p:grpSpPr>
            <a:xfrm>
              <a:off x="414400" y="1537742"/>
              <a:ext cx="1278000" cy="360000"/>
              <a:chOff x="414400" y="2185854"/>
              <a:chExt cx="1278000" cy="360000"/>
            </a:xfrm>
          </p:grpSpPr>
          <p:sp>
            <p:nvSpPr>
              <p:cNvPr id="130" name="직사각형 129"/>
              <p:cNvSpPr/>
              <p:nvPr/>
            </p:nvSpPr>
            <p:spPr>
              <a:xfrm>
                <a:off x="414400" y="2185854"/>
                <a:ext cx="1278000" cy="360000"/>
              </a:xfrm>
              <a:prstGeom prst="rect">
                <a:avLst/>
              </a:prstGeom>
              <a:solidFill>
                <a:srgbClr val="DBEEF4"/>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3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606" y="2294416"/>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2" name="TextBox 131"/>
              <p:cNvSpPr txBox="1"/>
              <p:nvPr/>
            </p:nvSpPr>
            <p:spPr>
              <a:xfrm>
                <a:off x="695003" y="225782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92" name="직사각형 91"/>
            <p:cNvSpPr/>
            <p:nvPr userDrawn="1"/>
          </p:nvSpPr>
          <p:spPr>
            <a:xfrm>
              <a:off x="415299" y="61272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93"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6405" y="62078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4" name="직사각형 93"/>
            <p:cNvSpPr/>
            <p:nvPr userDrawn="1"/>
          </p:nvSpPr>
          <p:spPr>
            <a:xfrm>
              <a:off x="415299" y="848857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95" name="직사각형 94"/>
            <p:cNvSpPr/>
            <p:nvPr userDrawn="1"/>
          </p:nvSpPr>
          <p:spPr>
            <a:xfrm>
              <a:off x="415299" y="9583838"/>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96" name="Picture 11"/>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76206" y="856616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7" name="TextBox 96"/>
            <p:cNvSpPr txBox="1"/>
            <p:nvPr userDrawn="1"/>
          </p:nvSpPr>
          <p:spPr>
            <a:xfrm>
              <a:off x="697125" y="61944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수강정보</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8" name="TextBox 97"/>
            <p:cNvSpPr txBox="1"/>
            <p:nvPr userDrawn="1"/>
          </p:nvSpPr>
          <p:spPr>
            <a:xfrm>
              <a:off x="703331" y="8556795"/>
              <a:ext cx="908726" cy="230832"/>
            </a:xfrm>
            <a:prstGeom prst="rect">
              <a:avLst/>
            </a:prstGeom>
            <a:solidFill>
              <a:schemeClr val="bg1"/>
            </a:solid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관리</a:t>
              </a: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설정</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 name="직사각형 98"/>
            <p:cNvSpPr/>
            <p:nvPr userDrawn="1"/>
          </p:nvSpPr>
          <p:spPr>
            <a:xfrm>
              <a:off x="415459" y="8848611"/>
              <a:ext cx="1275266" cy="109522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팀 관리</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교수</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조교 정보</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알림 발신 설정</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임계값 기준 확인</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게시판 관리</a:t>
              </a:r>
              <a:endParaRPr lang="ko-KR" altLang="en-US" sz="800" dirty="0">
                <a:solidFill>
                  <a:schemeClr val="tx1">
                    <a:lumMod val="75000"/>
                    <a:lumOff val="25000"/>
                  </a:schemeClr>
                </a:solidFill>
                <a:latin typeface="+mn-ea"/>
              </a:endParaRPr>
            </a:p>
          </p:txBody>
        </p:sp>
        <p:sp>
          <p:nvSpPr>
            <p:cNvPr id="100" name="직사각형 99"/>
            <p:cNvSpPr/>
            <p:nvPr userDrawn="1"/>
          </p:nvSpPr>
          <p:spPr>
            <a:xfrm>
              <a:off x="415299" y="189359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01" name="Picture 6"/>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76306" y="197121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2" name="TextBox 101"/>
            <p:cNvSpPr txBox="1"/>
            <p:nvPr userDrawn="1"/>
          </p:nvSpPr>
          <p:spPr>
            <a:xfrm>
              <a:off x="697125" y="196654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알림터</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3" name="직사각형 102"/>
            <p:cNvSpPr/>
            <p:nvPr userDrawn="1"/>
          </p:nvSpPr>
          <p:spPr>
            <a:xfrm>
              <a:off x="414400" y="3389456"/>
              <a:ext cx="1278000" cy="1473163"/>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 목록</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과제</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토론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smtClean="0">
                  <a:solidFill>
                    <a:schemeClr val="tx1">
                      <a:lumMod val="75000"/>
                      <a:lumOff val="25000"/>
                    </a:schemeClr>
                  </a:solidFill>
                </a:rPr>
                <a:t>퀴즈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설문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 </a:t>
              </a:r>
              <a:endParaRPr lang="en-US" altLang="ko-KR" sz="800" dirty="0" smtClean="0">
                <a:solidFill>
                  <a:schemeClr val="tx1">
                    <a:lumMod val="75000"/>
                    <a:lumOff val="25000"/>
                  </a:schemeClr>
                </a:solidFill>
              </a:endParaRP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학습메모</a:t>
              </a:r>
              <a:endParaRPr lang="en-US" altLang="ko-KR" sz="800" dirty="0" smtClean="0">
                <a:solidFill>
                  <a:schemeClr val="tx1">
                    <a:lumMod val="75000"/>
                    <a:lumOff val="25000"/>
                  </a:schemeClr>
                </a:solidFill>
              </a:endParaRPr>
            </a:p>
          </p:txBody>
        </p:sp>
        <p:sp>
          <p:nvSpPr>
            <p:cNvPr id="104" name="직사각형 103"/>
            <p:cNvSpPr/>
            <p:nvPr userDrawn="1"/>
          </p:nvSpPr>
          <p:spPr>
            <a:xfrm>
              <a:off x="414400" y="3030860"/>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05" name="TextBox 104"/>
            <p:cNvSpPr txBox="1"/>
            <p:nvPr userDrawn="1"/>
          </p:nvSpPr>
          <p:spPr>
            <a:xfrm>
              <a:off x="702432" y="3098106"/>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학습활동</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6" name="Picture 9"/>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80066" y="3111486"/>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7" name="직사각형 106"/>
            <p:cNvSpPr/>
            <p:nvPr userDrawn="1"/>
          </p:nvSpPr>
          <p:spPr>
            <a:xfrm>
              <a:off x="416496" y="2255725"/>
              <a:ext cx="1278000" cy="76887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통합게시판</a:t>
              </a:r>
              <a:r>
                <a:rPr lang="en-US" altLang="ko-KR" sz="800" dirty="0" smtClean="0">
                  <a:solidFill>
                    <a:schemeClr val="tx1">
                      <a:lumMod val="75000"/>
                      <a:lumOff val="25000"/>
                    </a:schemeClr>
                  </a:solidFill>
                </a:rPr>
                <a:t> </a:t>
              </a: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팀</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게시판</a:t>
              </a:r>
              <a:endParaRPr lang="en-US" altLang="ko-KR" sz="800" dirty="0" smtClean="0">
                <a:solidFill>
                  <a:schemeClr val="tx1">
                    <a:lumMod val="75000"/>
                    <a:lumOff val="25000"/>
                  </a:schemeClr>
                </a:solidFill>
              </a:endParaRPr>
            </a:p>
            <a:p>
              <a:pPr>
                <a:lnSpc>
                  <a:spcPct val="150000"/>
                </a:lnSpc>
              </a:pPr>
              <a:r>
                <a:rPr lang="en-US" altLang="ko-KR" sz="800" dirty="0" smtClean="0">
                  <a:solidFill>
                    <a:srgbClr val="007DC5"/>
                  </a:solidFill>
                </a:rPr>
                <a:t>• </a:t>
              </a:r>
              <a:r>
                <a:rPr lang="ko-KR" altLang="en-US" sz="800" dirty="0" smtClean="0">
                  <a:solidFill>
                    <a:srgbClr val="007DC5"/>
                  </a:solidFill>
                </a:rPr>
                <a:t>추가 게시판</a:t>
              </a:r>
              <a:endParaRPr lang="en-US" altLang="ko-KR" sz="800" dirty="0" smtClean="0">
                <a:solidFill>
                  <a:srgbClr val="007DC5"/>
                </a:solidFill>
              </a:endParaRPr>
            </a:p>
          </p:txBody>
        </p:sp>
        <p:sp>
          <p:nvSpPr>
            <p:cNvPr id="108" name="직사각형 107"/>
            <p:cNvSpPr/>
            <p:nvPr userDrawn="1"/>
          </p:nvSpPr>
          <p:spPr>
            <a:xfrm>
              <a:off x="416496" y="6487244"/>
              <a:ext cx="1278000" cy="78465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수강생 정보</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출석</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학습현황</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학생화면보기</a:t>
              </a:r>
              <a:endParaRPr lang="en-US" altLang="ko-KR" sz="800" dirty="0" smtClean="0">
                <a:solidFill>
                  <a:schemeClr val="tx1">
                    <a:lumMod val="75000"/>
                    <a:lumOff val="25000"/>
                  </a:schemeClr>
                </a:solidFill>
              </a:endParaRPr>
            </a:p>
          </p:txBody>
        </p:sp>
        <p:sp>
          <p:nvSpPr>
            <p:cNvPr id="109" name="직사각형 108"/>
            <p:cNvSpPr/>
            <p:nvPr userDrawn="1"/>
          </p:nvSpPr>
          <p:spPr>
            <a:xfrm>
              <a:off x="416496" y="812647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10"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7602" y="820710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1" name="TextBox 110"/>
            <p:cNvSpPr txBox="1"/>
            <p:nvPr userDrawn="1"/>
          </p:nvSpPr>
          <p:spPr>
            <a:xfrm>
              <a:off x="698322" y="819372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문제은행</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12" name="그룹 111"/>
            <p:cNvGrpSpPr/>
            <p:nvPr userDrawn="1"/>
          </p:nvGrpSpPr>
          <p:grpSpPr>
            <a:xfrm>
              <a:off x="416496" y="4867064"/>
              <a:ext cx="1278000" cy="1260140"/>
              <a:chOff x="416496" y="5697252"/>
              <a:chExt cx="1278000" cy="1260140"/>
            </a:xfrm>
          </p:grpSpPr>
          <p:sp>
            <p:nvSpPr>
              <p:cNvPr id="119" name="직사각형 118"/>
              <p:cNvSpPr/>
              <p:nvPr userDrawn="1"/>
            </p:nvSpPr>
            <p:spPr>
              <a:xfrm>
                <a:off x="416496" y="6055848"/>
                <a:ext cx="1278000" cy="901544"/>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중간</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기말</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장애인시험지원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err="1" smtClean="0">
                    <a:solidFill>
                      <a:schemeClr val="tx1">
                        <a:lumMod val="75000"/>
                        <a:lumOff val="25000"/>
                      </a:schemeClr>
                    </a:solidFill>
                  </a:rPr>
                  <a:t>결시신청</a:t>
                </a:r>
                <a:endParaRPr lang="en-US" altLang="ko-KR" sz="800" dirty="0" smtClean="0">
                  <a:solidFill>
                    <a:schemeClr val="tx1">
                      <a:lumMod val="75000"/>
                      <a:lumOff val="25000"/>
                    </a:schemeClr>
                  </a:solidFill>
                </a:endParaRPr>
              </a:p>
            </p:txBody>
          </p:sp>
          <p:sp>
            <p:nvSpPr>
              <p:cNvPr id="127" name="직사각형 126"/>
              <p:cNvSpPr/>
              <p:nvPr userDrawn="1"/>
            </p:nvSpPr>
            <p:spPr>
              <a:xfrm>
                <a:off x="416496" y="5697252"/>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28" name="TextBox 127"/>
              <p:cNvSpPr txBox="1"/>
              <p:nvPr userDrawn="1"/>
            </p:nvSpPr>
            <p:spPr>
              <a:xfrm>
                <a:off x="704528" y="5764498"/>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시험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29" name="Picture 9"/>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82162" y="577787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14" name="그룹 113"/>
            <p:cNvGrpSpPr/>
            <p:nvPr userDrawn="1"/>
          </p:nvGrpSpPr>
          <p:grpSpPr>
            <a:xfrm>
              <a:off x="416496" y="7271903"/>
              <a:ext cx="1279197" cy="849239"/>
              <a:chOff x="452500" y="7065404"/>
              <a:chExt cx="1279197" cy="849239"/>
            </a:xfrm>
          </p:grpSpPr>
          <p:sp>
            <p:nvSpPr>
              <p:cNvPr id="115" name="직사각형 114"/>
              <p:cNvSpPr/>
              <p:nvPr userDrawn="1"/>
            </p:nvSpPr>
            <p:spPr>
              <a:xfrm>
                <a:off x="452500" y="70654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16"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513606" y="71460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7" name="TextBox 116"/>
              <p:cNvSpPr txBox="1"/>
              <p:nvPr userDrawn="1"/>
            </p:nvSpPr>
            <p:spPr>
              <a:xfrm>
                <a:off x="734326" y="71326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종합성적</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18" name="직사각형 117"/>
              <p:cNvSpPr/>
              <p:nvPr userDrawn="1"/>
            </p:nvSpPr>
            <p:spPr>
              <a:xfrm>
                <a:off x="453697" y="7425445"/>
                <a:ext cx="1278000" cy="48919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성적처리</a:t>
                </a:r>
                <a:r>
                  <a:rPr lang="en-US" altLang="ko-KR" sz="800" dirty="0" smtClean="0">
                    <a:solidFill>
                      <a:schemeClr val="tx1">
                        <a:lumMod val="75000"/>
                        <a:lumOff val="25000"/>
                      </a:schemeClr>
                    </a:solidFill>
                  </a:rPr>
                  <a:t> </a:t>
                </a: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성적재확인신청</a:t>
                </a:r>
                <a:endParaRPr lang="en-US" altLang="ko-KR" sz="800" dirty="0" smtClean="0">
                  <a:solidFill>
                    <a:schemeClr val="tx1">
                      <a:lumMod val="75000"/>
                      <a:lumOff val="25000"/>
                    </a:schemeClr>
                  </a:solidFill>
                </a:endParaRPr>
              </a:p>
            </p:txBody>
          </p:sp>
        </p:grpSp>
      </p:grpSp>
    </p:spTree>
    <p:extLst>
      <p:ext uri="{BB962C8B-B14F-4D97-AF65-F5344CB8AC3E}">
        <p14:creationId xmlns:p14="http://schemas.microsoft.com/office/powerpoint/2010/main" val="2325450879"/>
      </p:ext>
    </p:extLst>
  </p:cSld>
  <p:clrMapOvr>
    <a:masterClrMapping/>
  </p:clrMapOvr>
  <p:transition>
    <p:wipe dir="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11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419786062"/>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95071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pic>
        <p:nvPicPr>
          <p:cNvPr id="52"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rot="10800000">
            <a:off x="4016896" y="2577005"/>
            <a:ext cx="533400" cy="76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53" name="직선 연결선 52"/>
          <p:cNvCxnSpPr/>
          <p:nvPr userDrawn="1"/>
        </p:nvCxnSpPr>
        <p:spPr>
          <a:xfrm>
            <a:off x="416496" y="2580959"/>
            <a:ext cx="7650000" cy="9114"/>
          </a:xfrm>
          <a:prstGeom prst="line">
            <a:avLst/>
          </a:prstGeom>
          <a:ln w="38100">
            <a:solidFill>
              <a:schemeClr val="accent6">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56" name="직사각형 55"/>
          <p:cNvSpPr/>
          <p:nvPr userDrawn="1"/>
        </p:nvSpPr>
        <p:spPr>
          <a:xfrm>
            <a:off x="416496" y="2140285"/>
            <a:ext cx="7642373" cy="426136"/>
          </a:xfrm>
          <a:prstGeom prst="rect">
            <a:avLst/>
          </a:prstGeom>
          <a:no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66" name="TextBox 65"/>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grpSp>
        <p:nvGrpSpPr>
          <p:cNvPr id="67" name="그룹 66"/>
          <p:cNvGrpSpPr/>
          <p:nvPr userDrawn="1"/>
        </p:nvGrpSpPr>
        <p:grpSpPr>
          <a:xfrm>
            <a:off x="498029" y="1916832"/>
            <a:ext cx="1928786" cy="215444"/>
            <a:chOff x="5267482" y="2339935"/>
            <a:chExt cx="1928786" cy="215444"/>
          </a:xfrm>
        </p:grpSpPr>
        <p:sp>
          <p:nvSpPr>
            <p:cNvPr id="68" name="TextBox 67"/>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대시보드</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69" name="Picture 3"/>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 name="모서리가 둥근 직사각형 69"/>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72" name="직사각형 71"/>
          <p:cNvSpPr/>
          <p:nvPr userDrawn="1"/>
        </p:nvSpPr>
        <p:spPr>
          <a:xfrm>
            <a:off x="414400" y="1895090"/>
            <a:ext cx="7653600" cy="252000"/>
          </a:xfrm>
          <a:prstGeom prst="rect">
            <a:avLst/>
          </a:prstGeom>
          <a:solidFill>
            <a:schemeClr val="bg1">
              <a:lumMod val="9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55" name="Picture 3"/>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1734076" y="1515415"/>
            <a:ext cx="736744" cy="36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6" name="직사각형 155"/>
          <p:cNvSpPr/>
          <p:nvPr userDrawn="1"/>
        </p:nvSpPr>
        <p:spPr>
          <a:xfrm>
            <a:off x="2569017" y="1605021"/>
            <a:ext cx="1285850" cy="19217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소속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전체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75" name="그룹 74"/>
          <p:cNvGrpSpPr/>
          <p:nvPr userDrawn="1"/>
        </p:nvGrpSpPr>
        <p:grpSpPr>
          <a:xfrm>
            <a:off x="1712640" y="2140285"/>
            <a:ext cx="3249935" cy="426135"/>
            <a:chOff x="420885" y="2140285"/>
            <a:chExt cx="3249935" cy="426135"/>
          </a:xfrm>
        </p:grpSpPr>
        <p:sp>
          <p:nvSpPr>
            <p:cNvPr id="76" name="직사각형 75"/>
            <p:cNvSpPr/>
            <p:nvPr userDrawn="1"/>
          </p:nvSpPr>
          <p:spPr>
            <a:xfrm>
              <a:off x="420885" y="2140285"/>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77" name="직사각형 76"/>
            <p:cNvSpPr/>
            <p:nvPr userDrawn="1"/>
          </p:nvSpPr>
          <p:spPr>
            <a:xfrm>
              <a:off x="426021" y="2350976"/>
              <a:ext cx="3244799" cy="215444"/>
            </a:xfrm>
            <a:prstGeom prst="rect">
              <a:avLst/>
            </a:prstGeom>
          </p:spPr>
          <p:txBody>
            <a:bodyPr wrap="none">
              <a:spAutoFit/>
            </a:bodyPr>
            <a:lstStyle/>
            <a:p>
              <a:r>
                <a:rPr lang="en-US" altLang="ko-KR" sz="800" b="1" dirty="0" smtClean="0">
                  <a:solidFill>
                    <a:srgbClr val="00B050"/>
                  </a:solidFill>
                  <a:latin typeface="+mn-ea"/>
                  <a:ea typeface="+mn-ea"/>
                </a:rPr>
                <a:t>ONLINE</a:t>
              </a:r>
              <a:r>
                <a:rPr lang="en-US" altLang="ko-KR" sz="800" baseline="0" dirty="0" smtClean="0">
                  <a:solidFill>
                    <a:schemeClr val="tx1">
                      <a:lumMod val="65000"/>
                      <a:lumOff val="35000"/>
                    </a:schemeClr>
                  </a:solidFill>
                  <a:latin typeface="+mn-ea"/>
                  <a:ea typeface="+mn-ea"/>
                </a:rPr>
                <a:t> | </a:t>
              </a:r>
              <a:r>
                <a:rPr lang="ko-KR" altLang="en-US" sz="800" b="1" baseline="0" dirty="0" smtClean="0">
                  <a:solidFill>
                    <a:srgbClr val="0070C0"/>
                  </a:solidFill>
                  <a:latin typeface="+mn-ea"/>
                  <a:ea typeface="+mn-ea"/>
                </a:rPr>
                <a:t>학기제</a:t>
              </a:r>
              <a:r>
                <a:rPr lang="ko-KR" altLang="en-US" sz="800" baseline="0" dirty="0" smtClean="0">
                  <a:solidFill>
                    <a:schemeClr val="tx1">
                      <a:lumMod val="65000"/>
                      <a:lumOff val="35000"/>
                    </a:schemeClr>
                  </a:solidFill>
                  <a:latin typeface="+mn-ea"/>
                  <a:ea typeface="+mn-ea"/>
                </a:rPr>
                <a:t>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개설학과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사회인문학과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이수구분</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전공필수 </a:t>
              </a:r>
              <a:endParaRPr lang="ko-KR" altLang="en-US" sz="800" dirty="0">
                <a:solidFill>
                  <a:schemeClr val="tx1">
                    <a:lumMod val="65000"/>
                    <a:lumOff val="35000"/>
                  </a:schemeClr>
                </a:solidFill>
                <a:latin typeface="+mn-ea"/>
                <a:ea typeface="+mn-ea"/>
              </a:endParaRPr>
            </a:p>
          </p:txBody>
        </p:sp>
      </p:grpSp>
      <p:grpSp>
        <p:nvGrpSpPr>
          <p:cNvPr id="88" name="그룹 87"/>
          <p:cNvGrpSpPr/>
          <p:nvPr userDrawn="1"/>
        </p:nvGrpSpPr>
        <p:grpSpPr>
          <a:xfrm>
            <a:off x="6566061" y="2271792"/>
            <a:ext cx="720000" cy="215444"/>
            <a:chOff x="6138205" y="3219833"/>
            <a:chExt cx="720000" cy="215444"/>
          </a:xfrm>
        </p:grpSpPr>
        <p:sp>
          <p:nvSpPr>
            <p:cNvPr id="89"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91" name="직사각형 90"/>
            <p:cNvSpPr/>
            <p:nvPr/>
          </p:nvSpPr>
          <p:spPr>
            <a:xfrm>
              <a:off x="6194169"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학습독려</a:t>
              </a:r>
              <a:endParaRPr lang="ko-KR" altLang="en-US" sz="800" kern="0" dirty="0">
                <a:solidFill>
                  <a:schemeClr val="bg1"/>
                </a:solidFill>
                <a:latin typeface="+mn-ea"/>
                <a:ea typeface="+mn-ea"/>
              </a:endParaRPr>
            </a:p>
          </p:txBody>
        </p:sp>
      </p:grpSp>
      <p:grpSp>
        <p:nvGrpSpPr>
          <p:cNvPr id="92" name="그룹 91"/>
          <p:cNvGrpSpPr/>
          <p:nvPr userDrawn="1"/>
        </p:nvGrpSpPr>
        <p:grpSpPr>
          <a:xfrm>
            <a:off x="7315627" y="2264935"/>
            <a:ext cx="720000" cy="215444"/>
            <a:chOff x="6138205" y="3219833"/>
            <a:chExt cx="720000" cy="215444"/>
          </a:xfrm>
        </p:grpSpPr>
        <p:sp>
          <p:nvSpPr>
            <p:cNvPr id="93"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94" name="직사각형 93"/>
            <p:cNvSpPr/>
            <p:nvPr/>
          </p:nvSpPr>
          <p:spPr>
            <a:xfrm>
              <a:off x="6194170"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평가비중</a:t>
              </a:r>
              <a:endParaRPr lang="ko-KR" altLang="en-US" sz="800" kern="0" dirty="0">
                <a:solidFill>
                  <a:schemeClr val="bg1"/>
                </a:solidFill>
                <a:latin typeface="+mn-ea"/>
                <a:ea typeface="+mn-ea"/>
              </a:endParaRPr>
            </a:p>
          </p:txBody>
        </p:sp>
      </p:grpSp>
      <p:grpSp>
        <p:nvGrpSpPr>
          <p:cNvPr id="95" name="그룹 94"/>
          <p:cNvGrpSpPr/>
          <p:nvPr userDrawn="1"/>
        </p:nvGrpSpPr>
        <p:grpSpPr>
          <a:xfrm>
            <a:off x="5812904" y="2264935"/>
            <a:ext cx="720000" cy="215444"/>
            <a:chOff x="6138205" y="3219833"/>
            <a:chExt cx="720000" cy="215444"/>
          </a:xfrm>
        </p:grpSpPr>
        <p:sp>
          <p:nvSpPr>
            <p:cNvPr id="96"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97" name="직사각형 96"/>
            <p:cNvSpPr/>
            <p:nvPr/>
          </p:nvSpPr>
          <p:spPr>
            <a:xfrm>
              <a:off x="6142875" y="3219833"/>
              <a:ext cx="697627"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강의계획서</a:t>
              </a:r>
              <a:endParaRPr lang="ko-KR" altLang="en-US" sz="800" kern="0" dirty="0">
                <a:solidFill>
                  <a:schemeClr val="bg1"/>
                </a:solidFill>
                <a:latin typeface="+mn-ea"/>
                <a:ea typeface="+mn-ea"/>
              </a:endParaRPr>
            </a:p>
          </p:txBody>
        </p:sp>
      </p:grpSp>
      <p:grpSp>
        <p:nvGrpSpPr>
          <p:cNvPr id="98" name="그룹 97"/>
          <p:cNvGrpSpPr/>
          <p:nvPr userDrawn="1"/>
        </p:nvGrpSpPr>
        <p:grpSpPr>
          <a:xfrm>
            <a:off x="4825070" y="2267347"/>
            <a:ext cx="1042273" cy="215444"/>
            <a:chOff x="6076950" y="3219833"/>
            <a:chExt cx="1042273" cy="215444"/>
          </a:xfrm>
        </p:grpSpPr>
        <p:sp>
          <p:nvSpPr>
            <p:cNvPr id="99" name="Rectangle 122"/>
            <p:cNvSpPr>
              <a:spLocks noChangeArrowheads="1"/>
            </p:cNvSpPr>
            <p:nvPr/>
          </p:nvSpPr>
          <p:spPr bwMode="auto">
            <a:xfrm>
              <a:off x="6138205" y="3228798"/>
              <a:ext cx="90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00" name="직사각형 99"/>
            <p:cNvSpPr/>
            <p:nvPr/>
          </p:nvSpPr>
          <p:spPr>
            <a:xfrm>
              <a:off x="6076950" y="3219833"/>
              <a:ext cx="1042273"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이전과목 가져오기</a:t>
              </a:r>
              <a:endParaRPr lang="ko-KR" altLang="en-US" sz="800" kern="0" dirty="0">
                <a:solidFill>
                  <a:schemeClr val="bg1"/>
                </a:solidFill>
                <a:latin typeface="+mn-ea"/>
                <a:ea typeface="+mn-ea"/>
              </a:endParaRPr>
            </a:p>
          </p:txBody>
        </p:sp>
      </p:grpSp>
      <p:sp>
        <p:nvSpPr>
          <p:cNvPr id="102" name="직사각형 101"/>
          <p:cNvSpPr/>
          <p:nvPr userDrawn="1"/>
        </p:nvSpPr>
        <p:spPr>
          <a:xfrm>
            <a:off x="6349927" y="1928308"/>
            <a:ext cx="1665509" cy="1836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강의실 바로가기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sp>
        <p:nvSpPr>
          <p:cNvPr id="103" name="직사각형 102"/>
          <p:cNvSpPr/>
          <p:nvPr userDrawn="1"/>
        </p:nvSpPr>
        <p:spPr>
          <a:xfrm>
            <a:off x="5305811" y="1935902"/>
            <a:ext cx="1015341"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smtClean="0">
                <a:solidFill>
                  <a:schemeClr val="tx1"/>
                </a:solidFill>
                <a:latin typeface="맑은 고딕" panose="020B0503020000020004" pitchFamily="50" charset="-127"/>
                <a:ea typeface="맑은 고딕" panose="020B0503020000020004" pitchFamily="50" charset="-127"/>
              </a:rPr>
              <a:t>2025</a:t>
            </a:r>
            <a:r>
              <a:rPr lang="ko-KR" altLang="en-US" sz="800" dirty="0" smtClean="0">
                <a:solidFill>
                  <a:schemeClr val="tx1"/>
                </a:solidFill>
                <a:latin typeface="맑은 고딕" panose="020B0503020000020004" pitchFamily="50" charset="-127"/>
                <a:ea typeface="맑은 고딕" panose="020B0503020000020004" pitchFamily="50" charset="-127"/>
              </a:rPr>
              <a:t>년 </a:t>
            </a:r>
            <a:r>
              <a:rPr lang="en-US" altLang="ko-KR" sz="800" dirty="0" smtClean="0">
                <a:solidFill>
                  <a:schemeClr val="tx1"/>
                </a:solidFill>
                <a:latin typeface="맑은 고딕" panose="020B0503020000020004" pitchFamily="50" charset="-127"/>
                <a:ea typeface="맑은 고딕" panose="020B0503020000020004" pitchFamily="50" charset="-127"/>
              </a:rPr>
              <a:t>1</a:t>
            </a:r>
            <a:r>
              <a:rPr lang="ko-KR" altLang="en-US" sz="800" dirty="0" smtClean="0">
                <a:solidFill>
                  <a:schemeClr val="tx1"/>
                </a:solidFill>
                <a:latin typeface="맑은 고딕" panose="020B0503020000020004" pitchFamily="50" charset="-127"/>
                <a:ea typeface="맑은 고딕" panose="020B0503020000020004" pitchFamily="50" charset="-127"/>
              </a:rPr>
              <a:t>학기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74" name="Picture 2"/>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 name="Picture 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9" name="그룹 78"/>
          <p:cNvGrpSpPr/>
          <p:nvPr userDrawn="1"/>
        </p:nvGrpSpPr>
        <p:grpSpPr>
          <a:xfrm>
            <a:off x="7672350" y="1496405"/>
            <a:ext cx="243978" cy="215444"/>
            <a:chOff x="8936746" y="2555959"/>
            <a:chExt cx="243978" cy="215444"/>
          </a:xfrm>
        </p:grpSpPr>
        <p:sp>
          <p:nvSpPr>
            <p:cNvPr id="80" name="타원 79"/>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1" name="직사각형 80"/>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82" name="그룹 81"/>
          <p:cNvGrpSpPr/>
          <p:nvPr userDrawn="1"/>
        </p:nvGrpSpPr>
        <p:grpSpPr>
          <a:xfrm>
            <a:off x="7896424" y="1494889"/>
            <a:ext cx="243978" cy="215444"/>
            <a:chOff x="8927221" y="2555959"/>
            <a:chExt cx="243978" cy="215444"/>
          </a:xfrm>
        </p:grpSpPr>
        <p:sp>
          <p:nvSpPr>
            <p:cNvPr id="83" name="타원 82"/>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4" name="직사각형 83"/>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85" name="모서리가 둥근 직사각형 84"/>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86"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grpSp>
        <p:nvGrpSpPr>
          <p:cNvPr id="73" name="그룹 72"/>
          <p:cNvGrpSpPr/>
          <p:nvPr userDrawn="1"/>
        </p:nvGrpSpPr>
        <p:grpSpPr>
          <a:xfrm>
            <a:off x="414400" y="1537742"/>
            <a:ext cx="1281293" cy="8406097"/>
            <a:chOff x="414400" y="1537742"/>
            <a:chExt cx="1281293" cy="8406097"/>
          </a:xfrm>
        </p:grpSpPr>
        <p:sp>
          <p:nvSpPr>
            <p:cNvPr id="87" name="모서리가 둥근 직사각형 86"/>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101" name="모서리가 둥근 직사각형 100"/>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104" name="직사각형 103"/>
            <p:cNvSpPr/>
            <p:nvPr userDrawn="1"/>
          </p:nvSpPr>
          <p:spPr>
            <a:xfrm>
              <a:off x="416496" y="8696421"/>
              <a:ext cx="1275904" cy="724022"/>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105" name="그룹 104"/>
            <p:cNvGrpSpPr/>
            <p:nvPr userDrawn="1"/>
          </p:nvGrpSpPr>
          <p:grpSpPr>
            <a:xfrm>
              <a:off x="414400" y="1537742"/>
              <a:ext cx="1278000" cy="360000"/>
              <a:chOff x="414400" y="2185854"/>
              <a:chExt cx="1278000" cy="360000"/>
            </a:xfrm>
          </p:grpSpPr>
          <p:sp>
            <p:nvSpPr>
              <p:cNvPr id="167" name="직사각형 166"/>
              <p:cNvSpPr/>
              <p:nvPr/>
            </p:nvSpPr>
            <p:spPr>
              <a:xfrm>
                <a:off x="414400" y="2185854"/>
                <a:ext cx="1278000" cy="360000"/>
              </a:xfrm>
              <a:prstGeom prst="rect">
                <a:avLst/>
              </a:prstGeom>
              <a:solidFill>
                <a:srgbClr val="DBEEF4"/>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6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606" y="2294416"/>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9" name="TextBox 168"/>
              <p:cNvSpPr txBox="1"/>
              <p:nvPr/>
            </p:nvSpPr>
            <p:spPr>
              <a:xfrm>
                <a:off x="695003" y="225782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106" name="직사각형 105"/>
            <p:cNvSpPr/>
            <p:nvPr userDrawn="1"/>
          </p:nvSpPr>
          <p:spPr>
            <a:xfrm>
              <a:off x="415299" y="61272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07"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6405" y="62078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8" name="직사각형 107"/>
            <p:cNvSpPr/>
            <p:nvPr userDrawn="1"/>
          </p:nvSpPr>
          <p:spPr>
            <a:xfrm>
              <a:off x="415299" y="848857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09" name="직사각형 108"/>
            <p:cNvSpPr/>
            <p:nvPr userDrawn="1"/>
          </p:nvSpPr>
          <p:spPr>
            <a:xfrm>
              <a:off x="415299" y="9583838"/>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13" name="Picture 11"/>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76206" y="856616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4" name="TextBox 113"/>
            <p:cNvSpPr txBox="1"/>
            <p:nvPr userDrawn="1"/>
          </p:nvSpPr>
          <p:spPr>
            <a:xfrm>
              <a:off x="697125" y="61944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수강정보</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15" name="TextBox 114"/>
            <p:cNvSpPr txBox="1"/>
            <p:nvPr userDrawn="1"/>
          </p:nvSpPr>
          <p:spPr>
            <a:xfrm>
              <a:off x="703331" y="8556795"/>
              <a:ext cx="908726" cy="230832"/>
            </a:xfrm>
            <a:prstGeom prst="rect">
              <a:avLst/>
            </a:prstGeom>
            <a:solidFill>
              <a:schemeClr val="bg1"/>
            </a:solid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관리</a:t>
              </a: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설정</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16" name="직사각형 115"/>
            <p:cNvSpPr/>
            <p:nvPr userDrawn="1"/>
          </p:nvSpPr>
          <p:spPr>
            <a:xfrm>
              <a:off x="415459" y="8848611"/>
              <a:ext cx="1275266" cy="109522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팀 관리</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교수</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조교 정보</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알림 발신 설정</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임계값 기준 확인</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게시판 관리</a:t>
              </a:r>
              <a:endParaRPr lang="ko-KR" altLang="en-US" sz="800" dirty="0">
                <a:solidFill>
                  <a:schemeClr val="tx1">
                    <a:lumMod val="75000"/>
                    <a:lumOff val="25000"/>
                  </a:schemeClr>
                </a:solidFill>
                <a:latin typeface="+mn-ea"/>
              </a:endParaRPr>
            </a:p>
          </p:txBody>
        </p:sp>
        <p:sp>
          <p:nvSpPr>
            <p:cNvPr id="117" name="직사각형 116"/>
            <p:cNvSpPr/>
            <p:nvPr userDrawn="1"/>
          </p:nvSpPr>
          <p:spPr>
            <a:xfrm>
              <a:off x="415299" y="189359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18" name="Picture 6"/>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76306" y="197121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9" name="TextBox 118"/>
            <p:cNvSpPr txBox="1"/>
            <p:nvPr userDrawn="1"/>
          </p:nvSpPr>
          <p:spPr>
            <a:xfrm>
              <a:off x="697125" y="196654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알림터</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20" name="직사각형 119"/>
            <p:cNvSpPr/>
            <p:nvPr userDrawn="1"/>
          </p:nvSpPr>
          <p:spPr>
            <a:xfrm>
              <a:off x="414400" y="3389456"/>
              <a:ext cx="1278000" cy="1473163"/>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 목록</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과제</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토론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smtClean="0">
                  <a:solidFill>
                    <a:schemeClr val="tx1">
                      <a:lumMod val="75000"/>
                      <a:lumOff val="25000"/>
                    </a:schemeClr>
                  </a:solidFill>
                </a:rPr>
                <a:t>퀴즈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설문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 </a:t>
              </a:r>
              <a:endParaRPr lang="en-US" altLang="ko-KR" sz="800" dirty="0" smtClean="0">
                <a:solidFill>
                  <a:schemeClr val="tx1">
                    <a:lumMod val="75000"/>
                    <a:lumOff val="25000"/>
                  </a:schemeClr>
                </a:solidFill>
              </a:endParaRP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학습메모</a:t>
              </a:r>
              <a:endParaRPr lang="en-US" altLang="ko-KR" sz="800" dirty="0" smtClean="0">
                <a:solidFill>
                  <a:schemeClr val="tx1">
                    <a:lumMod val="75000"/>
                    <a:lumOff val="25000"/>
                  </a:schemeClr>
                </a:solidFill>
              </a:endParaRPr>
            </a:p>
          </p:txBody>
        </p:sp>
        <p:sp>
          <p:nvSpPr>
            <p:cNvPr id="121" name="직사각형 120"/>
            <p:cNvSpPr/>
            <p:nvPr userDrawn="1"/>
          </p:nvSpPr>
          <p:spPr>
            <a:xfrm>
              <a:off x="414400" y="3030860"/>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22" name="TextBox 121"/>
            <p:cNvSpPr txBox="1"/>
            <p:nvPr userDrawn="1"/>
          </p:nvSpPr>
          <p:spPr>
            <a:xfrm>
              <a:off x="702432" y="3098106"/>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학습활동</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23" name="Picture 9"/>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80066" y="3111486"/>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4" name="직사각형 123"/>
            <p:cNvSpPr/>
            <p:nvPr userDrawn="1"/>
          </p:nvSpPr>
          <p:spPr>
            <a:xfrm>
              <a:off x="416496" y="2255725"/>
              <a:ext cx="1278000" cy="76887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통합게시판</a:t>
              </a:r>
              <a:r>
                <a:rPr lang="en-US" altLang="ko-KR" sz="800" dirty="0" smtClean="0">
                  <a:solidFill>
                    <a:schemeClr val="tx1">
                      <a:lumMod val="75000"/>
                      <a:lumOff val="25000"/>
                    </a:schemeClr>
                  </a:solidFill>
                </a:rPr>
                <a:t> </a:t>
              </a: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팀</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게시판</a:t>
              </a:r>
              <a:endParaRPr lang="en-US" altLang="ko-KR" sz="800" dirty="0" smtClean="0">
                <a:solidFill>
                  <a:schemeClr val="tx1">
                    <a:lumMod val="75000"/>
                    <a:lumOff val="25000"/>
                  </a:schemeClr>
                </a:solidFill>
              </a:endParaRPr>
            </a:p>
            <a:p>
              <a:pPr>
                <a:lnSpc>
                  <a:spcPct val="150000"/>
                </a:lnSpc>
              </a:pPr>
              <a:r>
                <a:rPr lang="en-US" altLang="ko-KR" sz="800" dirty="0" smtClean="0">
                  <a:solidFill>
                    <a:srgbClr val="007DC5"/>
                  </a:solidFill>
                </a:rPr>
                <a:t>• </a:t>
              </a:r>
              <a:r>
                <a:rPr lang="ko-KR" altLang="en-US" sz="800" dirty="0" smtClean="0">
                  <a:solidFill>
                    <a:srgbClr val="007DC5"/>
                  </a:solidFill>
                </a:rPr>
                <a:t>추가 게시판</a:t>
              </a:r>
              <a:endParaRPr lang="en-US" altLang="ko-KR" sz="800" dirty="0" smtClean="0">
                <a:solidFill>
                  <a:srgbClr val="007DC5"/>
                </a:solidFill>
              </a:endParaRPr>
            </a:p>
          </p:txBody>
        </p:sp>
        <p:sp>
          <p:nvSpPr>
            <p:cNvPr id="125" name="직사각형 124"/>
            <p:cNvSpPr/>
            <p:nvPr userDrawn="1"/>
          </p:nvSpPr>
          <p:spPr>
            <a:xfrm>
              <a:off x="416496" y="6487244"/>
              <a:ext cx="1278000" cy="78465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수강생 정보</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출석</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학습현황</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학생화면보기</a:t>
              </a:r>
              <a:endParaRPr lang="en-US" altLang="ko-KR" sz="800" dirty="0" smtClean="0">
                <a:solidFill>
                  <a:schemeClr val="tx1">
                    <a:lumMod val="75000"/>
                    <a:lumOff val="25000"/>
                  </a:schemeClr>
                </a:solidFill>
              </a:endParaRPr>
            </a:p>
          </p:txBody>
        </p:sp>
        <p:sp>
          <p:nvSpPr>
            <p:cNvPr id="126" name="직사각형 125"/>
            <p:cNvSpPr/>
            <p:nvPr userDrawn="1"/>
          </p:nvSpPr>
          <p:spPr>
            <a:xfrm>
              <a:off x="416496" y="812647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53"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7602" y="820710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4" name="TextBox 153"/>
            <p:cNvSpPr txBox="1"/>
            <p:nvPr userDrawn="1"/>
          </p:nvSpPr>
          <p:spPr>
            <a:xfrm>
              <a:off x="698322" y="819372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문제은행</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57" name="그룹 156"/>
            <p:cNvGrpSpPr/>
            <p:nvPr userDrawn="1"/>
          </p:nvGrpSpPr>
          <p:grpSpPr>
            <a:xfrm>
              <a:off x="416496" y="4867064"/>
              <a:ext cx="1278000" cy="1260140"/>
              <a:chOff x="416496" y="5697252"/>
              <a:chExt cx="1278000" cy="1260140"/>
            </a:xfrm>
          </p:grpSpPr>
          <p:sp>
            <p:nvSpPr>
              <p:cNvPr id="163" name="직사각형 162"/>
              <p:cNvSpPr/>
              <p:nvPr userDrawn="1"/>
            </p:nvSpPr>
            <p:spPr>
              <a:xfrm>
                <a:off x="416496" y="6055848"/>
                <a:ext cx="1278000" cy="901544"/>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중간</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기말</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장애인시험지원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err="1" smtClean="0">
                    <a:solidFill>
                      <a:schemeClr val="tx1">
                        <a:lumMod val="75000"/>
                        <a:lumOff val="25000"/>
                      </a:schemeClr>
                    </a:solidFill>
                  </a:rPr>
                  <a:t>결시신청</a:t>
                </a:r>
                <a:endParaRPr lang="en-US" altLang="ko-KR" sz="800" dirty="0" smtClean="0">
                  <a:solidFill>
                    <a:schemeClr val="tx1">
                      <a:lumMod val="75000"/>
                      <a:lumOff val="25000"/>
                    </a:schemeClr>
                  </a:solidFill>
                </a:endParaRPr>
              </a:p>
            </p:txBody>
          </p:sp>
          <p:sp>
            <p:nvSpPr>
              <p:cNvPr id="164" name="직사각형 163"/>
              <p:cNvSpPr/>
              <p:nvPr userDrawn="1"/>
            </p:nvSpPr>
            <p:spPr>
              <a:xfrm>
                <a:off x="416496" y="5697252"/>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65" name="TextBox 164"/>
              <p:cNvSpPr txBox="1"/>
              <p:nvPr userDrawn="1"/>
            </p:nvSpPr>
            <p:spPr>
              <a:xfrm>
                <a:off x="704528" y="5764498"/>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시험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66" name="Picture 9"/>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82162" y="577787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58" name="그룹 157"/>
            <p:cNvGrpSpPr/>
            <p:nvPr userDrawn="1"/>
          </p:nvGrpSpPr>
          <p:grpSpPr>
            <a:xfrm>
              <a:off x="416496" y="7271903"/>
              <a:ext cx="1279197" cy="849239"/>
              <a:chOff x="452500" y="7065404"/>
              <a:chExt cx="1279197" cy="849239"/>
            </a:xfrm>
          </p:grpSpPr>
          <p:sp>
            <p:nvSpPr>
              <p:cNvPr id="159" name="직사각형 158"/>
              <p:cNvSpPr/>
              <p:nvPr userDrawn="1"/>
            </p:nvSpPr>
            <p:spPr>
              <a:xfrm>
                <a:off x="452500" y="70654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60"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513606" y="71460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1" name="TextBox 160"/>
              <p:cNvSpPr txBox="1"/>
              <p:nvPr userDrawn="1"/>
            </p:nvSpPr>
            <p:spPr>
              <a:xfrm>
                <a:off x="734326" y="71326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종합성적</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62" name="직사각형 161"/>
              <p:cNvSpPr/>
              <p:nvPr userDrawn="1"/>
            </p:nvSpPr>
            <p:spPr>
              <a:xfrm>
                <a:off x="453697" y="7425445"/>
                <a:ext cx="1278000" cy="48919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성적처리</a:t>
                </a:r>
                <a:r>
                  <a:rPr lang="en-US" altLang="ko-KR" sz="800" dirty="0" smtClean="0">
                    <a:solidFill>
                      <a:schemeClr val="tx1">
                        <a:lumMod val="75000"/>
                        <a:lumOff val="25000"/>
                      </a:schemeClr>
                    </a:solidFill>
                  </a:rPr>
                  <a:t> </a:t>
                </a: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성적재확인신청</a:t>
                </a:r>
                <a:endParaRPr lang="en-US" altLang="ko-KR" sz="800" dirty="0" smtClean="0">
                  <a:solidFill>
                    <a:schemeClr val="tx1">
                      <a:lumMod val="75000"/>
                      <a:lumOff val="25000"/>
                    </a:schemeClr>
                  </a:solidFill>
                </a:endParaRPr>
              </a:p>
            </p:txBody>
          </p:sp>
        </p:grpSp>
      </p:grpSp>
    </p:spTree>
    <p:extLst>
      <p:ext uri="{BB962C8B-B14F-4D97-AF65-F5344CB8AC3E}">
        <p14:creationId xmlns:p14="http://schemas.microsoft.com/office/powerpoint/2010/main" val="1472121900"/>
      </p:ext>
    </p:extLst>
  </p:cSld>
  <p:clrMapOvr>
    <a:masterClrMapping/>
  </p:clrMapOvr>
  <p:transition>
    <p:wipe dir="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12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3911916452"/>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77069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57" name="TextBox 56"/>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pic>
        <p:nvPicPr>
          <p:cNvPr id="68"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rot="10800000">
            <a:off x="4016896" y="2577005"/>
            <a:ext cx="533400" cy="76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69" name="직선 연결선 68"/>
          <p:cNvCxnSpPr/>
          <p:nvPr userDrawn="1"/>
        </p:nvCxnSpPr>
        <p:spPr>
          <a:xfrm>
            <a:off x="416496" y="2580959"/>
            <a:ext cx="7650000" cy="9114"/>
          </a:xfrm>
          <a:prstGeom prst="line">
            <a:avLst/>
          </a:prstGeom>
          <a:ln w="38100">
            <a:solidFill>
              <a:schemeClr val="accent6">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74" name="직사각형 73"/>
          <p:cNvSpPr/>
          <p:nvPr userDrawn="1"/>
        </p:nvSpPr>
        <p:spPr>
          <a:xfrm>
            <a:off x="416496" y="2140285"/>
            <a:ext cx="7642373" cy="426136"/>
          </a:xfrm>
          <a:prstGeom prst="rect">
            <a:avLst/>
          </a:prstGeom>
          <a:no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75" name="그룹 74"/>
          <p:cNvGrpSpPr/>
          <p:nvPr userDrawn="1"/>
        </p:nvGrpSpPr>
        <p:grpSpPr>
          <a:xfrm>
            <a:off x="498029" y="1916832"/>
            <a:ext cx="1928786" cy="215444"/>
            <a:chOff x="5267482" y="2339935"/>
            <a:chExt cx="1928786" cy="215444"/>
          </a:xfrm>
        </p:grpSpPr>
        <p:sp>
          <p:nvSpPr>
            <p:cNvPr id="76" name="TextBox 75"/>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대시보드</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7" name="Picture 3"/>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0" name="직사각형 79"/>
          <p:cNvSpPr/>
          <p:nvPr userDrawn="1"/>
        </p:nvSpPr>
        <p:spPr>
          <a:xfrm>
            <a:off x="414400" y="1895090"/>
            <a:ext cx="7653600" cy="252000"/>
          </a:xfrm>
          <a:prstGeom prst="rect">
            <a:avLst/>
          </a:prstGeom>
          <a:solidFill>
            <a:schemeClr val="bg1">
              <a:lumMod val="9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67" name="Picture 3"/>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1734076" y="1515415"/>
            <a:ext cx="736744" cy="36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0" name="직사각형 69"/>
          <p:cNvSpPr/>
          <p:nvPr userDrawn="1"/>
        </p:nvSpPr>
        <p:spPr>
          <a:xfrm>
            <a:off x="2569017" y="1605021"/>
            <a:ext cx="1285850" cy="19217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소속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전체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9" name="그룹 58"/>
          <p:cNvGrpSpPr/>
          <p:nvPr userDrawn="1"/>
        </p:nvGrpSpPr>
        <p:grpSpPr>
          <a:xfrm>
            <a:off x="1712640" y="2140285"/>
            <a:ext cx="3249935" cy="426135"/>
            <a:chOff x="420885" y="2140285"/>
            <a:chExt cx="3249935" cy="426135"/>
          </a:xfrm>
        </p:grpSpPr>
        <p:sp>
          <p:nvSpPr>
            <p:cNvPr id="60" name="직사각형 59"/>
            <p:cNvSpPr/>
            <p:nvPr userDrawn="1"/>
          </p:nvSpPr>
          <p:spPr>
            <a:xfrm>
              <a:off x="420885" y="2140285"/>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65" name="직사각형 64"/>
            <p:cNvSpPr/>
            <p:nvPr userDrawn="1"/>
          </p:nvSpPr>
          <p:spPr>
            <a:xfrm>
              <a:off x="426021" y="2350976"/>
              <a:ext cx="3244799" cy="215444"/>
            </a:xfrm>
            <a:prstGeom prst="rect">
              <a:avLst/>
            </a:prstGeom>
          </p:spPr>
          <p:txBody>
            <a:bodyPr wrap="none">
              <a:spAutoFit/>
            </a:bodyPr>
            <a:lstStyle/>
            <a:p>
              <a:r>
                <a:rPr lang="en-US" altLang="ko-KR" sz="800" b="1" dirty="0" smtClean="0">
                  <a:solidFill>
                    <a:srgbClr val="00B050"/>
                  </a:solidFill>
                  <a:latin typeface="+mn-ea"/>
                  <a:ea typeface="+mn-ea"/>
                </a:rPr>
                <a:t>ONLINE</a:t>
              </a:r>
              <a:r>
                <a:rPr lang="en-US" altLang="ko-KR" sz="800" baseline="0" dirty="0" smtClean="0">
                  <a:solidFill>
                    <a:schemeClr val="tx1">
                      <a:lumMod val="65000"/>
                      <a:lumOff val="35000"/>
                    </a:schemeClr>
                  </a:solidFill>
                  <a:latin typeface="+mn-ea"/>
                  <a:ea typeface="+mn-ea"/>
                </a:rPr>
                <a:t> | </a:t>
              </a:r>
              <a:r>
                <a:rPr lang="ko-KR" altLang="en-US" sz="800" b="1" baseline="0" dirty="0" smtClean="0">
                  <a:solidFill>
                    <a:srgbClr val="0070C0"/>
                  </a:solidFill>
                  <a:latin typeface="+mn-ea"/>
                  <a:ea typeface="+mn-ea"/>
                </a:rPr>
                <a:t>학기제</a:t>
              </a:r>
              <a:r>
                <a:rPr lang="ko-KR" altLang="en-US" sz="800" baseline="0" dirty="0" smtClean="0">
                  <a:solidFill>
                    <a:schemeClr val="tx1">
                      <a:lumMod val="65000"/>
                      <a:lumOff val="35000"/>
                    </a:schemeClr>
                  </a:solidFill>
                  <a:latin typeface="+mn-ea"/>
                  <a:ea typeface="+mn-ea"/>
                </a:rPr>
                <a:t>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개설학과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사회인문학과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이수구분</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전공필수 </a:t>
              </a:r>
              <a:endParaRPr lang="ko-KR" altLang="en-US" sz="800" dirty="0">
                <a:solidFill>
                  <a:schemeClr val="tx1">
                    <a:lumMod val="65000"/>
                    <a:lumOff val="35000"/>
                  </a:schemeClr>
                </a:solidFill>
                <a:latin typeface="+mn-ea"/>
                <a:ea typeface="+mn-ea"/>
              </a:endParaRPr>
            </a:p>
          </p:txBody>
        </p:sp>
      </p:grpSp>
      <p:grpSp>
        <p:nvGrpSpPr>
          <p:cNvPr id="71" name="그룹 70"/>
          <p:cNvGrpSpPr/>
          <p:nvPr userDrawn="1"/>
        </p:nvGrpSpPr>
        <p:grpSpPr>
          <a:xfrm>
            <a:off x="6566061" y="2271792"/>
            <a:ext cx="720000" cy="215444"/>
            <a:chOff x="6138205" y="3219833"/>
            <a:chExt cx="720000" cy="215444"/>
          </a:xfrm>
        </p:grpSpPr>
        <p:sp>
          <p:nvSpPr>
            <p:cNvPr id="72"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73" name="직사각형 72"/>
            <p:cNvSpPr/>
            <p:nvPr/>
          </p:nvSpPr>
          <p:spPr>
            <a:xfrm>
              <a:off x="6194169"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학습독려</a:t>
              </a:r>
              <a:endParaRPr lang="ko-KR" altLang="en-US" sz="800" kern="0" dirty="0">
                <a:solidFill>
                  <a:schemeClr val="bg1"/>
                </a:solidFill>
                <a:latin typeface="+mn-ea"/>
                <a:ea typeface="+mn-ea"/>
              </a:endParaRPr>
            </a:p>
          </p:txBody>
        </p:sp>
      </p:grpSp>
      <p:grpSp>
        <p:nvGrpSpPr>
          <p:cNvPr id="78" name="그룹 77"/>
          <p:cNvGrpSpPr/>
          <p:nvPr userDrawn="1"/>
        </p:nvGrpSpPr>
        <p:grpSpPr>
          <a:xfrm>
            <a:off x="7315627" y="2264935"/>
            <a:ext cx="720000" cy="215444"/>
            <a:chOff x="6138205" y="3219833"/>
            <a:chExt cx="720000" cy="215444"/>
          </a:xfrm>
        </p:grpSpPr>
        <p:sp>
          <p:nvSpPr>
            <p:cNvPr id="79"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86" name="직사각형 85"/>
            <p:cNvSpPr/>
            <p:nvPr/>
          </p:nvSpPr>
          <p:spPr>
            <a:xfrm>
              <a:off x="6194170"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평가비중</a:t>
              </a:r>
              <a:endParaRPr lang="ko-KR" altLang="en-US" sz="800" kern="0" dirty="0">
                <a:solidFill>
                  <a:schemeClr val="bg1"/>
                </a:solidFill>
                <a:latin typeface="+mn-ea"/>
                <a:ea typeface="+mn-ea"/>
              </a:endParaRPr>
            </a:p>
          </p:txBody>
        </p:sp>
      </p:grpSp>
      <p:grpSp>
        <p:nvGrpSpPr>
          <p:cNvPr id="87" name="그룹 86"/>
          <p:cNvGrpSpPr/>
          <p:nvPr userDrawn="1"/>
        </p:nvGrpSpPr>
        <p:grpSpPr>
          <a:xfrm>
            <a:off x="5812904" y="2264935"/>
            <a:ext cx="720000" cy="215444"/>
            <a:chOff x="6138205" y="3219833"/>
            <a:chExt cx="720000" cy="215444"/>
          </a:xfrm>
        </p:grpSpPr>
        <p:sp>
          <p:nvSpPr>
            <p:cNvPr id="88"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93" name="직사각형 92"/>
            <p:cNvSpPr/>
            <p:nvPr/>
          </p:nvSpPr>
          <p:spPr>
            <a:xfrm>
              <a:off x="6142875" y="3219833"/>
              <a:ext cx="697627"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강의계획서</a:t>
              </a:r>
              <a:endParaRPr lang="ko-KR" altLang="en-US" sz="800" kern="0" dirty="0">
                <a:solidFill>
                  <a:schemeClr val="bg1"/>
                </a:solidFill>
                <a:latin typeface="+mn-ea"/>
                <a:ea typeface="+mn-ea"/>
              </a:endParaRPr>
            </a:p>
          </p:txBody>
        </p:sp>
      </p:grpSp>
      <p:grpSp>
        <p:nvGrpSpPr>
          <p:cNvPr id="94" name="그룹 93"/>
          <p:cNvGrpSpPr/>
          <p:nvPr userDrawn="1"/>
        </p:nvGrpSpPr>
        <p:grpSpPr>
          <a:xfrm>
            <a:off x="4825070" y="2267347"/>
            <a:ext cx="1042273" cy="215444"/>
            <a:chOff x="6076950" y="3219833"/>
            <a:chExt cx="1042273" cy="215444"/>
          </a:xfrm>
        </p:grpSpPr>
        <p:sp>
          <p:nvSpPr>
            <p:cNvPr id="95" name="Rectangle 122"/>
            <p:cNvSpPr>
              <a:spLocks noChangeArrowheads="1"/>
            </p:cNvSpPr>
            <p:nvPr/>
          </p:nvSpPr>
          <p:spPr bwMode="auto">
            <a:xfrm>
              <a:off x="6138205" y="3228798"/>
              <a:ext cx="90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96" name="직사각형 95"/>
            <p:cNvSpPr/>
            <p:nvPr/>
          </p:nvSpPr>
          <p:spPr>
            <a:xfrm>
              <a:off x="6076950" y="3219833"/>
              <a:ext cx="1042273"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이전과목 가져오기</a:t>
              </a:r>
              <a:endParaRPr lang="ko-KR" altLang="en-US" sz="800" kern="0" dirty="0">
                <a:solidFill>
                  <a:schemeClr val="bg1"/>
                </a:solidFill>
                <a:latin typeface="+mn-ea"/>
                <a:ea typeface="+mn-ea"/>
              </a:endParaRPr>
            </a:p>
          </p:txBody>
        </p:sp>
      </p:grpSp>
      <p:sp>
        <p:nvSpPr>
          <p:cNvPr id="82" name="직사각형 81"/>
          <p:cNvSpPr/>
          <p:nvPr userDrawn="1"/>
        </p:nvSpPr>
        <p:spPr>
          <a:xfrm>
            <a:off x="6349927" y="1928308"/>
            <a:ext cx="1665509" cy="1836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강의실 바로가기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sp>
        <p:nvSpPr>
          <p:cNvPr id="83" name="직사각형 82"/>
          <p:cNvSpPr/>
          <p:nvPr userDrawn="1"/>
        </p:nvSpPr>
        <p:spPr>
          <a:xfrm>
            <a:off x="5305811" y="1935902"/>
            <a:ext cx="1015341"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smtClean="0">
                <a:solidFill>
                  <a:schemeClr val="tx1"/>
                </a:solidFill>
                <a:latin typeface="맑은 고딕" panose="020B0503020000020004" pitchFamily="50" charset="-127"/>
                <a:ea typeface="맑은 고딕" panose="020B0503020000020004" pitchFamily="50" charset="-127"/>
              </a:rPr>
              <a:t>2025</a:t>
            </a:r>
            <a:r>
              <a:rPr lang="ko-KR" altLang="en-US" sz="800" dirty="0" smtClean="0">
                <a:solidFill>
                  <a:schemeClr val="tx1"/>
                </a:solidFill>
                <a:latin typeface="맑은 고딕" panose="020B0503020000020004" pitchFamily="50" charset="-127"/>
                <a:ea typeface="맑은 고딕" panose="020B0503020000020004" pitchFamily="50" charset="-127"/>
              </a:rPr>
              <a:t>년 </a:t>
            </a:r>
            <a:r>
              <a:rPr lang="en-US" altLang="ko-KR" sz="800" dirty="0" smtClean="0">
                <a:solidFill>
                  <a:schemeClr val="tx1"/>
                </a:solidFill>
                <a:latin typeface="맑은 고딕" panose="020B0503020000020004" pitchFamily="50" charset="-127"/>
                <a:ea typeface="맑은 고딕" panose="020B0503020000020004" pitchFamily="50" charset="-127"/>
              </a:rPr>
              <a:t>1</a:t>
            </a:r>
            <a:r>
              <a:rPr lang="ko-KR" altLang="en-US" sz="800" dirty="0" smtClean="0">
                <a:solidFill>
                  <a:schemeClr val="tx1"/>
                </a:solidFill>
                <a:latin typeface="맑은 고딕" panose="020B0503020000020004" pitchFamily="50" charset="-127"/>
                <a:ea typeface="맑은 고딕" panose="020B0503020000020004" pitchFamily="50" charset="-127"/>
              </a:rPr>
              <a:t>학기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63" name="Picture 2"/>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 name="Picture 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66" name="그룹 65"/>
          <p:cNvGrpSpPr/>
          <p:nvPr userDrawn="1"/>
        </p:nvGrpSpPr>
        <p:grpSpPr>
          <a:xfrm>
            <a:off x="7672350" y="1496405"/>
            <a:ext cx="243978" cy="215444"/>
            <a:chOff x="8936746" y="2555959"/>
            <a:chExt cx="243978" cy="215444"/>
          </a:xfrm>
        </p:grpSpPr>
        <p:sp>
          <p:nvSpPr>
            <p:cNvPr id="81" name="타원 80"/>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4" name="직사각형 83"/>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85" name="그룹 84"/>
          <p:cNvGrpSpPr/>
          <p:nvPr userDrawn="1"/>
        </p:nvGrpSpPr>
        <p:grpSpPr>
          <a:xfrm>
            <a:off x="7896424" y="1494889"/>
            <a:ext cx="243978" cy="215444"/>
            <a:chOff x="8927221" y="2555959"/>
            <a:chExt cx="243978" cy="215444"/>
          </a:xfrm>
        </p:grpSpPr>
        <p:sp>
          <p:nvSpPr>
            <p:cNvPr id="89" name="타원 88"/>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90" name="직사각형 89"/>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91" name="모서리가 둥근 직사각형 90"/>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92"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grpSp>
        <p:nvGrpSpPr>
          <p:cNvPr id="62" name="그룹 61"/>
          <p:cNvGrpSpPr/>
          <p:nvPr userDrawn="1"/>
        </p:nvGrpSpPr>
        <p:grpSpPr>
          <a:xfrm>
            <a:off x="414400" y="1537742"/>
            <a:ext cx="1281293" cy="7327863"/>
            <a:chOff x="414400" y="1537742"/>
            <a:chExt cx="1281293" cy="7327863"/>
          </a:xfrm>
        </p:grpSpPr>
        <p:grpSp>
          <p:nvGrpSpPr>
            <p:cNvPr id="97" name="그룹 96"/>
            <p:cNvGrpSpPr/>
            <p:nvPr userDrawn="1"/>
          </p:nvGrpSpPr>
          <p:grpSpPr>
            <a:xfrm>
              <a:off x="414400" y="1537742"/>
              <a:ext cx="1278000" cy="360000"/>
              <a:chOff x="414400" y="2185854"/>
              <a:chExt cx="1278000" cy="360000"/>
            </a:xfrm>
          </p:grpSpPr>
          <p:sp>
            <p:nvSpPr>
              <p:cNvPr id="138" name="직사각형 137"/>
              <p:cNvSpPr/>
              <p:nvPr/>
            </p:nvSpPr>
            <p:spPr>
              <a:xfrm>
                <a:off x="414400" y="2185854"/>
                <a:ext cx="1278000" cy="360000"/>
              </a:xfrm>
              <a:prstGeom prst="rect">
                <a:avLst/>
              </a:prstGeom>
              <a:solidFill>
                <a:srgbClr val="DBEEF4"/>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4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606" y="2294416"/>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4" name="TextBox 143"/>
              <p:cNvSpPr txBox="1"/>
              <p:nvPr/>
            </p:nvSpPr>
            <p:spPr>
              <a:xfrm>
                <a:off x="695003" y="225782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98" name="모서리가 둥근 직사각형 97"/>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99" name="모서리가 둥근 직사각형 98"/>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100" name="직사각형 99"/>
            <p:cNvSpPr/>
            <p:nvPr userDrawn="1"/>
          </p:nvSpPr>
          <p:spPr>
            <a:xfrm>
              <a:off x="415299" y="189359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01" name="Picture 6"/>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6306" y="197121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2" name="TextBox 101"/>
            <p:cNvSpPr txBox="1"/>
            <p:nvPr userDrawn="1"/>
          </p:nvSpPr>
          <p:spPr>
            <a:xfrm>
              <a:off x="697125" y="196654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알림터</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3" name="직사각형 102"/>
            <p:cNvSpPr/>
            <p:nvPr userDrawn="1"/>
          </p:nvSpPr>
          <p:spPr>
            <a:xfrm>
              <a:off x="414400" y="4037528"/>
              <a:ext cx="1278000" cy="1587716"/>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 목록</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과제</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토론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smtClean="0">
                  <a:solidFill>
                    <a:schemeClr val="tx1">
                      <a:lumMod val="75000"/>
                      <a:lumOff val="25000"/>
                    </a:schemeClr>
                  </a:solidFill>
                </a:rPr>
                <a:t>퀴즈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설문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강의평가</a:t>
              </a:r>
              <a:endParaRPr lang="en-US" altLang="ko-KR" sz="800" dirty="0" smtClean="0">
                <a:solidFill>
                  <a:schemeClr val="tx1">
                    <a:lumMod val="75000"/>
                    <a:lumOff val="25000"/>
                  </a:schemeClr>
                </a:solidFill>
              </a:endParaRP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학습메모</a:t>
              </a:r>
              <a:endParaRPr lang="en-US" altLang="ko-KR" sz="800" dirty="0" smtClean="0">
                <a:solidFill>
                  <a:schemeClr val="tx1">
                    <a:lumMod val="75000"/>
                    <a:lumOff val="25000"/>
                  </a:schemeClr>
                </a:solidFill>
              </a:endParaRPr>
            </a:p>
          </p:txBody>
        </p:sp>
        <p:sp>
          <p:nvSpPr>
            <p:cNvPr id="104" name="직사각형 103"/>
            <p:cNvSpPr/>
            <p:nvPr userDrawn="1"/>
          </p:nvSpPr>
          <p:spPr>
            <a:xfrm>
              <a:off x="414400" y="3678932"/>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05" name="TextBox 104"/>
            <p:cNvSpPr txBox="1"/>
            <p:nvPr userDrawn="1"/>
          </p:nvSpPr>
          <p:spPr>
            <a:xfrm>
              <a:off x="702432" y="3746178"/>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학습활동</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6" name="Picture 9"/>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80066" y="375955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7" name="직사각형 106"/>
            <p:cNvSpPr/>
            <p:nvPr userDrawn="1"/>
          </p:nvSpPr>
          <p:spPr>
            <a:xfrm>
              <a:off x="416496" y="2255725"/>
              <a:ext cx="1278000" cy="1425303"/>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대학공지</a:t>
              </a:r>
              <a:r>
                <a:rPr lang="en-US" altLang="ko-KR" sz="800" dirty="0" smtClean="0">
                  <a:solidFill>
                    <a:schemeClr val="tx1">
                      <a:lumMod val="75000"/>
                      <a:lumOff val="25000"/>
                    </a:schemeClr>
                  </a:solidFill>
                </a:rPr>
                <a:t> </a:t>
              </a: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과목공지</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a:t>
              </a:r>
              <a:r>
                <a:rPr lang="en-US" altLang="ko-KR" sz="800" dirty="0" smtClean="0">
                  <a:solidFill>
                    <a:schemeClr val="tx1">
                      <a:lumMod val="75000"/>
                      <a:lumOff val="25000"/>
                    </a:schemeClr>
                  </a:solidFill>
                </a:rPr>
                <a:t>Q&amp;A</a:t>
              </a:r>
            </a:p>
            <a:p>
              <a:pPr>
                <a:lnSpc>
                  <a:spcPct val="150000"/>
                </a:lnSpc>
              </a:pPr>
              <a:r>
                <a:rPr lang="en-US" altLang="ko-KR" sz="800" dirty="0" smtClean="0">
                  <a:solidFill>
                    <a:schemeClr val="tx1">
                      <a:lumMod val="75000"/>
                      <a:lumOff val="25000"/>
                    </a:schemeClr>
                  </a:solidFill>
                </a:rPr>
                <a:t>• 1:1</a:t>
              </a:r>
              <a:r>
                <a:rPr lang="ko-KR" altLang="en-US" sz="800" dirty="0" smtClean="0">
                  <a:solidFill>
                    <a:schemeClr val="tx1">
                      <a:lumMod val="75000"/>
                      <a:lumOff val="25000"/>
                    </a:schemeClr>
                  </a:solidFill>
                </a:rPr>
                <a:t>상담</a:t>
              </a:r>
              <a:endParaRPr lang="en-US" altLang="ko-KR" sz="800" dirty="0" smtClean="0">
                <a:solidFill>
                  <a:srgbClr val="FF0000"/>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강의자료실</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팀</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게시판</a:t>
              </a:r>
              <a:endParaRPr lang="en-US" altLang="ko-KR" sz="800" dirty="0" smtClean="0">
                <a:solidFill>
                  <a:schemeClr val="tx1">
                    <a:lumMod val="75000"/>
                    <a:lumOff val="25000"/>
                  </a:schemeClr>
                </a:solidFill>
              </a:endParaRPr>
            </a:p>
            <a:p>
              <a:pPr>
                <a:lnSpc>
                  <a:spcPct val="150000"/>
                </a:lnSpc>
              </a:pPr>
              <a:r>
                <a:rPr lang="en-US" altLang="ko-KR" sz="800" dirty="0" smtClean="0">
                  <a:solidFill>
                    <a:srgbClr val="007DC5"/>
                  </a:solidFill>
                </a:rPr>
                <a:t>• </a:t>
              </a:r>
              <a:r>
                <a:rPr lang="ko-KR" altLang="en-US" sz="800" dirty="0" smtClean="0">
                  <a:solidFill>
                    <a:srgbClr val="007DC5"/>
                  </a:solidFill>
                </a:rPr>
                <a:t>추가 게시판</a:t>
              </a:r>
              <a:endParaRPr lang="en-US" altLang="ko-KR" sz="800" dirty="0" smtClean="0">
                <a:solidFill>
                  <a:srgbClr val="007DC5"/>
                </a:solidFill>
              </a:endParaRPr>
            </a:p>
          </p:txBody>
        </p:sp>
        <p:grpSp>
          <p:nvGrpSpPr>
            <p:cNvPr id="108" name="그룹 107"/>
            <p:cNvGrpSpPr/>
            <p:nvPr userDrawn="1"/>
          </p:nvGrpSpPr>
          <p:grpSpPr>
            <a:xfrm>
              <a:off x="416496" y="6875859"/>
              <a:ext cx="1279197" cy="1144699"/>
              <a:chOff x="452500" y="7065404"/>
              <a:chExt cx="1279197" cy="1144699"/>
            </a:xfrm>
          </p:grpSpPr>
          <p:sp>
            <p:nvSpPr>
              <p:cNvPr id="124" name="직사각형 123"/>
              <p:cNvSpPr/>
              <p:nvPr userDrawn="1"/>
            </p:nvSpPr>
            <p:spPr>
              <a:xfrm>
                <a:off x="452500" y="70654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35" name="Picture 8"/>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513606" y="71460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6" name="TextBox 135"/>
              <p:cNvSpPr txBox="1"/>
              <p:nvPr userDrawn="1"/>
            </p:nvSpPr>
            <p:spPr>
              <a:xfrm>
                <a:off x="734326" y="71326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수강정보</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37" name="직사각형 136"/>
              <p:cNvSpPr/>
              <p:nvPr userDrawn="1"/>
            </p:nvSpPr>
            <p:spPr>
              <a:xfrm>
                <a:off x="453697" y="7425444"/>
                <a:ext cx="1278000" cy="78465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출석현황</a:t>
                </a:r>
                <a:r>
                  <a:rPr lang="en-US" altLang="ko-KR" sz="800" dirty="0" smtClean="0">
                    <a:solidFill>
                      <a:schemeClr val="tx1">
                        <a:lumMod val="75000"/>
                        <a:lumOff val="25000"/>
                      </a:schemeClr>
                    </a:solidFill>
                  </a:rPr>
                  <a:t> </a:t>
                </a: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수강생 정보</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교수</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조교정보</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학습분석</a:t>
                </a:r>
                <a:endParaRPr lang="en-US" altLang="ko-KR" sz="800" dirty="0" smtClean="0">
                  <a:solidFill>
                    <a:schemeClr val="tx1">
                      <a:lumMod val="75000"/>
                      <a:lumOff val="25000"/>
                    </a:schemeClr>
                  </a:solidFill>
                </a:endParaRPr>
              </a:p>
            </p:txBody>
          </p:sp>
        </p:grpSp>
        <p:grpSp>
          <p:nvGrpSpPr>
            <p:cNvPr id="109" name="그룹 108"/>
            <p:cNvGrpSpPr/>
            <p:nvPr userDrawn="1"/>
          </p:nvGrpSpPr>
          <p:grpSpPr>
            <a:xfrm>
              <a:off x="416496" y="5615719"/>
              <a:ext cx="1278000" cy="1260140"/>
              <a:chOff x="416496" y="5697252"/>
              <a:chExt cx="1278000" cy="1260140"/>
            </a:xfrm>
          </p:grpSpPr>
          <p:sp>
            <p:nvSpPr>
              <p:cNvPr id="116" name="직사각형 115"/>
              <p:cNvSpPr/>
              <p:nvPr userDrawn="1"/>
            </p:nvSpPr>
            <p:spPr>
              <a:xfrm>
                <a:off x="416496" y="6055848"/>
                <a:ext cx="1278000" cy="901544"/>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중간</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기말</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장애인시험지원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err="1" smtClean="0">
                    <a:solidFill>
                      <a:schemeClr val="tx1">
                        <a:lumMod val="75000"/>
                        <a:lumOff val="25000"/>
                      </a:schemeClr>
                    </a:solidFill>
                  </a:rPr>
                  <a:t>결시신청</a:t>
                </a:r>
                <a:endParaRPr lang="en-US" altLang="ko-KR" sz="800" dirty="0" smtClean="0">
                  <a:solidFill>
                    <a:schemeClr val="tx1">
                      <a:lumMod val="75000"/>
                      <a:lumOff val="25000"/>
                    </a:schemeClr>
                  </a:solidFill>
                </a:endParaRPr>
              </a:p>
            </p:txBody>
          </p:sp>
          <p:sp>
            <p:nvSpPr>
              <p:cNvPr id="117" name="직사각형 116"/>
              <p:cNvSpPr/>
              <p:nvPr userDrawn="1"/>
            </p:nvSpPr>
            <p:spPr>
              <a:xfrm>
                <a:off x="416496" y="5697252"/>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18" name="TextBox 117"/>
              <p:cNvSpPr txBox="1"/>
              <p:nvPr userDrawn="1"/>
            </p:nvSpPr>
            <p:spPr>
              <a:xfrm>
                <a:off x="704528" y="5764498"/>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시험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9" name="Picture 9"/>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82162" y="577787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10" name="그룹 109"/>
            <p:cNvGrpSpPr/>
            <p:nvPr userDrawn="1"/>
          </p:nvGrpSpPr>
          <p:grpSpPr>
            <a:xfrm>
              <a:off x="416496" y="8016366"/>
              <a:ext cx="1279197" cy="849239"/>
              <a:chOff x="452500" y="7065404"/>
              <a:chExt cx="1279197" cy="849239"/>
            </a:xfrm>
          </p:grpSpPr>
          <p:sp>
            <p:nvSpPr>
              <p:cNvPr id="111" name="직사각형 110"/>
              <p:cNvSpPr/>
              <p:nvPr userDrawn="1"/>
            </p:nvSpPr>
            <p:spPr>
              <a:xfrm>
                <a:off x="452500" y="70654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13" name="Picture 8"/>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513606" y="71460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4" name="TextBox 113"/>
              <p:cNvSpPr txBox="1"/>
              <p:nvPr userDrawn="1"/>
            </p:nvSpPr>
            <p:spPr>
              <a:xfrm>
                <a:off x="734326" y="71326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종합성적</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15" name="직사각형 114"/>
              <p:cNvSpPr/>
              <p:nvPr userDrawn="1"/>
            </p:nvSpPr>
            <p:spPr>
              <a:xfrm>
                <a:off x="453697" y="7425445"/>
                <a:ext cx="1278000" cy="48919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성적조회</a:t>
                </a:r>
                <a:r>
                  <a:rPr lang="en-US" altLang="ko-KR" sz="800" dirty="0" smtClean="0">
                    <a:solidFill>
                      <a:schemeClr val="tx1">
                        <a:lumMod val="75000"/>
                        <a:lumOff val="25000"/>
                      </a:schemeClr>
                    </a:solidFill>
                  </a:rPr>
                  <a:t> </a:t>
                </a: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성적재확인신청</a:t>
                </a:r>
                <a:endParaRPr lang="en-US" altLang="ko-KR" sz="800" dirty="0" smtClean="0">
                  <a:solidFill>
                    <a:schemeClr val="tx1">
                      <a:lumMod val="75000"/>
                      <a:lumOff val="25000"/>
                    </a:schemeClr>
                  </a:solidFill>
                </a:endParaRPr>
              </a:p>
            </p:txBody>
          </p:sp>
        </p:grpSp>
      </p:grpSp>
    </p:spTree>
    <p:extLst>
      <p:ext uri="{BB962C8B-B14F-4D97-AF65-F5344CB8AC3E}">
        <p14:creationId xmlns:p14="http://schemas.microsoft.com/office/powerpoint/2010/main" val="2776277170"/>
      </p:ext>
    </p:extLst>
  </p:cSld>
  <p:clrMapOvr>
    <a:masterClrMapping/>
  </p:clrMapOvr>
  <p:transition>
    <p:wipe dir="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13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3509081061"/>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77069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57" name="TextBox 56"/>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pic>
        <p:nvPicPr>
          <p:cNvPr id="68"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rot="10800000">
            <a:off x="4016896" y="2577005"/>
            <a:ext cx="533400" cy="76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69" name="직선 연결선 68"/>
          <p:cNvCxnSpPr/>
          <p:nvPr userDrawn="1"/>
        </p:nvCxnSpPr>
        <p:spPr>
          <a:xfrm>
            <a:off x="416496" y="2580959"/>
            <a:ext cx="7650000" cy="9114"/>
          </a:xfrm>
          <a:prstGeom prst="line">
            <a:avLst/>
          </a:prstGeom>
          <a:ln w="38100">
            <a:solidFill>
              <a:schemeClr val="accent6">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74" name="직사각형 73"/>
          <p:cNvSpPr/>
          <p:nvPr userDrawn="1"/>
        </p:nvSpPr>
        <p:spPr>
          <a:xfrm>
            <a:off x="416496" y="2140285"/>
            <a:ext cx="7642373" cy="426136"/>
          </a:xfrm>
          <a:prstGeom prst="rect">
            <a:avLst/>
          </a:prstGeom>
          <a:no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75" name="그룹 74"/>
          <p:cNvGrpSpPr/>
          <p:nvPr userDrawn="1"/>
        </p:nvGrpSpPr>
        <p:grpSpPr>
          <a:xfrm>
            <a:off x="498029" y="1916832"/>
            <a:ext cx="1928786" cy="215444"/>
            <a:chOff x="5267482" y="2339935"/>
            <a:chExt cx="1928786" cy="215444"/>
          </a:xfrm>
        </p:grpSpPr>
        <p:sp>
          <p:nvSpPr>
            <p:cNvPr id="76" name="TextBox 75"/>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대시보드</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7" name="Picture 3"/>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0" name="직사각형 79"/>
          <p:cNvSpPr/>
          <p:nvPr userDrawn="1"/>
        </p:nvSpPr>
        <p:spPr>
          <a:xfrm>
            <a:off x="414400" y="1895090"/>
            <a:ext cx="7653600" cy="252000"/>
          </a:xfrm>
          <a:prstGeom prst="rect">
            <a:avLst/>
          </a:prstGeom>
          <a:solidFill>
            <a:schemeClr val="bg1">
              <a:lumMod val="9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67" name="Picture 3"/>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1734076" y="1515415"/>
            <a:ext cx="736744" cy="36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0" name="직사각형 69"/>
          <p:cNvSpPr/>
          <p:nvPr userDrawn="1"/>
        </p:nvSpPr>
        <p:spPr>
          <a:xfrm>
            <a:off x="2569017" y="1605021"/>
            <a:ext cx="1285850" cy="19217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소속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전체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9" name="그룹 58"/>
          <p:cNvGrpSpPr/>
          <p:nvPr userDrawn="1"/>
        </p:nvGrpSpPr>
        <p:grpSpPr>
          <a:xfrm>
            <a:off x="1712640" y="2140285"/>
            <a:ext cx="3249935" cy="426135"/>
            <a:chOff x="420885" y="2140285"/>
            <a:chExt cx="3249935" cy="426135"/>
          </a:xfrm>
        </p:grpSpPr>
        <p:sp>
          <p:nvSpPr>
            <p:cNvPr id="60" name="직사각형 59"/>
            <p:cNvSpPr/>
            <p:nvPr userDrawn="1"/>
          </p:nvSpPr>
          <p:spPr>
            <a:xfrm>
              <a:off x="420885" y="2140285"/>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65" name="직사각형 64"/>
            <p:cNvSpPr/>
            <p:nvPr userDrawn="1"/>
          </p:nvSpPr>
          <p:spPr>
            <a:xfrm>
              <a:off x="426021" y="2350976"/>
              <a:ext cx="3244799" cy="215444"/>
            </a:xfrm>
            <a:prstGeom prst="rect">
              <a:avLst/>
            </a:prstGeom>
          </p:spPr>
          <p:txBody>
            <a:bodyPr wrap="none">
              <a:spAutoFit/>
            </a:bodyPr>
            <a:lstStyle/>
            <a:p>
              <a:r>
                <a:rPr lang="en-US" altLang="ko-KR" sz="800" b="1" dirty="0" smtClean="0">
                  <a:solidFill>
                    <a:srgbClr val="00B050"/>
                  </a:solidFill>
                  <a:latin typeface="+mn-ea"/>
                  <a:ea typeface="+mn-ea"/>
                </a:rPr>
                <a:t>ONLINE</a:t>
              </a:r>
              <a:r>
                <a:rPr lang="en-US" altLang="ko-KR" sz="800" baseline="0" dirty="0" smtClean="0">
                  <a:solidFill>
                    <a:schemeClr val="tx1">
                      <a:lumMod val="65000"/>
                      <a:lumOff val="35000"/>
                    </a:schemeClr>
                  </a:solidFill>
                  <a:latin typeface="+mn-ea"/>
                  <a:ea typeface="+mn-ea"/>
                </a:rPr>
                <a:t> | </a:t>
              </a:r>
              <a:r>
                <a:rPr lang="ko-KR" altLang="en-US" sz="800" b="1" baseline="0" dirty="0" smtClean="0">
                  <a:solidFill>
                    <a:srgbClr val="0070C0"/>
                  </a:solidFill>
                  <a:latin typeface="+mn-ea"/>
                  <a:ea typeface="+mn-ea"/>
                </a:rPr>
                <a:t>학기제</a:t>
              </a:r>
              <a:r>
                <a:rPr lang="ko-KR" altLang="en-US" sz="800" baseline="0" dirty="0" smtClean="0">
                  <a:solidFill>
                    <a:schemeClr val="tx1">
                      <a:lumMod val="65000"/>
                      <a:lumOff val="35000"/>
                    </a:schemeClr>
                  </a:solidFill>
                  <a:latin typeface="+mn-ea"/>
                  <a:ea typeface="+mn-ea"/>
                </a:rPr>
                <a:t>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개설학과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사회인문학과 </a:t>
              </a:r>
              <a:r>
                <a:rPr lang="en-US" altLang="ko-KR" sz="800" baseline="0" dirty="0" smtClean="0">
                  <a:solidFill>
                    <a:schemeClr val="tx1">
                      <a:lumMod val="65000"/>
                      <a:lumOff val="35000"/>
                    </a:schemeClr>
                  </a:solidFill>
                  <a:latin typeface="+mn-ea"/>
                  <a:ea typeface="+mn-ea"/>
                </a:rPr>
                <a:t>| </a:t>
              </a:r>
              <a:r>
                <a:rPr lang="ko-KR" altLang="en-US" sz="800" baseline="0" dirty="0" smtClean="0">
                  <a:solidFill>
                    <a:schemeClr val="tx1">
                      <a:lumMod val="65000"/>
                      <a:lumOff val="35000"/>
                    </a:schemeClr>
                  </a:solidFill>
                  <a:latin typeface="+mn-ea"/>
                  <a:ea typeface="+mn-ea"/>
                </a:rPr>
                <a:t>이수구분</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전공필수 </a:t>
              </a:r>
              <a:endParaRPr lang="ko-KR" altLang="en-US" sz="800" dirty="0">
                <a:solidFill>
                  <a:schemeClr val="tx1">
                    <a:lumMod val="65000"/>
                    <a:lumOff val="35000"/>
                  </a:schemeClr>
                </a:solidFill>
                <a:latin typeface="+mn-ea"/>
                <a:ea typeface="+mn-ea"/>
              </a:endParaRPr>
            </a:p>
          </p:txBody>
        </p:sp>
      </p:grpSp>
      <p:grpSp>
        <p:nvGrpSpPr>
          <p:cNvPr id="87" name="그룹 86"/>
          <p:cNvGrpSpPr/>
          <p:nvPr userDrawn="1"/>
        </p:nvGrpSpPr>
        <p:grpSpPr>
          <a:xfrm>
            <a:off x="6566061" y="2271792"/>
            <a:ext cx="720000" cy="215444"/>
            <a:chOff x="6138205" y="3219833"/>
            <a:chExt cx="720000" cy="215444"/>
          </a:xfrm>
        </p:grpSpPr>
        <p:sp>
          <p:nvSpPr>
            <p:cNvPr id="93"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12" name="직사각형 111"/>
            <p:cNvSpPr/>
            <p:nvPr/>
          </p:nvSpPr>
          <p:spPr>
            <a:xfrm>
              <a:off x="6194169"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학습독려</a:t>
              </a:r>
              <a:endParaRPr lang="ko-KR" altLang="en-US" sz="800" kern="0" dirty="0">
                <a:solidFill>
                  <a:schemeClr val="bg1"/>
                </a:solidFill>
                <a:latin typeface="+mn-ea"/>
                <a:ea typeface="+mn-ea"/>
              </a:endParaRPr>
            </a:p>
          </p:txBody>
        </p:sp>
      </p:grpSp>
      <p:grpSp>
        <p:nvGrpSpPr>
          <p:cNvPr id="120" name="그룹 119"/>
          <p:cNvGrpSpPr/>
          <p:nvPr userDrawn="1"/>
        </p:nvGrpSpPr>
        <p:grpSpPr>
          <a:xfrm>
            <a:off x="7315627" y="2264935"/>
            <a:ext cx="720000" cy="215444"/>
            <a:chOff x="6138205" y="3219833"/>
            <a:chExt cx="720000" cy="215444"/>
          </a:xfrm>
        </p:grpSpPr>
        <p:sp>
          <p:nvSpPr>
            <p:cNvPr id="121"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22" name="직사각형 121"/>
            <p:cNvSpPr/>
            <p:nvPr/>
          </p:nvSpPr>
          <p:spPr>
            <a:xfrm>
              <a:off x="6194170"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평가비중</a:t>
              </a:r>
              <a:endParaRPr lang="ko-KR" altLang="en-US" sz="800" kern="0" dirty="0">
                <a:solidFill>
                  <a:schemeClr val="bg1"/>
                </a:solidFill>
                <a:latin typeface="+mn-ea"/>
                <a:ea typeface="+mn-ea"/>
              </a:endParaRPr>
            </a:p>
          </p:txBody>
        </p:sp>
      </p:grpSp>
      <p:grpSp>
        <p:nvGrpSpPr>
          <p:cNvPr id="123" name="그룹 122"/>
          <p:cNvGrpSpPr/>
          <p:nvPr userDrawn="1"/>
        </p:nvGrpSpPr>
        <p:grpSpPr>
          <a:xfrm>
            <a:off x="5812904" y="2264935"/>
            <a:ext cx="720000" cy="215444"/>
            <a:chOff x="6138205" y="3219833"/>
            <a:chExt cx="720000" cy="215444"/>
          </a:xfrm>
        </p:grpSpPr>
        <p:sp>
          <p:nvSpPr>
            <p:cNvPr id="124"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25" name="직사각형 124"/>
            <p:cNvSpPr/>
            <p:nvPr/>
          </p:nvSpPr>
          <p:spPr>
            <a:xfrm>
              <a:off x="6142875" y="3219833"/>
              <a:ext cx="697627"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강의계획서</a:t>
              </a:r>
              <a:endParaRPr lang="ko-KR" altLang="en-US" sz="800" kern="0" dirty="0">
                <a:solidFill>
                  <a:schemeClr val="bg1"/>
                </a:solidFill>
                <a:latin typeface="+mn-ea"/>
                <a:ea typeface="+mn-ea"/>
              </a:endParaRPr>
            </a:p>
          </p:txBody>
        </p:sp>
      </p:grpSp>
      <p:grpSp>
        <p:nvGrpSpPr>
          <p:cNvPr id="126" name="그룹 125"/>
          <p:cNvGrpSpPr/>
          <p:nvPr userDrawn="1"/>
        </p:nvGrpSpPr>
        <p:grpSpPr>
          <a:xfrm>
            <a:off x="4825070" y="2267347"/>
            <a:ext cx="1042273" cy="215444"/>
            <a:chOff x="6076950" y="3219833"/>
            <a:chExt cx="1042273" cy="215444"/>
          </a:xfrm>
        </p:grpSpPr>
        <p:sp>
          <p:nvSpPr>
            <p:cNvPr id="127" name="Rectangle 122"/>
            <p:cNvSpPr>
              <a:spLocks noChangeArrowheads="1"/>
            </p:cNvSpPr>
            <p:nvPr/>
          </p:nvSpPr>
          <p:spPr bwMode="auto">
            <a:xfrm>
              <a:off x="6138205" y="3228798"/>
              <a:ext cx="90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28" name="직사각형 127"/>
            <p:cNvSpPr/>
            <p:nvPr/>
          </p:nvSpPr>
          <p:spPr>
            <a:xfrm>
              <a:off x="6076950" y="3219833"/>
              <a:ext cx="1042273"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이전과목 가져오기</a:t>
              </a:r>
              <a:endParaRPr lang="ko-KR" altLang="en-US" sz="800" kern="0" dirty="0">
                <a:solidFill>
                  <a:schemeClr val="bg1"/>
                </a:solidFill>
                <a:latin typeface="+mn-ea"/>
                <a:ea typeface="+mn-ea"/>
              </a:endParaRPr>
            </a:p>
          </p:txBody>
        </p:sp>
      </p:grpSp>
      <p:sp>
        <p:nvSpPr>
          <p:cNvPr id="82" name="직사각형 81"/>
          <p:cNvSpPr/>
          <p:nvPr userDrawn="1"/>
        </p:nvSpPr>
        <p:spPr>
          <a:xfrm>
            <a:off x="6349927" y="1928308"/>
            <a:ext cx="1665509" cy="1836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강의실 바로가기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sp>
        <p:nvSpPr>
          <p:cNvPr id="83" name="직사각형 82"/>
          <p:cNvSpPr/>
          <p:nvPr userDrawn="1"/>
        </p:nvSpPr>
        <p:spPr>
          <a:xfrm>
            <a:off x="5305811" y="1935902"/>
            <a:ext cx="1015341"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smtClean="0">
                <a:solidFill>
                  <a:schemeClr val="tx1"/>
                </a:solidFill>
                <a:latin typeface="맑은 고딕" panose="020B0503020000020004" pitchFamily="50" charset="-127"/>
                <a:ea typeface="맑은 고딕" panose="020B0503020000020004" pitchFamily="50" charset="-127"/>
              </a:rPr>
              <a:t>2025</a:t>
            </a:r>
            <a:r>
              <a:rPr lang="ko-KR" altLang="en-US" sz="800" dirty="0" smtClean="0">
                <a:solidFill>
                  <a:schemeClr val="tx1"/>
                </a:solidFill>
                <a:latin typeface="맑은 고딕" panose="020B0503020000020004" pitchFamily="50" charset="-127"/>
                <a:ea typeface="맑은 고딕" panose="020B0503020000020004" pitchFamily="50" charset="-127"/>
              </a:rPr>
              <a:t>년 </a:t>
            </a:r>
            <a:r>
              <a:rPr lang="en-US" altLang="ko-KR" sz="800" dirty="0" smtClean="0">
                <a:solidFill>
                  <a:schemeClr val="tx1"/>
                </a:solidFill>
                <a:latin typeface="맑은 고딕" panose="020B0503020000020004" pitchFamily="50" charset="-127"/>
                <a:ea typeface="맑은 고딕" panose="020B0503020000020004" pitchFamily="50" charset="-127"/>
              </a:rPr>
              <a:t>1</a:t>
            </a:r>
            <a:r>
              <a:rPr lang="ko-KR" altLang="en-US" sz="800" dirty="0" smtClean="0">
                <a:solidFill>
                  <a:schemeClr val="tx1"/>
                </a:solidFill>
                <a:latin typeface="맑은 고딕" panose="020B0503020000020004" pitchFamily="50" charset="-127"/>
                <a:ea typeface="맑은 고딕" panose="020B0503020000020004" pitchFamily="50" charset="-127"/>
              </a:rPr>
              <a:t>학기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64" name="Picture 2"/>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 name="Picture 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81" name="그룹 80"/>
          <p:cNvGrpSpPr/>
          <p:nvPr userDrawn="1"/>
        </p:nvGrpSpPr>
        <p:grpSpPr>
          <a:xfrm>
            <a:off x="7672350" y="1496405"/>
            <a:ext cx="243978" cy="215444"/>
            <a:chOff x="8936746" y="2555959"/>
            <a:chExt cx="243978" cy="215444"/>
          </a:xfrm>
        </p:grpSpPr>
        <p:sp>
          <p:nvSpPr>
            <p:cNvPr id="84" name="타원 83"/>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 name="직사각형 84"/>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89" name="그룹 88"/>
          <p:cNvGrpSpPr/>
          <p:nvPr userDrawn="1"/>
        </p:nvGrpSpPr>
        <p:grpSpPr>
          <a:xfrm>
            <a:off x="7896424" y="1494889"/>
            <a:ext cx="243978" cy="215444"/>
            <a:chOff x="8927221" y="2555959"/>
            <a:chExt cx="243978" cy="215444"/>
          </a:xfrm>
        </p:grpSpPr>
        <p:sp>
          <p:nvSpPr>
            <p:cNvPr id="90" name="타원 89"/>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91" name="직사각형 90"/>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92" name="모서리가 둥근 직사각형 91"/>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98"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grpSp>
        <p:nvGrpSpPr>
          <p:cNvPr id="63" name="그룹 62"/>
          <p:cNvGrpSpPr/>
          <p:nvPr userDrawn="1"/>
        </p:nvGrpSpPr>
        <p:grpSpPr>
          <a:xfrm>
            <a:off x="414400" y="1537742"/>
            <a:ext cx="1281293" cy="7327863"/>
            <a:chOff x="414400" y="1537742"/>
            <a:chExt cx="1281293" cy="7327863"/>
          </a:xfrm>
        </p:grpSpPr>
        <p:grpSp>
          <p:nvGrpSpPr>
            <p:cNvPr id="99" name="그룹 98"/>
            <p:cNvGrpSpPr/>
            <p:nvPr userDrawn="1"/>
          </p:nvGrpSpPr>
          <p:grpSpPr>
            <a:xfrm>
              <a:off x="414400" y="1537742"/>
              <a:ext cx="1278000" cy="360000"/>
              <a:chOff x="414400" y="2185854"/>
              <a:chExt cx="1278000" cy="360000"/>
            </a:xfrm>
          </p:grpSpPr>
          <p:sp>
            <p:nvSpPr>
              <p:cNvPr id="145" name="직사각형 144"/>
              <p:cNvSpPr/>
              <p:nvPr/>
            </p:nvSpPr>
            <p:spPr>
              <a:xfrm>
                <a:off x="414400" y="2185854"/>
                <a:ext cx="1278000" cy="360000"/>
              </a:xfrm>
              <a:prstGeom prst="rect">
                <a:avLst/>
              </a:prstGeom>
              <a:solidFill>
                <a:srgbClr val="DBEEF4"/>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4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606" y="2294416"/>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7" name="TextBox 146"/>
              <p:cNvSpPr txBox="1"/>
              <p:nvPr/>
            </p:nvSpPr>
            <p:spPr>
              <a:xfrm>
                <a:off x="695003" y="225782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100" name="모서리가 둥근 직사각형 99"/>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101" name="모서리가 둥근 직사각형 100"/>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102" name="직사각형 101"/>
            <p:cNvSpPr/>
            <p:nvPr userDrawn="1"/>
          </p:nvSpPr>
          <p:spPr>
            <a:xfrm>
              <a:off x="415299" y="189359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03" name="Picture 6"/>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6306" y="197121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4" name="TextBox 103"/>
            <p:cNvSpPr txBox="1"/>
            <p:nvPr userDrawn="1"/>
          </p:nvSpPr>
          <p:spPr>
            <a:xfrm>
              <a:off x="697125" y="196654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알림터</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5" name="직사각형 104"/>
            <p:cNvSpPr/>
            <p:nvPr userDrawn="1"/>
          </p:nvSpPr>
          <p:spPr>
            <a:xfrm>
              <a:off x="414400" y="4037528"/>
              <a:ext cx="1278000" cy="1587716"/>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 목록</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과제</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토론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smtClean="0">
                  <a:solidFill>
                    <a:schemeClr val="tx1">
                      <a:lumMod val="75000"/>
                      <a:lumOff val="25000"/>
                    </a:schemeClr>
                  </a:solidFill>
                </a:rPr>
                <a:t>퀴즈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설문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강의평가</a:t>
              </a:r>
              <a:endParaRPr lang="en-US" altLang="ko-KR" sz="800" dirty="0" smtClean="0">
                <a:solidFill>
                  <a:schemeClr val="tx1">
                    <a:lumMod val="75000"/>
                    <a:lumOff val="25000"/>
                  </a:schemeClr>
                </a:solidFill>
              </a:endParaRP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학습메모</a:t>
              </a:r>
              <a:endParaRPr lang="en-US" altLang="ko-KR" sz="800" dirty="0" smtClean="0">
                <a:solidFill>
                  <a:schemeClr val="tx1">
                    <a:lumMod val="75000"/>
                    <a:lumOff val="25000"/>
                  </a:schemeClr>
                </a:solidFill>
              </a:endParaRPr>
            </a:p>
          </p:txBody>
        </p:sp>
        <p:sp>
          <p:nvSpPr>
            <p:cNvPr id="106" name="직사각형 105"/>
            <p:cNvSpPr/>
            <p:nvPr userDrawn="1"/>
          </p:nvSpPr>
          <p:spPr>
            <a:xfrm>
              <a:off x="414400" y="3678932"/>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07" name="TextBox 106"/>
            <p:cNvSpPr txBox="1"/>
            <p:nvPr userDrawn="1"/>
          </p:nvSpPr>
          <p:spPr>
            <a:xfrm>
              <a:off x="702432" y="3746178"/>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학습활동</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8" name="Picture 9"/>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80066" y="375955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9" name="직사각형 128"/>
            <p:cNvSpPr/>
            <p:nvPr userDrawn="1"/>
          </p:nvSpPr>
          <p:spPr>
            <a:xfrm>
              <a:off x="416496" y="2255725"/>
              <a:ext cx="1278000" cy="1425303"/>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대학공지</a:t>
              </a:r>
              <a:r>
                <a:rPr lang="en-US" altLang="ko-KR" sz="800" dirty="0" smtClean="0">
                  <a:solidFill>
                    <a:schemeClr val="tx1">
                      <a:lumMod val="75000"/>
                      <a:lumOff val="25000"/>
                    </a:schemeClr>
                  </a:solidFill>
                </a:rPr>
                <a:t> </a:t>
              </a: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과목공지</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a:t>
              </a:r>
              <a:r>
                <a:rPr lang="en-US" altLang="ko-KR" sz="800" dirty="0" smtClean="0">
                  <a:solidFill>
                    <a:schemeClr val="tx1">
                      <a:lumMod val="75000"/>
                      <a:lumOff val="25000"/>
                    </a:schemeClr>
                  </a:solidFill>
                </a:rPr>
                <a:t>Q&amp;A</a:t>
              </a:r>
            </a:p>
            <a:p>
              <a:pPr>
                <a:lnSpc>
                  <a:spcPct val="150000"/>
                </a:lnSpc>
              </a:pPr>
              <a:r>
                <a:rPr lang="en-US" altLang="ko-KR" sz="800" dirty="0" smtClean="0">
                  <a:solidFill>
                    <a:schemeClr val="tx1">
                      <a:lumMod val="75000"/>
                      <a:lumOff val="25000"/>
                    </a:schemeClr>
                  </a:solidFill>
                </a:rPr>
                <a:t>• 1:1</a:t>
              </a:r>
              <a:r>
                <a:rPr lang="ko-KR" altLang="en-US" sz="800" dirty="0" smtClean="0">
                  <a:solidFill>
                    <a:schemeClr val="tx1">
                      <a:lumMod val="75000"/>
                      <a:lumOff val="25000"/>
                    </a:schemeClr>
                  </a:solidFill>
                </a:rPr>
                <a:t>상담</a:t>
              </a:r>
              <a:endParaRPr lang="en-US" altLang="ko-KR" sz="800" dirty="0" smtClean="0">
                <a:solidFill>
                  <a:srgbClr val="FF0000"/>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강의자료실</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팀</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게시판</a:t>
              </a:r>
              <a:endParaRPr lang="en-US" altLang="ko-KR" sz="800" dirty="0" smtClean="0">
                <a:solidFill>
                  <a:schemeClr val="tx1">
                    <a:lumMod val="75000"/>
                    <a:lumOff val="25000"/>
                  </a:schemeClr>
                </a:solidFill>
              </a:endParaRPr>
            </a:p>
            <a:p>
              <a:pPr>
                <a:lnSpc>
                  <a:spcPct val="150000"/>
                </a:lnSpc>
              </a:pPr>
              <a:r>
                <a:rPr lang="en-US" altLang="ko-KR" sz="800" dirty="0" smtClean="0">
                  <a:solidFill>
                    <a:srgbClr val="007DC5"/>
                  </a:solidFill>
                </a:rPr>
                <a:t>• </a:t>
              </a:r>
              <a:r>
                <a:rPr lang="ko-KR" altLang="en-US" sz="800" dirty="0" smtClean="0">
                  <a:solidFill>
                    <a:srgbClr val="007DC5"/>
                  </a:solidFill>
                </a:rPr>
                <a:t>추가 게시판</a:t>
              </a:r>
              <a:endParaRPr lang="en-US" altLang="ko-KR" sz="800" dirty="0" smtClean="0">
                <a:solidFill>
                  <a:srgbClr val="007DC5"/>
                </a:solidFill>
              </a:endParaRPr>
            </a:p>
          </p:txBody>
        </p:sp>
        <p:grpSp>
          <p:nvGrpSpPr>
            <p:cNvPr id="130" name="그룹 129"/>
            <p:cNvGrpSpPr/>
            <p:nvPr userDrawn="1"/>
          </p:nvGrpSpPr>
          <p:grpSpPr>
            <a:xfrm>
              <a:off x="416496" y="6875859"/>
              <a:ext cx="1279197" cy="1144699"/>
              <a:chOff x="452500" y="7065404"/>
              <a:chExt cx="1279197" cy="1144699"/>
            </a:xfrm>
          </p:grpSpPr>
          <p:sp>
            <p:nvSpPr>
              <p:cNvPr id="141" name="직사각형 140"/>
              <p:cNvSpPr/>
              <p:nvPr userDrawn="1"/>
            </p:nvSpPr>
            <p:spPr>
              <a:xfrm>
                <a:off x="452500" y="70654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42" name="Picture 8"/>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513606" y="71460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3" name="TextBox 142"/>
              <p:cNvSpPr txBox="1"/>
              <p:nvPr userDrawn="1"/>
            </p:nvSpPr>
            <p:spPr>
              <a:xfrm>
                <a:off x="734326" y="71326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수강정보</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44" name="직사각형 143"/>
              <p:cNvSpPr/>
              <p:nvPr userDrawn="1"/>
            </p:nvSpPr>
            <p:spPr>
              <a:xfrm>
                <a:off x="453697" y="7425444"/>
                <a:ext cx="1278000" cy="78465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출석현황</a:t>
                </a:r>
                <a:r>
                  <a:rPr lang="en-US" altLang="ko-KR" sz="800" dirty="0" smtClean="0">
                    <a:solidFill>
                      <a:schemeClr val="tx1">
                        <a:lumMod val="75000"/>
                        <a:lumOff val="25000"/>
                      </a:schemeClr>
                    </a:solidFill>
                  </a:rPr>
                  <a:t> </a:t>
                </a: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수강생 정보</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교수</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조교정보</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학습분석</a:t>
                </a:r>
                <a:endParaRPr lang="en-US" altLang="ko-KR" sz="800" dirty="0" smtClean="0">
                  <a:solidFill>
                    <a:schemeClr val="tx1">
                      <a:lumMod val="75000"/>
                      <a:lumOff val="25000"/>
                    </a:schemeClr>
                  </a:solidFill>
                </a:endParaRPr>
              </a:p>
            </p:txBody>
          </p:sp>
        </p:grpSp>
        <p:grpSp>
          <p:nvGrpSpPr>
            <p:cNvPr id="131" name="그룹 130"/>
            <p:cNvGrpSpPr/>
            <p:nvPr userDrawn="1"/>
          </p:nvGrpSpPr>
          <p:grpSpPr>
            <a:xfrm>
              <a:off x="416496" y="5615719"/>
              <a:ext cx="1278000" cy="1260140"/>
              <a:chOff x="416496" y="5697252"/>
              <a:chExt cx="1278000" cy="1260140"/>
            </a:xfrm>
          </p:grpSpPr>
          <p:sp>
            <p:nvSpPr>
              <p:cNvPr id="137" name="직사각형 136"/>
              <p:cNvSpPr/>
              <p:nvPr userDrawn="1"/>
            </p:nvSpPr>
            <p:spPr>
              <a:xfrm>
                <a:off x="416496" y="6055848"/>
                <a:ext cx="1278000" cy="901544"/>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중간</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기말</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장애인시험지원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err="1" smtClean="0">
                    <a:solidFill>
                      <a:schemeClr val="tx1">
                        <a:lumMod val="75000"/>
                        <a:lumOff val="25000"/>
                      </a:schemeClr>
                    </a:solidFill>
                  </a:rPr>
                  <a:t>결시신청</a:t>
                </a:r>
                <a:endParaRPr lang="en-US" altLang="ko-KR" sz="800" dirty="0" smtClean="0">
                  <a:solidFill>
                    <a:schemeClr val="tx1">
                      <a:lumMod val="75000"/>
                      <a:lumOff val="25000"/>
                    </a:schemeClr>
                  </a:solidFill>
                </a:endParaRPr>
              </a:p>
            </p:txBody>
          </p:sp>
          <p:sp>
            <p:nvSpPr>
              <p:cNvPr id="138" name="직사각형 137"/>
              <p:cNvSpPr/>
              <p:nvPr userDrawn="1"/>
            </p:nvSpPr>
            <p:spPr>
              <a:xfrm>
                <a:off x="416496" y="5697252"/>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39" name="TextBox 138"/>
              <p:cNvSpPr txBox="1"/>
              <p:nvPr userDrawn="1"/>
            </p:nvSpPr>
            <p:spPr>
              <a:xfrm>
                <a:off x="704528" y="5764498"/>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시험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40" name="Picture 9"/>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82162" y="577787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32" name="그룹 131"/>
            <p:cNvGrpSpPr/>
            <p:nvPr userDrawn="1"/>
          </p:nvGrpSpPr>
          <p:grpSpPr>
            <a:xfrm>
              <a:off x="416496" y="8016366"/>
              <a:ext cx="1279197" cy="849239"/>
              <a:chOff x="452500" y="7065404"/>
              <a:chExt cx="1279197" cy="849239"/>
            </a:xfrm>
          </p:grpSpPr>
          <p:sp>
            <p:nvSpPr>
              <p:cNvPr id="133" name="직사각형 132"/>
              <p:cNvSpPr/>
              <p:nvPr userDrawn="1"/>
            </p:nvSpPr>
            <p:spPr>
              <a:xfrm>
                <a:off x="452500" y="70654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34" name="Picture 8"/>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513606" y="71460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5" name="TextBox 134"/>
              <p:cNvSpPr txBox="1"/>
              <p:nvPr userDrawn="1"/>
            </p:nvSpPr>
            <p:spPr>
              <a:xfrm>
                <a:off x="734326" y="71326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종합성적</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36" name="직사각형 135"/>
              <p:cNvSpPr/>
              <p:nvPr userDrawn="1"/>
            </p:nvSpPr>
            <p:spPr>
              <a:xfrm>
                <a:off x="453697" y="7425445"/>
                <a:ext cx="1278000" cy="48919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성적조회</a:t>
                </a:r>
                <a:r>
                  <a:rPr lang="en-US" altLang="ko-KR" sz="800" dirty="0" smtClean="0">
                    <a:solidFill>
                      <a:schemeClr val="tx1">
                        <a:lumMod val="75000"/>
                        <a:lumOff val="25000"/>
                      </a:schemeClr>
                    </a:solidFill>
                  </a:rPr>
                  <a:t> </a:t>
                </a: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성적재확인신청</a:t>
                </a:r>
                <a:endParaRPr lang="en-US" altLang="ko-KR" sz="800" dirty="0" smtClean="0">
                  <a:solidFill>
                    <a:schemeClr val="tx1">
                      <a:lumMod val="75000"/>
                      <a:lumOff val="25000"/>
                    </a:schemeClr>
                  </a:solidFill>
                </a:endParaRPr>
              </a:p>
            </p:txBody>
          </p:sp>
        </p:grpSp>
      </p:grpSp>
    </p:spTree>
    <p:extLst>
      <p:ext uri="{BB962C8B-B14F-4D97-AF65-F5344CB8AC3E}">
        <p14:creationId xmlns:p14="http://schemas.microsoft.com/office/powerpoint/2010/main" val="3101738831"/>
      </p:ext>
    </p:extLst>
  </p:cSld>
  <p:clrMapOvr>
    <a:masterClrMapping/>
  </p:clrMapOvr>
  <p:transition>
    <p:wipe dir="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4_제목 및 내용">
    <p:spTree>
      <p:nvGrpSpPr>
        <p:cNvPr id="1" name=""/>
        <p:cNvGrpSpPr/>
        <p:nvPr/>
      </p:nvGrpSpPr>
      <p:grpSpPr>
        <a:xfrm>
          <a:off x="0" y="0"/>
          <a:ext cx="0" cy="0"/>
          <a:chOff x="0" y="0"/>
          <a:chExt cx="0" cy="0"/>
        </a:xfrm>
      </p:grpSpPr>
      <p:cxnSp>
        <p:nvCxnSpPr>
          <p:cNvPr id="2" name="직선 연결선 1"/>
          <p:cNvCxnSpPr/>
          <p:nvPr userDrawn="1"/>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Tree>
    <p:extLst>
      <p:ext uri="{BB962C8B-B14F-4D97-AF65-F5344CB8AC3E}">
        <p14:creationId xmlns:p14="http://schemas.microsoft.com/office/powerpoint/2010/main" val="3670745007"/>
      </p:ext>
    </p:extLst>
  </p:cSld>
  <p:clrMapOvr>
    <a:masterClrMapping/>
  </p:clrMapOvr>
  <p:transition>
    <p:wipe dir="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6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3425416865"/>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1998222">
                  <a:extLst>
                    <a:ext uri="{9D8B030D-6E8A-4147-A177-3AD203B41FA5}">
                      <a16:colId xmlns="" xmlns:a16="http://schemas.microsoft.com/office/drawing/2014/main" val="20003"/>
                    </a:ext>
                  </a:extLst>
                </a:gridCol>
                <a:gridCol w="1404156">
                  <a:extLst>
                    <a:ext uri="{9D8B030D-6E8A-4147-A177-3AD203B41FA5}">
                      <a16:colId xmlns="" xmlns:a16="http://schemas.microsoft.com/office/drawing/2014/main"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61" name="직사각형 60"/>
          <p:cNvSpPr/>
          <p:nvPr userDrawn="1"/>
        </p:nvSpPr>
        <p:spPr>
          <a:xfrm>
            <a:off x="406971" y="1482689"/>
            <a:ext cx="7671600" cy="95071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pic>
        <p:nvPicPr>
          <p:cNvPr id="52"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rot="10800000">
            <a:off x="4016896" y="2577005"/>
            <a:ext cx="533400" cy="76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53" name="직선 연결선 52"/>
          <p:cNvCxnSpPr/>
          <p:nvPr userDrawn="1"/>
        </p:nvCxnSpPr>
        <p:spPr>
          <a:xfrm>
            <a:off x="416496" y="2580959"/>
            <a:ext cx="7650000" cy="9114"/>
          </a:xfrm>
          <a:prstGeom prst="line">
            <a:avLst/>
          </a:prstGeom>
          <a:ln w="38100">
            <a:solidFill>
              <a:schemeClr val="accent6">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56" name="직사각형 55"/>
          <p:cNvSpPr/>
          <p:nvPr userDrawn="1"/>
        </p:nvSpPr>
        <p:spPr>
          <a:xfrm>
            <a:off x="416496" y="2140285"/>
            <a:ext cx="7642373" cy="426136"/>
          </a:xfrm>
          <a:prstGeom prst="rect">
            <a:avLst/>
          </a:prstGeom>
          <a:no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66" name="TextBox 65"/>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grpSp>
        <p:nvGrpSpPr>
          <p:cNvPr id="67" name="그룹 66"/>
          <p:cNvGrpSpPr/>
          <p:nvPr userDrawn="1"/>
        </p:nvGrpSpPr>
        <p:grpSpPr>
          <a:xfrm>
            <a:off x="498029" y="1916832"/>
            <a:ext cx="1928786" cy="215444"/>
            <a:chOff x="5267482" y="2339935"/>
            <a:chExt cx="1928786" cy="215444"/>
          </a:xfrm>
        </p:grpSpPr>
        <p:sp>
          <p:nvSpPr>
            <p:cNvPr id="68" name="TextBox 67"/>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대시보드</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69" name="Picture 3"/>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71" name="Picture 3"/>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793490" y="1515415"/>
            <a:ext cx="736744" cy="36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2" name="직사각형 71"/>
          <p:cNvSpPr/>
          <p:nvPr userDrawn="1"/>
        </p:nvSpPr>
        <p:spPr>
          <a:xfrm>
            <a:off x="414400" y="1895090"/>
            <a:ext cx="7653600" cy="252000"/>
          </a:xfrm>
          <a:prstGeom prst="rect">
            <a:avLst/>
          </a:prstGeom>
          <a:solidFill>
            <a:schemeClr val="bg1">
              <a:lumMod val="9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73" name="직사각형 72"/>
          <p:cNvSpPr/>
          <p:nvPr userDrawn="1"/>
        </p:nvSpPr>
        <p:spPr>
          <a:xfrm>
            <a:off x="1628431" y="1605021"/>
            <a:ext cx="1285850" cy="19217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소속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전체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 name="그룹 3"/>
          <p:cNvGrpSpPr/>
          <p:nvPr userDrawn="1"/>
        </p:nvGrpSpPr>
        <p:grpSpPr>
          <a:xfrm>
            <a:off x="414400" y="1537742"/>
            <a:ext cx="326096" cy="8011938"/>
            <a:chOff x="414400" y="1537742"/>
            <a:chExt cx="326096" cy="8011938"/>
          </a:xfrm>
        </p:grpSpPr>
        <p:sp>
          <p:nvSpPr>
            <p:cNvPr id="91" name="직사각형 90"/>
            <p:cNvSpPr/>
            <p:nvPr userDrawn="1"/>
          </p:nvSpPr>
          <p:spPr>
            <a:xfrm>
              <a:off x="416496" y="3913262"/>
              <a:ext cx="324000" cy="563641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92" name="그룹 91"/>
            <p:cNvGrpSpPr/>
            <p:nvPr userDrawn="1"/>
          </p:nvGrpSpPr>
          <p:grpSpPr>
            <a:xfrm>
              <a:off x="414400" y="1537742"/>
              <a:ext cx="324000" cy="360000"/>
              <a:chOff x="414400" y="2185854"/>
              <a:chExt cx="324000" cy="360000"/>
            </a:xfrm>
          </p:grpSpPr>
          <p:sp>
            <p:nvSpPr>
              <p:cNvPr id="93" name="직사각형 92"/>
              <p:cNvSpPr/>
              <p:nvPr/>
            </p:nvSpPr>
            <p:spPr>
              <a:xfrm>
                <a:off x="414400" y="2185854"/>
                <a:ext cx="324000" cy="360000"/>
              </a:xfrm>
              <a:prstGeom prst="rect">
                <a:avLst/>
              </a:prstGeom>
              <a:solidFill>
                <a:srgbClr val="DBEEF4"/>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3606" y="2294416"/>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96" name="직사각형 95"/>
            <p:cNvSpPr/>
            <p:nvPr userDrawn="1"/>
          </p:nvSpPr>
          <p:spPr>
            <a:xfrm>
              <a:off x="415299" y="2617862"/>
              <a:ext cx="324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97" name="Picture 8"/>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76405" y="269848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8" name="직사각형 97"/>
            <p:cNvSpPr/>
            <p:nvPr userDrawn="1"/>
          </p:nvSpPr>
          <p:spPr>
            <a:xfrm>
              <a:off x="415299" y="2985331"/>
              <a:ext cx="324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99" name="Picture 9"/>
            <p:cNvPicPr>
              <a:picLocks noChangeAspect="1" noChangeArrowheads="1"/>
            </p:cNvPicPr>
            <p:nvPr userDrawn="1"/>
          </p:nvPicPr>
          <p:blipFill>
            <a:blip r:embed="rId7">
              <a:extLst>
                <a:ext uri="{28A0092B-C50C-407E-A947-70E740481C1C}">
                  <a14:useLocalDpi xmlns:a14="http://schemas.microsoft.com/office/drawing/2010/main" val="0"/>
                </a:ext>
              </a:extLst>
            </a:blip>
            <a:srcRect/>
            <a:stretch>
              <a:fillRect/>
            </a:stretch>
          </p:blipFill>
          <p:spPr bwMode="auto">
            <a:xfrm>
              <a:off x="480965" y="3065957"/>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0" name="직사각형 99"/>
            <p:cNvSpPr/>
            <p:nvPr userDrawn="1"/>
          </p:nvSpPr>
          <p:spPr>
            <a:xfrm>
              <a:off x="415299" y="3705411"/>
              <a:ext cx="324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02" name="Picture 11"/>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6206" y="3783002"/>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7" name="직사각형 106"/>
            <p:cNvSpPr/>
            <p:nvPr userDrawn="1"/>
          </p:nvSpPr>
          <p:spPr>
            <a:xfrm>
              <a:off x="415299" y="1893590"/>
              <a:ext cx="324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08" name="Picture 6"/>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76306" y="197121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5" name="직사각형 114"/>
            <p:cNvSpPr/>
            <p:nvPr userDrawn="1"/>
          </p:nvSpPr>
          <p:spPr>
            <a:xfrm>
              <a:off x="414400" y="2257822"/>
              <a:ext cx="324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17" name="Picture 9"/>
            <p:cNvPicPr>
              <a:picLocks noChangeAspect="1" noChangeArrowheads="1"/>
            </p:cNvPicPr>
            <p:nvPr userDrawn="1"/>
          </p:nvPicPr>
          <p:blipFill>
            <a:blip r:embed="rId7">
              <a:extLst>
                <a:ext uri="{28A0092B-C50C-407E-A947-70E740481C1C}">
                  <a14:useLocalDpi xmlns:a14="http://schemas.microsoft.com/office/drawing/2010/main" val="0"/>
                </a:ext>
              </a:extLst>
            </a:blip>
            <a:srcRect/>
            <a:stretch>
              <a:fillRect/>
            </a:stretch>
          </p:blipFill>
          <p:spPr bwMode="auto">
            <a:xfrm>
              <a:off x="480066" y="233844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0" name="직사각형 89"/>
            <p:cNvSpPr/>
            <p:nvPr userDrawn="1"/>
          </p:nvSpPr>
          <p:spPr>
            <a:xfrm>
              <a:off x="416496" y="3343315"/>
              <a:ext cx="324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10" name="Picture 8"/>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77602" y="342394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60" name="그룹 59"/>
          <p:cNvGrpSpPr/>
          <p:nvPr userDrawn="1"/>
        </p:nvGrpSpPr>
        <p:grpSpPr>
          <a:xfrm>
            <a:off x="704528" y="2140285"/>
            <a:ext cx="3249935" cy="426135"/>
            <a:chOff x="420885" y="2140285"/>
            <a:chExt cx="3249935" cy="426135"/>
          </a:xfrm>
        </p:grpSpPr>
        <p:sp>
          <p:nvSpPr>
            <p:cNvPr id="62" name="직사각형 61"/>
            <p:cNvSpPr/>
            <p:nvPr userDrawn="1"/>
          </p:nvSpPr>
          <p:spPr>
            <a:xfrm>
              <a:off x="420885" y="2140285"/>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63" name="직사각형 62"/>
            <p:cNvSpPr/>
            <p:nvPr userDrawn="1"/>
          </p:nvSpPr>
          <p:spPr>
            <a:xfrm>
              <a:off x="426021" y="2350976"/>
              <a:ext cx="3244799" cy="215444"/>
            </a:xfrm>
            <a:prstGeom prst="rect">
              <a:avLst/>
            </a:prstGeom>
          </p:spPr>
          <p:txBody>
            <a:bodyPr wrap="none">
              <a:spAutoFit/>
            </a:bodyPr>
            <a:lstStyle/>
            <a:p>
              <a:r>
                <a:rPr kumimoji="1" lang="en-US" altLang="ko-KR" sz="800" b="1" kern="1200" dirty="0" smtClean="0">
                  <a:solidFill>
                    <a:srgbClr val="00B050"/>
                  </a:solidFill>
                  <a:latin typeface="+mn-ea"/>
                  <a:ea typeface="+mn-ea"/>
                  <a:cs typeface="+mn-cs"/>
                </a:rPr>
                <a:t>ONLINE</a:t>
              </a:r>
              <a:r>
                <a:rPr kumimoji="1" lang="en-US" altLang="ko-KR" sz="800" kern="1200" baseline="0" dirty="0" smtClean="0">
                  <a:solidFill>
                    <a:schemeClr val="tx1">
                      <a:lumMod val="65000"/>
                      <a:lumOff val="35000"/>
                    </a:schemeClr>
                  </a:solidFill>
                  <a:latin typeface="+mn-ea"/>
                  <a:ea typeface="+mn-ea"/>
                  <a:cs typeface="+mn-cs"/>
                </a:rPr>
                <a:t> | </a:t>
              </a:r>
              <a:r>
                <a:rPr kumimoji="1" lang="ko-KR" altLang="en-US" sz="800" b="1" kern="1200" baseline="0" dirty="0" smtClean="0">
                  <a:solidFill>
                    <a:srgbClr val="0070C0"/>
                  </a:solidFill>
                  <a:latin typeface="+mn-ea"/>
                  <a:ea typeface="+mn-ea"/>
                  <a:cs typeface="+mn-cs"/>
                </a:rPr>
                <a:t>학기제</a:t>
              </a:r>
              <a:r>
                <a:rPr kumimoji="1" lang="ko-KR" altLang="en-US" sz="800" kern="1200" baseline="0" dirty="0" smtClean="0">
                  <a:solidFill>
                    <a:schemeClr val="tx1">
                      <a:lumMod val="65000"/>
                      <a:lumOff val="35000"/>
                    </a:schemeClr>
                  </a:solidFill>
                  <a:latin typeface="+mn-ea"/>
                  <a:ea typeface="+mn-ea"/>
                  <a:cs typeface="+mn-cs"/>
                </a:rPr>
                <a:t> </a:t>
              </a:r>
              <a:r>
                <a:rPr kumimoji="1" lang="en-US" altLang="ko-KR" sz="800" kern="1200" baseline="0" dirty="0" smtClean="0">
                  <a:solidFill>
                    <a:schemeClr val="tx1">
                      <a:lumMod val="65000"/>
                      <a:lumOff val="35000"/>
                    </a:schemeClr>
                  </a:solidFill>
                  <a:latin typeface="+mn-ea"/>
                  <a:ea typeface="+mn-ea"/>
                  <a:cs typeface="+mn-cs"/>
                </a:rPr>
                <a:t>| </a:t>
              </a:r>
              <a:r>
                <a:rPr kumimoji="1" lang="ko-KR" altLang="en-US" sz="800" kern="1200" baseline="0" dirty="0" smtClean="0">
                  <a:solidFill>
                    <a:schemeClr val="tx1">
                      <a:lumMod val="65000"/>
                      <a:lumOff val="35000"/>
                    </a:schemeClr>
                  </a:solidFill>
                  <a:latin typeface="+mn-ea"/>
                  <a:ea typeface="+mn-ea"/>
                  <a:cs typeface="+mn-cs"/>
                </a:rPr>
                <a:t>개설학과 </a:t>
              </a:r>
              <a:r>
                <a:rPr kumimoji="1" lang="en-US" altLang="ko-KR" sz="800" kern="1200" baseline="0" dirty="0" smtClean="0">
                  <a:solidFill>
                    <a:schemeClr val="tx1">
                      <a:lumMod val="65000"/>
                      <a:lumOff val="35000"/>
                    </a:schemeClr>
                  </a:solidFill>
                  <a:latin typeface="+mn-ea"/>
                  <a:ea typeface="+mn-ea"/>
                  <a:cs typeface="+mn-cs"/>
                </a:rPr>
                <a:t>: </a:t>
              </a:r>
              <a:r>
                <a:rPr kumimoji="1" lang="ko-KR" altLang="en-US" sz="800" kern="1200" baseline="0" dirty="0" smtClean="0">
                  <a:solidFill>
                    <a:schemeClr val="tx1">
                      <a:lumMod val="65000"/>
                      <a:lumOff val="35000"/>
                    </a:schemeClr>
                  </a:solidFill>
                  <a:latin typeface="+mn-ea"/>
                  <a:ea typeface="+mn-ea"/>
                  <a:cs typeface="+mn-cs"/>
                </a:rPr>
                <a:t>사회인문학과 </a:t>
              </a:r>
              <a:r>
                <a:rPr kumimoji="1" lang="en-US" altLang="ko-KR" sz="800" kern="1200" baseline="0" dirty="0" smtClean="0">
                  <a:solidFill>
                    <a:schemeClr val="tx1">
                      <a:lumMod val="65000"/>
                      <a:lumOff val="35000"/>
                    </a:schemeClr>
                  </a:solidFill>
                  <a:latin typeface="+mn-ea"/>
                  <a:ea typeface="+mn-ea"/>
                  <a:cs typeface="+mn-cs"/>
                </a:rPr>
                <a:t>| </a:t>
              </a:r>
              <a:r>
                <a:rPr kumimoji="1" lang="ko-KR" altLang="en-US" sz="800" kern="1200" baseline="0" dirty="0" smtClean="0">
                  <a:solidFill>
                    <a:schemeClr val="tx1">
                      <a:lumMod val="65000"/>
                      <a:lumOff val="35000"/>
                    </a:schemeClr>
                  </a:solidFill>
                  <a:latin typeface="+mn-ea"/>
                  <a:ea typeface="+mn-ea"/>
                  <a:cs typeface="+mn-cs"/>
                </a:rPr>
                <a:t>이수구분</a:t>
              </a:r>
              <a:r>
                <a:rPr kumimoji="1" lang="ko-KR" altLang="en-US" sz="800" kern="1200" dirty="0" smtClean="0">
                  <a:solidFill>
                    <a:schemeClr val="tx1">
                      <a:lumMod val="65000"/>
                      <a:lumOff val="35000"/>
                    </a:schemeClr>
                  </a:solidFill>
                  <a:latin typeface="+mn-ea"/>
                  <a:ea typeface="+mn-ea"/>
                  <a:cs typeface="+mn-cs"/>
                </a:rPr>
                <a:t> </a:t>
              </a:r>
              <a:r>
                <a:rPr kumimoji="1" lang="en-US" altLang="ko-KR" sz="800" kern="1200" dirty="0" smtClean="0">
                  <a:solidFill>
                    <a:schemeClr val="tx1">
                      <a:lumMod val="65000"/>
                      <a:lumOff val="35000"/>
                    </a:schemeClr>
                  </a:solidFill>
                  <a:latin typeface="+mn-ea"/>
                  <a:ea typeface="+mn-ea"/>
                  <a:cs typeface="+mn-cs"/>
                </a:rPr>
                <a:t>: </a:t>
              </a:r>
              <a:r>
                <a:rPr kumimoji="1" lang="ko-KR" altLang="en-US" sz="800" kern="1200" dirty="0" smtClean="0">
                  <a:solidFill>
                    <a:schemeClr val="tx1">
                      <a:lumMod val="65000"/>
                      <a:lumOff val="35000"/>
                    </a:schemeClr>
                  </a:solidFill>
                  <a:latin typeface="+mn-ea"/>
                  <a:ea typeface="+mn-ea"/>
                  <a:cs typeface="+mn-cs"/>
                </a:rPr>
                <a:t>전공필수 </a:t>
              </a:r>
              <a:endParaRPr kumimoji="1" lang="ko-KR" altLang="en-US" sz="800" kern="1200" dirty="0">
                <a:solidFill>
                  <a:schemeClr val="tx1">
                    <a:lumMod val="65000"/>
                    <a:lumOff val="35000"/>
                  </a:schemeClr>
                </a:solidFill>
                <a:latin typeface="+mn-ea"/>
                <a:ea typeface="+mn-ea"/>
                <a:cs typeface="+mn-cs"/>
              </a:endParaRPr>
            </a:p>
          </p:txBody>
        </p:sp>
      </p:grpSp>
      <p:grpSp>
        <p:nvGrpSpPr>
          <p:cNvPr id="65" name="그룹 64"/>
          <p:cNvGrpSpPr/>
          <p:nvPr userDrawn="1"/>
        </p:nvGrpSpPr>
        <p:grpSpPr>
          <a:xfrm>
            <a:off x="6566061" y="2271792"/>
            <a:ext cx="720000" cy="215444"/>
            <a:chOff x="6138205" y="3219833"/>
            <a:chExt cx="720000" cy="215444"/>
          </a:xfrm>
        </p:grpSpPr>
        <p:sp>
          <p:nvSpPr>
            <p:cNvPr id="70"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74" name="직사각형 73"/>
            <p:cNvSpPr/>
            <p:nvPr/>
          </p:nvSpPr>
          <p:spPr>
            <a:xfrm>
              <a:off x="6194169"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학습독려</a:t>
              </a:r>
              <a:endParaRPr lang="ko-KR" altLang="en-US" sz="800" kern="0" dirty="0">
                <a:solidFill>
                  <a:schemeClr val="bg1"/>
                </a:solidFill>
                <a:latin typeface="+mn-ea"/>
                <a:ea typeface="+mn-ea"/>
              </a:endParaRPr>
            </a:p>
          </p:txBody>
        </p:sp>
      </p:grpSp>
      <p:grpSp>
        <p:nvGrpSpPr>
          <p:cNvPr id="75" name="그룹 74"/>
          <p:cNvGrpSpPr/>
          <p:nvPr userDrawn="1"/>
        </p:nvGrpSpPr>
        <p:grpSpPr>
          <a:xfrm>
            <a:off x="7315627" y="2264935"/>
            <a:ext cx="720000" cy="215444"/>
            <a:chOff x="6138205" y="3219833"/>
            <a:chExt cx="720000" cy="215444"/>
          </a:xfrm>
        </p:grpSpPr>
        <p:sp>
          <p:nvSpPr>
            <p:cNvPr id="76"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87" name="직사각형 86"/>
            <p:cNvSpPr/>
            <p:nvPr/>
          </p:nvSpPr>
          <p:spPr>
            <a:xfrm>
              <a:off x="6194170"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평가비중</a:t>
              </a:r>
              <a:endParaRPr lang="ko-KR" altLang="en-US" sz="800" kern="0" dirty="0">
                <a:solidFill>
                  <a:schemeClr val="bg1"/>
                </a:solidFill>
                <a:latin typeface="+mn-ea"/>
                <a:ea typeface="+mn-ea"/>
              </a:endParaRPr>
            </a:p>
          </p:txBody>
        </p:sp>
      </p:grpSp>
      <p:grpSp>
        <p:nvGrpSpPr>
          <p:cNvPr id="88" name="그룹 87"/>
          <p:cNvGrpSpPr/>
          <p:nvPr userDrawn="1"/>
        </p:nvGrpSpPr>
        <p:grpSpPr>
          <a:xfrm>
            <a:off x="5812904" y="2264935"/>
            <a:ext cx="720000" cy="215444"/>
            <a:chOff x="6138205" y="3219833"/>
            <a:chExt cx="720000" cy="215444"/>
          </a:xfrm>
        </p:grpSpPr>
        <p:sp>
          <p:nvSpPr>
            <p:cNvPr id="89"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95" name="직사각형 94"/>
            <p:cNvSpPr/>
            <p:nvPr/>
          </p:nvSpPr>
          <p:spPr>
            <a:xfrm>
              <a:off x="6142875" y="3219833"/>
              <a:ext cx="697627"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강의계획서</a:t>
              </a:r>
              <a:endParaRPr lang="ko-KR" altLang="en-US" sz="800" kern="0" dirty="0">
                <a:solidFill>
                  <a:schemeClr val="bg1"/>
                </a:solidFill>
                <a:latin typeface="+mn-ea"/>
                <a:ea typeface="+mn-ea"/>
              </a:endParaRPr>
            </a:p>
          </p:txBody>
        </p:sp>
      </p:grpSp>
      <p:grpSp>
        <p:nvGrpSpPr>
          <p:cNvPr id="101" name="그룹 100"/>
          <p:cNvGrpSpPr/>
          <p:nvPr userDrawn="1"/>
        </p:nvGrpSpPr>
        <p:grpSpPr>
          <a:xfrm>
            <a:off x="4825070" y="2267347"/>
            <a:ext cx="1042273" cy="215444"/>
            <a:chOff x="6076950" y="3219833"/>
            <a:chExt cx="1042273" cy="215444"/>
          </a:xfrm>
        </p:grpSpPr>
        <p:sp>
          <p:nvSpPr>
            <p:cNvPr id="103" name="Rectangle 122"/>
            <p:cNvSpPr>
              <a:spLocks noChangeArrowheads="1"/>
            </p:cNvSpPr>
            <p:nvPr/>
          </p:nvSpPr>
          <p:spPr bwMode="auto">
            <a:xfrm>
              <a:off x="6138205" y="3228798"/>
              <a:ext cx="90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04" name="직사각형 103"/>
            <p:cNvSpPr/>
            <p:nvPr/>
          </p:nvSpPr>
          <p:spPr>
            <a:xfrm>
              <a:off x="6076950" y="3219833"/>
              <a:ext cx="1042273"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이전과목 가져오기</a:t>
              </a:r>
              <a:endParaRPr lang="ko-KR" altLang="en-US" sz="800" kern="0" dirty="0">
                <a:solidFill>
                  <a:schemeClr val="bg1"/>
                </a:solidFill>
                <a:latin typeface="+mn-ea"/>
                <a:ea typeface="+mn-ea"/>
              </a:endParaRPr>
            </a:p>
          </p:txBody>
        </p:sp>
      </p:grpSp>
      <p:sp>
        <p:nvSpPr>
          <p:cNvPr id="111" name="직사각형 110"/>
          <p:cNvSpPr/>
          <p:nvPr userDrawn="1"/>
        </p:nvSpPr>
        <p:spPr>
          <a:xfrm>
            <a:off x="6349927" y="1928308"/>
            <a:ext cx="1665509" cy="1836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강의실 바로가기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sp>
        <p:nvSpPr>
          <p:cNvPr id="112" name="직사각형 111"/>
          <p:cNvSpPr/>
          <p:nvPr userDrawn="1"/>
        </p:nvSpPr>
        <p:spPr>
          <a:xfrm>
            <a:off x="5305811" y="1935902"/>
            <a:ext cx="1015341"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smtClean="0">
                <a:solidFill>
                  <a:schemeClr val="tx1"/>
                </a:solidFill>
                <a:latin typeface="맑은 고딕" panose="020B0503020000020004" pitchFamily="50" charset="-127"/>
                <a:ea typeface="맑은 고딕" panose="020B0503020000020004" pitchFamily="50" charset="-127"/>
              </a:rPr>
              <a:t>2025</a:t>
            </a:r>
            <a:r>
              <a:rPr lang="ko-KR" altLang="en-US" sz="800" dirty="0" smtClean="0">
                <a:solidFill>
                  <a:schemeClr val="tx1"/>
                </a:solidFill>
                <a:latin typeface="맑은 고딕" panose="020B0503020000020004" pitchFamily="50" charset="-127"/>
                <a:ea typeface="맑은 고딕" panose="020B0503020000020004" pitchFamily="50" charset="-127"/>
              </a:rPr>
              <a:t>년 </a:t>
            </a:r>
            <a:r>
              <a:rPr lang="en-US" altLang="ko-KR" sz="800" dirty="0" smtClean="0">
                <a:solidFill>
                  <a:schemeClr val="tx1"/>
                </a:solidFill>
                <a:latin typeface="맑은 고딕" panose="020B0503020000020004" pitchFamily="50" charset="-127"/>
                <a:ea typeface="맑은 고딕" panose="020B0503020000020004" pitchFamily="50" charset="-127"/>
              </a:rPr>
              <a:t>1</a:t>
            </a:r>
            <a:r>
              <a:rPr lang="ko-KR" altLang="en-US" sz="800" dirty="0" smtClean="0">
                <a:solidFill>
                  <a:schemeClr val="tx1"/>
                </a:solidFill>
                <a:latin typeface="맑은 고딕" panose="020B0503020000020004" pitchFamily="50" charset="-127"/>
                <a:ea typeface="맑은 고딕" panose="020B0503020000020004" pitchFamily="50" charset="-127"/>
              </a:rPr>
              <a:t>학기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64" name="Picture 2"/>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7" name="Picture 3"/>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8" name="그룹 77"/>
          <p:cNvGrpSpPr/>
          <p:nvPr userDrawn="1"/>
        </p:nvGrpSpPr>
        <p:grpSpPr>
          <a:xfrm>
            <a:off x="7672350" y="1496405"/>
            <a:ext cx="243978" cy="215444"/>
            <a:chOff x="8936746" y="2555959"/>
            <a:chExt cx="243978" cy="215444"/>
          </a:xfrm>
        </p:grpSpPr>
        <p:sp>
          <p:nvSpPr>
            <p:cNvPr id="79" name="타원 78"/>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0" name="직사각형 79"/>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81" name="그룹 80"/>
          <p:cNvGrpSpPr/>
          <p:nvPr userDrawn="1"/>
        </p:nvGrpSpPr>
        <p:grpSpPr>
          <a:xfrm>
            <a:off x="7896424" y="1494889"/>
            <a:ext cx="243978" cy="215444"/>
            <a:chOff x="8927221" y="2555959"/>
            <a:chExt cx="243978" cy="215444"/>
          </a:xfrm>
        </p:grpSpPr>
        <p:sp>
          <p:nvSpPr>
            <p:cNvPr id="82" name="타원 81"/>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3" name="직사각형 82"/>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84" name="모서리가 둥근 직사각형 83"/>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85"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spTree>
    <p:extLst>
      <p:ext uri="{BB962C8B-B14F-4D97-AF65-F5344CB8AC3E}">
        <p14:creationId xmlns:p14="http://schemas.microsoft.com/office/powerpoint/2010/main" val="4180976768"/>
      </p:ext>
    </p:extLst>
  </p:cSld>
  <p:clrMapOvr>
    <a:masterClrMapping/>
  </p:clrMapOvr>
  <p:transition>
    <p:wipe dir="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cSld name="8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3458044461"/>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a16="http://schemas.microsoft.com/office/drawing/2014/main" xmlns="" val="20000"/>
                    </a:ext>
                  </a:extLst>
                </a:gridCol>
                <a:gridCol w="2736304">
                  <a:extLst>
                    <a:ext uri="{9D8B030D-6E8A-4147-A177-3AD203B41FA5}">
                      <a16:colId xmlns:a16="http://schemas.microsoft.com/office/drawing/2014/main" xmlns="" val="20001"/>
                    </a:ext>
                  </a:extLst>
                </a:gridCol>
                <a:gridCol w="1134126">
                  <a:extLst>
                    <a:ext uri="{9D8B030D-6E8A-4147-A177-3AD203B41FA5}">
                      <a16:colId xmlns:a16="http://schemas.microsoft.com/office/drawing/2014/main" xmlns="" val="20002"/>
                    </a:ext>
                  </a:extLst>
                </a:gridCol>
                <a:gridCol w="1998222">
                  <a:extLst>
                    <a:ext uri="{9D8B030D-6E8A-4147-A177-3AD203B41FA5}">
                      <a16:colId xmlns:a16="http://schemas.microsoft.com/office/drawing/2014/main" xmlns="" val="20003"/>
                    </a:ext>
                  </a:extLst>
                </a:gridCol>
                <a:gridCol w="1404156">
                  <a:extLst>
                    <a:ext uri="{9D8B030D-6E8A-4147-A177-3AD203B41FA5}">
                      <a16:colId xmlns:a16="http://schemas.microsoft.com/office/drawing/2014/main" xmlns="" val="20004"/>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xmlns=""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extLst>
                  <a:ext uri="{0D108BD9-81ED-4DB2-BD59-A6C34878D82A}">
                    <a16:rowId xmlns:a16="http://schemas.microsoft.com/office/drawing/2014/main" xmlns=""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xmlns=""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latinLnBrk="1"/>
                      <a:r>
                        <a:rPr lang="en-US" altLang="ko-KR" sz="900" b="1" dirty="0">
                          <a:solidFill>
                            <a:schemeClr val="tx1"/>
                          </a:solidFill>
                          <a:latin typeface="맑은 고딕" panose="020B0503020000020004" pitchFamily="50" charset="-127"/>
                          <a:ea typeface="맑은 고딕" panose="020B0503020000020004" pitchFamily="50" charset="-127"/>
                        </a:rPr>
                        <a:t>Description</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latinLnBrk="1"/>
                      <a:endParaRPr lang="ko-KR" altLang="en-US" dirty="0">
                        <a:latin typeface="맑은 고딕" panose="020B0503020000020004" pitchFamily="50" charset="-127"/>
                        <a:ea typeface="맑은 고딕" panose="020B0503020000020004" pitchFamily="50" charset="-127"/>
                      </a:endParaRPr>
                    </a:p>
                  </a:txBody>
                  <a:tcPr marL="0" marR="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xmlns="" val="10004"/>
                  </a:ext>
                </a:extLst>
              </a:tr>
            </a:tbl>
          </a:graphicData>
        </a:graphic>
      </p:graphicFrame>
      <p:sp>
        <p:nvSpPr>
          <p:cNvPr id="61" name="직사각형 60"/>
          <p:cNvSpPr/>
          <p:nvPr userDrawn="1"/>
        </p:nvSpPr>
        <p:spPr>
          <a:xfrm>
            <a:off x="406971" y="1482689"/>
            <a:ext cx="7671600" cy="9507151"/>
          </a:xfrm>
          <a:prstGeom prst="rect">
            <a:avLst/>
          </a:prstGeom>
          <a:solidFill>
            <a:schemeClr val="bg1"/>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pic>
        <p:nvPicPr>
          <p:cNvPr id="52"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rot="10800000">
            <a:off x="4016896" y="2577005"/>
            <a:ext cx="533400" cy="76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53" name="직선 연결선 52"/>
          <p:cNvCxnSpPr/>
          <p:nvPr userDrawn="1"/>
        </p:nvCxnSpPr>
        <p:spPr>
          <a:xfrm>
            <a:off x="416496" y="2580959"/>
            <a:ext cx="7650000" cy="9114"/>
          </a:xfrm>
          <a:prstGeom prst="line">
            <a:avLst/>
          </a:prstGeom>
          <a:ln w="38100">
            <a:solidFill>
              <a:schemeClr val="accent6">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56" name="직사각형 55"/>
          <p:cNvSpPr/>
          <p:nvPr userDrawn="1"/>
        </p:nvSpPr>
        <p:spPr>
          <a:xfrm>
            <a:off x="416496" y="2140285"/>
            <a:ext cx="7642373" cy="426136"/>
          </a:xfrm>
          <a:prstGeom prst="rect">
            <a:avLst/>
          </a:prstGeom>
          <a:no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66" name="TextBox 65"/>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grpSp>
        <p:nvGrpSpPr>
          <p:cNvPr id="67" name="그룹 66"/>
          <p:cNvGrpSpPr/>
          <p:nvPr userDrawn="1"/>
        </p:nvGrpSpPr>
        <p:grpSpPr>
          <a:xfrm>
            <a:off x="498029" y="1916832"/>
            <a:ext cx="1928786" cy="215444"/>
            <a:chOff x="5267482" y="2339935"/>
            <a:chExt cx="1928786" cy="215444"/>
          </a:xfrm>
        </p:grpSpPr>
        <p:sp>
          <p:nvSpPr>
            <p:cNvPr id="68" name="TextBox 67"/>
            <p:cNvSpPr txBox="1"/>
            <p:nvPr/>
          </p:nvSpPr>
          <p:spPr>
            <a:xfrm>
              <a:off x="5349324" y="2339935"/>
              <a:ext cx="184694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대시보드</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69" name="Picture 3"/>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7482" y="2376871"/>
              <a:ext cx="144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 name="모서리가 둥근 직사각형 69"/>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72" name="직사각형 71"/>
          <p:cNvSpPr/>
          <p:nvPr userDrawn="1"/>
        </p:nvSpPr>
        <p:spPr>
          <a:xfrm>
            <a:off x="414400" y="1895090"/>
            <a:ext cx="7653600" cy="252000"/>
          </a:xfrm>
          <a:prstGeom prst="rect">
            <a:avLst/>
          </a:prstGeom>
          <a:solidFill>
            <a:schemeClr val="bg1">
              <a:lumMod val="95000"/>
            </a:schemeClr>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07" name="Picture 3"/>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1734076" y="1515415"/>
            <a:ext cx="736744" cy="36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8" name="직사각형 107"/>
          <p:cNvSpPr/>
          <p:nvPr userDrawn="1"/>
        </p:nvSpPr>
        <p:spPr>
          <a:xfrm>
            <a:off x="2569017" y="1605021"/>
            <a:ext cx="1285850" cy="192178"/>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소속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전체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71" name="그룹 70"/>
          <p:cNvGrpSpPr/>
          <p:nvPr userDrawn="1"/>
        </p:nvGrpSpPr>
        <p:grpSpPr>
          <a:xfrm>
            <a:off x="1712640" y="2140285"/>
            <a:ext cx="3249935" cy="426135"/>
            <a:chOff x="420885" y="2140285"/>
            <a:chExt cx="3249935" cy="426135"/>
          </a:xfrm>
        </p:grpSpPr>
        <p:sp>
          <p:nvSpPr>
            <p:cNvPr id="73" name="직사각형 72"/>
            <p:cNvSpPr/>
            <p:nvPr userDrawn="1"/>
          </p:nvSpPr>
          <p:spPr>
            <a:xfrm>
              <a:off x="420885" y="2140285"/>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75" name="직사각형 74"/>
            <p:cNvSpPr/>
            <p:nvPr userDrawn="1"/>
          </p:nvSpPr>
          <p:spPr>
            <a:xfrm>
              <a:off x="426021" y="2350976"/>
              <a:ext cx="3244799" cy="215444"/>
            </a:xfrm>
            <a:prstGeom prst="rect">
              <a:avLst/>
            </a:prstGeom>
          </p:spPr>
          <p:txBody>
            <a:bodyPr wrap="none">
              <a:spAutoFit/>
            </a:bodyPr>
            <a:lstStyle/>
            <a:p>
              <a:r>
                <a:rPr kumimoji="1" lang="en-US" altLang="ko-KR" sz="800" b="1" kern="1200" dirty="0" smtClean="0">
                  <a:solidFill>
                    <a:srgbClr val="00B050"/>
                  </a:solidFill>
                  <a:latin typeface="+mn-ea"/>
                  <a:ea typeface="+mn-ea"/>
                  <a:cs typeface="+mn-cs"/>
                </a:rPr>
                <a:t>ONLINE</a:t>
              </a:r>
              <a:r>
                <a:rPr kumimoji="1" lang="en-US" altLang="ko-KR" sz="800" kern="1200" baseline="0" dirty="0" smtClean="0">
                  <a:solidFill>
                    <a:schemeClr val="tx1">
                      <a:lumMod val="65000"/>
                      <a:lumOff val="35000"/>
                    </a:schemeClr>
                  </a:solidFill>
                  <a:latin typeface="+mn-ea"/>
                  <a:ea typeface="+mn-ea"/>
                  <a:cs typeface="+mn-cs"/>
                </a:rPr>
                <a:t> | </a:t>
              </a:r>
              <a:r>
                <a:rPr kumimoji="1" lang="ko-KR" altLang="en-US" sz="800" b="1" kern="1200" baseline="0" dirty="0" smtClean="0">
                  <a:solidFill>
                    <a:srgbClr val="0070C0"/>
                  </a:solidFill>
                  <a:latin typeface="+mn-ea"/>
                  <a:ea typeface="+mn-ea"/>
                  <a:cs typeface="+mn-cs"/>
                </a:rPr>
                <a:t>학기제</a:t>
              </a:r>
              <a:r>
                <a:rPr kumimoji="1" lang="ko-KR" altLang="en-US" sz="800" kern="1200" baseline="0" dirty="0" smtClean="0">
                  <a:solidFill>
                    <a:schemeClr val="tx1">
                      <a:lumMod val="65000"/>
                      <a:lumOff val="35000"/>
                    </a:schemeClr>
                  </a:solidFill>
                  <a:latin typeface="+mn-ea"/>
                  <a:ea typeface="+mn-ea"/>
                  <a:cs typeface="+mn-cs"/>
                </a:rPr>
                <a:t> </a:t>
              </a:r>
              <a:r>
                <a:rPr kumimoji="1" lang="en-US" altLang="ko-KR" sz="800" kern="1200" baseline="0" dirty="0" smtClean="0">
                  <a:solidFill>
                    <a:schemeClr val="tx1">
                      <a:lumMod val="65000"/>
                      <a:lumOff val="35000"/>
                    </a:schemeClr>
                  </a:solidFill>
                  <a:latin typeface="+mn-ea"/>
                  <a:ea typeface="+mn-ea"/>
                  <a:cs typeface="+mn-cs"/>
                </a:rPr>
                <a:t>| </a:t>
              </a:r>
              <a:r>
                <a:rPr kumimoji="1" lang="ko-KR" altLang="en-US" sz="800" kern="1200" baseline="0" dirty="0" smtClean="0">
                  <a:solidFill>
                    <a:schemeClr val="tx1">
                      <a:lumMod val="65000"/>
                      <a:lumOff val="35000"/>
                    </a:schemeClr>
                  </a:solidFill>
                  <a:latin typeface="+mn-ea"/>
                  <a:ea typeface="+mn-ea"/>
                  <a:cs typeface="+mn-cs"/>
                </a:rPr>
                <a:t>개설학과 </a:t>
              </a:r>
              <a:r>
                <a:rPr kumimoji="1" lang="en-US" altLang="ko-KR" sz="800" kern="1200" baseline="0" dirty="0" smtClean="0">
                  <a:solidFill>
                    <a:schemeClr val="tx1">
                      <a:lumMod val="65000"/>
                      <a:lumOff val="35000"/>
                    </a:schemeClr>
                  </a:solidFill>
                  <a:latin typeface="+mn-ea"/>
                  <a:ea typeface="+mn-ea"/>
                  <a:cs typeface="+mn-cs"/>
                </a:rPr>
                <a:t>: </a:t>
              </a:r>
              <a:r>
                <a:rPr kumimoji="1" lang="ko-KR" altLang="en-US" sz="800" kern="1200" baseline="0" dirty="0" smtClean="0">
                  <a:solidFill>
                    <a:schemeClr val="tx1">
                      <a:lumMod val="65000"/>
                      <a:lumOff val="35000"/>
                    </a:schemeClr>
                  </a:solidFill>
                  <a:latin typeface="+mn-ea"/>
                  <a:ea typeface="+mn-ea"/>
                  <a:cs typeface="+mn-cs"/>
                </a:rPr>
                <a:t>사회인문학과 </a:t>
              </a:r>
              <a:r>
                <a:rPr kumimoji="1" lang="en-US" altLang="ko-KR" sz="800" kern="1200" baseline="0" dirty="0" smtClean="0">
                  <a:solidFill>
                    <a:schemeClr val="tx1">
                      <a:lumMod val="65000"/>
                      <a:lumOff val="35000"/>
                    </a:schemeClr>
                  </a:solidFill>
                  <a:latin typeface="+mn-ea"/>
                  <a:ea typeface="+mn-ea"/>
                  <a:cs typeface="+mn-cs"/>
                </a:rPr>
                <a:t>| </a:t>
              </a:r>
              <a:r>
                <a:rPr kumimoji="1" lang="ko-KR" altLang="en-US" sz="800" kern="1200" baseline="0" dirty="0" smtClean="0">
                  <a:solidFill>
                    <a:schemeClr val="tx1">
                      <a:lumMod val="65000"/>
                      <a:lumOff val="35000"/>
                    </a:schemeClr>
                  </a:solidFill>
                  <a:latin typeface="+mn-ea"/>
                  <a:ea typeface="+mn-ea"/>
                  <a:cs typeface="+mn-cs"/>
                </a:rPr>
                <a:t>이수구분</a:t>
              </a:r>
              <a:r>
                <a:rPr kumimoji="1" lang="ko-KR" altLang="en-US" sz="800" kern="1200" dirty="0" smtClean="0">
                  <a:solidFill>
                    <a:schemeClr val="tx1">
                      <a:lumMod val="65000"/>
                      <a:lumOff val="35000"/>
                    </a:schemeClr>
                  </a:solidFill>
                  <a:latin typeface="+mn-ea"/>
                  <a:ea typeface="+mn-ea"/>
                  <a:cs typeface="+mn-cs"/>
                </a:rPr>
                <a:t> </a:t>
              </a:r>
              <a:r>
                <a:rPr kumimoji="1" lang="en-US" altLang="ko-KR" sz="800" kern="1200" dirty="0" smtClean="0">
                  <a:solidFill>
                    <a:schemeClr val="tx1">
                      <a:lumMod val="65000"/>
                      <a:lumOff val="35000"/>
                    </a:schemeClr>
                  </a:solidFill>
                  <a:latin typeface="+mn-ea"/>
                  <a:ea typeface="+mn-ea"/>
                  <a:cs typeface="+mn-cs"/>
                </a:rPr>
                <a:t>: </a:t>
              </a:r>
              <a:r>
                <a:rPr kumimoji="1" lang="ko-KR" altLang="en-US" sz="800" kern="1200" dirty="0" smtClean="0">
                  <a:solidFill>
                    <a:schemeClr val="tx1">
                      <a:lumMod val="65000"/>
                      <a:lumOff val="35000"/>
                    </a:schemeClr>
                  </a:solidFill>
                  <a:latin typeface="+mn-ea"/>
                  <a:ea typeface="+mn-ea"/>
                  <a:cs typeface="+mn-cs"/>
                </a:rPr>
                <a:t>전공필수 </a:t>
              </a:r>
              <a:endParaRPr kumimoji="1" lang="ko-KR" altLang="en-US" sz="800" kern="1200" dirty="0">
                <a:solidFill>
                  <a:schemeClr val="tx1">
                    <a:lumMod val="65000"/>
                    <a:lumOff val="35000"/>
                  </a:schemeClr>
                </a:solidFill>
                <a:latin typeface="+mn-ea"/>
                <a:ea typeface="+mn-ea"/>
                <a:cs typeface="+mn-cs"/>
              </a:endParaRPr>
            </a:p>
          </p:txBody>
        </p:sp>
      </p:grpSp>
      <p:grpSp>
        <p:nvGrpSpPr>
          <p:cNvPr id="76" name="그룹 75"/>
          <p:cNvGrpSpPr/>
          <p:nvPr userDrawn="1"/>
        </p:nvGrpSpPr>
        <p:grpSpPr>
          <a:xfrm>
            <a:off x="6566061" y="2271792"/>
            <a:ext cx="720000" cy="215444"/>
            <a:chOff x="6138205" y="3219833"/>
            <a:chExt cx="720000" cy="215444"/>
          </a:xfrm>
        </p:grpSpPr>
        <p:sp>
          <p:nvSpPr>
            <p:cNvPr id="87"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88" name="직사각형 87"/>
            <p:cNvSpPr/>
            <p:nvPr/>
          </p:nvSpPr>
          <p:spPr>
            <a:xfrm>
              <a:off x="6194169"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학습독려</a:t>
              </a:r>
              <a:endParaRPr lang="ko-KR" altLang="en-US" sz="800" kern="0" dirty="0">
                <a:solidFill>
                  <a:schemeClr val="bg1"/>
                </a:solidFill>
                <a:latin typeface="+mn-ea"/>
                <a:ea typeface="+mn-ea"/>
              </a:endParaRPr>
            </a:p>
          </p:txBody>
        </p:sp>
      </p:grpSp>
      <p:grpSp>
        <p:nvGrpSpPr>
          <p:cNvPr id="89" name="그룹 88"/>
          <p:cNvGrpSpPr/>
          <p:nvPr userDrawn="1"/>
        </p:nvGrpSpPr>
        <p:grpSpPr>
          <a:xfrm>
            <a:off x="7315627" y="2264935"/>
            <a:ext cx="720000" cy="215444"/>
            <a:chOff x="6138205" y="3219833"/>
            <a:chExt cx="720000" cy="215444"/>
          </a:xfrm>
        </p:grpSpPr>
        <p:sp>
          <p:nvSpPr>
            <p:cNvPr id="109"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10" name="직사각형 109"/>
            <p:cNvSpPr/>
            <p:nvPr/>
          </p:nvSpPr>
          <p:spPr>
            <a:xfrm>
              <a:off x="6194170" y="3219833"/>
              <a:ext cx="595035"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평가비중</a:t>
              </a:r>
              <a:endParaRPr lang="ko-KR" altLang="en-US" sz="800" kern="0" dirty="0">
                <a:solidFill>
                  <a:schemeClr val="bg1"/>
                </a:solidFill>
                <a:latin typeface="+mn-ea"/>
                <a:ea typeface="+mn-ea"/>
              </a:endParaRPr>
            </a:p>
          </p:txBody>
        </p:sp>
      </p:grpSp>
      <p:grpSp>
        <p:nvGrpSpPr>
          <p:cNvPr id="111" name="그룹 110"/>
          <p:cNvGrpSpPr/>
          <p:nvPr userDrawn="1"/>
        </p:nvGrpSpPr>
        <p:grpSpPr>
          <a:xfrm>
            <a:off x="5812904" y="2264935"/>
            <a:ext cx="720000" cy="215444"/>
            <a:chOff x="6138205" y="3219833"/>
            <a:chExt cx="720000" cy="215444"/>
          </a:xfrm>
        </p:grpSpPr>
        <p:sp>
          <p:nvSpPr>
            <p:cNvPr id="112" name="Rectangle 122"/>
            <p:cNvSpPr>
              <a:spLocks noChangeArrowheads="1"/>
            </p:cNvSpPr>
            <p:nvPr/>
          </p:nvSpPr>
          <p:spPr bwMode="auto">
            <a:xfrm>
              <a:off x="6138205" y="3228798"/>
              <a:ext cx="72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14" name="직사각형 113"/>
            <p:cNvSpPr/>
            <p:nvPr/>
          </p:nvSpPr>
          <p:spPr>
            <a:xfrm>
              <a:off x="6142875" y="3219833"/>
              <a:ext cx="697627"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강의계획서</a:t>
              </a:r>
              <a:endParaRPr lang="ko-KR" altLang="en-US" sz="800" kern="0" dirty="0">
                <a:solidFill>
                  <a:schemeClr val="bg1"/>
                </a:solidFill>
                <a:latin typeface="+mn-ea"/>
                <a:ea typeface="+mn-ea"/>
              </a:endParaRPr>
            </a:p>
          </p:txBody>
        </p:sp>
      </p:grpSp>
      <p:grpSp>
        <p:nvGrpSpPr>
          <p:cNvPr id="115" name="그룹 114"/>
          <p:cNvGrpSpPr/>
          <p:nvPr userDrawn="1"/>
        </p:nvGrpSpPr>
        <p:grpSpPr>
          <a:xfrm>
            <a:off x="4825070" y="2267347"/>
            <a:ext cx="1042273" cy="215444"/>
            <a:chOff x="6076950" y="3219833"/>
            <a:chExt cx="1042273" cy="215444"/>
          </a:xfrm>
        </p:grpSpPr>
        <p:sp>
          <p:nvSpPr>
            <p:cNvPr id="116" name="Rectangle 122"/>
            <p:cNvSpPr>
              <a:spLocks noChangeArrowheads="1"/>
            </p:cNvSpPr>
            <p:nvPr/>
          </p:nvSpPr>
          <p:spPr bwMode="auto">
            <a:xfrm>
              <a:off x="6138205" y="3228798"/>
              <a:ext cx="900000" cy="180000"/>
            </a:xfrm>
            <a:prstGeom prst="rect">
              <a:avLst/>
            </a:prstGeom>
            <a:solidFill>
              <a:srgbClr val="007DC5"/>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chemeClr val="bg1"/>
                </a:solidFill>
                <a:latin typeface="+mn-ea"/>
                <a:ea typeface="+mn-ea"/>
              </a:endParaRPr>
            </a:p>
          </p:txBody>
        </p:sp>
        <p:sp>
          <p:nvSpPr>
            <p:cNvPr id="117" name="직사각형 116"/>
            <p:cNvSpPr/>
            <p:nvPr/>
          </p:nvSpPr>
          <p:spPr>
            <a:xfrm>
              <a:off x="6076950" y="3219833"/>
              <a:ext cx="1042273" cy="215444"/>
            </a:xfrm>
            <a:prstGeom prst="rect">
              <a:avLst/>
            </a:prstGeom>
          </p:spPr>
          <p:txBody>
            <a:bodyPr wrap="none">
              <a:spAutoFit/>
            </a:bodyP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이전과목 가져오기</a:t>
              </a:r>
              <a:endParaRPr lang="ko-KR" altLang="en-US" sz="800" kern="0" dirty="0">
                <a:solidFill>
                  <a:schemeClr val="bg1"/>
                </a:solidFill>
                <a:latin typeface="+mn-ea"/>
                <a:ea typeface="+mn-ea"/>
              </a:endParaRPr>
            </a:p>
          </p:txBody>
        </p:sp>
      </p:grpSp>
      <p:sp>
        <p:nvSpPr>
          <p:cNvPr id="121" name="직사각형 120"/>
          <p:cNvSpPr/>
          <p:nvPr userDrawn="1"/>
        </p:nvSpPr>
        <p:spPr>
          <a:xfrm>
            <a:off x="6349927" y="1928308"/>
            <a:ext cx="1665509" cy="1836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강의실 바로가기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sp>
        <p:nvSpPr>
          <p:cNvPr id="122" name="직사각형 121"/>
          <p:cNvSpPr/>
          <p:nvPr userDrawn="1"/>
        </p:nvSpPr>
        <p:spPr>
          <a:xfrm>
            <a:off x="5305811" y="1935902"/>
            <a:ext cx="1015341"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800" dirty="0" smtClean="0">
                <a:solidFill>
                  <a:schemeClr val="tx1"/>
                </a:solidFill>
                <a:latin typeface="맑은 고딕" panose="020B0503020000020004" pitchFamily="50" charset="-127"/>
                <a:ea typeface="맑은 고딕" panose="020B0503020000020004" pitchFamily="50" charset="-127"/>
              </a:rPr>
              <a:t>2025</a:t>
            </a:r>
            <a:r>
              <a:rPr lang="ko-KR" altLang="en-US" sz="800" dirty="0" smtClean="0">
                <a:solidFill>
                  <a:schemeClr val="tx1"/>
                </a:solidFill>
                <a:latin typeface="맑은 고딕" panose="020B0503020000020004" pitchFamily="50" charset="-127"/>
                <a:ea typeface="맑은 고딕" panose="020B0503020000020004" pitchFamily="50" charset="-127"/>
              </a:rPr>
              <a:t>년 </a:t>
            </a:r>
            <a:r>
              <a:rPr lang="en-US" altLang="ko-KR" sz="800" dirty="0" smtClean="0">
                <a:solidFill>
                  <a:schemeClr val="tx1"/>
                </a:solidFill>
                <a:latin typeface="맑은 고딕" panose="020B0503020000020004" pitchFamily="50" charset="-127"/>
                <a:ea typeface="맑은 고딕" panose="020B0503020000020004" pitchFamily="50" charset="-127"/>
              </a:rPr>
              <a:t>1</a:t>
            </a:r>
            <a:r>
              <a:rPr lang="ko-KR" altLang="en-US" sz="800" dirty="0" smtClean="0">
                <a:solidFill>
                  <a:schemeClr val="tx1"/>
                </a:solidFill>
                <a:latin typeface="맑은 고딕" panose="020B0503020000020004" pitchFamily="50" charset="-127"/>
                <a:ea typeface="맑은 고딕" panose="020B0503020000020004" pitchFamily="50" charset="-127"/>
              </a:rPr>
              <a:t>학기   </a:t>
            </a:r>
            <a:r>
              <a:rPr lang="ko-KR" altLang="en-US" sz="800" dirty="0">
                <a:solidFill>
                  <a:schemeClr val="tx1"/>
                </a:solidFill>
                <a:latin typeface="맑은 고딕" panose="020B0503020000020004" pitchFamily="50" charset="-127"/>
                <a:ea typeface="맑은 고딕" panose="020B0503020000020004" pitchFamily="50" charset="-127"/>
              </a:rPr>
              <a:t>▼</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74" name="Picture 2"/>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681875" y="1630896"/>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7" name="Picture 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7897066" y="1630896"/>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8" name="그룹 77"/>
          <p:cNvGrpSpPr/>
          <p:nvPr userDrawn="1"/>
        </p:nvGrpSpPr>
        <p:grpSpPr>
          <a:xfrm>
            <a:off x="7672350" y="1496405"/>
            <a:ext cx="243978" cy="215444"/>
            <a:chOff x="8936746" y="2555959"/>
            <a:chExt cx="243978" cy="215444"/>
          </a:xfrm>
        </p:grpSpPr>
        <p:sp>
          <p:nvSpPr>
            <p:cNvPr id="79" name="타원 78"/>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0" name="직사각형 79"/>
            <p:cNvSpPr/>
            <p:nvPr userDrawn="1"/>
          </p:nvSpPr>
          <p:spPr>
            <a:xfrm>
              <a:off x="8936746"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a:solidFill>
                  <a:schemeClr val="bg1"/>
                </a:solidFill>
              </a:endParaRPr>
            </a:p>
          </p:txBody>
        </p:sp>
      </p:grpSp>
      <p:grpSp>
        <p:nvGrpSpPr>
          <p:cNvPr id="81" name="그룹 80"/>
          <p:cNvGrpSpPr/>
          <p:nvPr userDrawn="1"/>
        </p:nvGrpSpPr>
        <p:grpSpPr>
          <a:xfrm>
            <a:off x="7896424" y="1494889"/>
            <a:ext cx="243978" cy="215444"/>
            <a:chOff x="8927221" y="2555959"/>
            <a:chExt cx="243978" cy="215444"/>
          </a:xfrm>
        </p:grpSpPr>
        <p:sp>
          <p:nvSpPr>
            <p:cNvPr id="82" name="타원 81"/>
            <p:cNvSpPr/>
            <p:nvPr userDrawn="1"/>
          </p:nvSpPr>
          <p:spPr>
            <a:xfrm>
              <a:off x="8985448" y="2600908"/>
              <a:ext cx="126000" cy="126000"/>
            </a:xfrm>
            <a:prstGeom prst="ellipse">
              <a:avLst/>
            </a:prstGeom>
            <a:solidFill>
              <a:schemeClr val="accent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3" name="직사각형 82"/>
            <p:cNvSpPr/>
            <p:nvPr userDrawn="1"/>
          </p:nvSpPr>
          <p:spPr>
            <a:xfrm>
              <a:off x="8927221" y="2555959"/>
              <a:ext cx="243978" cy="215444"/>
            </a:xfrm>
            <a:prstGeom prst="rect">
              <a:avLst/>
            </a:prstGeom>
          </p:spPr>
          <p:txBody>
            <a:bodyPr wrap="none">
              <a:spAutoFit/>
            </a:bodyPr>
            <a:lstStyle/>
            <a:p>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a:solidFill>
                  <a:schemeClr val="bg1"/>
                </a:solidFill>
              </a:endParaRPr>
            </a:p>
          </p:txBody>
        </p:sp>
      </p:grpSp>
      <p:sp>
        <p:nvSpPr>
          <p:cNvPr id="84" name="모서리가 둥근 직사각형 83"/>
          <p:cNvSpPr/>
          <p:nvPr userDrawn="1"/>
        </p:nvSpPr>
        <p:spPr>
          <a:xfrm>
            <a:off x="6279903" y="1583271"/>
            <a:ext cx="792000" cy="180000"/>
          </a:xfrm>
          <a:prstGeom prst="round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수업운영도구</a:t>
            </a:r>
          </a:p>
        </p:txBody>
      </p:sp>
      <p:sp>
        <p:nvSpPr>
          <p:cNvPr id="85" name="Rectangle 122"/>
          <p:cNvSpPr>
            <a:spLocks noChangeArrowheads="1"/>
          </p:cNvSpPr>
          <p:nvPr userDrawn="1"/>
        </p:nvSpPr>
        <p:spPr bwMode="auto">
          <a:xfrm>
            <a:off x="7103715" y="1583271"/>
            <a:ext cx="468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관리자</a:t>
            </a:r>
            <a:endParaRPr lang="ko-KR" altLang="en-US" sz="800" kern="0" dirty="0">
              <a:solidFill>
                <a:schemeClr val="tx1">
                  <a:lumMod val="75000"/>
                  <a:lumOff val="25000"/>
                </a:schemeClr>
              </a:solidFill>
              <a:latin typeface="+mn-ea"/>
              <a:ea typeface="+mn-ea"/>
            </a:endParaRPr>
          </a:p>
        </p:txBody>
      </p:sp>
      <p:grpSp>
        <p:nvGrpSpPr>
          <p:cNvPr id="86" name="그룹 85"/>
          <p:cNvGrpSpPr/>
          <p:nvPr userDrawn="1"/>
        </p:nvGrpSpPr>
        <p:grpSpPr>
          <a:xfrm>
            <a:off x="414400" y="1537742"/>
            <a:ext cx="1281293" cy="8406097"/>
            <a:chOff x="414400" y="1537742"/>
            <a:chExt cx="1281293" cy="8406097"/>
          </a:xfrm>
        </p:grpSpPr>
        <p:sp>
          <p:nvSpPr>
            <p:cNvPr id="113" name="모서리가 둥근 직사각형 112"/>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118" name="모서리가 둥근 직사각형 117"/>
            <p:cNvSpPr/>
            <p:nvPr userDrawn="1"/>
          </p:nvSpPr>
          <p:spPr>
            <a:xfrm>
              <a:off x="1172580" y="1967659"/>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750" dirty="0" smtClean="0">
                  <a:latin typeface="나눔고딕" panose="020D0604000000000000" pitchFamily="50" charset="-127"/>
                  <a:ea typeface="나눔고딕" panose="020D0604000000000000" pitchFamily="50" charset="-127"/>
                </a:rPr>
                <a:t>6</a:t>
              </a:r>
              <a:endParaRPr lang="ko-KR" altLang="en-US" sz="1350" dirty="0">
                <a:latin typeface="나눔고딕" panose="020D0604000000000000" pitchFamily="50" charset="-127"/>
                <a:ea typeface="나눔고딕" panose="020D0604000000000000" pitchFamily="50" charset="-127"/>
              </a:endParaRPr>
            </a:p>
          </p:txBody>
        </p:sp>
        <p:sp>
          <p:nvSpPr>
            <p:cNvPr id="119" name="직사각형 118"/>
            <p:cNvSpPr/>
            <p:nvPr userDrawn="1"/>
          </p:nvSpPr>
          <p:spPr>
            <a:xfrm>
              <a:off x="416496" y="8696421"/>
              <a:ext cx="1275904" cy="724022"/>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120" name="그룹 119"/>
            <p:cNvGrpSpPr/>
            <p:nvPr userDrawn="1"/>
          </p:nvGrpSpPr>
          <p:grpSpPr>
            <a:xfrm>
              <a:off x="414400" y="1537742"/>
              <a:ext cx="1278000" cy="360000"/>
              <a:chOff x="414400" y="2185854"/>
              <a:chExt cx="1278000" cy="360000"/>
            </a:xfrm>
          </p:grpSpPr>
          <p:sp>
            <p:nvSpPr>
              <p:cNvPr id="153" name="직사각형 152"/>
              <p:cNvSpPr/>
              <p:nvPr/>
            </p:nvSpPr>
            <p:spPr>
              <a:xfrm>
                <a:off x="414400" y="2185854"/>
                <a:ext cx="1278000" cy="360000"/>
              </a:xfrm>
              <a:prstGeom prst="rect">
                <a:avLst/>
              </a:prstGeom>
              <a:solidFill>
                <a:srgbClr val="DBEEF4"/>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54"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606" y="2294416"/>
                <a:ext cx="209550" cy="142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5" name="TextBox 154"/>
              <p:cNvSpPr txBox="1"/>
              <p:nvPr/>
            </p:nvSpPr>
            <p:spPr>
              <a:xfrm>
                <a:off x="695003" y="225782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강의실</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123" name="직사각형 122"/>
            <p:cNvSpPr/>
            <p:nvPr userDrawn="1"/>
          </p:nvSpPr>
          <p:spPr>
            <a:xfrm>
              <a:off x="415299" y="61272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24"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6405" y="62078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5" name="직사각형 124"/>
            <p:cNvSpPr/>
            <p:nvPr userDrawn="1"/>
          </p:nvSpPr>
          <p:spPr>
            <a:xfrm>
              <a:off x="415299" y="848857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26" name="직사각형 125"/>
            <p:cNvSpPr/>
            <p:nvPr userDrawn="1"/>
          </p:nvSpPr>
          <p:spPr>
            <a:xfrm>
              <a:off x="415299" y="9583838"/>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27" name="Picture 11"/>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76206" y="856616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8" name="TextBox 127"/>
            <p:cNvSpPr txBox="1"/>
            <p:nvPr userDrawn="1"/>
          </p:nvSpPr>
          <p:spPr>
            <a:xfrm>
              <a:off x="697125" y="61944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수강정보</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29" name="TextBox 128"/>
            <p:cNvSpPr txBox="1"/>
            <p:nvPr userDrawn="1"/>
          </p:nvSpPr>
          <p:spPr>
            <a:xfrm>
              <a:off x="703331" y="8556795"/>
              <a:ext cx="908726" cy="230832"/>
            </a:xfrm>
            <a:prstGeom prst="rect">
              <a:avLst/>
            </a:prstGeom>
            <a:solidFill>
              <a:schemeClr val="bg1"/>
            </a:solid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관리</a:t>
              </a: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설정</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30" name="직사각형 129"/>
            <p:cNvSpPr/>
            <p:nvPr userDrawn="1"/>
          </p:nvSpPr>
          <p:spPr>
            <a:xfrm>
              <a:off x="415459" y="8848611"/>
              <a:ext cx="1275266" cy="109522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팀 관리</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교수</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조교 정보</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알림 발신 설정</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임계값 기준 확인</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게시판 관리</a:t>
              </a:r>
              <a:endParaRPr lang="ko-KR" altLang="en-US" sz="800" dirty="0">
                <a:solidFill>
                  <a:schemeClr val="tx1">
                    <a:lumMod val="75000"/>
                    <a:lumOff val="25000"/>
                  </a:schemeClr>
                </a:solidFill>
                <a:latin typeface="+mn-ea"/>
              </a:endParaRPr>
            </a:p>
          </p:txBody>
        </p:sp>
        <p:sp>
          <p:nvSpPr>
            <p:cNvPr id="131" name="직사각형 130"/>
            <p:cNvSpPr/>
            <p:nvPr userDrawn="1"/>
          </p:nvSpPr>
          <p:spPr>
            <a:xfrm>
              <a:off x="415299" y="1893590"/>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32" name="Picture 6"/>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76306" y="1971211"/>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3" name="TextBox 132"/>
            <p:cNvSpPr txBox="1"/>
            <p:nvPr userDrawn="1"/>
          </p:nvSpPr>
          <p:spPr>
            <a:xfrm>
              <a:off x="697125" y="1966542"/>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알림터</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34" name="직사각형 133"/>
            <p:cNvSpPr/>
            <p:nvPr userDrawn="1"/>
          </p:nvSpPr>
          <p:spPr>
            <a:xfrm>
              <a:off x="414400" y="3389456"/>
              <a:ext cx="1278000" cy="1473163"/>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강의 목록</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과제</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토론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smtClean="0">
                  <a:solidFill>
                    <a:schemeClr val="tx1">
                      <a:lumMod val="75000"/>
                      <a:lumOff val="25000"/>
                    </a:schemeClr>
                  </a:solidFill>
                </a:rPr>
                <a:t>퀴즈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설문 </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 </a:t>
              </a:r>
              <a:endParaRPr lang="en-US" altLang="ko-KR" sz="800" dirty="0" smtClean="0">
                <a:solidFill>
                  <a:schemeClr val="tx1">
                    <a:lumMod val="75000"/>
                    <a:lumOff val="25000"/>
                  </a:schemeClr>
                </a:solidFill>
              </a:endParaRP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학습메모</a:t>
              </a:r>
              <a:endParaRPr lang="en-US" altLang="ko-KR" sz="800" dirty="0" smtClean="0">
                <a:solidFill>
                  <a:schemeClr val="tx1">
                    <a:lumMod val="75000"/>
                    <a:lumOff val="25000"/>
                  </a:schemeClr>
                </a:solidFill>
              </a:endParaRPr>
            </a:p>
          </p:txBody>
        </p:sp>
        <p:sp>
          <p:nvSpPr>
            <p:cNvPr id="135" name="직사각형 134"/>
            <p:cNvSpPr/>
            <p:nvPr userDrawn="1"/>
          </p:nvSpPr>
          <p:spPr>
            <a:xfrm>
              <a:off x="414400" y="3030860"/>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36" name="TextBox 135"/>
            <p:cNvSpPr txBox="1"/>
            <p:nvPr userDrawn="1"/>
          </p:nvSpPr>
          <p:spPr>
            <a:xfrm>
              <a:off x="702432" y="3098106"/>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학습활동</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37" name="Picture 9"/>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80066" y="3111486"/>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8" name="직사각형 137"/>
            <p:cNvSpPr/>
            <p:nvPr userDrawn="1"/>
          </p:nvSpPr>
          <p:spPr>
            <a:xfrm>
              <a:off x="416496" y="2255725"/>
              <a:ext cx="1278000" cy="76887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통합게시판</a:t>
              </a:r>
              <a:r>
                <a:rPr lang="en-US" altLang="ko-KR" sz="800" dirty="0" smtClean="0">
                  <a:solidFill>
                    <a:schemeClr val="tx1">
                      <a:lumMod val="75000"/>
                      <a:lumOff val="25000"/>
                    </a:schemeClr>
                  </a:solidFill>
                </a:rPr>
                <a:t> </a:t>
              </a:r>
            </a:p>
            <a:p>
              <a:pPr marL="0" marR="0" indent="0" algn="l" defTabSz="914400" rtl="0" eaLnBrk="1" fontAlgn="base" latinLnBrk="1" hangingPunct="1">
                <a:lnSpc>
                  <a:spcPct val="150000"/>
                </a:lnSpc>
                <a:spcBef>
                  <a:spcPct val="0"/>
                </a:spcBef>
                <a:spcAft>
                  <a:spcPct val="0"/>
                </a:spcAft>
                <a:buClrTx/>
                <a:buSzTx/>
                <a:buFontTx/>
                <a:buNone/>
                <a:tabLst/>
                <a:defRPr/>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팀</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게시판</a:t>
              </a:r>
              <a:endParaRPr lang="en-US" altLang="ko-KR" sz="800" dirty="0" smtClean="0">
                <a:solidFill>
                  <a:schemeClr val="tx1">
                    <a:lumMod val="75000"/>
                    <a:lumOff val="25000"/>
                  </a:schemeClr>
                </a:solidFill>
              </a:endParaRPr>
            </a:p>
            <a:p>
              <a:pPr>
                <a:lnSpc>
                  <a:spcPct val="150000"/>
                </a:lnSpc>
              </a:pPr>
              <a:r>
                <a:rPr lang="en-US" altLang="ko-KR" sz="800" dirty="0" smtClean="0">
                  <a:solidFill>
                    <a:srgbClr val="007DC5"/>
                  </a:solidFill>
                </a:rPr>
                <a:t>• </a:t>
              </a:r>
              <a:r>
                <a:rPr lang="ko-KR" altLang="en-US" sz="800" dirty="0" smtClean="0">
                  <a:solidFill>
                    <a:srgbClr val="007DC5"/>
                  </a:solidFill>
                </a:rPr>
                <a:t>추가 게시판</a:t>
              </a:r>
              <a:endParaRPr lang="en-US" altLang="ko-KR" sz="800" dirty="0" smtClean="0">
                <a:solidFill>
                  <a:srgbClr val="007DC5"/>
                </a:solidFill>
              </a:endParaRPr>
            </a:p>
          </p:txBody>
        </p:sp>
        <p:sp>
          <p:nvSpPr>
            <p:cNvPr id="139" name="직사각형 138"/>
            <p:cNvSpPr/>
            <p:nvPr userDrawn="1"/>
          </p:nvSpPr>
          <p:spPr>
            <a:xfrm>
              <a:off x="416496" y="6487244"/>
              <a:ext cx="1278000" cy="784659"/>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수강생 정보</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출석</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학습현황</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학생화면보기</a:t>
              </a:r>
              <a:endParaRPr lang="en-US" altLang="ko-KR" sz="800" dirty="0" smtClean="0">
                <a:solidFill>
                  <a:schemeClr val="tx1">
                    <a:lumMod val="75000"/>
                    <a:lumOff val="25000"/>
                  </a:schemeClr>
                </a:solidFill>
              </a:endParaRPr>
            </a:p>
          </p:txBody>
        </p:sp>
        <p:sp>
          <p:nvSpPr>
            <p:cNvPr id="140" name="직사각형 139"/>
            <p:cNvSpPr/>
            <p:nvPr userDrawn="1"/>
          </p:nvSpPr>
          <p:spPr>
            <a:xfrm>
              <a:off x="416496" y="812647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41"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77602" y="820710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2" name="TextBox 141"/>
            <p:cNvSpPr txBox="1"/>
            <p:nvPr userDrawn="1"/>
          </p:nvSpPr>
          <p:spPr>
            <a:xfrm>
              <a:off x="698322" y="819372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문제은행</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43" name="그룹 142"/>
            <p:cNvGrpSpPr/>
            <p:nvPr userDrawn="1"/>
          </p:nvGrpSpPr>
          <p:grpSpPr>
            <a:xfrm>
              <a:off x="416496" y="4867064"/>
              <a:ext cx="1278000" cy="1260140"/>
              <a:chOff x="416496" y="5697252"/>
              <a:chExt cx="1278000" cy="1260140"/>
            </a:xfrm>
          </p:grpSpPr>
          <p:sp>
            <p:nvSpPr>
              <p:cNvPr id="149" name="직사각형 148"/>
              <p:cNvSpPr/>
              <p:nvPr userDrawn="1"/>
            </p:nvSpPr>
            <p:spPr>
              <a:xfrm>
                <a:off x="416496" y="6055848"/>
                <a:ext cx="1278000" cy="901544"/>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중간</a:t>
                </a:r>
                <a:r>
                  <a:rPr lang="en-US" altLang="ko-KR" sz="800" dirty="0" smtClean="0">
                    <a:solidFill>
                      <a:schemeClr val="tx1">
                        <a:lumMod val="75000"/>
                        <a:lumOff val="25000"/>
                      </a:schemeClr>
                    </a:solidFill>
                  </a:rPr>
                  <a:t>/</a:t>
                </a:r>
                <a:r>
                  <a:rPr lang="ko-KR" altLang="en-US" sz="800" dirty="0" smtClean="0">
                    <a:solidFill>
                      <a:schemeClr val="tx1">
                        <a:lumMod val="75000"/>
                        <a:lumOff val="25000"/>
                      </a:schemeClr>
                    </a:solidFill>
                  </a:rPr>
                  <a:t>기말</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세미나</a:t>
                </a:r>
                <a:endParaRPr lang="en-US" altLang="ko-KR" sz="800" dirty="0" smtClean="0">
                  <a:solidFill>
                    <a:schemeClr val="tx1">
                      <a:lumMod val="75000"/>
                      <a:lumOff val="25000"/>
                    </a:schemeClr>
                  </a:solidFill>
                </a:endParaRP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장애인시험지원 </a:t>
                </a:r>
                <a:endParaRPr lang="en-US" altLang="ko-KR" sz="800" dirty="0" smtClean="0">
                  <a:solidFill>
                    <a:schemeClr val="tx1">
                      <a:lumMod val="75000"/>
                      <a:lumOff val="25000"/>
                    </a:schemeClr>
                  </a:solidFill>
                </a:endParaRPr>
              </a:p>
              <a:p>
                <a:pPr>
                  <a:lnSpc>
                    <a:spcPct val="150000"/>
                  </a:lnSpc>
                </a:pPr>
                <a:r>
                  <a:rPr lang="en-US" altLang="ko-KR" sz="800" dirty="0">
                    <a:solidFill>
                      <a:schemeClr val="tx1">
                        <a:lumMod val="75000"/>
                        <a:lumOff val="25000"/>
                      </a:schemeClr>
                    </a:solidFill>
                  </a:rPr>
                  <a:t>• </a:t>
                </a:r>
                <a:r>
                  <a:rPr lang="ko-KR" altLang="en-US" sz="800" dirty="0" err="1" smtClean="0">
                    <a:solidFill>
                      <a:schemeClr val="tx1">
                        <a:lumMod val="75000"/>
                        <a:lumOff val="25000"/>
                      </a:schemeClr>
                    </a:solidFill>
                  </a:rPr>
                  <a:t>결시신청</a:t>
                </a:r>
                <a:endParaRPr lang="en-US" altLang="ko-KR" sz="800" dirty="0" smtClean="0">
                  <a:solidFill>
                    <a:schemeClr val="tx1">
                      <a:lumMod val="75000"/>
                      <a:lumOff val="25000"/>
                    </a:schemeClr>
                  </a:solidFill>
                </a:endParaRPr>
              </a:p>
            </p:txBody>
          </p:sp>
          <p:sp>
            <p:nvSpPr>
              <p:cNvPr id="150" name="직사각형 149"/>
              <p:cNvSpPr/>
              <p:nvPr userDrawn="1"/>
            </p:nvSpPr>
            <p:spPr>
              <a:xfrm>
                <a:off x="416496" y="5697252"/>
                <a:ext cx="1278000"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51" name="TextBox 150"/>
              <p:cNvSpPr txBox="1"/>
              <p:nvPr userDrawn="1"/>
            </p:nvSpPr>
            <p:spPr>
              <a:xfrm>
                <a:off x="704528" y="5764498"/>
                <a:ext cx="908726"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시험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52" name="Picture 9"/>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82162" y="5777878"/>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44" name="그룹 143"/>
            <p:cNvGrpSpPr/>
            <p:nvPr userDrawn="1"/>
          </p:nvGrpSpPr>
          <p:grpSpPr>
            <a:xfrm>
              <a:off x="416496" y="7271903"/>
              <a:ext cx="1279197" cy="849239"/>
              <a:chOff x="452500" y="7065404"/>
              <a:chExt cx="1279197" cy="849239"/>
            </a:xfrm>
          </p:grpSpPr>
          <p:sp>
            <p:nvSpPr>
              <p:cNvPr id="145" name="직사각형 144"/>
              <p:cNvSpPr/>
              <p:nvPr userDrawn="1"/>
            </p:nvSpPr>
            <p:spPr>
              <a:xfrm>
                <a:off x="452500" y="7065404"/>
                <a:ext cx="1275426" cy="360000"/>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146" name="Picture 8"/>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513606" y="7146030"/>
                <a:ext cx="216000"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7" name="TextBox 146"/>
              <p:cNvSpPr txBox="1"/>
              <p:nvPr userDrawn="1"/>
            </p:nvSpPr>
            <p:spPr>
              <a:xfrm>
                <a:off x="734326" y="7132650"/>
                <a:ext cx="993600"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종합성적</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48" name="직사각형 147"/>
              <p:cNvSpPr/>
              <p:nvPr userDrawn="1"/>
            </p:nvSpPr>
            <p:spPr>
              <a:xfrm>
                <a:off x="453697" y="7425445"/>
                <a:ext cx="1278000" cy="489198"/>
              </a:xfrm>
              <a:prstGeom prst="rect">
                <a:avLst/>
              </a:prstGeom>
              <a:solidFill>
                <a:schemeClr val="bg1"/>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성적처리</a:t>
                </a:r>
                <a:r>
                  <a:rPr lang="en-US" altLang="ko-KR" sz="800" dirty="0" smtClean="0">
                    <a:solidFill>
                      <a:schemeClr val="tx1">
                        <a:lumMod val="75000"/>
                        <a:lumOff val="25000"/>
                      </a:schemeClr>
                    </a:solidFill>
                  </a:rPr>
                  <a:t> </a:t>
                </a:r>
              </a:p>
              <a:p>
                <a:pPr>
                  <a:lnSpc>
                    <a:spcPct val="150000"/>
                  </a:lnSpc>
                </a:pPr>
                <a:r>
                  <a:rPr lang="en-US" altLang="ko-KR" sz="800" dirty="0" smtClean="0">
                    <a:solidFill>
                      <a:schemeClr val="tx1">
                        <a:lumMod val="75000"/>
                        <a:lumOff val="25000"/>
                      </a:schemeClr>
                    </a:solidFill>
                  </a:rPr>
                  <a:t>• </a:t>
                </a:r>
                <a:r>
                  <a:rPr lang="ko-KR" altLang="en-US" sz="800" dirty="0" smtClean="0">
                    <a:solidFill>
                      <a:schemeClr val="tx1">
                        <a:lumMod val="75000"/>
                        <a:lumOff val="25000"/>
                      </a:schemeClr>
                    </a:solidFill>
                  </a:rPr>
                  <a:t>성적재확인신청</a:t>
                </a:r>
                <a:endParaRPr lang="en-US" altLang="ko-KR" sz="800" dirty="0" smtClean="0">
                  <a:solidFill>
                    <a:schemeClr val="tx1">
                      <a:lumMod val="75000"/>
                      <a:lumOff val="25000"/>
                    </a:schemeClr>
                  </a:solidFill>
                </a:endParaRPr>
              </a:p>
            </p:txBody>
          </p:sp>
        </p:grpSp>
      </p:grpSp>
    </p:spTree>
    <p:extLst>
      <p:ext uri="{BB962C8B-B14F-4D97-AF65-F5344CB8AC3E}">
        <p14:creationId xmlns:p14="http://schemas.microsoft.com/office/powerpoint/2010/main" val="4131927301"/>
      </p:ext>
    </p:extLst>
  </p:cSld>
  <p:clrMapOvr>
    <a:masterClrMapping/>
  </p:clrMapOvr>
  <p:transition>
    <p:wipe dir="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cSld name="16_제목 및 내용">
    <p:spTree>
      <p:nvGrpSpPr>
        <p:cNvPr id="1" name=""/>
        <p:cNvGrpSpPr/>
        <p:nvPr/>
      </p:nvGrpSpPr>
      <p:grpSpPr>
        <a:xfrm>
          <a:off x="0" y="0"/>
          <a:ext cx="0" cy="0"/>
          <a:chOff x="0" y="0"/>
          <a:chExt cx="0" cy="0"/>
        </a:xfrm>
      </p:grpSpPr>
      <p:graphicFrame>
        <p:nvGraphicFramePr>
          <p:cNvPr id="5" name="표 4"/>
          <p:cNvGraphicFramePr>
            <a:graphicFrameLocks noGrp="1"/>
          </p:cNvGraphicFramePr>
          <p:nvPr>
            <p:extLst>
              <p:ext uri="{D42A27DB-BD31-4B8C-83A1-F6EECF244321}">
                <p14:modId xmlns:p14="http://schemas.microsoft.com/office/powerpoint/2010/main" val="3558097269"/>
              </p:ext>
            </p:extLst>
          </p:nvPr>
        </p:nvGraphicFramePr>
        <p:xfrm>
          <a:off x="416496" y="620687"/>
          <a:ext cx="9073008" cy="5853240"/>
        </p:xfrm>
        <a:graphic>
          <a:graphicData uri="http://schemas.openxmlformats.org/drawingml/2006/table">
            <a:tbl>
              <a:tblPr firstRow="1" bandRow="1">
                <a:tableStyleId>{5C22544A-7EE6-4342-B048-85BDC9FD1C3A}</a:tableStyleId>
              </a:tblPr>
              <a:tblGrid>
                <a:gridCol w="1800200">
                  <a:extLst>
                    <a:ext uri="{9D8B030D-6E8A-4147-A177-3AD203B41FA5}">
                      <a16:colId xmlns="" xmlns:a16="http://schemas.microsoft.com/office/drawing/2014/main" val="20000"/>
                    </a:ext>
                  </a:extLst>
                </a:gridCol>
                <a:gridCol w="2736304">
                  <a:extLst>
                    <a:ext uri="{9D8B030D-6E8A-4147-A177-3AD203B41FA5}">
                      <a16:colId xmlns="" xmlns:a16="http://schemas.microsoft.com/office/drawing/2014/main" val="20001"/>
                    </a:ext>
                  </a:extLst>
                </a:gridCol>
                <a:gridCol w="1134126">
                  <a:extLst>
                    <a:ext uri="{9D8B030D-6E8A-4147-A177-3AD203B41FA5}">
                      <a16:colId xmlns="" xmlns:a16="http://schemas.microsoft.com/office/drawing/2014/main" val="20002"/>
                    </a:ext>
                  </a:extLst>
                </a:gridCol>
                <a:gridCol w="3402378">
                  <a:extLst>
                    <a:ext uri="{9D8B030D-6E8A-4147-A177-3AD203B41FA5}">
                      <a16:colId xmlns="" xmlns:a16="http://schemas.microsoft.com/office/drawing/2014/main" val="20003"/>
                    </a:ext>
                  </a:extLst>
                </a:gridCol>
              </a:tblGrid>
              <a:tr h="144017">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a:t>
                      </a:r>
                      <a:r>
                        <a:rPr lang="en-US" altLang="ko-KR" sz="800" b="1" dirty="0">
                          <a:solidFill>
                            <a:schemeClr val="tx1"/>
                          </a:solidFill>
                          <a:latin typeface="맑은 고딕" panose="020B0503020000020004" pitchFamily="50" charset="-127"/>
                          <a:ea typeface="맑은 고딕" panose="020B0503020000020004" pitchFamily="50" charset="-127"/>
                        </a:rPr>
                        <a:t>ID</a:t>
                      </a:r>
                      <a:endParaRPr lang="ko-KR" altLang="en-US" sz="800" b="1"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작성자</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algn="l" latinLnBrk="1"/>
                      <a:endParaRPr lang="ko-KR" altLang="en-US" sz="800" b="0" dirty="0">
                        <a:solidFill>
                          <a:schemeClr val="tx1"/>
                        </a:solidFill>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0">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latinLnBrk="1"/>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메뉴경로</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1" hangingPunct="1">
                        <a:lnSpc>
                          <a:spcPct val="100000"/>
                        </a:lnSpc>
                        <a:spcBef>
                          <a:spcPct val="0"/>
                        </a:spcBef>
                        <a:spcAft>
                          <a:spcPct val="0"/>
                        </a:spcAft>
                        <a:buClrTx/>
                        <a:buSzTx/>
                        <a:buFontTx/>
                        <a:buNone/>
                        <a:tabLst/>
                        <a:defRPr/>
                      </a:pPr>
                      <a:endParaRPr lang="ko-KR" altLang="en-US" sz="800" kern="1200" dirty="0">
                        <a:solidFill>
                          <a:schemeClr val="tx1">
                            <a:lumMod val="95000"/>
                            <a:lumOff val="5000"/>
                          </a:schemeClr>
                        </a:solidFill>
                        <a:latin typeface="맑은 고딕" panose="020B0503020000020004" pitchFamily="50" charset="-127"/>
                        <a:ea typeface="맑은 고딕" panose="020B0503020000020004" pitchFamily="50" charset="-127"/>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149345">
                <a:tc>
                  <a:txBody>
                    <a:bodyPr/>
                    <a:lstStyle/>
                    <a:p>
                      <a:pPr algn="ctr" latinLnBrk="1"/>
                      <a:r>
                        <a:rPr lang="ko-KR" altLang="en-US" sz="800" b="1" dirty="0">
                          <a:solidFill>
                            <a:schemeClr val="tx1"/>
                          </a:solidFill>
                          <a:latin typeface="맑은 고딕" panose="020B0503020000020004" pitchFamily="50" charset="-127"/>
                          <a:ea typeface="맑은 고딕" panose="020B0503020000020004" pitchFamily="50" charset="-127"/>
                        </a:rPr>
                        <a:t>화면 설명</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 xmlns:a16="http://schemas.microsoft.com/office/drawing/2014/main" val="10002"/>
                  </a:ext>
                </a:extLst>
              </a:tr>
              <a:tr h="0">
                <a:tc gridSpan="4">
                  <a:txBody>
                    <a:bodyPr/>
                    <a:lstStyle/>
                    <a:p>
                      <a:pPr algn="ctr" latinLnBrk="1"/>
                      <a:r>
                        <a:rPr lang="ko-KR" altLang="en-US" sz="900" b="1" dirty="0">
                          <a:solidFill>
                            <a:schemeClr val="tx1"/>
                          </a:solidFill>
                          <a:latin typeface="맑은 고딕" panose="020B0503020000020004" pitchFamily="50" charset="-127"/>
                          <a:ea typeface="맑은 고딕" panose="020B0503020000020004" pitchFamily="50" charset="-127"/>
                        </a:rPr>
                        <a:t>화면</a:t>
                      </a:r>
                      <a:endParaRPr lang="ko-KR" altLang="en-US" sz="900" b="1"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latinLnBrk="1"/>
                      <a:endParaRPr lang="ko-KR" altLang="en-US"/>
                    </a:p>
                  </a:txBody>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algn="ctr" latinLnBrk="1"/>
                      <a:endParaRPr lang="ko-KR" alt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003"/>
                  </a:ext>
                </a:extLst>
              </a:tr>
              <a:tr h="4984560">
                <a:tc gridSpan="4">
                  <a:txBody>
                    <a:bodyPr/>
                    <a:lstStyle/>
                    <a:p>
                      <a:pPr algn="ctr" latinLnBrk="1"/>
                      <a:endParaRPr lang="ko-KR" altLang="en-US" sz="1000" dirty="0">
                        <a:latin typeface="맑은 고딕" panose="020B0503020000020004" pitchFamily="50" charset="-127"/>
                        <a:ea typeface="맑은 고딕" panose="020B0503020000020004" pitchFamily="50" charset="-127"/>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gn="ctr" latinLnBrk="1"/>
                      <a:endParaRPr lang="ko-KR" altLang="en-US" sz="1000" dirty="0"/>
                    </a:p>
                  </a:txBody>
                  <a:tcPr marL="0" marR="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cxnSp>
        <p:nvCxnSpPr>
          <p:cNvPr id="2" name="직선 연결선 1"/>
          <p:cNvCxnSpPr/>
          <p:nvPr/>
        </p:nvCxnSpPr>
        <p:spPr bwMode="auto">
          <a:xfrm>
            <a:off x="381794" y="527050"/>
            <a:ext cx="9142413" cy="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sp>
        <p:nvSpPr>
          <p:cNvPr id="24" name="TextBox 23"/>
          <p:cNvSpPr txBox="1"/>
          <p:nvPr userDrawn="1"/>
        </p:nvSpPr>
        <p:spPr>
          <a:xfrm>
            <a:off x="6147526" y="647167"/>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박동석</a:t>
            </a:r>
            <a:endParaRPr lang="ko-KR" altLang="en-US" sz="800" spc="-60" dirty="0">
              <a:latin typeface="+mn-ea"/>
              <a:ea typeface="+mn-ea"/>
            </a:endParaRPr>
          </a:p>
        </p:txBody>
      </p:sp>
    </p:spTree>
    <p:extLst>
      <p:ext uri="{BB962C8B-B14F-4D97-AF65-F5344CB8AC3E}">
        <p14:creationId xmlns:p14="http://schemas.microsoft.com/office/powerpoint/2010/main" val="1953429115"/>
      </p:ext>
    </p:extLst>
  </p:cSld>
  <p:clrMapOvr>
    <a:masterClrMapping/>
  </p:clrMapOvr>
  <p:transition>
    <p:wipe dir="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66525121"/>
      </p:ext>
    </p:extLst>
  </p:cSld>
  <p:clrMap bg1="lt1" tx1="dk1" bg2="lt2" tx2="dk2" accent1="accent1" accent2="accent2" accent3="accent3" accent4="accent4" accent5="accent5" accent6="accent6" hlink="hlink" folHlink="folHlink"/>
  <p:sldLayoutIdLst>
    <p:sldLayoutId id="2147484492" r:id="rId1"/>
    <p:sldLayoutId id="2147484495" r:id="rId2"/>
    <p:sldLayoutId id="2147484511" r:id="rId3"/>
    <p:sldLayoutId id="2147484496" r:id="rId4"/>
    <p:sldLayoutId id="2147484510" r:id="rId5"/>
    <p:sldLayoutId id="2147484499" r:id="rId6"/>
    <p:sldLayoutId id="2147484509" r:id="rId7"/>
    <p:sldLayoutId id="2147484502" r:id="rId8"/>
    <p:sldLayoutId id="2147484503" r:id="rId9"/>
    <p:sldLayoutId id="2147484504" r:id="rId10"/>
    <p:sldLayoutId id="2147484505" r:id="rId11"/>
    <p:sldLayoutId id="2147484485" r:id="rId12"/>
    <p:sldLayoutId id="2147484508" r:id="rId13"/>
    <p:sldLayoutId id="2147484507" r:id="rId14"/>
    <p:sldLayoutId id="2147484512" r:id="rId15"/>
  </p:sldLayoutIdLst>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p15:clr>
            <a:srgbClr val="F26B43"/>
          </p15:clr>
        </p15:guide>
        <p15:guide id="2" pos="2880">
          <p15:clr>
            <a:srgbClr val="F26B43"/>
          </p15:clr>
        </p15:guide>
        <p15:guide id="3" pos="453">
          <p15:clr>
            <a:srgbClr val="F26B43"/>
          </p15:clr>
        </p15:guide>
        <p15:guide id="4" pos="5307">
          <p15:clr>
            <a:srgbClr val="F26B43"/>
          </p15:clr>
        </p15:guide>
        <p15:guide id="5" orient="horz" pos="346">
          <p15:clr>
            <a:srgbClr val="F26B43"/>
          </p15:clr>
        </p15:guide>
        <p15:guide id="6" orient="horz" pos="3974">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slideLayout" Target="../slideLayouts/slideLayout15.xml"/><Relationship Id="rId21" Type="http://schemas.openxmlformats.org/officeDocument/2006/relationships/image" Target="../media/image29.png"/><Relationship Id="rId7" Type="http://schemas.openxmlformats.org/officeDocument/2006/relationships/image" Target="../media/image15.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tags" Target="../tags/tag2.xml"/><Relationship Id="rId16" Type="http://schemas.openxmlformats.org/officeDocument/2006/relationships/image" Target="../media/image24.png"/><Relationship Id="rId20" Type="http://schemas.openxmlformats.org/officeDocument/2006/relationships/image" Target="../media/image28.png"/><Relationship Id="rId1" Type="http://schemas.openxmlformats.org/officeDocument/2006/relationships/tags" Target="../tags/tag1.xml"/><Relationship Id="rId6" Type="http://schemas.openxmlformats.org/officeDocument/2006/relationships/image" Target="../media/image14.png"/><Relationship Id="rId11" Type="http://schemas.openxmlformats.org/officeDocument/2006/relationships/image" Target="../media/image19.png"/><Relationship Id="rId5" Type="http://schemas.openxmlformats.org/officeDocument/2006/relationships/image" Target="../media/image13.png"/><Relationship Id="rId15" Type="http://schemas.openxmlformats.org/officeDocument/2006/relationships/image" Target="../media/image23.png"/><Relationship Id="rId23" Type="http://schemas.openxmlformats.org/officeDocument/2006/relationships/image" Target="../media/image31.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notesSlide" Target="../notesSlides/notesSlide4.xml"/><Relationship Id="rId9" Type="http://schemas.openxmlformats.org/officeDocument/2006/relationships/image" Target="../media/image17.png"/><Relationship Id="rId14" Type="http://schemas.openxmlformats.org/officeDocument/2006/relationships/image" Target="../media/image22.png"/><Relationship Id="rId22" Type="http://schemas.openxmlformats.org/officeDocument/2006/relationships/image" Target="../media/image3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xml"/></Relationships>
</file>

<file path=ppt/slides/_rels/slide12.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27.png"/><Relationship Id="rId18" Type="http://schemas.openxmlformats.org/officeDocument/2006/relationships/image" Target="../media/image18.png"/><Relationship Id="rId3" Type="http://schemas.openxmlformats.org/officeDocument/2006/relationships/image" Target="../media/image32.png"/><Relationship Id="rId21" Type="http://schemas.openxmlformats.org/officeDocument/2006/relationships/image" Target="../media/image21.png"/><Relationship Id="rId7" Type="http://schemas.openxmlformats.org/officeDocument/2006/relationships/image" Target="../media/image35.png"/><Relationship Id="rId12" Type="http://schemas.openxmlformats.org/officeDocument/2006/relationships/image" Target="../media/image26.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23.png"/><Relationship Id="rId20" Type="http://schemas.openxmlformats.org/officeDocument/2006/relationships/image" Target="../media/image20.png"/><Relationship Id="rId1" Type="http://schemas.openxmlformats.org/officeDocument/2006/relationships/slideLayout" Target="../slideLayouts/slideLayout15.xml"/><Relationship Id="rId6" Type="http://schemas.openxmlformats.org/officeDocument/2006/relationships/image" Target="../media/image34.png"/><Relationship Id="rId11" Type="http://schemas.openxmlformats.org/officeDocument/2006/relationships/image" Target="../media/image25.png"/><Relationship Id="rId5" Type="http://schemas.openxmlformats.org/officeDocument/2006/relationships/image" Target="../media/image13.png"/><Relationship Id="rId15" Type="http://schemas.openxmlformats.org/officeDocument/2006/relationships/image" Target="../media/image29.png"/><Relationship Id="rId23" Type="http://schemas.openxmlformats.org/officeDocument/2006/relationships/image" Target="../media/image31.png"/><Relationship Id="rId10" Type="http://schemas.openxmlformats.org/officeDocument/2006/relationships/image" Target="../media/image14.png"/><Relationship Id="rId19" Type="http://schemas.openxmlformats.org/officeDocument/2006/relationships/image" Target="../media/image19.png"/><Relationship Id="rId4" Type="http://schemas.openxmlformats.org/officeDocument/2006/relationships/image" Target="../media/image33.png"/><Relationship Id="rId9" Type="http://schemas.openxmlformats.org/officeDocument/2006/relationships/image" Target="../media/image37.png"/><Relationship Id="rId14" Type="http://schemas.openxmlformats.org/officeDocument/2006/relationships/image" Target="../media/image28.png"/><Relationship Id="rId22" Type="http://schemas.openxmlformats.org/officeDocument/2006/relationships/image" Target="../media/image22.png"/></Relationships>
</file>

<file path=ppt/slides/_rels/slide13.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image" Target="../media/image32.png"/><Relationship Id="rId21" Type="http://schemas.openxmlformats.org/officeDocument/2006/relationships/image" Target="../media/image29.png"/><Relationship Id="rId7" Type="http://schemas.openxmlformats.org/officeDocument/2006/relationships/image" Target="../media/image17.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notesSlide" Target="../notesSlides/notesSlide7.xml"/><Relationship Id="rId16" Type="http://schemas.openxmlformats.org/officeDocument/2006/relationships/image" Target="../media/image14.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34.png"/><Relationship Id="rId11" Type="http://schemas.openxmlformats.org/officeDocument/2006/relationships/image" Target="../media/image18.png"/><Relationship Id="rId5" Type="http://schemas.openxmlformats.org/officeDocument/2006/relationships/image" Target="../media/image13.png"/><Relationship Id="rId15" Type="http://schemas.openxmlformats.org/officeDocument/2006/relationships/image" Target="../media/image22.png"/><Relationship Id="rId23" Type="http://schemas.openxmlformats.org/officeDocument/2006/relationships/image" Target="../media/image31.png"/><Relationship Id="rId10" Type="http://schemas.openxmlformats.org/officeDocument/2006/relationships/image" Target="../media/image37.png"/><Relationship Id="rId19" Type="http://schemas.openxmlformats.org/officeDocument/2006/relationships/image" Target="../media/image27.png"/><Relationship Id="rId4" Type="http://schemas.openxmlformats.org/officeDocument/2006/relationships/image" Target="../media/image33.png"/><Relationship Id="rId9" Type="http://schemas.openxmlformats.org/officeDocument/2006/relationships/image" Target="../media/image36.png"/><Relationship Id="rId14" Type="http://schemas.openxmlformats.org/officeDocument/2006/relationships/image" Target="../media/image21.png"/><Relationship Id="rId22" Type="http://schemas.openxmlformats.org/officeDocument/2006/relationships/image" Target="../media/image23.png"/></Relationships>
</file>

<file path=ppt/slides/_rels/slide14.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2.png"/><Relationship Id="rId18" Type="http://schemas.openxmlformats.org/officeDocument/2006/relationships/image" Target="../media/image28.png"/><Relationship Id="rId3" Type="http://schemas.openxmlformats.org/officeDocument/2006/relationships/notesSlide" Target="../notesSlides/notesSlide8.xml"/><Relationship Id="rId7" Type="http://schemas.openxmlformats.org/officeDocument/2006/relationships/image" Target="../media/image17.png"/><Relationship Id="rId12" Type="http://schemas.openxmlformats.org/officeDocument/2006/relationships/image" Target="../media/image21.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5.png"/><Relationship Id="rId20" Type="http://schemas.openxmlformats.org/officeDocument/2006/relationships/image" Target="../media/image31.png"/><Relationship Id="rId1" Type="http://schemas.openxmlformats.org/officeDocument/2006/relationships/tags" Target="../tags/tag3.xml"/><Relationship Id="rId6" Type="http://schemas.openxmlformats.org/officeDocument/2006/relationships/image" Target="../media/image24.png"/><Relationship Id="rId11" Type="http://schemas.openxmlformats.org/officeDocument/2006/relationships/image" Target="../media/image20.png"/><Relationship Id="rId5" Type="http://schemas.openxmlformats.org/officeDocument/2006/relationships/image" Target="../media/image15.png"/><Relationship Id="rId15" Type="http://schemas.openxmlformats.org/officeDocument/2006/relationships/image" Target="../media/image29.png"/><Relationship Id="rId10" Type="http://schemas.openxmlformats.org/officeDocument/2006/relationships/image" Target="../media/image19.png"/><Relationship Id="rId19" Type="http://schemas.openxmlformats.org/officeDocument/2006/relationships/image" Target="../media/image23.png"/><Relationship Id="rId4" Type="http://schemas.openxmlformats.org/officeDocument/2006/relationships/image" Target="../media/image13.png"/><Relationship Id="rId9" Type="http://schemas.openxmlformats.org/officeDocument/2006/relationships/image" Target="../media/image18.png"/><Relationship Id="rId14" Type="http://schemas.openxmlformats.org/officeDocument/2006/relationships/image" Target="../media/image26.png"/></Relationships>
</file>

<file path=ppt/slides/_rels/slide15.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image" Target="../media/image32.png"/><Relationship Id="rId21" Type="http://schemas.openxmlformats.org/officeDocument/2006/relationships/image" Target="../media/image29.png"/><Relationship Id="rId7" Type="http://schemas.openxmlformats.org/officeDocument/2006/relationships/image" Target="../media/image17.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notesSlide" Target="../notesSlides/notesSlide9.xml"/><Relationship Id="rId16" Type="http://schemas.openxmlformats.org/officeDocument/2006/relationships/image" Target="../media/image14.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34.png"/><Relationship Id="rId11" Type="http://schemas.openxmlformats.org/officeDocument/2006/relationships/image" Target="../media/image18.png"/><Relationship Id="rId5" Type="http://schemas.openxmlformats.org/officeDocument/2006/relationships/image" Target="../media/image13.png"/><Relationship Id="rId15" Type="http://schemas.openxmlformats.org/officeDocument/2006/relationships/image" Target="../media/image22.png"/><Relationship Id="rId23" Type="http://schemas.openxmlformats.org/officeDocument/2006/relationships/image" Target="../media/image31.png"/><Relationship Id="rId10" Type="http://schemas.openxmlformats.org/officeDocument/2006/relationships/image" Target="../media/image37.png"/><Relationship Id="rId19" Type="http://schemas.openxmlformats.org/officeDocument/2006/relationships/image" Target="../media/image27.png"/><Relationship Id="rId4" Type="http://schemas.openxmlformats.org/officeDocument/2006/relationships/image" Target="../media/image33.png"/><Relationship Id="rId9" Type="http://schemas.openxmlformats.org/officeDocument/2006/relationships/image" Target="../media/image36.png"/><Relationship Id="rId14" Type="http://schemas.openxmlformats.org/officeDocument/2006/relationships/image" Target="../media/image21.png"/><Relationship Id="rId22" Type="http://schemas.openxmlformats.org/officeDocument/2006/relationships/image" Target="../media/image23.png"/></Relationships>
</file>

<file path=ppt/slides/_rels/slide16.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image" Target="../media/image32.png"/><Relationship Id="rId21" Type="http://schemas.openxmlformats.org/officeDocument/2006/relationships/image" Target="../media/image29.png"/><Relationship Id="rId7" Type="http://schemas.openxmlformats.org/officeDocument/2006/relationships/image" Target="../media/image17.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notesSlide" Target="../notesSlides/notesSlide10.xml"/><Relationship Id="rId16" Type="http://schemas.openxmlformats.org/officeDocument/2006/relationships/image" Target="../media/image14.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34.png"/><Relationship Id="rId11" Type="http://schemas.openxmlformats.org/officeDocument/2006/relationships/image" Target="../media/image18.png"/><Relationship Id="rId5" Type="http://schemas.openxmlformats.org/officeDocument/2006/relationships/image" Target="../media/image13.png"/><Relationship Id="rId15" Type="http://schemas.openxmlformats.org/officeDocument/2006/relationships/image" Target="../media/image22.png"/><Relationship Id="rId23" Type="http://schemas.openxmlformats.org/officeDocument/2006/relationships/image" Target="../media/image31.png"/><Relationship Id="rId10" Type="http://schemas.openxmlformats.org/officeDocument/2006/relationships/image" Target="../media/image37.png"/><Relationship Id="rId19" Type="http://schemas.openxmlformats.org/officeDocument/2006/relationships/image" Target="../media/image27.png"/><Relationship Id="rId4" Type="http://schemas.openxmlformats.org/officeDocument/2006/relationships/image" Target="../media/image33.png"/><Relationship Id="rId9" Type="http://schemas.openxmlformats.org/officeDocument/2006/relationships/image" Target="../media/image36.png"/><Relationship Id="rId14" Type="http://schemas.openxmlformats.org/officeDocument/2006/relationships/image" Target="../media/image21.png"/><Relationship Id="rId22" Type="http://schemas.openxmlformats.org/officeDocument/2006/relationships/image" Target="../media/image23.png"/></Relationships>
</file>

<file path=ppt/slides/_rels/slide17.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2.png"/><Relationship Id="rId18" Type="http://schemas.openxmlformats.org/officeDocument/2006/relationships/image" Target="../media/image28.png"/><Relationship Id="rId3" Type="http://schemas.openxmlformats.org/officeDocument/2006/relationships/notesSlide" Target="../notesSlides/notesSlide11.xml"/><Relationship Id="rId7" Type="http://schemas.openxmlformats.org/officeDocument/2006/relationships/image" Target="../media/image17.png"/><Relationship Id="rId12" Type="http://schemas.openxmlformats.org/officeDocument/2006/relationships/image" Target="../media/image21.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5.png"/><Relationship Id="rId20" Type="http://schemas.openxmlformats.org/officeDocument/2006/relationships/image" Target="../media/image31.png"/><Relationship Id="rId1" Type="http://schemas.openxmlformats.org/officeDocument/2006/relationships/tags" Target="../tags/tag4.xml"/><Relationship Id="rId6" Type="http://schemas.openxmlformats.org/officeDocument/2006/relationships/image" Target="../media/image24.png"/><Relationship Id="rId11" Type="http://schemas.openxmlformats.org/officeDocument/2006/relationships/image" Target="../media/image20.png"/><Relationship Id="rId5" Type="http://schemas.openxmlformats.org/officeDocument/2006/relationships/image" Target="../media/image15.png"/><Relationship Id="rId15" Type="http://schemas.openxmlformats.org/officeDocument/2006/relationships/image" Target="../media/image29.png"/><Relationship Id="rId10" Type="http://schemas.openxmlformats.org/officeDocument/2006/relationships/image" Target="../media/image19.png"/><Relationship Id="rId19" Type="http://schemas.openxmlformats.org/officeDocument/2006/relationships/image" Target="../media/image23.png"/><Relationship Id="rId4" Type="http://schemas.openxmlformats.org/officeDocument/2006/relationships/image" Target="../media/image13.png"/><Relationship Id="rId9" Type="http://schemas.openxmlformats.org/officeDocument/2006/relationships/image" Target="../media/image18.png"/><Relationship Id="rId14" Type="http://schemas.openxmlformats.org/officeDocument/2006/relationships/image" Target="../media/image2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image" Target="../media/image32.png"/><Relationship Id="rId21" Type="http://schemas.openxmlformats.org/officeDocument/2006/relationships/image" Target="../media/image29.png"/><Relationship Id="rId7" Type="http://schemas.openxmlformats.org/officeDocument/2006/relationships/image" Target="../media/image17.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notesSlide" Target="../notesSlides/notesSlide12.xml"/><Relationship Id="rId16" Type="http://schemas.openxmlformats.org/officeDocument/2006/relationships/image" Target="../media/image14.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34.png"/><Relationship Id="rId11" Type="http://schemas.openxmlformats.org/officeDocument/2006/relationships/image" Target="../media/image18.png"/><Relationship Id="rId5" Type="http://schemas.openxmlformats.org/officeDocument/2006/relationships/image" Target="../media/image13.png"/><Relationship Id="rId15" Type="http://schemas.openxmlformats.org/officeDocument/2006/relationships/image" Target="../media/image22.png"/><Relationship Id="rId23" Type="http://schemas.openxmlformats.org/officeDocument/2006/relationships/image" Target="../media/image31.png"/><Relationship Id="rId10" Type="http://schemas.openxmlformats.org/officeDocument/2006/relationships/image" Target="../media/image37.png"/><Relationship Id="rId19" Type="http://schemas.openxmlformats.org/officeDocument/2006/relationships/image" Target="../media/image27.png"/><Relationship Id="rId4" Type="http://schemas.openxmlformats.org/officeDocument/2006/relationships/image" Target="../media/image33.png"/><Relationship Id="rId9" Type="http://schemas.openxmlformats.org/officeDocument/2006/relationships/image" Target="../media/image36.png"/><Relationship Id="rId14" Type="http://schemas.openxmlformats.org/officeDocument/2006/relationships/image" Target="../media/image21.png"/><Relationship Id="rId22" Type="http://schemas.openxmlformats.org/officeDocument/2006/relationships/image" Target="../media/image2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image" Target="../media/image13.png"/><Relationship Id="rId21" Type="http://schemas.openxmlformats.org/officeDocument/2006/relationships/image" Target="../media/image29.png"/><Relationship Id="rId7" Type="http://schemas.openxmlformats.org/officeDocument/2006/relationships/image" Target="../media/image40.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notesSlide" Target="../notesSlides/notesSlide13.xml"/><Relationship Id="rId16" Type="http://schemas.openxmlformats.org/officeDocument/2006/relationships/image" Target="../media/image42.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39.png"/><Relationship Id="rId11" Type="http://schemas.openxmlformats.org/officeDocument/2006/relationships/image" Target="../media/image19.png"/><Relationship Id="rId5" Type="http://schemas.openxmlformats.org/officeDocument/2006/relationships/image" Target="../media/image38.png"/><Relationship Id="rId15" Type="http://schemas.openxmlformats.org/officeDocument/2006/relationships/image" Target="../media/image41.png"/><Relationship Id="rId23" Type="http://schemas.openxmlformats.org/officeDocument/2006/relationships/image" Target="../media/image31.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22.png"/><Relationship Id="rId22" Type="http://schemas.openxmlformats.org/officeDocument/2006/relationships/image" Target="../media/image23.png"/></Relationships>
</file>

<file path=ppt/slides/_rels/slide2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22.png"/><Relationship Id="rId18" Type="http://schemas.openxmlformats.org/officeDocument/2006/relationships/image" Target="../media/image29.png"/><Relationship Id="rId3" Type="http://schemas.openxmlformats.org/officeDocument/2006/relationships/image" Target="../media/image13.png"/><Relationship Id="rId7" Type="http://schemas.openxmlformats.org/officeDocument/2006/relationships/image" Target="../media/image38.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4.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44.png"/><Relationship Id="rId11" Type="http://schemas.openxmlformats.org/officeDocument/2006/relationships/image" Target="../media/image20.png"/><Relationship Id="rId5" Type="http://schemas.openxmlformats.org/officeDocument/2006/relationships/image" Target="../media/image43.png"/><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23.png"/><Relationship Id="rId4" Type="http://schemas.openxmlformats.org/officeDocument/2006/relationships/image" Target="../media/image14.png"/><Relationship Id="rId9" Type="http://schemas.openxmlformats.org/officeDocument/2006/relationships/image" Target="../media/image18.png"/><Relationship Id="rId14" Type="http://schemas.openxmlformats.org/officeDocument/2006/relationships/image" Target="../media/image25.png"/></Relationships>
</file>

<file path=ppt/slides/_rels/slide23.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7.png"/><Relationship Id="rId18" Type="http://schemas.openxmlformats.org/officeDocument/2006/relationships/image" Target="../media/image38.png"/><Relationship Id="rId3" Type="http://schemas.openxmlformats.org/officeDocument/2006/relationships/notesSlide" Target="../notesSlides/notesSlide15.xml"/><Relationship Id="rId21" Type="http://schemas.openxmlformats.org/officeDocument/2006/relationships/image" Target="../media/image16.png"/><Relationship Id="rId7" Type="http://schemas.openxmlformats.org/officeDocument/2006/relationships/image" Target="../media/image20.png"/><Relationship Id="rId12" Type="http://schemas.openxmlformats.org/officeDocument/2006/relationships/image" Target="../media/image26.png"/><Relationship Id="rId17" Type="http://schemas.openxmlformats.org/officeDocument/2006/relationships/image" Target="../media/image13.png"/><Relationship Id="rId2" Type="http://schemas.openxmlformats.org/officeDocument/2006/relationships/slideLayout" Target="../slideLayouts/slideLayout15.xml"/><Relationship Id="rId16" Type="http://schemas.openxmlformats.org/officeDocument/2006/relationships/image" Target="../media/image17.png"/><Relationship Id="rId20" Type="http://schemas.openxmlformats.org/officeDocument/2006/relationships/image" Target="../media/image40.png"/><Relationship Id="rId1" Type="http://schemas.openxmlformats.org/officeDocument/2006/relationships/tags" Target="../tags/tag5.xml"/><Relationship Id="rId6" Type="http://schemas.openxmlformats.org/officeDocument/2006/relationships/image" Target="../media/image19.png"/><Relationship Id="rId11" Type="http://schemas.openxmlformats.org/officeDocument/2006/relationships/image" Target="../media/image25.png"/><Relationship Id="rId5" Type="http://schemas.openxmlformats.org/officeDocument/2006/relationships/image" Target="../media/image18.png"/><Relationship Id="rId15" Type="http://schemas.openxmlformats.org/officeDocument/2006/relationships/image" Target="../media/image29.png"/><Relationship Id="rId10" Type="http://schemas.openxmlformats.org/officeDocument/2006/relationships/image" Target="../media/image14.png"/><Relationship Id="rId19" Type="http://schemas.openxmlformats.org/officeDocument/2006/relationships/image" Target="../media/image39.png"/><Relationship Id="rId4" Type="http://schemas.openxmlformats.org/officeDocument/2006/relationships/image" Target="../media/image23.png"/><Relationship Id="rId9" Type="http://schemas.openxmlformats.org/officeDocument/2006/relationships/image" Target="../media/image22.png"/><Relationship Id="rId14" Type="http://schemas.openxmlformats.org/officeDocument/2006/relationships/image" Target="../media/image28.png"/></Relationships>
</file>

<file path=ppt/slides/_rels/slide24.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7.png"/><Relationship Id="rId18" Type="http://schemas.openxmlformats.org/officeDocument/2006/relationships/image" Target="../media/image20.png"/><Relationship Id="rId3" Type="http://schemas.openxmlformats.org/officeDocument/2006/relationships/image" Target="../media/image23.png"/><Relationship Id="rId21" Type="http://schemas.openxmlformats.org/officeDocument/2006/relationships/image" Target="../media/image41.png"/><Relationship Id="rId7" Type="http://schemas.openxmlformats.org/officeDocument/2006/relationships/image" Target="../media/image39.png"/><Relationship Id="rId12" Type="http://schemas.openxmlformats.org/officeDocument/2006/relationships/image" Target="../media/image26.png"/><Relationship Id="rId17" Type="http://schemas.openxmlformats.org/officeDocument/2006/relationships/image" Target="../media/image19.png"/><Relationship Id="rId2" Type="http://schemas.openxmlformats.org/officeDocument/2006/relationships/notesSlide" Target="../notesSlides/notesSlide16.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15.xml"/><Relationship Id="rId6" Type="http://schemas.openxmlformats.org/officeDocument/2006/relationships/image" Target="../media/image38.png"/><Relationship Id="rId11" Type="http://schemas.openxmlformats.org/officeDocument/2006/relationships/image" Target="../media/image25.png"/><Relationship Id="rId24" Type="http://schemas.openxmlformats.org/officeDocument/2006/relationships/image" Target="../media/image46.png"/><Relationship Id="rId5" Type="http://schemas.openxmlformats.org/officeDocument/2006/relationships/image" Target="../media/image14.png"/><Relationship Id="rId15" Type="http://schemas.openxmlformats.org/officeDocument/2006/relationships/image" Target="../media/image29.png"/><Relationship Id="rId23" Type="http://schemas.openxmlformats.org/officeDocument/2006/relationships/image" Target="../media/image45.png"/><Relationship Id="rId10" Type="http://schemas.openxmlformats.org/officeDocument/2006/relationships/image" Target="../media/image17.png"/><Relationship Id="rId19" Type="http://schemas.openxmlformats.org/officeDocument/2006/relationships/image" Target="../media/image21.png"/><Relationship Id="rId4" Type="http://schemas.openxmlformats.org/officeDocument/2006/relationships/image" Target="../media/image13.png"/><Relationship Id="rId9" Type="http://schemas.openxmlformats.org/officeDocument/2006/relationships/image" Target="../media/image16.png"/><Relationship Id="rId14" Type="http://schemas.openxmlformats.org/officeDocument/2006/relationships/image" Target="../media/image28.png"/><Relationship Id="rId22" Type="http://schemas.openxmlformats.org/officeDocument/2006/relationships/image" Target="../media/image4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2.png"/><Relationship Id="rId18" Type="http://schemas.openxmlformats.org/officeDocument/2006/relationships/image" Target="../media/image28.png"/><Relationship Id="rId3" Type="http://schemas.openxmlformats.org/officeDocument/2006/relationships/notesSlide" Target="../notesSlides/notesSlide21.xml"/><Relationship Id="rId7" Type="http://schemas.openxmlformats.org/officeDocument/2006/relationships/image" Target="../media/image17.png"/><Relationship Id="rId12" Type="http://schemas.openxmlformats.org/officeDocument/2006/relationships/image" Target="../media/image21.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5.png"/><Relationship Id="rId20" Type="http://schemas.openxmlformats.org/officeDocument/2006/relationships/image" Target="../media/image31.png"/><Relationship Id="rId1" Type="http://schemas.openxmlformats.org/officeDocument/2006/relationships/tags" Target="../tags/tag6.xml"/><Relationship Id="rId6" Type="http://schemas.openxmlformats.org/officeDocument/2006/relationships/image" Target="../media/image24.png"/><Relationship Id="rId11" Type="http://schemas.openxmlformats.org/officeDocument/2006/relationships/image" Target="../media/image20.png"/><Relationship Id="rId5" Type="http://schemas.openxmlformats.org/officeDocument/2006/relationships/image" Target="../media/image15.png"/><Relationship Id="rId15" Type="http://schemas.openxmlformats.org/officeDocument/2006/relationships/image" Target="../media/image29.png"/><Relationship Id="rId10" Type="http://schemas.openxmlformats.org/officeDocument/2006/relationships/image" Target="../media/image19.png"/><Relationship Id="rId19" Type="http://schemas.openxmlformats.org/officeDocument/2006/relationships/image" Target="../media/image23.png"/><Relationship Id="rId4" Type="http://schemas.openxmlformats.org/officeDocument/2006/relationships/image" Target="../media/image13.png"/><Relationship Id="rId9" Type="http://schemas.openxmlformats.org/officeDocument/2006/relationships/image" Target="../media/image18.png"/><Relationship Id="rId14" Type="http://schemas.openxmlformats.org/officeDocument/2006/relationships/image" Target="../media/image26.png"/></Relationships>
</file>

<file path=ppt/slides/_rels/slide31.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9.png"/><Relationship Id="rId18" Type="http://schemas.openxmlformats.org/officeDocument/2006/relationships/image" Target="../media/image31.png"/><Relationship Id="rId3" Type="http://schemas.openxmlformats.org/officeDocument/2006/relationships/notesSlide" Target="../notesSlides/notesSlide22.xml"/><Relationship Id="rId7" Type="http://schemas.openxmlformats.org/officeDocument/2006/relationships/image" Target="../media/image18.png"/><Relationship Id="rId12" Type="http://schemas.openxmlformats.org/officeDocument/2006/relationships/image" Target="../media/image26.png"/><Relationship Id="rId17" Type="http://schemas.openxmlformats.org/officeDocument/2006/relationships/image" Target="../media/image23.png"/><Relationship Id="rId2" Type="http://schemas.openxmlformats.org/officeDocument/2006/relationships/slideLayout" Target="../slideLayouts/slideLayout15.xml"/><Relationship Id="rId16" Type="http://schemas.openxmlformats.org/officeDocument/2006/relationships/image" Target="../media/image28.png"/><Relationship Id="rId1" Type="http://schemas.openxmlformats.org/officeDocument/2006/relationships/tags" Target="../tags/tag7.xml"/><Relationship Id="rId6" Type="http://schemas.openxmlformats.org/officeDocument/2006/relationships/image" Target="../media/image14.png"/><Relationship Id="rId11" Type="http://schemas.openxmlformats.org/officeDocument/2006/relationships/image" Target="../media/image22.png"/><Relationship Id="rId5" Type="http://schemas.openxmlformats.org/officeDocument/2006/relationships/image" Target="../media/image17.png"/><Relationship Id="rId15" Type="http://schemas.openxmlformats.org/officeDocument/2006/relationships/image" Target="../media/image27.png"/><Relationship Id="rId10" Type="http://schemas.openxmlformats.org/officeDocument/2006/relationships/image" Target="../media/image21.png"/><Relationship Id="rId4" Type="http://schemas.openxmlformats.org/officeDocument/2006/relationships/image" Target="../media/image13.png"/><Relationship Id="rId9" Type="http://schemas.openxmlformats.org/officeDocument/2006/relationships/image" Target="../media/image20.png"/><Relationship Id="rId14" Type="http://schemas.openxmlformats.org/officeDocument/2006/relationships/image" Target="../media/image25.png"/></Relationships>
</file>

<file path=ppt/slides/_rels/slide32.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2.png"/><Relationship Id="rId18" Type="http://schemas.openxmlformats.org/officeDocument/2006/relationships/image" Target="../media/image27.png"/><Relationship Id="rId3" Type="http://schemas.openxmlformats.org/officeDocument/2006/relationships/notesSlide" Target="../notesSlides/notesSlide23.xml"/><Relationship Id="rId21" Type="http://schemas.openxmlformats.org/officeDocument/2006/relationships/image" Target="../media/image31.png"/><Relationship Id="rId7" Type="http://schemas.openxmlformats.org/officeDocument/2006/relationships/image" Target="../media/image17.png"/><Relationship Id="rId12" Type="http://schemas.openxmlformats.org/officeDocument/2006/relationships/image" Target="../media/image21.png"/><Relationship Id="rId17" Type="http://schemas.openxmlformats.org/officeDocument/2006/relationships/image" Target="../media/image25.png"/><Relationship Id="rId2" Type="http://schemas.openxmlformats.org/officeDocument/2006/relationships/slideLayout" Target="../slideLayouts/slideLayout15.xml"/><Relationship Id="rId16" Type="http://schemas.openxmlformats.org/officeDocument/2006/relationships/image" Target="../media/image29.png"/><Relationship Id="rId20" Type="http://schemas.openxmlformats.org/officeDocument/2006/relationships/image" Target="../media/image23.png"/><Relationship Id="rId1" Type="http://schemas.openxmlformats.org/officeDocument/2006/relationships/tags" Target="../tags/tag8.xml"/><Relationship Id="rId6" Type="http://schemas.openxmlformats.org/officeDocument/2006/relationships/image" Target="../media/image47.png"/><Relationship Id="rId11" Type="http://schemas.openxmlformats.org/officeDocument/2006/relationships/image" Target="../media/image20.png"/><Relationship Id="rId5" Type="http://schemas.openxmlformats.org/officeDocument/2006/relationships/image" Target="../media/image15.png"/><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13.png"/><Relationship Id="rId9" Type="http://schemas.openxmlformats.org/officeDocument/2006/relationships/image" Target="../media/image18.png"/><Relationship Id="rId14" Type="http://schemas.openxmlformats.org/officeDocument/2006/relationships/image" Target="../media/image24.png"/></Relationships>
</file>

<file path=ppt/slides/_rels/slide33.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6.png"/><Relationship Id="rId18" Type="http://schemas.openxmlformats.org/officeDocument/2006/relationships/image" Target="../media/image23.png"/><Relationship Id="rId3" Type="http://schemas.openxmlformats.org/officeDocument/2006/relationships/notesSlide" Target="../notesSlides/notesSlide24.xml"/><Relationship Id="rId7" Type="http://schemas.openxmlformats.org/officeDocument/2006/relationships/image" Target="../media/image14.png"/><Relationship Id="rId12" Type="http://schemas.openxmlformats.org/officeDocument/2006/relationships/image" Target="../media/image22.png"/><Relationship Id="rId17" Type="http://schemas.openxmlformats.org/officeDocument/2006/relationships/image" Target="../media/image28.png"/><Relationship Id="rId2" Type="http://schemas.openxmlformats.org/officeDocument/2006/relationships/slideLayout" Target="../slideLayouts/slideLayout15.xml"/><Relationship Id="rId16" Type="http://schemas.openxmlformats.org/officeDocument/2006/relationships/image" Target="../media/image27.png"/><Relationship Id="rId1" Type="http://schemas.openxmlformats.org/officeDocument/2006/relationships/tags" Target="../tags/tag9.xml"/><Relationship Id="rId6" Type="http://schemas.openxmlformats.org/officeDocument/2006/relationships/image" Target="../media/image17.png"/><Relationship Id="rId11" Type="http://schemas.openxmlformats.org/officeDocument/2006/relationships/image" Target="../media/image21.png"/><Relationship Id="rId5" Type="http://schemas.openxmlformats.org/officeDocument/2006/relationships/image" Target="../media/image47.png"/><Relationship Id="rId15" Type="http://schemas.openxmlformats.org/officeDocument/2006/relationships/image" Target="../media/image25.png"/><Relationship Id="rId10" Type="http://schemas.openxmlformats.org/officeDocument/2006/relationships/image" Target="../media/image20.png"/><Relationship Id="rId19" Type="http://schemas.openxmlformats.org/officeDocument/2006/relationships/image" Target="../media/image31.png"/><Relationship Id="rId4" Type="http://schemas.openxmlformats.org/officeDocument/2006/relationships/image" Target="../media/image13.png"/><Relationship Id="rId9" Type="http://schemas.openxmlformats.org/officeDocument/2006/relationships/image" Target="../media/image19.png"/><Relationship Id="rId14" Type="http://schemas.openxmlformats.org/officeDocument/2006/relationships/image" Target="../media/image29.png"/></Relationships>
</file>

<file path=ppt/slides/_rels/slide34.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4.png"/><Relationship Id="rId18" Type="http://schemas.openxmlformats.org/officeDocument/2006/relationships/image" Target="../media/image28.png"/><Relationship Id="rId3" Type="http://schemas.openxmlformats.org/officeDocument/2006/relationships/notesSlide" Target="../notesSlides/notesSlide25.xml"/><Relationship Id="rId7" Type="http://schemas.openxmlformats.org/officeDocument/2006/relationships/image" Target="../media/image14.png"/><Relationship Id="rId12" Type="http://schemas.openxmlformats.org/officeDocument/2006/relationships/image" Target="../media/image22.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5.png"/><Relationship Id="rId20" Type="http://schemas.openxmlformats.org/officeDocument/2006/relationships/image" Target="../media/image31.png"/><Relationship Id="rId1" Type="http://schemas.openxmlformats.org/officeDocument/2006/relationships/tags" Target="../tags/tag10.xml"/><Relationship Id="rId6" Type="http://schemas.openxmlformats.org/officeDocument/2006/relationships/image" Target="../media/image17.png"/><Relationship Id="rId11" Type="http://schemas.openxmlformats.org/officeDocument/2006/relationships/image" Target="../media/image21.png"/><Relationship Id="rId5" Type="http://schemas.openxmlformats.org/officeDocument/2006/relationships/image" Target="../media/image15.png"/><Relationship Id="rId15" Type="http://schemas.openxmlformats.org/officeDocument/2006/relationships/image" Target="../media/image29.png"/><Relationship Id="rId10" Type="http://schemas.openxmlformats.org/officeDocument/2006/relationships/image" Target="../media/image20.png"/><Relationship Id="rId19" Type="http://schemas.openxmlformats.org/officeDocument/2006/relationships/image" Target="../media/image23.png"/><Relationship Id="rId4" Type="http://schemas.openxmlformats.org/officeDocument/2006/relationships/image" Target="../media/image13.png"/><Relationship Id="rId9" Type="http://schemas.openxmlformats.org/officeDocument/2006/relationships/image" Target="../media/image19.png"/><Relationship Id="rId14" Type="http://schemas.openxmlformats.org/officeDocument/2006/relationships/image" Target="../media/image26.png"/></Relationships>
</file>

<file path=ppt/slides/_rels/slide35.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9.png"/><Relationship Id="rId18" Type="http://schemas.openxmlformats.org/officeDocument/2006/relationships/image" Target="../media/image31.png"/><Relationship Id="rId3" Type="http://schemas.openxmlformats.org/officeDocument/2006/relationships/notesSlide" Target="../notesSlides/notesSlide26.xml"/><Relationship Id="rId7" Type="http://schemas.openxmlformats.org/officeDocument/2006/relationships/image" Target="../media/image18.png"/><Relationship Id="rId12" Type="http://schemas.openxmlformats.org/officeDocument/2006/relationships/image" Target="../media/image26.png"/><Relationship Id="rId17" Type="http://schemas.openxmlformats.org/officeDocument/2006/relationships/image" Target="../media/image23.png"/><Relationship Id="rId2" Type="http://schemas.openxmlformats.org/officeDocument/2006/relationships/slideLayout" Target="../slideLayouts/slideLayout15.xml"/><Relationship Id="rId16" Type="http://schemas.openxmlformats.org/officeDocument/2006/relationships/image" Target="../media/image28.png"/><Relationship Id="rId1" Type="http://schemas.openxmlformats.org/officeDocument/2006/relationships/tags" Target="../tags/tag11.xml"/><Relationship Id="rId6" Type="http://schemas.openxmlformats.org/officeDocument/2006/relationships/image" Target="../media/image14.png"/><Relationship Id="rId11" Type="http://schemas.openxmlformats.org/officeDocument/2006/relationships/image" Target="../media/image22.png"/><Relationship Id="rId5" Type="http://schemas.openxmlformats.org/officeDocument/2006/relationships/image" Target="../media/image17.png"/><Relationship Id="rId15" Type="http://schemas.openxmlformats.org/officeDocument/2006/relationships/image" Target="../media/image27.png"/><Relationship Id="rId10" Type="http://schemas.openxmlformats.org/officeDocument/2006/relationships/image" Target="../media/image21.png"/><Relationship Id="rId4" Type="http://schemas.openxmlformats.org/officeDocument/2006/relationships/image" Target="../media/image13.png"/><Relationship Id="rId9" Type="http://schemas.openxmlformats.org/officeDocument/2006/relationships/image" Target="../media/image20.png"/><Relationship Id="rId14" Type="http://schemas.openxmlformats.org/officeDocument/2006/relationships/image" Target="../media/image25.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5.png"/><Relationship Id="rId18" Type="http://schemas.openxmlformats.org/officeDocument/2006/relationships/image" Target="../media/image23.png"/><Relationship Id="rId3" Type="http://schemas.openxmlformats.org/officeDocument/2006/relationships/image" Target="../media/image13.png"/><Relationship Id="rId7" Type="http://schemas.openxmlformats.org/officeDocument/2006/relationships/image" Target="../media/image20.png"/><Relationship Id="rId12" Type="http://schemas.openxmlformats.org/officeDocument/2006/relationships/image" Target="../media/image14.png"/><Relationship Id="rId17" Type="http://schemas.openxmlformats.org/officeDocument/2006/relationships/image" Target="../media/image29.png"/><Relationship Id="rId2" Type="http://schemas.openxmlformats.org/officeDocument/2006/relationships/notesSlide" Target="../notesSlides/notesSlide27.xml"/><Relationship Id="rId16"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47.png"/><Relationship Id="rId5" Type="http://schemas.openxmlformats.org/officeDocument/2006/relationships/image" Target="../media/image18.png"/><Relationship Id="rId15" Type="http://schemas.openxmlformats.org/officeDocument/2006/relationships/image" Target="../media/image27.png"/><Relationship Id="rId10" Type="http://schemas.openxmlformats.org/officeDocument/2006/relationships/image" Target="../media/image48.png"/><Relationship Id="rId19" Type="http://schemas.openxmlformats.org/officeDocument/2006/relationships/image" Target="../media/image31.png"/><Relationship Id="rId4" Type="http://schemas.openxmlformats.org/officeDocument/2006/relationships/image" Target="../media/image17.png"/><Relationship Id="rId9" Type="http://schemas.openxmlformats.org/officeDocument/2006/relationships/image" Target="../media/image22.png"/><Relationship Id="rId14" Type="http://schemas.openxmlformats.org/officeDocument/2006/relationships/image" Target="../media/image26.png"/></Relationships>
</file>

<file path=ppt/slides/_rels/slide38.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2.png"/><Relationship Id="rId18" Type="http://schemas.openxmlformats.org/officeDocument/2006/relationships/image" Target="../media/image29.png"/><Relationship Id="rId3" Type="http://schemas.openxmlformats.org/officeDocument/2006/relationships/image" Target="../media/image13.png"/><Relationship Id="rId7" Type="http://schemas.openxmlformats.org/officeDocument/2006/relationships/image" Target="../media/image50.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28.xml"/><Relationship Id="rId16" Type="http://schemas.openxmlformats.org/officeDocument/2006/relationships/image" Target="../media/image27.png"/><Relationship Id="rId20" Type="http://schemas.openxmlformats.org/officeDocument/2006/relationships/image" Target="../media/image31.png"/><Relationship Id="rId1" Type="http://schemas.openxmlformats.org/officeDocument/2006/relationships/slideLayout" Target="../slideLayouts/slideLayout15.xml"/><Relationship Id="rId6" Type="http://schemas.openxmlformats.org/officeDocument/2006/relationships/image" Target="../media/image48.png"/><Relationship Id="rId11" Type="http://schemas.openxmlformats.org/officeDocument/2006/relationships/image" Target="../media/image20.png"/><Relationship Id="rId5" Type="http://schemas.openxmlformats.org/officeDocument/2006/relationships/image" Target="../media/image49.png"/><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23.png"/><Relationship Id="rId4" Type="http://schemas.openxmlformats.org/officeDocument/2006/relationships/image" Target="../media/image17.png"/><Relationship Id="rId9" Type="http://schemas.openxmlformats.org/officeDocument/2006/relationships/image" Target="../media/image18.png"/><Relationship Id="rId14" Type="http://schemas.openxmlformats.org/officeDocument/2006/relationships/image" Target="../media/image25.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2.png"/><Relationship Id="rId18" Type="http://schemas.openxmlformats.org/officeDocument/2006/relationships/image" Target="../media/image29.png"/><Relationship Id="rId3" Type="http://schemas.openxmlformats.org/officeDocument/2006/relationships/image" Target="../media/image13.png"/><Relationship Id="rId7" Type="http://schemas.openxmlformats.org/officeDocument/2006/relationships/image" Target="../media/image47.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29.xml"/><Relationship Id="rId16" Type="http://schemas.openxmlformats.org/officeDocument/2006/relationships/image" Target="../media/image27.png"/><Relationship Id="rId20" Type="http://schemas.openxmlformats.org/officeDocument/2006/relationships/image" Target="../media/image31.png"/><Relationship Id="rId1" Type="http://schemas.openxmlformats.org/officeDocument/2006/relationships/slideLayout" Target="../slideLayouts/slideLayout15.xml"/><Relationship Id="rId6" Type="http://schemas.openxmlformats.org/officeDocument/2006/relationships/image" Target="../media/image48.png"/><Relationship Id="rId11" Type="http://schemas.openxmlformats.org/officeDocument/2006/relationships/image" Target="../media/image20.png"/><Relationship Id="rId5" Type="http://schemas.openxmlformats.org/officeDocument/2006/relationships/image" Target="../media/image16.png"/><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23.png"/><Relationship Id="rId4" Type="http://schemas.openxmlformats.org/officeDocument/2006/relationships/image" Target="../media/image17.png"/><Relationship Id="rId9" Type="http://schemas.openxmlformats.org/officeDocument/2006/relationships/image" Target="../media/image18.png"/><Relationship Id="rId14" Type="http://schemas.openxmlformats.org/officeDocument/2006/relationships/image" Target="../media/image25.png"/></Relationships>
</file>

<file path=ppt/slides/_rels/slide41.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14.png"/><Relationship Id="rId18" Type="http://schemas.openxmlformats.org/officeDocument/2006/relationships/image" Target="../media/image22.png"/><Relationship Id="rId3" Type="http://schemas.openxmlformats.org/officeDocument/2006/relationships/image" Target="../media/image13.png"/><Relationship Id="rId21" Type="http://schemas.openxmlformats.org/officeDocument/2006/relationships/image" Target="../media/image27.png"/><Relationship Id="rId7" Type="http://schemas.openxmlformats.org/officeDocument/2006/relationships/image" Target="../media/image50.png"/><Relationship Id="rId12" Type="http://schemas.openxmlformats.org/officeDocument/2006/relationships/image" Target="../media/image55.png"/><Relationship Id="rId17" Type="http://schemas.openxmlformats.org/officeDocument/2006/relationships/image" Target="../media/image21.png"/><Relationship Id="rId25" Type="http://schemas.openxmlformats.org/officeDocument/2006/relationships/image" Target="../media/image31.png"/><Relationship Id="rId2" Type="http://schemas.openxmlformats.org/officeDocument/2006/relationships/notesSlide" Target="../notesSlides/notesSlide30.xml"/><Relationship Id="rId16" Type="http://schemas.openxmlformats.org/officeDocument/2006/relationships/image" Target="../media/image20.png"/><Relationship Id="rId20" Type="http://schemas.openxmlformats.org/officeDocument/2006/relationships/image" Target="../media/image26.png"/><Relationship Id="rId1" Type="http://schemas.openxmlformats.org/officeDocument/2006/relationships/slideLayout" Target="../slideLayouts/slideLayout15.xml"/><Relationship Id="rId6" Type="http://schemas.openxmlformats.org/officeDocument/2006/relationships/image" Target="../media/image48.png"/><Relationship Id="rId11" Type="http://schemas.openxmlformats.org/officeDocument/2006/relationships/image" Target="../media/image54.png"/><Relationship Id="rId24" Type="http://schemas.openxmlformats.org/officeDocument/2006/relationships/image" Target="../media/image23.png"/><Relationship Id="rId5" Type="http://schemas.openxmlformats.org/officeDocument/2006/relationships/image" Target="../media/image49.png"/><Relationship Id="rId15" Type="http://schemas.openxmlformats.org/officeDocument/2006/relationships/image" Target="../media/image19.png"/><Relationship Id="rId23" Type="http://schemas.openxmlformats.org/officeDocument/2006/relationships/image" Target="../media/image29.png"/><Relationship Id="rId10" Type="http://schemas.openxmlformats.org/officeDocument/2006/relationships/image" Target="../media/image53.png"/><Relationship Id="rId19" Type="http://schemas.openxmlformats.org/officeDocument/2006/relationships/image" Target="../media/image25.png"/><Relationship Id="rId4" Type="http://schemas.openxmlformats.org/officeDocument/2006/relationships/image" Target="../media/image17.png"/><Relationship Id="rId9" Type="http://schemas.openxmlformats.org/officeDocument/2006/relationships/image" Target="../media/image52.png"/><Relationship Id="rId14" Type="http://schemas.openxmlformats.org/officeDocument/2006/relationships/image" Target="../media/image18.png"/><Relationship Id="rId22" Type="http://schemas.openxmlformats.org/officeDocument/2006/relationships/image" Target="../media/image28.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5.png"/><Relationship Id="rId18" Type="http://schemas.openxmlformats.org/officeDocument/2006/relationships/image" Target="../media/image23.png"/><Relationship Id="rId3" Type="http://schemas.openxmlformats.org/officeDocument/2006/relationships/image" Target="../media/image13.png"/><Relationship Id="rId7" Type="http://schemas.openxmlformats.org/officeDocument/2006/relationships/image" Target="../media/image48.png"/><Relationship Id="rId12" Type="http://schemas.openxmlformats.org/officeDocument/2006/relationships/image" Target="../media/image22.png"/><Relationship Id="rId17" Type="http://schemas.openxmlformats.org/officeDocument/2006/relationships/image" Target="../media/image29.png"/><Relationship Id="rId2" Type="http://schemas.openxmlformats.org/officeDocument/2006/relationships/notesSlide" Target="../notesSlides/notesSlide31.xml"/><Relationship Id="rId16"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47.png"/><Relationship Id="rId11" Type="http://schemas.openxmlformats.org/officeDocument/2006/relationships/image" Target="../media/image21.png"/><Relationship Id="rId5" Type="http://schemas.openxmlformats.org/officeDocument/2006/relationships/image" Target="../media/image17.png"/><Relationship Id="rId15" Type="http://schemas.openxmlformats.org/officeDocument/2006/relationships/image" Target="../media/image27.png"/><Relationship Id="rId10" Type="http://schemas.openxmlformats.org/officeDocument/2006/relationships/image" Target="../media/image20.png"/><Relationship Id="rId19" Type="http://schemas.openxmlformats.org/officeDocument/2006/relationships/image" Target="../media/image31.png"/><Relationship Id="rId4" Type="http://schemas.openxmlformats.org/officeDocument/2006/relationships/image" Target="../media/image14.png"/><Relationship Id="rId9" Type="http://schemas.openxmlformats.org/officeDocument/2006/relationships/image" Target="../media/image19.png"/><Relationship Id="rId14" Type="http://schemas.openxmlformats.org/officeDocument/2006/relationships/image" Target="../media/image26.png"/></Relationships>
</file>

<file path=ppt/slides/_rels/slide44.xml.rels><?xml version="1.0" encoding="UTF-8" standalone="yes"?>
<Relationships xmlns="http://schemas.openxmlformats.org/package/2006/relationships"><Relationship Id="rId8" Type="http://schemas.openxmlformats.org/officeDocument/2006/relationships/image" Target="../media/image50.png"/><Relationship Id="rId13" Type="http://schemas.openxmlformats.org/officeDocument/2006/relationships/image" Target="../media/image22.png"/><Relationship Id="rId18" Type="http://schemas.openxmlformats.org/officeDocument/2006/relationships/image" Target="../media/image55.png"/><Relationship Id="rId3" Type="http://schemas.openxmlformats.org/officeDocument/2006/relationships/image" Target="../media/image13.png"/><Relationship Id="rId21" Type="http://schemas.openxmlformats.org/officeDocument/2006/relationships/image" Target="../media/image27.png"/><Relationship Id="rId7" Type="http://schemas.openxmlformats.org/officeDocument/2006/relationships/image" Target="../media/image48.png"/><Relationship Id="rId12" Type="http://schemas.openxmlformats.org/officeDocument/2006/relationships/image" Target="../media/image21.png"/><Relationship Id="rId17" Type="http://schemas.openxmlformats.org/officeDocument/2006/relationships/image" Target="../media/image54.png"/><Relationship Id="rId25" Type="http://schemas.openxmlformats.org/officeDocument/2006/relationships/image" Target="../media/image31.png"/><Relationship Id="rId2" Type="http://schemas.openxmlformats.org/officeDocument/2006/relationships/notesSlide" Target="../notesSlides/notesSlide32.xml"/><Relationship Id="rId16" Type="http://schemas.openxmlformats.org/officeDocument/2006/relationships/image" Target="../media/image53.png"/><Relationship Id="rId20" Type="http://schemas.openxmlformats.org/officeDocument/2006/relationships/image" Target="../media/image26.png"/><Relationship Id="rId1" Type="http://schemas.openxmlformats.org/officeDocument/2006/relationships/slideLayout" Target="../slideLayouts/slideLayout15.xml"/><Relationship Id="rId6" Type="http://schemas.openxmlformats.org/officeDocument/2006/relationships/image" Target="../media/image49.png"/><Relationship Id="rId11" Type="http://schemas.openxmlformats.org/officeDocument/2006/relationships/image" Target="../media/image20.png"/><Relationship Id="rId24" Type="http://schemas.openxmlformats.org/officeDocument/2006/relationships/image" Target="../media/image23.png"/><Relationship Id="rId5" Type="http://schemas.openxmlformats.org/officeDocument/2006/relationships/image" Target="../media/image17.png"/><Relationship Id="rId15" Type="http://schemas.openxmlformats.org/officeDocument/2006/relationships/image" Target="../media/image52.png"/><Relationship Id="rId23" Type="http://schemas.openxmlformats.org/officeDocument/2006/relationships/image" Target="../media/image29.png"/><Relationship Id="rId10" Type="http://schemas.openxmlformats.org/officeDocument/2006/relationships/image" Target="../media/image19.png"/><Relationship Id="rId19" Type="http://schemas.openxmlformats.org/officeDocument/2006/relationships/image" Target="../media/image25.png"/><Relationship Id="rId4" Type="http://schemas.openxmlformats.org/officeDocument/2006/relationships/image" Target="../media/image14.png"/><Relationship Id="rId9" Type="http://schemas.openxmlformats.org/officeDocument/2006/relationships/image" Target="../media/image18.png"/><Relationship Id="rId14" Type="http://schemas.openxmlformats.org/officeDocument/2006/relationships/image" Target="../media/image51.png"/><Relationship Id="rId22" Type="http://schemas.openxmlformats.org/officeDocument/2006/relationships/image" Target="../media/image28.png"/></Relationships>
</file>

<file path=ppt/slides/_rels/slide45.xml.rels><?xml version="1.0" encoding="UTF-8" standalone="yes"?>
<Relationships xmlns="http://schemas.openxmlformats.org/package/2006/relationships"><Relationship Id="rId8" Type="http://schemas.openxmlformats.org/officeDocument/2006/relationships/image" Target="../media/image50.png"/><Relationship Id="rId13" Type="http://schemas.openxmlformats.org/officeDocument/2006/relationships/image" Target="../media/image22.png"/><Relationship Id="rId18" Type="http://schemas.openxmlformats.org/officeDocument/2006/relationships/image" Target="../media/image55.png"/><Relationship Id="rId3" Type="http://schemas.openxmlformats.org/officeDocument/2006/relationships/image" Target="../media/image13.png"/><Relationship Id="rId21" Type="http://schemas.openxmlformats.org/officeDocument/2006/relationships/image" Target="../media/image27.png"/><Relationship Id="rId7" Type="http://schemas.openxmlformats.org/officeDocument/2006/relationships/image" Target="../media/image48.png"/><Relationship Id="rId12" Type="http://schemas.openxmlformats.org/officeDocument/2006/relationships/image" Target="../media/image21.png"/><Relationship Id="rId17" Type="http://schemas.openxmlformats.org/officeDocument/2006/relationships/image" Target="../media/image54.png"/><Relationship Id="rId25" Type="http://schemas.openxmlformats.org/officeDocument/2006/relationships/image" Target="../media/image31.png"/><Relationship Id="rId2" Type="http://schemas.openxmlformats.org/officeDocument/2006/relationships/notesSlide" Target="../notesSlides/notesSlide33.xml"/><Relationship Id="rId16" Type="http://schemas.openxmlformats.org/officeDocument/2006/relationships/image" Target="../media/image53.png"/><Relationship Id="rId20" Type="http://schemas.openxmlformats.org/officeDocument/2006/relationships/image" Target="../media/image26.png"/><Relationship Id="rId1" Type="http://schemas.openxmlformats.org/officeDocument/2006/relationships/slideLayout" Target="../slideLayouts/slideLayout15.xml"/><Relationship Id="rId6" Type="http://schemas.openxmlformats.org/officeDocument/2006/relationships/image" Target="../media/image49.png"/><Relationship Id="rId11" Type="http://schemas.openxmlformats.org/officeDocument/2006/relationships/image" Target="../media/image20.png"/><Relationship Id="rId24" Type="http://schemas.openxmlformats.org/officeDocument/2006/relationships/image" Target="../media/image23.png"/><Relationship Id="rId5" Type="http://schemas.openxmlformats.org/officeDocument/2006/relationships/image" Target="../media/image17.png"/><Relationship Id="rId15" Type="http://schemas.openxmlformats.org/officeDocument/2006/relationships/image" Target="../media/image52.png"/><Relationship Id="rId23" Type="http://schemas.openxmlformats.org/officeDocument/2006/relationships/image" Target="../media/image29.png"/><Relationship Id="rId10" Type="http://schemas.openxmlformats.org/officeDocument/2006/relationships/image" Target="../media/image19.png"/><Relationship Id="rId19" Type="http://schemas.openxmlformats.org/officeDocument/2006/relationships/image" Target="../media/image25.png"/><Relationship Id="rId4" Type="http://schemas.openxmlformats.org/officeDocument/2006/relationships/image" Target="../media/image14.png"/><Relationship Id="rId9" Type="http://schemas.openxmlformats.org/officeDocument/2006/relationships/image" Target="../media/image18.png"/><Relationship Id="rId14" Type="http://schemas.openxmlformats.org/officeDocument/2006/relationships/image" Target="../media/image51.png"/><Relationship Id="rId22" Type="http://schemas.openxmlformats.org/officeDocument/2006/relationships/image" Target="../media/image28.png"/></Relationships>
</file>

<file path=ppt/slides/_rels/slide46.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5.png"/><Relationship Id="rId18" Type="http://schemas.openxmlformats.org/officeDocument/2006/relationships/image" Target="../media/image23.png"/><Relationship Id="rId3" Type="http://schemas.openxmlformats.org/officeDocument/2006/relationships/image" Target="../media/image13.png"/><Relationship Id="rId7" Type="http://schemas.openxmlformats.org/officeDocument/2006/relationships/image" Target="../media/image56.png"/><Relationship Id="rId12" Type="http://schemas.openxmlformats.org/officeDocument/2006/relationships/image" Target="../media/image22.png"/><Relationship Id="rId17" Type="http://schemas.openxmlformats.org/officeDocument/2006/relationships/image" Target="../media/image29.png"/><Relationship Id="rId2" Type="http://schemas.openxmlformats.org/officeDocument/2006/relationships/notesSlide" Target="../notesSlides/notesSlide34.xml"/><Relationship Id="rId16"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54.png"/><Relationship Id="rId11" Type="http://schemas.openxmlformats.org/officeDocument/2006/relationships/image" Target="../media/image21.png"/><Relationship Id="rId5" Type="http://schemas.openxmlformats.org/officeDocument/2006/relationships/image" Target="../media/image17.png"/><Relationship Id="rId15" Type="http://schemas.openxmlformats.org/officeDocument/2006/relationships/image" Target="../media/image27.png"/><Relationship Id="rId10" Type="http://schemas.openxmlformats.org/officeDocument/2006/relationships/image" Target="../media/image20.png"/><Relationship Id="rId19" Type="http://schemas.openxmlformats.org/officeDocument/2006/relationships/image" Target="../media/image31.png"/><Relationship Id="rId4" Type="http://schemas.openxmlformats.org/officeDocument/2006/relationships/image" Target="../media/image14.png"/><Relationship Id="rId9" Type="http://schemas.openxmlformats.org/officeDocument/2006/relationships/image" Target="../media/image19.png"/><Relationship Id="rId14" Type="http://schemas.openxmlformats.org/officeDocument/2006/relationships/image" Target="../media/image26.png"/></Relationships>
</file>

<file path=ppt/slides/_rels/slide47.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5.png"/><Relationship Id="rId18" Type="http://schemas.openxmlformats.org/officeDocument/2006/relationships/image" Target="../media/image23.png"/><Relationship Id="rId3" Type="http://schemas.openxmlformats.org/officeDocument/2006/relationships/image" Target="../media/image14.png"/><Relationship Id="rId7" Type="http://schemas.openxmlformats.org/officeDocument/2006/relationships/image" Target="../media/image18.png"/><Relationship Id="rId12" Type="http://schemas.openxmlformats.org/officeDocument/2006/relationships/image" Target="../media/image13.png"/><Relationship Id="rId17" Type="http://schemas.openxmlformats.org/officeDocument/2006/relationships/image" Target="../media/image29.png"/><Relationship Id="rId2" Type="http://schemas.openxmlformats.org/officeDocument/2006/relationships/notesSlide" Target="../notesSlides/notesSlide35.xml"/><Relationship Id="rId16"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56.png"/><Relationship Id="rId11" Type="http://schemas.openxmlformats.org/officeDocument/2006/relationships/image" Target="../media/image22.png"/><Relationship Id="rId5" Type="http://schemas.openxmlformats.org/officeDocument/2006/relationships/image" Target="../media/image54.png"/><Relationship Id="rId15" Type="http://schemas.openxmlformats.org/officeDocument/2006/relationships/image" Target="../media/image27.png"/><Relationship Id="rId10" Type="http://schemas.openxmlformats.org/officeDocument/2006/relationships/image" Target="../media/image21.png"/><Relationship Id="rId19" Type="http://schemas.openxmlformats.org/officeDocument/2006/relationships/image" Target="../media/image31.png"/><Relationship Id="rId4" Type="http://schemas.openxmlformats.org/officeDocument/2006/relationships/image" Target="../media/image17.png"/><Relationship Id="rId9" Type="http://schemas.openxmlformats.org/officeDocument/2006/relationships/image" Target="../media/image20.png"/><Relationship Id="rId14" Type="http://schemas.openxmlformats.org/officeDocument/2006/relationships/image" Target="../media/image26.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5.png"/><Relationship Id="rId18" Type="http://schemas.openxmlformats.org/officeDocument/2006/relationships/image" Target="../media/image23.png"/><Relationship Id="rId3" Type="http://schemas.openxmlformats.org/officeDocument/2006/relationships/image" Target="../media/image13.png"/><Relationship Id="rId7" Type="http://schemas.openxmlformats.org/officeDocument/2006/relationships/image" Target="../media/image20.png"/><Relationship Id="rId12" Type="http://schemas.openxmlformats.org/officeDocument/2006/relationships/image" Target="../media/image14.png"/><Relationship Id="rId17" Type="http://schemas.openxmlformats.org/officeDocument/2006/relationships/image" Target="../media/image29.png"/><Relationship Id="rId2" Type="http://schemas.openxmlformats.org/officeDocument/2006/relationships/notesSlide" Target="../notesSlides/notesSlide36.xml"/><Relationship Id="rId16"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48.png"/><Relationship Id="rId5" Type="http://schemas.openxmlformats.org/officeDocument/2006/relationships/image" Target="../media/image18.png"/><Relationship Id="rId15" Type="http://schemas.openxmlformats.org/officeDocument/2006/relationships/image" Target="../media/image27.png"/><Relationship Id="rId10" Type="http://schemas.openxmlformats.org/officeDocument/2006/relationships/image" Target="../media/image47.png"/><Relationship Id="rId19" Type="http://schemas.openxmlformats.org/officeDocument/2006/relationships/image" Target="../media/image31.png"/><Relationship Id="rId4" Type="http://schemas.openxmlformats.org/officeDocument/2006/relationships/image" Target="../media/image17.png"/><Relationship Id="rId9" Type="http://schemas.openxmlformats.org/officeDocument/2006/relationships/image" Target="../media/image22.png"/><Relationship Id="rId14" Type="http://schemas.openxmlformats.org/officeDocument/2006/relationships/image" Target="../media/image26.png"/></Relationships>
</file>

<file path=ppt/slides/_rels/slide50.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4.png"/><Relationship Id="rId18" Type="http://schemas.openxmlformats.org/officeDocument/2006/relationships/image" Target="../media/image55.png"/><Relationship Id="rId3" Type="http://schemas.openxmlformats.org/officeDocument/2006/relationships/image" Target="../media/image13.png"/><Relationship Id="rId21" Type="http://schemas.openxmlformats.org/officeDocument/2006/relationships/image" Target="../media/image27.png"/><Relationship Id="rId7" Type="http://schemas.openxmlformats.org/officeDocument/2006/relationships/image" Target="../media/image20.png"/><Relationship Id="rId12" Type="http://schemas.openxmlformats.org/officeDocument/2006/relationships/image" Target="../media/image50.png"/><Relationship Id="rId17" Type="http://schemas.openxmlformats.org/officeDocument/2006/relationships/image" Target="../media/image54.png"/><Relationship Id="rId25" Type="http://schemas.openxmlformats.org/officeDocument/2006/relationships/image" Target="../media/image31.png"/><Relationship Id="rId2" Type="http://schemas.openxmlformats.org/officeDocument/2006/relationships/notesSlide" Target="../notesSlides/notesSlide37.xml"/><Relationship Id="rId16" Type="http://schemas.openxmlformats.org/officeDocument/2006/relationships/image" Target="../media/image53.png"/><Relationship Id="rId20" Type="http://schemas.openxmlformats.org/officeDocument/2006/relationships/image" Target="../media/image26.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48.png"/><Relationship Id="rId24" Type="http://schemas.openxmlformats.org/officeDocument/2006/relationships/image" Target="../media/image23.png"/><Relationship Id="rId5" Type="http://schemas.openxmlformats.org/officeDocument/2006/relationships/image" Target="../media/image18.png"/><Relationship Id="rId15" Type="http://schemas.openxmlformats.org/officeDocument/2006/relationships/image" Target="../media/image52.png"/><Relationship Id="rId23" Type="http://schemas.openxmlformats.org/officeDocument/2006/relationships/image" Target="../media/image29.png"/><Relationship Id="rId10" Type="http://schemas.openxmlformats.org/officeDocument/2006/relationships/image" Target="../media/image49.png"/><Relationship Id="rId19" Type="http://schemas.openxmlformats.org/officeDocument/2006/relationships/image" Target="../media/image25.png"/><Relationship Id="rId4" Type="http://schemas.openxmlformats.org/officeDocument/2006/relationships/image" Target="../media/image17.png"/><Relationship Id="rId9" Type="http://schemas.openxmlformats.org/officeDocument/2006/relationships/image" Target="../media/image22.png"/><Relationship Id="rId14" Type="http://schemas.openxmlformats.org/officeDocument/2006/relationships/image" Target="../media/image51.png"/><Relationship Id="rId22" Type="http://schemas.openxmlformats.org/officeDocument/2006/relationships/image" Target="../media/image28.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notesSlide" Target="../notesSlides/notesSlide38.xml"/><Relationship Id="rId7" Type="http://schemas.openxmlformats.org/officeDocument/2006/relationships/image" Target="../media/image18.png"/><Relationship Id="rId12" Type="http://schemas.openxmlformats.org/officeDocument/2006/relationships/image" Target="../media/image25.png"/><Relationship Id="rId17" Type="http://schemas.openxmlformats.org/officeDocument/2006/relationships/image" Target="../media/image23.png"/><Relationship Id="rId2" Type="http://schemas.openxmlformats.org/officeDocument/2006/relationships/slideLayout" Target="../slideLayouts/slideLayout15.xml"/><Relationship Id="rId16" Type="http://schemas.openxmlformats.org/officeDocument/2006/relationships/image" Target="../media/image29.png"/><Relationship Id="rId1" Type="http://schemas.openxmlformats.org/officeDocument/2006/relationships/tags" Target="../tags/tag12.xml"/><Relationship Id="rId6" Type="http://schemas.openxmlformats.org/officeDocument/2006/relationships/image" Target="../media/image17.png"/><Relationship Id="rId11" Type="http://schemas.openxmlformats.org/officeDocument/2006/relationships/image" Target="../media/image22.png"/><Relationship Id="rId5" Type="http://schemas.openxmlformats.org/officeDocument/2006/relationships/image" Target="../media/image14.png"/><Relationship Id="rId15" Type="http://schemas.openxmlformats.org/officeDocument/2006/relationships/image" Target="../media/image28.png"/><Relationship Id="rId10" Type="http://schemas.openxmlformats.org/officeDocument/2006/relationships/image" Target="../media/image21.png"/><Relationship Id="rId4" Type="http://schemas.openxmlformats.org/officeDocument/2006/relationships/image" Target="../media/image13.png"/><Relationship Id="rId9" Type="http://schemas.openxmlformats.org/officeDocument/2006/relationships/image" Target="../media/image20.png"/><Relationship Id="rId14" Type="http://schemas.openxmlformats.org/officeDocument/2006/relationships/image" Target="../media/image27.png"/></Relationships>
</file>

<file path=ppt/slides/_rels/slide53.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27.png"/><Relationship Id="rId3" Type="http://schemas.openxmlformats.org/officeDocument/2006/relationships/image" Target="../media/image13.png"/><Relationship Id="rId7" Type="http://schemas.openxmlformats.org/officeDocument/2006/relationships/image" Target="../media/image19.png"/><Relationship Id="rId12" Type="http://schemas.openxmlformats.org/officeDocument/2006/relationships/image" Target="../media/image26.png"/><Relationship Id="rId17" Type="http://schemas.openxmlformats.org/officeDocument/2006/relationships/image" Target="../media/image31.png"/><Relationship Id="rId2" Type="http://schemas.openxmlformats.org/officeDocument/2006/relationships/notesSlide" Target="../notesSlides/notesSlide39.xml"/><Relationship Id="rId16" Type="http://schemas.openxmlformats.org/officeDocument/2006/relationships/image" Target="../media/image23.png"/><Relationship Id="rId1" Type="http://schemas.openxmlformats.org/officeDocument/2006/relationships/slideLayout" Target="../slideLayouts/slideLayout15.xml"/><Relationship Id="rId6" Type="http://schemas.openxmlformats.org/officeDocument/2006/relationships/image" Target="../media/image18.png"/><Relationship Id="rId11" Type="http://schemas.openxmlformats.org/officeDocument/2006/relationships/image" Target="../media/image25.png"/><Relationship Id="rId5" Type="http://schemas.openxmlformats.org/officeDocument/2006/relationships/image" Target="../media/image17.png"/><Relationship Id="rId15" Type="http://schemas.openxmlformats.org/officeDocument/2006/relationships/image" Target="../media/image29.png"/><Relationship Id="rId10" Type="http://schemas.openxmlformats.org/officeDocument/2006/relationships/image" Target="../media/image22.png"/><Relationship Id="rId4" Type="http://schemas.openxmlformats.org/officeDocument/2006/relationships/image" Target="../media/image14.png"/><Relationship Id="rId9" Type="http://schemas.openxmlformats.org/officeDocument/2006/relationships/image" Target="../media/image21.png"/><Relationship Id="rId14" Type="http://schemas.openxmlformats.org/officeDocument/2006/relationships/image" Target="../media/image28.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notesSlide" Target="../notesSlides/notesSlide40.xml"/><Relationship Id="rId7" Type="http://schemas.openxmlformats.org/officeDocument/2006/relationships/image" Target="../media/image18.png"/><Relationship Id="rId12" Type="http://schemas.openxmlformats.org/officeDocument/2006/relationships/image" Target="../media/image25.png"/><Relationship Id="rId17" Type="http://schemas.openxmlformats.org/officeDocument/2006/relationships/image" Target="../media/image23.png"/><Relationship Id="rId2" Type="http://schemas.openxmlformats.org/officeDocument/2006/relationships/slideLayout" Target="../slideLayouts/slideLayout15.xml"/><Relationship Id="rId16" Type="http://schemas.openxmlformats.org/officeDocument/2006/relationships/image" Target="../media/image29.png"/><Relationship Id="rId1" Type="http://schemas.openxmlformats.org/officeDocument/2006/relationships/tags" Target="../tags/tag13.xml"/><Relationship Id="rId6" Type="http://schemas.openxmlformats.org/officeDocument/2006/relationships/image" Target="../media/image17.png"/><Relationship Id="rId11" Type="http://schemas.openxmlformats.org/officeDocument/2006/relationships/image" Target="../media/image22.png"/><Relationship Id="rId5" Type="http://schemas.openxmlformats.org/officeDocument/2006/relationships/image" Target="../media/image14.png"/><Relationship Id="rId15" Type="http://schemas.openxmlformats.org/officeDocument/2006/relationships/image" Target="../media/image28.png"/><Relationship Id="rId10" Type="http://schemas.openxmlformats.org/officeDocument/2006/relationships/image" Target="../media/image21.png"/><Relationship Id="rId4" Type="http://schemas.openxmlformats.org/officeDocument/2006/relationships/image" Target="../media/image13.png"/><Relationship Id="rId9" Type="http://schemas.openxmlformats.org/officeDocument/2006/relationships/image" Target="../media/image20.png"/><Relationship Id="rId14" Type="http://schemas.openxmlformats.org/officeDocument/2006/relationships/image" Target="../media/image27.png"/></Relationships>
</file>

<file path=ppt/slides/_rels/slide56.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58.png"/><Relationship Id="rId18" Type="http://schemas.openxmlformats.org/officeDocument/2006/relationships/image" Target="../media/image29.png"/><Relationship Id="rId3" Type="http://schemas.openxmlformats.org/officeDocument/2006/relationships/image" Target="../media/image13.png"/><Relationship Id="rId7" Type="http://schemas.openxmlformats.org/officeDocument/2006/relationships/image" Target="../media/image19.png"/><Relationship Id="rId12" Type="http://schemas.openxmlformats.org/officeDocument/2006/relationships/image" Target="../media/image38.png"/><Relationship Id="rId17" Type="http://schemas.openxmlformats.org/officeDocument/2006/relationships/image" Target="../media/image28.png"/><Relationship Id="rId2" Type="http://schemas.openxmlformats.org/officeDocument/2006/relationships/notesSlide" Target="../notesSlides/notesSlide41.xml"/><Relationship Id="rId16" Type="http://schemas.openxmlformats.org/officeDocument/2006/relationships/image" Target="../media/image27.png"/><Relationship Id="rId20" Type="http://schemas.openxmlformats.org/officeDocument/2006/relationships/image" Target="../media/image31.png"/><Relationship Id="rId1" Type="http://schemas.openxmlformats.org/officeDocument/2006/relationships/slideLayout" Target="../slideLayouts/slideLayout15.xml"/><Relationship Id="rId6" Type="http://schemas.openxmlformats.org/officeDocument/2006/relationships/image" Target="../media/image18.png"/><Relationship Id="rId11" Type="http://schemas.openxmlformats.org/officeDocument/2006/relationships/image" Target="../media/image57.png"/><Relationship Id="rId5" Type="http://schemas.openxmlformats.org/officeDocument/2006/relationships/image" Target="../media/image17.png"/><Relationship Id="rId15" Type="http://schemas.openxmlformats.org/officeDocument/2006/relationships/image" Target="../media/image26.png"/><Relationship Id="rId10" Type="http://schemas.openxmlformats.org/officeDocument/2006/relationships/image" Target="../media/image22.png"/><Relationship Id="rId19" Type="http://schemas.openxmlformats.org/officeDocument/2006/relationships/image" Target="../media/image23.png"/><Relationship Id="rId4" Type="http://schemas.openxmlformats.org/officeDocument/2006/relationships/image" Target="../media/image14.png"/><Relationship Id="rId9" Type="http://schemas.openxmlformats.org/officeDocument/2006/relationships/image" Target="../media/image21.png"/><Relationship Id="rId14" Type="http://schemas.openxmlformats.org/officeDocument/2006/relationships/image" Target="../media/image25.png"/></Relationships>
</file>

<file path=ppt/slides/_rels/slide57.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58.png"/><Relationship Id="rId18" Type="http://schemas.openxmlformats.org/officeDocument/2006/relationships/image" Target="../media/image29.png"/><Relationship Id="rId3" Type="http://schemas.openxmlformats.org/officeDocument/2006/relationships/image" Target="../media/image13.png"/><Relationship Id="rId21" Type="http://schemas.openxmlformats.org/officeDocument/2006/relationships/image" Target="../media/image4.png"/><Relationship Id="rId7" Type="http://schemas.openxmlformats.org/officeDocument/2006/relationships/image" Target="../media/image19.png"/><Relationship Id="rId12" Type="http://schemas.openxmlformats.org/officeDocument/2006/relationships/image" Target="../media/image38.png"/><Relationship Id="rId17" Type="http://schemas.openxmlformats.org/officeDocument/2006/relationships/image" Target="../media/image28.png"/><Relationship Id="rId2" Type="http://schemas.openxmlformats.org/officeDocument/2006/relationships/notesSlide" Target="../notesSlides/notesSlide42.xml"/><Relationship Id="rId16" Type="http://schemas.openxmlformats.org/officeDocument/2006/relationships/image" Target="../media/image27.png"/><Relationship Id="rId20" Type="http://schemas.openxmlformats.org/officeDocument/2006/relationships/image" Target="../media/image3.png"/><Relationship Id="rId1" Type="http://schemas.openxmlformats.org/officeDocument/2006/relationships/slideLayout" Target="../slideLayouts/slideLayout15.xml"/><Relationship Id="rId6" Type="http://schemas.openxmlformats.org/officeDocument/2006/relationships/image" Target="../media/image18.png"/><Relationship Id="rId11" Type="http://schemas.openxmlformats.org/officeDocument/2006/relationships/image" Target="../media/image57.png"/><Relationship Id="rId24" Type="http://schemas.openxmlformats.org/officeDocument/2006/relationships/image" Target="../media/image31.png"/><Relationship Id="rId5" Type="http://schemas.openxmlformats.org/officeDocument/2006/relationships/image" Target="../media/image17.png"/><Relationship Id="rId15" Type="http://schemas.openxmlformats.org/officeDocument/2006/relationships/image" Target="../media/image26.png"/><Relationship Id="rId23" Type="http://schemas.openxmlformats.org/officeDocument/2006/relationships/image" Target="../media/image60.png"/><Relationship Id="rId10" Type="http://schemas.openxmlformats.org/officeDocument/2006/relationships/image" Target="../media/image22.png"/><Relationship Id="rId19" Type="http://schemas.openxmlformats.org/officeDocument/2006/relationships/image" Target="../media/image23.png"/><Relationship Id="rId4" Type="http://schemas.openxmlformats.org/officeDocument/2006/relationships/image" Target="../media/image14.png"/><Relationship Id="rId9" Type="http://schemas.openxmlformats.org/officeDocument/2006/relationships/image" Target="../media/image21.png"/><Relationship Id="rId14" Type="http://schemas.openxmlformats.org/officeDocument/2006/relationships/image" Target="../media/image25.png"/><Relationship Id="rId22" Type="http://schemas.openxmlformats.org/officeDocument/2006/relationships/image" Target="../media/image59.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notesSlide" Target="../notesSlides/notesSlide43.xml"/><Relationship Id="rId7" Type="http://schemas.openxmlformats.org/officeDocument/2006/relationships/image" Target="../media/image18.png"/><Relationship Id="rId12" Type="http://schemas.openxmlformats.org/officeDocument/2006/relationships/image" Target="../media/image25.png"/><Relationship Id="rId17" Type="http://schemas.openxmlformats.org/officeDocument/2006/relationships/image" Target="../media/image23.png"/><Relationship Id="rId2" Type="http://schemas.openxmlformats.org/officeDocument/2006/relationships/slideLayout" Target="../slideLayouts/slideLayout15.xml"/><Relationship Id="rId16" Type="http://schemas.openxmlformats.org/officeDocument/2006/relationships/image" Target="../media/image29.png"/><Relationship Id="rId1" Type="http://schemas.openxmlformats.org/officeDocument/2006/relationships/tags" Target="../tags/tag14.xml"/><Relationship Id="rId6" Type="http://schemas.openxmlformats.org/officeDocument/2006/relationships/image" Target="../media/image17.png"/><Relationship Id="rId11" Type="http://schemas.openxmlformats.org/officeDocument/2006/relationships/image" Target="../media/image22.png"/><Relationship Id="rId5" Type="http://schemas.openxmlformats.org/officeDocument/2006/relationships/image" Target="../media/image14.png"/><Relationship Id="rId15" Type="http://schemas.openxmlformats.org/officeDocument/2006/relationships/image" Target="../media/image28.png"/><Relationship Id="rId10" Type="http://schemas.openxmlformats.org/officeDocument/2006/relationships/image" Target="../media/image21.png"/><Relationship Id="rId4" Type="http://schemas.openxmlformats.org/officeDocument/2006/relationships/image" Target="../media/image13.png"/><Relationship Id="rId9" Type="http://schemas.openxmlformats.org/officeDocument/2006/relationships/image" Target="../media/image20.png"/><Relationship Id="rId14" Type="http://schemas.openxmlformats.org/officeDocument/2006/relationships/image" Target="../media/image27.png"/></Relationships>
</file>

<file path=ppt/slides/_rels/slide60.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6.png"/><Relationship Id="rId3" Type="http://schemas.openxmlformats.org/officeDocument/2006/relationships/notesSlide" Target="../notesSlides/notesSlide44.xml"/><Relationship Id="rId7" Type="http://schemas.openxmlformats.org/officeDocument/2006/relationships/image" Target="../media/image17.png"/><Relationship Id="rId12" Type="http://schemas.openxmlformats.org/officeDocument/2006/relationships/image" Target="../media/image22.png"/><Relationship Id="rId17" Type="http://schemas.openxmlformats.org/officeDocument/2006/relationships/image" Target="../media/image28.png"/><Relationship Id="rId2" Type="http://schemas.openxmlformats.org/officeDocument/2006/relationships/slideLayout" Target="../slideLayouts/slideLayout15.xml"/><Relationship Id="rId16" Type="http://schemas.openxmlformats.org/officeDocument/2006/relationships/image" Target="../media/image27.png"/><Relationship Id="rId1" Type="http://schemas.openxmlformats.org/officeDocument/2006/relationships/tags" Target="../tags/tag15.xml"/><Relationship Id="rId6" Type="http://schemas.openxmlformats.org/officeDocument/2006/relationships/image" Target="../media/image14.png"/><Relationship Id="rId11" Type="http://schemas.openxmlformats.org/officeDocument/2006/relationships/image" Target="../media/image21.png"/><Relationship Id="rId5" Type="http://schemas.openxmlformats.org/officeDocument/2006/relationships/image" Target="../media/image13.png"/><Relationship Id="rId15" Type="http://schemas.openxmlformats.org/officeDocument/2006/relationships/image" Target="../media/image25.png"/><Relationship Id="rId10" Type="http://schemas.openxmlformats.org/officeDocument/2006/relationships/image" Target="../media/image20.png"/><Relationship Id="rId4" Type="http://schemas.openxmlformats.org/officeDocument/2006/relationships/image" Target="../media/image23.png"/><Relationship Id="rId9" Type="http://schemas.openxmlformats.org/officeDocument/2006/relationships/image" Target="../media/image19.png"/><Relationship Id="rId14" Type="http://schemas.openxmlformats.org/officeDocument/2006/relationships/image" Target="../media/image29.png"/></Relationships>
</file>

<file path=ppt/slides/_rels/slide61.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6.png"/><Relationship Id="rId18" Type="http://schemas.openxmlformats.org/officeDocument/2006/relationships/image" Target="../media/image61.png"/><Relationship Id="rId3" Type="http://schemas.openxmlformats.org/officeDocument/2006/relationships/notesSlide" Target="../notesSlides/notesSlide45.xml"/><Relationship Id="rId7" Type="http://schemas.openxmlformats.org/officeDocument/2006/relationships/image" Target="../media/image17.png"/><Relationship Id="rId12" Type="http://schemas.openxmlformats.org/officeDocument/2006/relationships/image" Target="../media/image22.png"/><Relationship Id="rId17" Type="http://schemas.openxmlformats.org/officeDocument/2006/relationships/image" Target="../media/image28.png"/><Relationship Id="rId2" Type="http://schemas.openxmlformats.org/officeDocument/2006/relationships/slideLayout" Target="../slideLayouts/slideLayout15.xml"/><Relationship Id="rId16" Type="http://schemas.openxmlformats.org/officeDocument/2006/relationships/image" Target="../media/image27.png"/><Relationship Id="rId1" Type="http://schemas.openxmlformats.org/officeDocument/2006/relationships/tags" Target="../tags/tag16.xml"/><Relationship Id="rId6" Type="http://schemas.openxmlformats.org/officeDocument/2006/relationships/image" Target="../media/image14.png"/><Relationship Id="rId11" Type="http://schemas.openxmlformats.org/officeDocument/2006/relationships/image" Target="../media/image21.png"/><Relationship Id="rId5" Type="http://schemas.openxmlformats.org/officeDocument/2006/relationships/image" Target="../media/image13.png"/><Relationship Id="rId15" Type="http://schemas.openxmlformats.org/officeDocument/2006/relationships/image" Target="../media/image25.png"/><Relationship Id="rId10" Type="http://schemas.openxmlformats.org/officeDocument/2006/relationships/image" Target="../media/image20.png"/><Relationship Id="rId4" Type="http://schemas.openxmlformats.org/officeDocument/2006/relationships/image" Target="../media/image23.png"/><Relationship Id="rId9" Type="http://schemas.openxmlformats.org/officeDocument/2006/relationships/image" Target="../media/image19.png"/><Relationship Id="rId14" Type="http://schemas.openxmlformats.org/officeDocument/2006/relationships/image" Target="../media/image29.png"/></Relationships>
</file>

<file path=ppt/slides/_rels/slide62.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6.png"/><Relationship Id="rId18" Type="http://schemas.openxmlformats.org/officeDocument/2006/relationships/image" Target="../media/image61.png"/><Relationship Id="rId3" Type="http://schemas.openxmlformats.org/officeDocument/2006/relationships/notesSlide" Target="../notesSlides/notesSlide46.xml"/><Relationship Id="rId7" Type="http://schemas.openxmlformats.org/officeDocument/2006/relationships/image" Target="../media/image17.png"/><Relationship Id="rId12" Type="http://schemas.openxmlformats.org/officeDocument/2006/relationships/image" Target="../media/image22.png"/><Relationship Id="rId17" Type="http://schemas.openxmlformats.org/officeDocument/2006/relationships/image" Target="../media/image28.png"/><Relationship Id="rId2" Type="http://schemas.openxmlformats.org/officeDocument/2006/relationships/slideLayout" Target="../slideLayouts/slideLayout15.xml"/><Relationship Id="rId16" Type="http://schemas.openxmlformats.org/officeDocument/2006/relationships/image" Target="../media/image27.png"/><Relationship Id="rId1" Type="http://schemas.openxmlformats.org/officeDocument/2006/relationships/tags" Target="../tags/tag17.xml"/><Relationship Id="rId6" Type="http://schemas.openxmlformats.org/officeDocument/2006/relationships/image" Target="../media/image14.png"/><Relationship Id="rId11" Type="http://schemas.openxmlformats.org/officeDocument/2006/relationships/image" Target="../media/image21.png"/><Relationship Id="rId5" Type="http://schemas.openxmlformats.org/officeDocument/2006/relationships/image" Target="../media/image13.png"/><Relationship Id="rId15" Type="http://schemas.openxmlformats.org/officeDocument/2006/relationships/image" Target="../media/image25.png"/><Relationship Id="rId10" Type="http://schemas.openxmlformats.org/officeDocument/2006/relationships/image" Target="../media/image20.png"/><Relationship Id="rId19" Type="http://schemas.openxmlformats.org/officeDocument/2006/relationships/image" Target="../media/image62.png"/><Relationship Id="rId4" Type="http://schemas.openxmlformats.org/officeDocument/2006/relationships/image" Target="../media/image23.png"/><Relationship Id="rId9" Type="http://schemas.openxmlformats.org/officeDocument/2006/relationships/image" Target="../media/image19.png"/><Relationship Id="rId14" Type="http://schemas.openxmlformats.org/officeDocument/2006/relationships/image" Target="../media/image29.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notesSlide" Target="../notesSlides/notesSlide47.xml"/><Relationship Id="rId7" Type="http://schemas.openxmlformats.org/officeDocument/2006/relationships/image" Target="../media/image19.png"/><Relationship Id="rId12" Type="http://schemas.openxmlformats.org/officeDocument/2006/relationships/image" Target="../media/image25.png"/><Relationship Id="rId17" Type="http://schemas.openxmlformats.org/officeDocument/2006/relationships/image" Target="../media/image23.png"/><Relationship Id="rId2" Type="http://schemas.openxmlformats.org/officeDocument/2006/relationships/slideLayout" Target="../slideLayouts/slideLayout15.xml"/><Relationship Id="rId16" Type="http://schemas.openxmlformats.org/officeDocument/2006/relationships/image" Target="../media/image29.png"/><Relationship Id="rId1" Type="http://schemas.openxmlformats.org/officeDocument/2006/relationships/tags" Target="../tags/tag18.xml"/><Relationship Id="rId6" Type="http://schemas.openxmlformats.org/officeDocument/2006/relationships/image" Target="../media/image18.png"/><Relationship Id="rId11" Type="http://schemas.openxmlformats.org/officeDocument/2006/relationships/image" Target="../media/image17.png"/><Relationship Id="rId5" Type="http://schemas.openxmlformats.org/officeDocument/2006/relationships/image" Target="../media/image14.png"/><Relationship Id="rId15" Type="http://schemas.openxmlformats.org/officeDocument/2006/relationships/image" Target="../media/image28.png"/><Relationship Id="rId10" Type="http://schemas.openxmlformats.org/officeDocument/2006/relationships/image" Target="../media/image22.png"/><Relationship Id="rId4" Type="http://schemas.openxmlformats.org/officeDocument/2006/relationships/image" Target="../media/image13.png"/><Relationship Id="rId9" Type="http://schemas.openxmlformats.org/officeDocument/2006/relationships/image" Target="../media/image21.png"/><Relationship Id="rId14" Type="http://schemas.openxmlformats.org/officeDocument/2006/relationships/image" Target="../media/image27.png"/></Relationships>
</file>

<file path=ppt/slides/_rels/slide65.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image" Target="../media/image13.png"/><Relationship Id="rId7" Type="http://schemas.openxmlformats.org/officeDocument/2006/relationships/image" Target="../media/image20.png"/><Relationship Id="rId12" Type="http://schemas.openxmlformats.org/officeDocument/2006/relationships/image" Target="../media/image25.png"/><Relationship Id="rId17" Type="http://schemas.openxmlformats.org/officeDocument/2006/relationships/image" Target="../media/image23.png"/><Relationship Id="rId2" Type="http://schemas.openxmlformats.org/officeDocument/2006/relationships/notesSlide" Target="../notesSlides/notesSlide48.xml"/><Relationship Id="rId16" Type="http://schemas.openxmlformats.org/officeDocument/2006/relationships/image" Target="../media/image29.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63.png"/><Relationship Id="rId5" Type="http://schemas.openxmlformats.org/officeDocument/2006/relationships/image" Target="../media/image18.png"/><Relationship Id="rId15" Type="http://schemas.openxmlformats.org/officeDocument/2006/relationships/image" Target="../media/image28.png"/><Relationship Id="rId10" Type="http://schemas.openxmlformats.org/officeDocument/2006/relationships/image" Target="../media/image17.png"/><Relationship Id="rId4" Type="http://schemas.openxmlformats.org/officeDocument/2006/relationships/image" Target="../media/image14.png"/><Relationship Id="rId9" Type="http://schemas.openxmlformats.org/officeDocument/2006/relationships/image" Target="../media/image22.png"/><Relationship Id="rId14" Type="http://schemas.openxmlformats.org/officeDocument/2006/relationships/image" Target="../media/image27.png"/></Relationships>
</file>

<file path=ppt/slides/_rels/slide66.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notesSlide" Target="../notesSlides/notesSlide49.xml"/><Relationship Id="rId7" Type="http://schemas.openxmlformats.org/officeDocument/2006/relationships/image" Target="../media/image19.png"/><Relationship Id="rId12" Type="http://schemas.openxmlformats.org/officeDocument/2006/relationships/image" Target="../media/image25.png"/><Relationship Id="rId17" Type="http://schemas.openxmlformats.org/officeDocument/2006/relationships/image" Target="../media/image23.png"/><Relationship Id="rId2" Type="http://schemas.openxmlformats.org/officeDocument/2006/relationships/slideLayout" Target="../slideLayouts/slideLayout15.xml"/><Relationship Id="rId16" Type="http://schemas.openxmlformats.org/officeDocument/2006/relationships/image" Target="../media/image29.png"/><Relationship Id="rId1" Type="http://schemas.openxmlformats.org/officeDocument/2006/relationships/tags" Target="../tags/tag19.xml"/><Relationship Id="rId6" Type="http://schemas.openxmlformats.org/officeDocument/2006/relationships/image" Target="../media/image18.png"/><Relationship Id="rId11" Type="http://schemas.openxmlformats.org/officeDocument/2006/relationships/image" Target="../media/image17.png"/><Relationship Id="rId5" Type="http://schemas.openxmlformats.org/officeDocument/2006/relationships/image" Target="../media/image14.png"/><Relationship Id="rId15" Type="http://schemas.openxmlformats.org/officeDocument/2006/relationships/image" Target="../media/image28.png"/><Relationship Id="rId10" Type="http://schemas.openxmlformats.org/officeDocument/2006/relationships/image" Target="../media/image22.png"/><Relationship Id="rId4" Type="http://schemas.openxmlformats.org/officeDocument/2006/relationships/image" Target="../media/image13.png"/><Relationship Id="rId9" Type="http://schemas.openxmlformats.org/officeDocument/2006/relationships/image" Target="../media/image21.png"/><Relationship Id="rId14" Type="http://schemas.openxmlformats.org/officeDocument/2006/relationships/image" Target="../media/image27.png"/></Relationships>
</file>

<file path=ppt/slides/_rels/slide67.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6.png"/><Relationship Id="rId18" Type="http://schemas.openxmlformats.org/officeDocument/2006/relationships/image" Target="../media/image54.png"/><Relationship Id="rId3" Type="http://schemas.openxmlformats.org/officeDocument/2006/relationships/notesSlide" Target="../notesSlides/notesSlide50.xml"/><Relationship Id="rId7" Type="http://schemas.openxmlformats.org/officeDocument/2006/relationships/image" Target="../media/image18.png"/><Relationship Id="rId12" Type="http://schemas.openxmlformats.org/officeDocument/2006/relationships/image" Target="../media/image17.png"/><Relationship Id="rId17" Type="http://schemas.openxmlformats.org/officeDocument/2006/relationships/image" Target="../media/image28.png"/><Relationship Id="rId2" Type="http://schemas.openxmlformats.org/officeDocument/2006/relationships/slideLayout" Target="../slideLayouts/slideLayout15.xml"/><Relationship Id="rId16" Type="http://schemas.openxmlformats.org/officeDocument/2006/relationships/image" Target="../media/image27.png"/><Relationship Id="rId1" Type="http://schemas.openxmlformats.org/officeDocument/2006/relationships/tags" Target="../tags/tag20.xml"/><Relationship Id="rId6" Type="http://schemas.openxmlformats.org/officeDocument/2006/relationships/image" Target="../media/image14.png"/><Relationship Id="rId11" Type="http://schemas.openxmlformats.org/officeDocument/2006/relationships/image" Target="../media/image22.png"/><Relationship Id="rId5" Type="http://schemas.openxmlformats.org/officeDocument/2006/relationships/image" Target="../media/image13.png"/><Relationship Id="rId15" Type="http://schemas.openxmlformats.org/officeDocument/2006/relationships/image" Target="../media/image25.png"/><Relationship Id="rId10" Type="http://schemas.openxmlformats.org/officeDocument/2006/relationships/image" Target="../media/image21.png"/><Relationship Id="rId19" Type="http://schemas.openxmlformats.org/officeDocument/2006/relationships/image" Target="../media/image43.png"/><Relationship Id="rId4" Type="http://schemas.openxmlformats.org/officeDocument/2006/relationships/image" Target="../media/image23.png"/><Relationship Id="rId9" Type="http://schemas.openxmlformats.org/officeDocument/2006/relationships/image" Target="../media/image20.png"/><Relationship Id="rId14" Type="http://schemas.openxmlformats.org/officeDocument/2006/relationships/image" Target="../media/image29.png"/></Relationships>
</file>

<file path=ppt/slides/_rels/slide68.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6.png"/><Relationship Id="rId18" Type="http://schemas.openxmlformats.org/officeDocument/2006/relationships/image" Target="../media/image54.png"/><Relationship Id="rId3" Type="http://schemas.openxmlformats.org/officeDocument/2006/relationships/notesSlide" Target="../notesSlides/notesSlide51.xml"/><Relationship Id="rId7" Type="http://schemas.openxmlformats.org/officeDocument/2006/relationships/image" Target="../media/image18.png"/><Relationship Id="rId12" Type="http://schemas.openxmlformats.org/officeDocument/2006/relationships/image" Target="../media/image17.png"/><Relationship Id="rId17" Type="http://schemas.openxmlformats.org/officeDocument/2006/relationships/image" Target="../media/image28.png"/><Relationship Id="rId2" Type="http://schemas.openxmlformats.org/officeDocument/2006/relationships/slideLayout" Target="../slideLayouts/slideLayout15.xml"/><Relationship Id="rId16" Type="http://schemas.openxmlformats.org/officeDocument/2006/relationships/image" Target="../media/image27.png"/><Relationship Id="rId1" Type="http://schemas.openxmlformats.org/officeDocument/2006/relationships/tags" Target="../tags/tag21.xml"/><Relationship Id="rId6" Type="http://schemas.openxmlformats.org/officeDocument/2006/relationships/image" Target="../media/image14.png"/><Relationship Id="rId11" Type="http://schemas.openxmlformats.org/officeDocument/2006/relationships/image" Target="../media/image22.png"/><Relationship Id="rId5" Type="http://schemas.openxmlformats.org/officeDocument/2006/relationships/image" Target="../media/image13.png"/><Relationship Id="rId15" Type="http://schemas.openxmlformats.org/officeDocument/2006/relationships/image" Target="../media/image25.png"/><Relationship Id="rId10" Type="http://schemas.openxmlformats.org/officeDocument/2006/relationships/image" Target="../media/image21.png"/><Relationship Id="rId19" Type="http://schemas.openxmlformats.org/officeDocument/2006/relationships/image" Target="../media/image43.png"/><Relationship Id="rId4" Type="http://schemas.openxmlformats.org/officeDocument/2006/relationships/image" Target="../media/image23.png"/><Relationship Id="rId9" Type="http://schemas.openxmlformats.org/officeDocument/2006/relationships/image" Target="../media/image20.png"/><Relationship Id="rId14" Type="http://schemas.openxmlformats.org/officeDocument/2006/relationships/image" Target="../media/image29.png"/></Relationships>
</file>

<file path=ppt/slides/_rels/slide69.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2.png"/><Relationship Id="rId18" Type="http://schemas.openxmlformats.org/officeDocument/2006/relationships/image" Target="../media/image27.png"/><Relationship Id="rId3" Type="http://schemas.openxmlformats.org/officeDocument/2006/relationships/tags" Target="../tags/tag24.xml"/><Relationship Id="rId7" Type="http://schemas.openxmlformats.org/officeDocument/2006/relationships/image" Target="../media/image13.png"/><Relationship Id="rId12" Type="http://schemas.openxmlformats.org/officeDocument/2006/relationships/image" Target="../media/image21.png"/><Relationship Id="rId17" Type="http://schemas.openxmlformats.org/officeDocument/2006/relationships/image" Target="../media/image25.png"/><Relationship Id="rId2" Type="http://schemas.openxmlformats.org/officeDocument/2006/relationships/tags" Target="../tags/tag23.xml"/><Relationship Id="rId16" Type="http://schemas.openxmlformats.org/officeDocument/2006/relationships/image" Target="../media/image29.png"/><Relationship Id="rId1" Type="http://schemas.openxmlformats.org/officeDocument/2006/relationships/tags" Target="../tags/tag22.xml"/><Relationship Id="rId6" Type="http://schemas.openxmlformats.org/officeDocument/2006/relationships/image" Target="../media/image23.png"/><Relationship Id="rId11" Type="http://schemas.openxmlformats.org/officeDocument/2006/relationships/image" Target="../media/image20.png"/><Relationship Id="rId5" Type="http://schemas.openxmlformats.org/officeDocument/2006/relationships/notesSlide" Target="../notesSlides/notesSlide52.xml"/><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slideLayout" Target="../slideLayouts/slideLayout15.xml"/><Relationship Id="rId9" Type="http://schemas.openxmlformats.org/officeDocument/2006/relationships/image" Target="../media/image18.png"/><Relationship Id="rId14" Type="http://schemas.openxmlformats.org/officeDocument/2006/relationships/image" Target="../media/image17.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7.png"/><Relationship Id="rId3" Type="http://schemas.openxmlformats.org/officeDocument/2006/relationships/image" Target="../media/image13.png"/><Relationship Id="rId7" Type="http://schemas.openxmlformats.org/officeDocument/2006/relationships/image" Target="../media/image20.png"/><Relationship Id="rId12" Type="http://schemas.openxmlformats.org/officeDocument/2006/relationships/image" Target="../media/image26.png"/><Relationship Id="rId17" Type="http://schemas.openxmlformats.org/officeDocument/2006/relationships/image" Target="../media/image31.png"/><Relationship Id="rId2" Type="http://schemas.openxmlformats.org/officeDocument/2006/relationships/notesSlide" Target="../notesSlides/notesSlide53.xml"/><Relationship Id="rId16" Type="http://schemas.openxmlformats.org/officeDocument/2006/relationships/image" Target="../media/image23.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25.png"/><Relationship Id="rId5" Type="http://schemas.openxmlformats.org/officeDocument/2006/relationships/image" Target="../media/image18.png"/><Relationship Id="rId15" Type="http://schemas.openxmlformats.org/officeDocument/2006/relationships/image" Target="../media/image29.png"/><Relationship Id="rId10" Type="http://schemas.openxmlformats.org/officeDocument/2006/relationships/image" Target="../media/image17.png"/><Relationship Id="rId4" Type="http://schemas.openxmlformats.org/officeDocument/2006/relationships/image" Target="../media/image14.png"/><Relationship Id="rId9" Type="http://schemas.openxmlformats.org/officeDocument/2006/relationships/image" Target="../media/image22.png"/><Relationship Id="rId14" Type="http://schemas.openxmlformats.org/officeDocument/2006/relationships/image" Target="../media/image28.png"/></Relationships>
</file>

<file path=ppt/slides/_rels/slide72.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image" Target="../media/image19.png"/><Relationship Id="rId18" Type="http://schemas.openxmlformats.org/officeDocument/2006/relationships/image" Target="../media/image61.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8.png"/><Relationship Id="rId17" Type="http://schemas.openxmlformats.org/officeDocument/2006/relationships/image" Target="../media/image17.png"/><Relationship Id="rId2" Type="http://schemas.openxmlformats.org/officeDocument/2006/relationships/notesSlide" Target="../notesSlides/notesSlide54.xml"/><Relationship Id="rId16" Type="http://schemas.openxmlformats.org/officeDocument/2006/relationships/image" Target="../media/image22.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13.png"/><Relationship Id="rId5" Type="http://schemas.openxmlformats.org/officeDocument/2006/relationships/image" Target="../media/image26.png"/><Relationship Id="rId15" Type="http://schemas.openxmlformats.org/officeDocument/2006/relationships/image" Target="../media/image21.png"/><Relationship Id="rId10" Type="http://schemas.openxmlformats.org/officeDocument/2006/relationships/image" Target="../media/image23.png"/><Relationship Id="rId4" Type="http://schemas.openxmlformats.org/officeDocument/2006/relationships/image" Target="../media/image25.png"/><Relationship Id="rId9" Type="http://schemas.openxmlformats.org/officeDocument/2006/relationships/image" Target="../media/image31.png"/><Relationship Id="rId14" Type="http://schemas.openxmlformats.org/officeDocument/2006/relationships/image" Target="../media/image20.png"/></Relationships>
</file>

<file path=ppt/slides/_rels/slide73.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64.png"/><Relationship Id="rId18" Type="http://schemas.openxmlformats.org/officeDocument/2006/relationships/chart" Target="../charts/chart7.xml"/><Relationship Id="rId26" Type="http://schemas.openxmlformats.org/officeDocument/2006/relationships/image" Target="../media/image31.png"/><Relationship Id="rId3" Type="http://schemas.openxmlformats.org/officeDocument/2006/relationships/image" Target="../media/image14.png"/><Relationship Id="rId21" Type="http://schemas.openxmlformats.org/officeDocument/2006/relationships/image" Target="../media/image25.png"/><Relationship Id="rId7" Type="http://schemas.openxmlformats.org/officeDocument/2006/relationships/image" Target="../media/image21.png"/><Relationship Id="rId12" Type="http://schemas.openxmlformats.org/officeDocument/2006/relationships/chart" Target="../charts/chart3.xml"/><Relationship Id="rId17" Type="http://schemas.openxmlformats.org/officeDocument/2006/relationships/chart" Target="../charts/chart6.xml"/><Relationship Id="rId25" Type="http://schemas.openxmlformats.org/officeDocument/2006/relationships/image" Target="../media/image29.png"/><Relationship Id="rId2" Type="http://schemas.openxmlformats.org/officeDocument/2006/relationships/notesSlide" Target="../notesSlides/notesSlide55.xml"/><Relationship Id="rId16" Type="http://schemas.openxmlformats.org/officeDocument/2006/relationships/image" Target="../media/image65.png"/><Relationship Id="rId20" Type="http://schemas.openxmlformats.org/officeDocument/2006/relationships/image" Target="../media/image13.png"/><Relationship Id="rId1" Type="http://schemas.openxmlformats.org/officeDocument/2006/relationships/slideLayout" Target="../slideLayouts/slideLayout15.xml"/><Relationship Id="rId6" Type="http://schemas.openxmlformats.org/officeDocument/2006/relationships/image" Target="../media/image20.png"/><Relationship Id="rId11" Type="http://schemas.openxmlformats.org/officeDocument/2006/relationships/chart" Target="../charts/chart2.xml"/><Relationship Id="rId24" Type="http://schemas.openxmlformats.org/officeDocument/2006/relationships/image" Target="../media/image28.png"/><Relationship Id="rId5" Type="http://schemas.openxmlformats.org/officeDocument/2006/relationships/image" Target="../media/image19.png"/><Relationship Id="rId15" Type="http://schemas.openxmlformats.org/officeDocument/2006/relationships/chart" Target="../charts/chart5.xml"/><Relationship Id="rId23" Type="http://schemas.openxmlformats.org/officeDocument/2006/relationships/image" Target="../media/image27.png"/><Relationship Id="rId10" Type="http://schemas.openxmlformats.org/officeDocument/2006/relationships/chart" Target="../charts/chart1.xml"/><Relationship Id="rId19" Type="http://schemas.openxmlformats.org/officeDocument/2006/relationships/image" Target="../media/image23.png"/><Relationship Id="rId4" Type="http://schemas.openxmlformats.org/officeDocument/2006/relationships/image" Target="../media/image18.png"/><Relationship Id="rId9" Type="http://schemas.openxmlformats.org/officeDocument/2006/relationships/image" Target="../media/image17.png"/><Relationship Id="rId14" Type="http://schemas.openxmlformats.org/officeDocument/2006/relationships/chart" Target="../charts/chart4.xml"/><Relationship Id="rId22" Type="http://schemas.openxmlformats.org/officeDocument/2006/relationships/image" Target="../media/image26.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7.png"/><Relationship Id="rId3" Type="http://schemas.openxmlformats.org/officeDocument/2006/relationships/image" Target="../media/image13.png"/><Relationship Id="rId7" Type="http://schemas.openxmlformats.org/officeDocument/2006/relationships/image" Target="../media/image20.png"/><Relationship Id="rId12" Type="http://schemas.openxmlformats.org/officeDocument/2006/relationships/image" Target="../media/image26.png"/><Relationship Id="rId17" Type="http://schemas.openxmlformats.org/officeDocument/2006/relationships/image" Target="../media/image31.png"/><Relationship Id="rId2" Type="http://schemas.openxmlformats.org/officeDocument/2006/relationships/notesSlide" Target="../notesSlides/notesSlide56.xml"/><Relationship Id="rId16" Type="http://schemas.openxmlformats.org/officeDocument/2006/relationships/image" Target="../media/image23.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25.png"/><Relationship Id="rId5" Type="http://schemas.openxmlformats.org/officeDocument/2006/relationships/image" Target="../media/image18.png"/><Relationship Id="rId15" Type="http://schemas.openxmlformats.org/officeDocument/2006/relationships/image" Target="../media/image29.png"/><Relationship Id="rId10" Type="http://schemas.openxmlformats.org/officeDocument/2006/relationships/image" Target="../media/image17.png"/><Relationship Id="rId4" Type="http://schemas.openxmlformats.org/officeDocument/2006/relationships/image" Target="../media/image14.png"/><Relationship Id="rId9" Type="http://schemas.openxmlformats.org/officeDocument/2006/relationships/image" Target="../media/image22.png"/><Relationship Id="rId14" Type="http://schemas.openxmlformats.org/officeDocument/2006/relationships/image" Target="../media/image28.png"/></Relationships>
</file>

<file path=ppt/slides/_rels/slide76.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27.png"/><Relationship Id="rId3" Type="http://schemas.openxmlformats.org/officeDocument/2006/relationships/image" Target="../media/image13.png"/><Relationship Id="rId7" Type="http://schemas.openxmlformats.org/officeDocument/2006/relationships/image" Target="../media/image20.png"/><Relationship Id="rId12" Type="http://schemas.openxmlformats.org/officeDocument/2006/relationships/image" Target="../media/image26.png"/><Relationship Id="rId17" Type="http://schemas.openxmlformats.org/officeDocument/2006/relationships/image" Target="../media/image31.png"/><Relationship Id="rId2" Type="http://schemas.openxmlformats.org/officeDocument/2006/relationships/notesSlide" Target="../notesSlides/notesSlide57.xml"/><Relationship Id="rId16" Type="http://schemas.openxmlformats.org/officeDocument/2006/relationships/image" Target="../media/image23.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25.png"/><Relationship Id="rId5" Type="http://schemas.openxmlformats.org/officeDocument/2006/relationships/image" Target="../media/image18.png"/><Relationship Id="rId15" Type="http://schemas.openxmlformats.org/officeDocument/2006/relationships/image" Target="../media/image29.png"/><Relationship Id="rId10" Type="http://schemas.openxmlformats.org/officeDocument/2006/relationships/image" Target="../media/image17.png"/><Relationship Id="rId4" Type="http://schemas.openxmlformats.org/officeDocument/2006/relationships/image" Target="../media/image14.png"/><Relationship Id="rId9" Type="http://schemas.openxmlformats.org/officeDocument/2006/relationships/image" Target="../media/image22.png"/><Relationship Id="rId14" Type="http://schemas.openxmlformats.org/officeDocument/2006/relationships/image" Target="../media/image28.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8" Type="http://schemas.openxmlformats.org/officeDocument/2006/relationships/image" Target="../media/image59.png"/><Relationship Id="rId13" Type="http://schemas.openxmlformats.org/officeDocument/2006/relationships/image" Target="../media/image20.png"/><Relationship Id="rId18" Type="http://schemas.openxmlformats.org/officeDocument/2006/relationships/image" Target="../media/image73.png"/><Relationship Id="rId26" Type="http://schemas.openxmlformats.org/officeDocument/2006/relationships/image" Target="../media/image79.png"/><Relationship Id="rId3" Type="http://schemas.openxmlformats.org/officeDocument/2006/relationships/image" Target="../media/image13.png"/><Relationship Id="rId21" Type="http://schemas.openxmlformats.org/officeDocument/2006/relationships/image" Target="../media/image76.png"/><Relationship Id="rId7" Type="http://schemas.openxmlformats.org/officeDocument/2006/relationships/image" Target="../media/image60.png"/><Relationship Id="rId12" Type="http://schemas.openxmlformats.org/officeDocument/2006/relationships/image" Target="../media/image19.png"/><Relationship Id="rId17" Type="http://schemas.openxmlformats.org/officeDocument/2006/relationships/image" Target="../media/image72.png"/><Relationship Id="rId25" Type="http://schemas.openxmlformats.org/officeDocument/2006/relationships/image" Target="../media/image78.png"/><Relationship Id="rId2" Type="http://schemas.openxmlformats.org/officeDocument/2006/relationships/notesSlide" Target="../notesSlides/notesSlide58.xml"/><Relationship Id="rId16" Type="http://schemas.openxmlformats.org/officeDocument/2006/relationships/image" Target="../media/image71.png"/><Relationship Id="rId20" Type="http://schemas.openxmlformats.org/officeDocument/2006/relationships/image" Target="../media/image75.png"/><Relationship Id="rId29"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68.png"/><Relationship Id="rId11" Type="http://schemas.openxmlformats.org/officeDocument/2006/relationships/image" Target="../media/image18.png"/><Relationship Id="rId24" Type="http://schemas.openxmlformats.org/officeDocument/2006/relationships/image" Target="../media/image33.png"/><Relationship Id="rId32" Type="http://schemas.openxmlformats.org/officeDocument/2006/relationships/image" Target="../media/image28.png"/><Relationship Id="rId5" Type="http://schemas.openxmlformats.org/officeDocument/2006/relationships/image" Target="../media/image67.png"/><Relationship Id="rId15" Type="http://schemas.openxmlformats.org/officeDocument/2006/relationships/image" Target="../media/image70.png"/><Relationship Id="rId23" Type="http://schemas.openxmlformats.org/officeDocument/2006/relationships/image" Target="../media/image32.png"/><Relationship Id="rId28" Type="http://schemas.openxmlformats.org/officeDocument/2006/relationships/image" Target="../media/image14.png"/><Relationship Id="rId10" Type="http://schemas.openxmlformats.org/officeDocument/2006/relationships/image" Target="../media/image17.png"/><Relationship Id="rId19" Type="http://schemas.openxmlformats.org/officeDocument/2006/relationships/image" Target="../media/image74.png"/><Relationship Id="rId31" Type="http://schemas.openxmlformats.org/officeDocument/2006/relationships/image" Target="../media/image27.png"/><Relationship Id="rId4" Type="http://schemas.openxmlformats.org/officeDocument/2006/relationships/image" Target="../media/image66.png"/><Relationship Id="rId9" Type="http://schemas.openxmlformats.org/officeDocument/2006/relationships/image" Target="../media/image69.png"/><Relationship Id="rId14" Type="http://schemas.openxmlformats.org/officeDocument/2006/relationships/image" Target="../media/image21.png"/><Relationship Id="rId22" Type="http://schemas.openxmlformats.org/officeDocument/2006/relationships/image" Target="../media/image77.png"/><Relationship Id="rId27" Type="http://schemas.openxmlformats.org/officeDocument/2006/relationships/image" Target="../media/image23.png"/><Relationship Id="rId30" Type="http://schemas.openxmlformats.org/officeDocument/2006/relationships/image" Target="../media/image26.png"/></Relationships>
</file>

<file path=ppt/slides/_rels/slide79.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2" Type="http://schemas.openxmlformats.org/officeDocument/2006/relationships/notesSlide" Target="../notesSlides/notesSlide59.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8.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14.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27.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23.png"/><Relationship Id="rId30" Type="http://schemas.openxmlformats.org/officeDocument/2006/relationships/image" Target="../media/image26.png"/></Relationships>
</file>

<file path=ppt/slides/_rels/slide80.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74.png"/><Relationship Id="rId18" Type="http://schemas.openxmlformats.org/officeDocument/2006/relationships/image" Target="../media/image77.png"/><Relationship Id="rId26" Type="http://schemas.openxmlformats.org/officeDocument/2006/relationships/image" Target="../media/image27.png"/><Relationship Id="rId3" Type="http://schemas.openxmlformats.org/officeDocument/2006/relationships/image" Target="../media/image13.png"/><Relationship Id="rId21" Type="http://schemas.openxmlformats.org/officeDocument/2006/relationships/image" Target="../media/image7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79.png"/><Relationship Id="rId25" Type="http://schemas.openxmlformats.org/officeDocument/2006/relationships/image" Target="../media/image26.png"/><Relationship Id="rId2" Type="http://schemas.openxmlformats.org/officeDocument/2006/relationships/notesSlide" Target="../notesSlides/notesSlide60.xml"/><Relationship Id="rId16" Type="http://schemas.openxmlformats.org/officeDocument/2006/relationships/image" Target="../media/image69.png"/><Relationship Id="rId20" Type="http://schemas.openxmlformats.org/officeDocument/2006/relationships/image" Target="../media/image33.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25.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14.png"/><Relationship Id="rId10" Type="http://schemas.openxmlformats.org/officeDocument/2006/relationships/image" Target="../media/image71.png"/><Relationship Id="rId19" Type="http://schemas.openxmlformats.org/officeDocument/2006/relationships/image" Target="../media/image32.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23.png"/><Relationship Id="rId27" Type="http://schemas.openxmlformats.org/officeDocument/2006/relationships/image" Target="../media/image28.png"/></Relationships>
</file>

<file path=ppt/slides/_rels/slide81.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2" Type="http://schemas.openxmlformats.org/officeDocument/2006/relationships/notesSlide" Target="../notesSlides/notesSlide61.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8.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14.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27.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23.png"/><Relationship Id="rId30" Type="http://schemas.openxmlformats.org/officeDocument/2006/relationships/image" Target="../media/image26.png"/></Relationships>
</file>

<file path=ppt/slides/_rels/slide82.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28.png"/><Relationship Id="rId2" Type="http://schemas.openxmlformats.org/officeDocument/2006/relationships/notesSlide" Target="../notesSlides/notesSlide62.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14.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7.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23.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26.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0.png"/><Relationship Id="rId30" Type="http://schemas.openxmlformats.org/officeDocument/2006/relationships/image" Target="../media/image25.png"/><Relationship Id="rId8" Type="http://schemas.openxmlformats.org/officeDocument/2006/relationships/image" Target="../media/image21.png"/></Relationships>
</file>

<file path=ppt/slides/_rels/slide83.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21.png"/><Relationship Id="rId18" Type="http://schemas.openxmlformats.org/officeDocument/2006/relationships/image" Target="../media/image74.png"/><Relationship Id="rId26" Type="http://schemas.openxmlformats.org/officeDocument/2006/relationships/image" Target="../media/image68.png"/><Relationship Id="rId3" Type="http://schemas.openxmlformats.org/officeDocument/2006/relationships/image" Target="../media/image13.png"/><Relationship Id="rId21" Type="http://schemas.openxmlformats.org/officeDocument/2006/relationships/image" Target="../media/image59.png"/><Relationship Id="rId7" Type="http://schemas.openxmlformats.org/officeDocument/2006/relationships/image" Target="../media/image27.png"/><Relationship Id="rId12" Type="http://schemas.openxmlformats.org/officeDocument/2006/relationships/image" Target="../media/image20.png"/><Relationship Id="rId17" Type="http://schemas.openxmlformats.org/officeDocument/2006/relationships/image" Target="../media/image73.png"/><Relationship Id="rId25" Type="http://schemas.openxmlformats.org/officeDocument/2006/relationships/image" Target="../media/image67.png"/><Relationship Id="rId2" Type="http://schemas.openxmlformats.org/officeDocument/2006/relationships/notesSlide" Target="../notesSlides/notesSlide63.xml"/><Relationship Id="rId16" Type="http://schemas.openxmlformats.org/officeDocument/2006/relationships/image" Target="../media/image72.png"/><Relationship Id="rId20" Type="http://schemas.openxmlformats.org/officeDocument/2006/relationships/image" Target="../media/image76.png"/><Relationship Id="rId29" Type="http://schemas.openxmlformats.org/officeDocument/2006/relationships/image" Target="../media/image32.png"/><Relationship Id="rId1" Type="http://schemas.openxmlformats.org/officeDocument/2006/relationships/slideLayout" Target="../slideLayouts/slideLayout15.xml"/><Relationship Id="rId6" Type="http://schemas.openxmlformats.org/officeDocument/2006/relationships/image" Target="../media/image26.png"/><Relationship Id="rId11" Type="http://schemas.openxmlformats.org/officeDocument/2006/relationships/image" Target="../media/image19.png"/><Relationship Id="rId24" Type="http://schemas.openxmlformats.org/officeDocument/2006/relationships/image" Target="../media/image66.png"/><Relationship Id="rId32" Type="http://schemas.openxmlformats.org/officeDocument/2006/relationships/image" Target="../media/image23.png"/><Relationship Id="rId5" Type="http://schemas.openxmlformats.org/officeDocument/2006/relationships/image" Target="../media/image25.png"/><Relationship Id="rId15" Type="http://schemas.openxmlformats.org/officeDocument/2006/relationships/image" Target="../media/image71.png"/><Relationship Id="rId23" Type="http://schemas.openxmlformats.org/officeDocument/2006/relationships/image" Target="../media/image79.png"/><Relationship Id="rId28" Type="http://schemas.openxmlformats.org/officeDocument/2006/relationships/image" Target="../media/image77.png"/><Relationship Id="rId10" Type="http://schemas.openxmlformats.org/officeDocument/2006/relationships/image" Target="../media/image18.png"/><Relationship Id="rId19" Type="http://schemas.openxmlformats.org/officeDocument/2006/relationships/image" Target="../media/image75.png"/><Relationship Id="rId31" Type="http://schemas.openxmlformats.org/officeDocument/2006/relationships/image" Target="../media/image7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70.png"/><Relationship Id="rId22" Type="http://schemas.openxmlformats.org/officeDocument/2006/relationships/image" Target="../media/image69.png"/><Relationship Id="rId27" Type="http://schemas.openxmlformats.org/officeDocument/2006/relationships/image" Target="../media/image60.png"/><Relationship Id="rId30" Type="http://schemas.openxmlformats.org/officeDocument/2006/relationships/image" Target="../media/image33.png"/></Relationships>
</file>

<file path=ppt/slides/_rels/slide84.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21.png"/><Relationship Id="rId18" Type="http://schemas.openxmlformats.org/officeDocument/2006/relationships/image" Target="../media/image74.png"/><Relationship Id="rId26" Type="http://schemas.openxmlformats.org/officeDocument/2006/relationships/image" Target="../media/image68.png"/><Relationship Id="rId3" Type="http://schemas.openxmlformats.org/officeDocument/2006/relationships/image" Target="../media/image13.png"/><Relationship Id="rId21" Type="http://schemas.openxmlformats.org/officeDocument/2006/relationships/image" Target="../media/image59.png"/><Relationship Id="rId7" Type="http://schemas.openxmlformats.org/officeDocument/2006/relationships/image" Target="../media/image27.png"/><Relationship Id="rId12" Type="http://schemas.openxmlformats.org/officeDocument/2006/relationships/image" Target="../media/image20.png"/><Relationship Id="rId17" Type="http://schemas.openxmlformats.org/officeDocument/2006/relationships/image" Target="../media/image73.png"/><Relationship Id="rId25" Type="http://schemas.openxmlformats.org/officeDocument/2006/relationships/image" Target="../media/image67.png"/><Relationship Id="rId2" Type="http://schemas.openxmlformats.org/officeDocument/2006/relationships/notesSlide" Target="../notesSlides/notesSlide64.xml"/><Relationship Id="rId16" Type="http://schemas.openxmlformats.org/officeDocument/2006/relationships/image" Target="../media/image72.png"/><Relationship Id="rId20" Type="http://schemas.openxmlformats.org/officeDocument/2006/relationships/image" Target="../media/image76.png"/><Relationship Id="rId29" Type="http://schemas.openxmlformats.org/officeDocument/2006/relationships/image" Target="../media/image32.png"/><Relationship Id="rId1" Type="http://schemas.openxmlformats.org/officeDocument/2006/relationships/slideLayout" Target="../slideLayouts/slideLayout15.xml"/><Relationship Id="rId6" Type="http://schemas.openxmlformats.org/officeDocument/2006/relationships/image" Target="../media/image26.png"/><Relationship Id="rId11" Type="http://schemas.openxmlformats.org/officeDocument/2006/relationships/image" Target="../media/image19.png"/><Relationship Id="rId24" Type="http://schemas.openxmlformats.org/officeDocument/2006/relationships/image" Target="../media/image66.png"/><Relationship Id="rId32" Type="http://schemas.openxmlformats.org/officeDocument/2006/relationships/image" Target="../media/image23.png"/><Relationship Id="rId5" Type="http://schemas.openxmlformats.org/officeDocument/2006/relationships/image" Target="../media/image25.png"/><Relationship Id="rId15" Type="http://schemas.openxmlformats.org/officeDocument/2006/relationships/image" Target="../media/image71.png"/><Relationship Id="rId23" Type="http://schemas.openxmlformats.org/officeDocument/2006/relationships/image" Target="../media/image79.png"/><Relationship Id="rId28" Type="http://schemas.openxmlformats.org/officeDocument/2006/relationships/image" Target="../media/image77.png"/><Relationship Id="rId10" Type="http://schemas.openxmlformats.org/officeDocument/2006/relationships/image" Target="../media/image18.png"/><Relationship Id="rId19" Type="http://schemas.openxmlformats.org/officeDocument/2006/relationships/image" Target="../media/image75.png"/><Relationship Id="rId31" Type="http://schemas.openxmlformats.org/officeDocument/2006/relationships/image" Target="../media/image7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70.png"/><Relationship Id="rId22" Type="http://schemas.openxmlformats.org/officeDocument/2006/relationships/image" Target="../media/image69.png"/><Relationship Id="rId27" Type="http://schemas.openxmlformats.org/officeDocument/2006/relationships/image" Target="../media/image60.png"/><Relationship Id="rId30" Type="http://schemas.openxmlformats.org/officeDocument/2006/relationships/image" Target="../media/image33.png"/></Relationships>
</file>

<file path=ppt/slides/_rels/slide85.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21.png"/><Relationship Id="rId18" Type="http://schemas.openxmlformats.org/officeDocument/2006/relationships/image" Target="../media/image74.png"/><Relationship Id="rId26" Type="http://schemas.openxmlformats.org/officeDocument/2006/relationships/image" Target="../media/image68.png"/><Relationship Id="rId3" Type="http://schemas.openxmlformats.org/officeDocument/2006/relationships/image" Target="../media/image13.png"/><Relationship Id="rId21" Type="http://schemas.openxmlformats.org/officeDocument/2006/relationships/image" Target="../media/image59.png"/><Relationship Id="rId7" Type="http://schemas.openxmlformats.org/officeDocument/2006/relationships/image" Target="../media/image27.png"/><Relationship Id="rId12" Type="http://schemas.openxmlformats.org/officeDocument/2006/relationships/image" Target="../media/image20.png"/><Relationship Id="rId17" Type="http://schemas.openxmlformats.org/officeDocument/2006/relationships/image" Target="../media/image73.png"/><Relationship Id="rId25" Type="http://schemas.openxmlformats.org/officeDocument/2006/relationships/image" Target="../media/image67.png"/><Relationship Id="rId2" Type="http://schemas.openxmlformats.org/officeDocument/2006/relationships/notesSlide" Target="../notesSlides/notesSlide65.xml"/><Relationship Id="rId16" Type="http://schemas.openxmlformats.org/officeDocument/2006/relationships/image" Target="../media/image72.png"/><Relationship Id="rId20" Type="http://schemas.openxmlformats.org/officeDocument/2006/relationships/image" Target="../media/image76.png"/><Relationship Id="rId29" Type="http://schemas.openxmlformats.org/officeDocument/2006/relationships/image" Target="../media/image32.png"/><Relationship Id="rId1" Type="http://schemas.openxmlformats.org/officeDocument/2006/relationships/slideLayout" Target="../slideLayouts/slideLayout15.xml"/><Relationship Id="rId6" Type="http://schemas.openxmlformats.org/officeDocument/2006/relationships/image" Target="../media/image26.png"/><Relationship Id="rId11" Type="http://schemas.openxmlformats.org/officeDocument/2006/relationships/image" Target="../media/image19.png"/><Relationship Id="rId24" Type="http://schemas.openxmlformats.org/officeDocument/2006/relationships/image" Target="../media/image66.png"/><Relationship Id="rId32" Type="http://schemas.openxmlformats.org/officeDocument/2006/relationships/image" Target="../media/image23.png"/><Relationship Id="rId5" Type="http://schemas.openxmlformats.org/officeDocument/2006/relationships/image" Target="../media/image25.png"/><Relationship Id="rId15" Type="http://schemas.openxmlformats.org/officeDocument/2006/relationships/image" Target="../media/image71.png"/><Relationship Id="rId23" Type="http://schemas.openxmlformats.org/officeDocument/2006/relationships/image" Target="../media/image79.png"/><Relationship Id="rId28" Type="http://schemas.openxmlformats.org/officeDocument/2006/relationships/image" Target="../media/image77.png"/><Relationship Id="rId10" Type="http://schemas.openxmlformats.org/officeDocument/2006/relationships/image" Target="../media/image18.png"/><Relationship Id="rId19" Type="http://schemas.openxmlformats.org/officeDocument/2006/relationships/image" Target="../media/image75.png"/><Relationship Id="rId31" Type="http://schemas.openxmlformats.org/officeDocument/2006/relationships/image" Target="../media/image7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70.png"/><Relationship Id="rId22" Type="http://schemas.openxmlformats.org/officeDocument/2006/relationships/image" Target="../media/image69.png"/><Relationship Id="rId27" Type="http://schemas.openxmlformats.org/officeDocument/2006/relationships/image" Target="../media/image60.png"/><Relationship Id="rId30" Type="http://schemas.openxmlformats.org/officeDocument/2006/relationships/image" Target="../media/image33.png"/></Relationships>
</file>

<file path=ppt/slides/_rels/slide86.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21.png"/><Relationship Id="rId18" Type="http://schemas.openxmlformats.org/officeDocument/2006/relationships/image" Target="../media/image74.png"/><Relationship Id="rId26" Type="http://schemas.openxmlformats.org/officeDocument/2006/relationships/image" Target="../media/image68.png"/><Relationship Id="rId3" Type="http://schemas.openxmlformats.org/officeDocument/2006/relationships/image" Target="../media/image13.png"/><Relationship Id="rId21" Type="http://schemas.openxmlformats.org/officeDocument/2006/relationships/image" Target="../media/image59.png"/><Relationship Id="rId7" Type="http://schemas.openxmlformats.org/officeDocument/2006/relationships/image" Target="../media/image27.png"/><Relationship Id="rId12" Type="http://schemas.openxmlformats.org/officeDocument/2006/relationships/image" Target="../media/image20.png"/><Relationship Id="rId17" Type="http://schemas.openxmlformats.org/officeDocument/2006/relationships/image" Target="../media/image73.png"/><Relationship Id="rId25" Type="http://schemas.openxmlformats.org/officeDocument/2006/relationships/image" Target="../media/image67.png"/><Relationship Id="rId2" Type="http://schemas.openxmlformats.org/officeDocument/2006/relationships/notesSlide" Target="../notesSlides/notesSlide66.xml"/><Relationship Id="rId16" Type="http://schemas.openxmlformats.org/officeDocument/2006/relationships/image" Target="../media/image72.png"/><Relationship Id="rId20" Type="http://schemas.openxmlformats.org/officeDocument/2006/relationships/image" Target="../media/image76.png"/><Relationship Id="rId29" Type="http://schemas.openxmlformats.org/officeDocument/2006/relationships/image" Target="../media/image32.png"/><Relationship Id="rId1" Type="http://schemas.openxmlformats.org/officeDocument/2006/relationships/slideLayout" Target="../slideLayouts/slideLayout15.xml"/><Relationship Id="rId6" Type="http://schemas.openxmlformats.org/officeDocument/2006/relationships/image" Target="../media/image26.png"/><Relationship Id="rId11" Type="http://schemas.openxmlformats.org/officeDocument/2006/relationships/image" Target="../media/image19.png"/><Relationship Id="rId24" Type="http://schemas.openxmlformats.org/officeDocument/2006/relationships/image" Target="../media/image66.png"/><Relationship Id="rId32" Type="http://schemas.openxmlformats.org/officeDocument/2006/relationships/image" Target="../media/image23.png"/><Relationship Id="rId5" Type="http://schemas.openxmlformats.org/officeDocument/2006/relationships/image" Target="../media/image25.png"/><Relationship Id="rId15" Type="http://schemas.openxmlformats.org/officeDocument/2006/relationships/image" Target="../media/image71.png"/><Relationship Id="rId23" Type="http://schemas.openxmlformats.org/officeDocument/2006/relationships/image" Target="../media/image79.png"/><Relationship Id="rId28" Type="http://schemas.openxmlformats.org/officeDocument/2006/relationships/image" Target="../media/image77.png"/><Relationship Id="rId10" Type="http://schemas.openxmlformats.org/officeDocument/2006/relationships/image" Target="../media/image18.png"/><Relationship Id="rId19" Type="http://schemas.openxmlformats.org/officeDocument/2006/relationships/image" Target="../media/image75.png"/><Relationship Id="rId31" Type="http://schemas.openxmlformats.org/officeDocument/2006/relationships/image" Target="../media/image7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70.png"/><Relationship Id="rId22" Type="http://schemas.openxmlformats.org/officeDocument/2006/relationships/image" Target="../media/image69.png"/><Relationship Id="rId27" Type="http://schemas.openxmlformats.org/officeDocument/2006/relationships/image" Target="../media/image60.png"/><Relationship Id="rId30" Type="http://schemas.openxmlformats.org/officeDocument/2006/relationships/image" Target="../media/image33.png"/></Relationships>
</file>

<file path=ppt/slides/_rels/slide87.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1.png"/><Relationship Id="rId18" Type="http://schemas.openxmlformats.org/officeDocument/2006/relationships/image" Target="../media/image74.png"/><Relationship Id="rId26" Type="http://schemas.openxmlformats.org/officeDocument/2006/relationships/image" Target="../media/image68.png"/><Relationship Id="rId3" Type="http://schemas.openxmlformats.org/officeDocument/2006/relationships/image" Target="../media/image14.png"/><Relationship Id="rId21" Type="http://schemas.openxmlformats.org/officeDocument/2006/relationships/image" Target="../media/image59.png"/><Relationship Id="rId7" Type="http://schemas.openxmlformats.org/officeDocument/2006/relationships/image" Target="../media/image28.png"/><Relationship Id="rId12" Type="http://schemas.openxmlformats.org/officeDocument/2006/relationships/image" Target="../media/image20.png"/><Relationship Id="rId17" Type="http://schemas.openxmlformats.org/officeDocument/2006/relationships/image" Target="../media/image73.png"/><Relationship Id="rId25" Type="http://schemas.openxmlformats.org/officeDocument/2006/relationships/image" Target="../media/image67.png"/><Relationship Id="rId2" Type="http://schemas.openxmlformats.org/officeDocument/2006/relationships/notesSlide" Target="../notesSlides/notesSlide67.xml"/><Relationship Id="rId16" Type="http://schemas.openxmlformats.org/officeDocument/2006/relationships/image" Target="../media/image72.png"/><Relationship Id="rId20" Type="http://schemas.openxmlformats.org/officeDocument/2006/relationships/image" Target="../media/image76.png"/><Relationship Id="rId29" Type="http://schemas.openxmlformats.org/officeDocument/2006/relationships/image" Target="../media/image32.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19.png"/><Relationship Id="rId24" Type="http://schemas.openxmlformats.org/officeDocument/2006/relationships/image" Target="../media/image66.png"/><Relationship Id="rId32"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71.png"/><Relationship Id="rId23" Type="http://schemas.openxmlformats.org/officeDocument/2006/relationships/image" Target="../media/image79.png"/><Relationship Id="rId28" Type="http://schemas.openxmlformats.org/officeDocument/2006/relationships/image" Target="../media/image77.png"/><Relationship Id="rId10" Type="http://schemas.openxmlformats.org/officeDocument/2006/relationships/image" Target="../media/image18.png"/><Relationship Id="rId19" Type="http://schemas.openxmlformats.org/officeDocument/2006/relationships/image" Target="../media/image75.png"/><Relationship Id="rId31" Type="http://schemas.openxmlformats.org/officeDocument/2006/relationships/image" Target="../media/image78.png"/><Relationship Id="rId4" Type="http://schemas.openxmlformats.org/officeDocument/2006/relationships/image" Target="../media/image25.png"/><Relationship Id="rId9" Type="http://schemas.openxmlformats.org/officeDocument/2006/relationships/image" Target="../media/image17.png"/><Relationship Id="rId14" Type="http://schemas.openxmlformats.org/officeDocument/2006/relationships/image" Target="../media/image70.png"/><Relationship Id="rId22" Type="http://schemas.openxmlformats.org/officeDocument/2006/relationships/image" Target="../media/image69.png"/><Relationship Id="rId27" Type="http://schemas.openxmlformats.org/officeDocument/2006/relationships/image" Target="../media/image60.png"/><Relationship Id="rId30" Type="http://schemas.openxmlformats.org/officeDocument/2006/relationships/image" Target="../media/image33.png"/></Relationships>
</file>

<file path=ppt/slides/_rels/slide88.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21.png"/><Relationship Id="rId18" Type="http://schemas.openxmlformats.org/officeDocument/2006/relationships/image" Target="../media/image74.png"/><Relationship Id="rId26" Type="http://schemas.openxmlformats.org/officeDocument/2006/relationships/image" Target="../media/image68.png"/><Relationship Id="rId3" Type="http://schemas.openxmlformats.org/officeDocument/2006/relationships/image" Target="../media/image13.png"/><Relationship Id="rId21" Type="http://schemas.openxmlformats.org/officeDocument/2006/relationships/image" Target="../media/image59.png"/><Relationship Id="rId7" Type="http://schemas.openxmlformats.org/officeDocument/2006/relationships/image" Target="../media/image27.png"/><Relationship Id="rId12" Type="http://schemas.openxmlformats.org/officeDocument/2006/relationships/image" Target="../media/image20.png"/><Relationship Id="rId17" Type="http://schemas.openxmlformats.org/officeDocument/2006/relationships/image" Target="../media/image73.png"/><Relationship Id="rId25" Type="http://schemas.openxmlformats.org/officeDocument/2006/relationships/image" Target="../media/image67.png"/><Relationship Id="rId2" Type="http://schemas.openxmlformats.org/officeDocument/2006/relationships/notesSlide" Target="../notesSlides/notesSlide68.xml"/><Relationship Id="rId16" Type="http://schemas.openxmlformats.org/officeDocument/2006/relationships/image" Target="../media/image72.png"/><Relationship Id="rId20" Type="http://schemas.openxmlformats.org/officeDocument/2006/relationships/image" Target="../media/image76.png"/><Relationship Id="rId29" Type="http://schemas.openxmlformats.org/officeDocument/2006/relationships/image" Target="../media/image32.png"/><Relationship Id="rId1" Type="http://schemas.openxmlformats.org/officeDocument/2006/relationships/slideLayout" Target="../slideLayouts/slideLayout15.xml"/><Relationship Id="rId6" Type="http://schemas.openxmlformats.org/officeDocument/2006/relationships/image" Target="../media/image26.png"/><Relationship Id="rId11" Type="http://schemas.openxmlformats.org/officeDocument/2006/relationships/image" Target="../media/image19.png"/><Relationship Id="rId24" Type="http://schemas.openxmlformats.org/officeDocument/2006/relationships/image" Target="../media/image66.png"/><Relationship Id="rId32" Type="http://schemas.openxmlformats.org/officeDocument/2006/relationships/image" Target="../media/image23.png"/><Relationship Id="rId5" Type="http://schemas.openxmlformats.org/officeDocument/2006/relationships/image" Target="../media/image25.png"/><Relationship Id="rId15" Type="http://schemas.openxmlformats.org/officeDocument/2006/relationships/image" Target="../media/image71.png"/><Relationship Id="rId23" Type="http://schemas.openxmlformats.org/officeDocument/2006/relationships/image" Target="../media/image79.png"/><Relationship Id="rId28" Type="http://schemas.openxmlformats.org/officeDocument/2006/relationships/image" Target="../media/image77.png"/><Relationship Id="rId10" Type="http://schemas.openxmlformats.org/officeDocument/2006/relationships/image" Target="../media/image18.png"/><Relationship Id="rId19" Type="http://schemas.openxmlformats.org/officeDocument/2006/relationships/image" Target="../media/image75.png"/><Relationship Id="rId31" Type="http://schemas.openxmlformats.org/officeDocument/2006/relationships/image" Target="../media/image7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70.png"/><Relationship Id="rId22" Type="http://schemas.openxmlformats.org/officeDocument/2006/relationships/image" Target="../media/image69.png"/><Relationship Id="rId27" Type="http://schemas.openxmlformats.org/officeDocument/2006/relationships/image" Target="../media/image60.png"/><Relationship Id="rId30" Type="http://schemas.openxmlformats.org/officeDocument/2006/relationships/image" Target="../media/image33.png"/></Relationships>
</file>

<file path=ppt/slides/_rels/slide89.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21" Type="http://schemas.openxmlformats.org/officeDocument/2006/relationships/image" Target="../media/image68.png"/><Relationship Id="rId34" Type="http://schemas.openxmlformats.org/officeDocument/2006/relationships/image" Target="../media/image25.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14.png"/><Relationship Id="rId2" Type="http://schemas.openxmlformats.org/officeDocument/2006/relationships/notesSlide" Target="../notesSlides/notesSlide69.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83.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3.png"/><Relationship Id="rId37" Type="http://schemas.openxmlformats.org/officeDocument/2006/relationships/image" Target="../media/image28.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82.png"/><Relationship Id="rId36" Type="http://schemas.openxmlformats.org/officeDocument/2006/relationships/image" Target="../media/image27.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84.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1.png"/><Relationship Id="rId30" Type="http://schemas.openxmlformats.org/officeDocument/2006/relationships/image" Target="../media/image49.png"/><Relationship Id="rId35" Type="http://schemas.openxmlformats.org/officeDocument/2006/relationships/image" Target="../media/image26.png"/><Relationship Id="rId8" Type="http://schemas.openxmlformats.org/officeDocument/2006/relationships/image" Target="../media/image21.png"/><Relationship Id="rId3" Type="http://schemas.openxmlformats.org/officeDocument/2006/relationships/image" Target="../media/image13.png"/></Relationships>
</file>

<file path=ppt/slides/_rels/slide90.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34" Type="http://schemas.openxmlformats.org/officeDocument/2006/relationships/image" Target="../media/image27.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26.png"/><Relationship Id="rId2" Type="http://schemas.openxmlformats.org/officeDocument/2006/relationships/notesSlide" Target="../notesSlides/notesSlide70.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83.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5.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82.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14.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1.png"/><Relationship Id="rId30" Type="http://schemas.openxmlformats.org/officeDocument/2006/relationships/image" Target="../media/image23.png"/><Relationship Id="rId35" Type="http://schemas.openxmlformats.org/officeDocument/2006/relationships/image" Target="../media/image28.png"/><Relationship Id="rId8" Type="http://schemas.openxmlformats.org/officeDocument/2006/relationships/image" Target="../media/image21.png"/></Relationships>
</file>

<file path=ppt/slides/_rels/slide91.xml.rels><?xml version="1.0" encoding="UTF-8" standalone="yes"?>
<Relationships xmlns="http://schemas.openxmlformats.org/package/2006/relationships"><Relationship Id="rId13" Type="http://schemas.openxmlformats.org/officeDocument/2006/relationships/image" Target="../media/image73.png"/><Relationship Id="rId18" Type="http://schemas.openxmlformats.org/officeDocument/2006/relationships/image" Target="../media/image69.png"/><Relationship Id="rId26" Type="http://schemas.openxmlformats.org/officeDocument/2006/relationships/image" Target="../media/image33.png"/><Relationship Id="rId21" Type="http://schemas.openxmlformats.org/officeDocument/2006/relationships/image" Target="../media/image67.png"/><Relationship Id="rId34" Type="http://schemas.openxmlformats.org/officeDocument/2006/relationships/image" Target="../media/image25.png"/><Relationship Id="rId7" Type="http://schemas.openxmlformats.org/officeDocument/2006/relationships/image" Target="../media/image19.png"/><Relationship Id="rId12" Type="http://schemas.openxmlformats.org/officeDocument/2006/relationships/image" Target="../media/image72.png"/><Relationship Id="rId17" Type="http://schemas.openxmlformats.org/officeDocument/2006/relationships/image" Target="../media/image59.png"/><Relationship Id="rId25" Type="http://schemas.openxmlformats.org/officeDocument/2006/relationships/image" Target="../media/image32.png"/><Relationship Id="rId33" Type="http://schemas.openxmlformats.org/officeDocument/2006/relationships/image" Target="../media/image14.png"/><Relationship Id="rId2" Type="http://schemas.openxmlformats.org/officeDocument/2006/relationships/slideLayout" Target="../slideLayouts/slideLayout15.xml"/><Relationship Id="rId16" Type="http://schemas.openxmlformats.org/officeDocument/2006/relationships/image" Target="../media/image76.png"/><Relationship Id="rId20" Type="http://schemas.openxmlformats.org/officeDocument/2006/relationships/image" Target="../media/image66.png"/><Relationship Id="rId29" Type="http://schemas.openxmlformats.org/officeDocument/2006/relationships/image" Target="../media/image82.png"/><Relationship Id="rId1" Type="http://schemas.openxmlformats.org/officeDocument/2006/relationships/tags" Target="../tags/tag25.xml"/><Relationship Id="rId6" Type="http://schemas.openxmlformats.org/officeDocument/2006/relationships/image" Target="../media/image18.png"/><Relationship Id="rId11" Type="http://schemas.openxmlformats.org/officeDocument/2006/relationships/image" Target="../media/image71.png"/><Relationship Id="rId24" Type="http://schemas.openxmlformats.org/officeDocument/2006/relationships/image" Target="../media/image77.png"/><Relationship Id="rId32" Type="http://schemas.openxmlformats.org/officeDocument/2006/relationships/image" Target="../media/image23.png"/><Relationship Id="rId37" Type="http://schemas.openxmlformats.org/officeDocument/2006/relationships/image" Target="../media/image28.png"/><Relationship Id="rId5" Type="http://schemas.openxmlformats.org/officeDocument/2006/relationships/image" Target="../media/image17.png"/><Relationship Id="rId15" Type="http://schemas.openxmlformats.org/officeDocument/2006/relationships/image" Target="../media/image75.png"/><Relationship Id="rId23" Type="http://schemas.openxmlformats.org/officeDocument/2006/relationships/image" Target="../media/image60.png"/><Relationship Id="rId28" Type="http://schemas.openxmlformats.org/officeDocument/2006/relationships/image" Target="../media/image81.png"/><Relationship Id="rId36" Type="http://schemas.openxmlformats.org/officeDocument/2006/relationships/image" Target="../media/image27.png"/><Relationship Id="rId10" Type="http://schemas.openxmlformats.org/officeDocument/2006/relationships/image" Target="../media/image70.png"/><Relationship Id="rId19" Type="http://schemas.openxmlformats.org/officeDocument/2006/relationships/image" Target="../media/image79.png"/><Relationship Id="rId31" Type="http://schemas.openxmlformats.org/officeDocument/2006/relationships/image" Target="../media/image38.png"/><Relationship Id="rId4" Type="http://schemas.openxmlformats.org/officeDocument/2006/relationships/image" Target="../media/image13.png"/><Relationship Id="rId9" Type="http://schemas.openxmlformats.org/officeDocument/2006/relationships/image" Target="../media/image21.png"/><Relationship Id="rId14" Type="http://schemas.openxmlformats.org/officeDocument/2006/relationships/image" Target="../media/image74.png"/><Relationship Id="rId22" Type="http://schemas.openxmlformats.org/officeDocument/2006/relationships/image" Target="../media/image68.png"/><Relationship Id="rId27" Type="http://schemas.openxmlformats.org/officeDocument/2006/relationships/image" Target="../media/image78.png"/><Relationship Id="rId30" Type="http://schemas.openxmlformats.org/officeDocument/2006/relationships/image" Target="../media/image83.png"/><Relationship Id="rId35" Type="http://schemas.openxmlformats.org/officeDocument/2006/relationships/image" Target="../media/image26.png"/><Relationship Id="rId8" Type="http://schemas.openxmlformats.org/officeDocument/2006/relationships/image" Target="../media/image20.png"/><Relationship Id="rId3" Type="http://schemas.openxmlformats.org/officeDocument/2006/relationships/notesSlide" Target="../notesSlides/notesSlide71.xml"/></Relationships>
</file>

<file path=ppt/slides/_rels/slide92.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28.png"/><Relationship Id="rId2" Type="http://schemas.openxmlformats.org/officeDocument/2006/relationships/notesSlide" Target="../notesSlides/notesSlide72.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14.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7.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23.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26.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5.png"/><Relationship Id="rId30" Type="http://schemas.openxmlformats.org/officeDocument/2006/relationships/image" Target="../media/image25.png"/><Relationship Id="rId8" Type="http://schemas.openxmlformats.org/officeDocument/2006/relationships/image" Target="../media/image21.png"/></Relationships>
</file>

<file path=ppt/slides/_rels/slide93.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21" Type="http://schemas.openxmlformats.org/officeDocument/2006/relationships/image" Target="../media/image68.png"/><Relationship Id="rId34" Type="http://schemas.openxmlformats.org/officeDocument/2006/relationships/image" Target="../media/image25.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14.png"/><Relationship Id="rId2" Type="http://schemas.openxmlformats.org/officeDocument/2006/relationships/notesSlide" Target="../notesSlides/notesSlide73.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83.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3.png"/><Relationship Id="rId37" Type="http://schemas.openxmlformats.org/officeDocument/2006/relationships/image" Target="../media/image28.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82.png"/><Relationship Id="rId36" Type="http://schemas.openxmlformats.org/officeDocument/2006/relationships/image" Target="../media/image27.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43.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1.png"/><Relationship Id="rId30" Type="http://schemas.openxmlformats.org/officeDocument/2006/relationships/image" Target="../media/image54.png"/><Relationship Id="rId35" Type="http://schemas.openxmlformats.org/officeDocument/2006/relationships/image" Target="../media/image26.png"/><Relationship Id="rId8" Type="http://schemas.openxmlformats.org/officeDocument/2006/relationships/image" Target="../media/image21.png"/><Relationship Id="rId3" Type="http://schemas.openxmlformats.org/officeDocument/2006/relationships/image" Target="../media/image13.png"/></Relationships>
</file>

<file path=ppt/slides/_rels/slide94.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28.png"/><Relationship Id="rId2" Type="http://schemas.openxmlformats.org/officeDocument/2006/relationships/notesSlide" Target="../notesSlides/notesSlide74.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14.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7.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23.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26.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6.png"/><Relationship Id="rId30" Type="http://schemas.openxmlformats.org/officeDocument/2006/relationships/image" Target="../media/image25.png"/><Relationship Id="rId8" Type="http://schemas.openxmlformats.org/officeDocument/2006/relationships/image" Target="../media/image21.png"/></Relationships>
</file>

<file path=ppt/slides/_rels/slide95.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28.png"/><Relationship Id="rId2" Type="http://schemas.openxmlformats.org/officeDocument/2006/relationships/notesSlide" Target="../notesSlides/notesSlide75.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14.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7.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23.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26.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6.png"/><Relationship Id="rId30" Type="http://schemas.openxmlformats.org/officeDocument/2006/relationships/image" Target="../media/image25.png"/><Relationship Id="rId8" Type="http://schemas.openxmlformats.org/officeDocument/2006/relationships/image" Target="../media/image21.png"/></Relationships>
</file>

<file path=ppt/slides/_rels/slide96.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34" Type="http://schemas.openxmlformats.org/officeDocument/2006/relationships/image" Target="../media/image27.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26.png"/><Relationship Id="rId2" Type="http://schemas.openxmlformats.org/officeDocument/2006/relationships/notesSlide" Target="../notesSlides/notesSlide76.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86.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5.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43.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14.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54.png"/><Relationship Id="rId30" Type="http://schemas.openxmlformats.org/officeDocument/2006/relationships/image" Target="../media/image23.png"/><Relationship Id="rId35" Type="http://schemas.openxmlformats.org/officeDocument/2006/relationships/image" Target="../media/image28.png"/><Relationship Id="rId8" Type="http://schemas.openxmlformats.org/officeDocument/2006/relationships/image" Target="../media/image21.png"/></Relationships>
</file>

<file path=ppt/slides/_rels/slide97.xml.rels><?xml version="1.0" encoding="UTF-8" standalone="yes"?>
<Relationships xmlns="http://schemas.openxmlformats.org/package/2006/relationships"><Relationship Id="rId13" Type="http://schemas.openxmlformats.org/officeDocument/2006/relationships/image" Target="../media/image74.png"/><Relationship Id="rId18" Type="http://schemas.openxmlformats.org/officeDocument/2006/relationships/image" Target="../media/image79.png"/><Relationship Id="rId26" Type="http://schemas.openxmlformats.org/officeDocument/2006/relationships/image" Target="../media/image78.png"/><Relationship Id="rId3" Type="http://schemas.openxmlformats.org/officeDocument/2006/relationships/image" Target="../media/image13.png"/><Relationship Id="rId21" Type="http://schemas.openxmlformats.org/officeDocument/2006/relationships/image" Target="../media/image68.png"/><Relationship Id="rId7" Type="http://schemas.openxmlformats.org/officeDocument/2006/relationships/image" Target="../media/image20.png"/><Relationship Id="rId12" Type="http://schemas.openxmlformats.org/officeDocument/2006/relationships/image" Target="../media/image73.png"/><Relationship Id="rId17" Type="http://schemas.openxmlformats.org/officeDocument/2006/relationships/image" Target="../media/image69.png"/><Relationship Id="rId25" Type="http://schemas.openxmlformats.org/officeDocument/2006/relationships/image" Target="../media/image33.png"/><Relationship Id="rId33" Type="http://schemas.openxmlformats.org/officeDocument/2006/relationships/image" Target="../media/image28.png"/><Relationship Id="rId2" Type="http://schemas.openxmlformats.org/officeDocument/2006/relationships/notesSlide" Target="../notesSlides/notesSlide77.xml"/><Relationship Id="rId16" Type="http://schemas.openxmlformats.org/officeDocument/2006/relationships/image" Target="../media/image59.png"/><Relationship Id="rId20" Type="http://schemas.openxmlformats.org/officeDocument/2006/relationships/image" Target="../media/image67.png"/><Relationship Id="rId29" Type="http://schemas.openxmlformats.org/officeDocument/2006/relationships/image" Target="../media/image14.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2.png"/><Relationship Id="rId24" Type="http://schemas.openxmlformats.org/officeDocument/2006/relationships/image" Target="../media/image32.png"/><Relationship Id="rId32" Type="http://schemas.openxmlformats.org/officeDocument/2006/relationships/image" Target="../media/image27.png"/><Relationship Id="rId5" Type="http://schemas.openxmlformats.org/officeDocument/2006/relationships/image" Target="../media/image18.png"/><Relationship Id="rId15" Type="http://schemas.openxmlformats.org/officeDocument/2006/relationships/image" Target="../media/image76.png"/><Relationship Id="rId23" Type="http://schemas.openxmlformats.org/officeDocument/2006/relationships/image" Target="../media/image77.png"/><Relationship Id="rId28" Type="http://schemas.openxmlformats.org/officeDocument/2006/relationships/image" Target="../media/image23.png"/><Relationship Id="rId10" Type="http://schemas.openxmlformats.org/officeDocument/2006/relationships/image" Target="../media/image71.png"/><Relationship Id="rId19" Type="http://schemas.openxmlformats.org/officeDocument/2006/relationships/image" Target="../media/image66.png"/><Relationship Id="rId31" Type="http://schemas.openxmlformats.org/officeDocument/2006/relationships/image" Target="../media/image26.png"/><Relationship Id="rId4" Type="http://schemas.openxmlformats.org/officeDocument/2006/relationships/image" Target="../media/image17.png"/><Relationship Id="rId9" Type="http://schemas.openxmlformats.org/officeDocument/2006/relationships/image" Target="../media/image70.png"/><Relationship Id="rId14" Type="http://schemas.openxmlformats.org/officeDocument/2006/relationships/image" Target="../media/image75.png"/><Relationship Id="rId22" Type="http://schemas.openxmlformats.org/officeDocument/2006/relationships/image" Target="../media/image60.png"/><Relationship Id="rId27" Type="http://schemas.openxmlformats.org/officeDocument/2006/relationships/image" Target="../media/image86.png"/><Relationship Id="rId30" Type="http://schemas.openxmlformats.org/officeDocument/2006/relationships/image" Target="../media/image25.png"/><Relationship Id="rId8" Type="http://schemas.openxmlformats.org/officeDocument/2006/relationships/image" Target="../media/image21.png"/></Relationships>
</file>

<file path=ppt/slides/_rels/slide98.xml.rels><?xml version="1.0" encoding="UTF-8" standalone="yes"?>
<Relationships xmlns="http://schemas.openxmlformats.org/package/2006/relationships"><Relationship Id="rId13" Type="http://schemas.openxmlformats.org/officeDocument/2006/relationships/image" Target="../media/image59.png"/><Relationship Id="rId18" Type="http://schemas.openxmlformats.org/officeDocument/2006/relationships/image" Target="../media/image68.png"/><Relationship Id="rId26" Type="http://schemas.openxmlformats.org/officeDocument/2006/relationships/image" Target="../media/image71.png"/><Relationship Id="rId3" Type="http://schemas.openxmlformats.org/officeDocument/2006/relationships/image" Target="../media/image13.png"/><Relationship Id="rId21" Type="http://schemas.openxmlformats.org/officeDocument/2006/relationships/image" Target="../media/image32.png"/><Relationship Id="rId7" Type="http://schemas.openxmlformats.org/officeDocument/2006/relationships/image" Target="../media/image20.png"/><Relationship Id="rId12" Type="http://schemas.openxmlformats.org/officeDocument/2006/relationships/image" Target="../media/image76.png"/><Relationship Id="rId17" Type="http://schemas.openxmlformats.org/officeDocument/2006/relationships/image" Target="../media/image67.png"/><Relationship Id="rId25" Type="http://schemas.openxmlformats.org/officeDocument/2006/relationships/image" Target="../media/image70.png"/><Relationship Id="rId33" Type="http://schemas.openxmlformats.org/officeDocument/2006/relationships/image" Target="../media/image23.png"/><Relationship Id="rId2" Type="http://schemas.openxmlformats.org/officeDocument/2006/relationships/notesSlide" Target="../notesSlides/notesSlide78.xml"/><Relationship Id="rId16" Type="http://schemas.openxmlformats.org/officeDocument/2006/relationships/image" Target="../media/image66.png"/><Relationship Id="rId20" Type="http://schemas.openxmlformats.org/officeDocument/2006/relationships/image" Target="../media/image77.png"/><Relationship Id="rId29"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19.png"/><Relationship Id="rId11" Type="http://schemas.openxmlformats.org/officeDocument/2006/relationships/image" Target="../media/image75.png"/><Relationship Id="rId24" Type="http://schemas.openxmlformats.org/officeDocument/2006/relationships/image" Target="../media/image86.png"/><Relationship Id="rId32" Type="http://schemas.openxmlformats.org/officeDocument/2006/relationships/image" Target="../media/image28.png"/><Relationship Id="rId5" Type="http://schemas.openxmlformats.org/officeDocument/2006/relationships/image" Target="../media/image18.png"/><Relationship Id="rId15" Type="http://schemas.openxmlformats.org/officeDocument/2006/relationships/image" Target="../media/image79.png"/><Relationship Id="rId23" Type="http://schemas.openxmlformats.org/officeDocument/2006/relationships/image" Target="../media/image78.png"/><Relationship Id="rId28" Type="http://schemas.openxmlformats.org/officeDocument/2006/relationships/image" Target="../media/image14.png"/><Relationship Id="rId10" Type="http://schemas.openxmlformats.org/officeDocument/2006/relationships/image" Target="../media/image74.png"/><Relationship Id="rId19" Type="http://schemas.openxmlformats.org/officeDocument/2006/relationships/image" Target="../media/image60.png"/><Relationship Id="rId31" Type="http://schemas.openxmlformats.org/officeDocument/2006/relationships/image" Target="../media/image27.png"/><Relationship Id="rId4" Type="http://schemas.openxmlformats.org/officeDocument/2006/relationships/image" Target="../media/image17.png"/><Relationship Id="rId9" Type="http://schemas.openxmlformats.org/officeDocument/2006/relationships/image" Target="../media/image73.png"/><Relationship Id="rId14" Type="http://schemas.openxmlformats.org/officeDocument/2006/relationships/image" Target="../media/image69.png"/><Relationship Id="rId22" Type="http://schemas.openxmlformats.org/officeDocument/2006/relationships/image" Target="../media/image33.png"/><Relationship Id="rId27" Type="http://schemas.openxmlformats.org/officeDocument/2006/relationships/image" Target="../media/image72.png"/><Relationship Id="rId30" Type="http://schemas.openxmlformats.org/officeDocument/2006/relationships/image" Target="../media/image26.png"/><Relationship Id="rId8" Type="http://schemas.openxmlformats.org/officeDocument/2006/relationships/image" Target="../media/image21.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8" Type="http://schemas.openxmlformats.org/officeDocument/2006/relationships/image" Target="../media/image26.png"/><Relationship Id="rId13" Type="http://schemas.openxmlformats.org/officeDocument/2006/relationships/image" Target="../media/image72.png"/><Relationship Id="rId18" Type="http://schemas.openxmlformats.org/officeDocument/2006/relationships/image" Target="../media/image20.png"/><Relationship Id="rId3" Type="http://schemas.openxmlformats.org/officeDocument/2006/relationships/image" Target="../media/image47.png"/><Relationship Id="rId7" Type="http://schemas.openxmlformats.org/officeDocument/2006/relationships/image" Target="../media/image25.png"/><Relationship Id="rId12" Type="http://schemas.openxmlformats.org/officeDocument/2006/relationships/image" Target="../media/image71.png"/><Relationship Id="rId17" Type="http://schemas.openxmlformats.org/officeDocument/2006/relationships/image" Target="../media/image19.png"/><Relationship Id="rId2" Type="http://schemas.openxmlformats.org/officeDocument/2006/relationships/notesSlide" Target="../notesSlides/notesSlide79.xml"/><Relationship Id="rId16" Type="http://schemas.openxmlformats.org/officeDocument/2006/relationships/image" Target="../media/image18.png"/><Relationship Id="rId1" Type="http://schemas.openxmlformats.org/officeDocument/2006/relationships/slideLayout" Target="../slideLayouts/slideLayout15.xml"/><Relationship Id="rId6" Type="http://schemas.openxmlformats.org/officeDocument/2006/relationships/image" Target="../media/image14.png"/><Relationship Id="rId11" Type="http://schemas.openxmlformats.org/officeDocument/2006/relationships/image" Target="../media/image70.png"/><Relationship Id="rId5" Type="http://schemas.openxmlformats.org/officeDocument/2006/relationships/image" Target="../media/image13.png"/><Relationship Id="rId15" Type="http://schemas.openxmlformats.org/officeDocument/2006/relationships/image" Target="../media/image17.png"/><Relationship Id="rId10" Type="http://schemas.openxmlformats.org/officeDocument/2006/relationships/image" Target="../media/image28.png"/><Relationship Id="rId19" Type="http://schemas.openxmlformats.org/officeDocument/2006/relationships/image" Target="../media/image21.png"/><Relationship Id="rId4" Type="http://schemas.openxmlformats.org/officeDocument/2006/relationships/image" Target="../media/image48.png"/><Relationship Id="rId9" Type="http://schemas.openxmlformats.org/officeDocument/2006/relationships/image" Target="../media/image27.png"/><Relationship Id="rId14" Type="http://schemas.openxmlformats.org/officeDocument/2006/relationships/image" Target="../media/image23.png"/></Relationships>
</file>

<file path=ppt/slides/_rels/slide101.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7.png"/><Relationship Id="rId18" Type="http://schemas.openxmlformats.org/officeDocument/2006/relationships/image" Target="../media/image48.png"/><Relationship Id="rId3" Type="http://schemas.openxmlformats.org/officeDocument/2006/relationships/image" Target="../media/image13.png"/><Relationship Id="rId21" Type="http://schemas.openxmlformats.org/officeDocument/2006/relationships/image" Target="../media/image51.png"/><Relationship Id="rId7" Type="http://schemas.openxmlformats.org/officeDocument/2006/relationships/image" Target="../media/image27.png"/><Relationship Id="rId12" Type="http://schemas.openxmlformats.org/officeDocument/2006/relationships/image" Target="../media/image23.png"/><Relationship Id="rId17" Type="http://schemas.openxmlformats.org/officeDocument/2006/relationships/image" Target="../media/image21.png"/><Relationship Id="rId25" Type="http://schemas.openxmlformats.org/officeDocument/2006/relationships/image" Target="../media/image49.png"/><Relationship Id="rId2" Type="http://schemas.openxmlformats.org/officeDocument/2006/relationships/notesSlide" Target="../notesSlides/notesSlide80.xml"/><Relationship Id="rId16" Type="http://schemas.openxmlformats.org/officeDocument/2006/relationships/image" Target="../media/image20.png"/><Relationship Id="rId20" Type="http://schemas.openxmlformats.org/officeDocument/2006/relationships/image" Target="../media/image54.png"/><Relationship Id="rId1" Type="http://schemas.openxmlformats.org/officeDocument/2006/relationships/slideLayout" Target="../slideLayouts/slideLayout15.xml"/><Relationship Id="rId6" Type="http://schemas.openxmlformats.org/officeDocument/2006/relationships/image" Target="../media/image26.png"/><Relationship Id="rId11" Type="http://schemas.openxmlformats.org/officeDocument/2006/relationships/image" Target="../media/image72.png"/><Relationship Id="rId24" Type="http://schemas.openxmlformats.org/officeDocument/2006/relationships/image" Target="../media/image55.png"/><Relationship Id="rId5" Type="http://schemas.openxmlformats.org/officeDocument/2006/relationships/image" Target="../media/image25.png"/><Relationship Id="rId15" Type="http://schemas.openxmlformats.org/officeDocument/2006/relationships/image" Target="../media/image19.png"/><Relationship Id="rId23" Type="http://schemas.openxmlformats.org/officeDocument/2006/relationships/image" Target="../media/image53.png"/><Relationship Id="rId10" Type="http://schemas.openxmlformats.org/officeDocument/2006/relationships/image" Target="../media/image71.png"/><Relationship Id="rId19" Type="http://schemas.openxmlformats.org/officeDocument/2006/relationships/image" Target="../media/image50.png"/><Relationship Id="rId4" Type="http://schemas.openxmlformats.org/officeDocument/2006/relationships/image" Target="../media/image14.png"/><Relationship Id="rId9" Type="http://schemas.openxmlformats.org/officeDocument/2006/relationships/image" Target="../media/image70.png"/><Relationship Id="rId14" Type="http://schemas.openxmlformats.org/officeDocument/2006/relationships/image" Target="../media/image18.png"/><Relationship Id="rId22" Type="http://schemas.openxmlformats.org/officeDocument/2006/relationships/image" Target="../media/image5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8" Type="http://schemas.openxmlformats.org/officeDocument/2006/relationships/image" Target="../media/image26.png"/><Relationship Id="rId13" Type="http://schemas.openxmlformats.org/officeDocument/2006/relationships/image" Target="../media/image72.png"/><Relationship Id="rId18" Type="http://schemas.openxmlformats.org/officeDocument/2006/relationships/image" Target="../media/image20.png"/><Relationship Id="rId3" Type="http://schemas.openxmlformats.org/officeDocument/2006/relationships/image" Target="../media/image47.png"/><Relationship Id="rId7" Type="http://schemas.openxmlformats.org/officeDocument/2006/relationships/image" Target="../media/image25.png"/><Relationship Id="rId12" Type="http://schemas.openxmlformats.org/officeDocument/2006/relationships/image" Target="../media/image71.png"/><Relationship Id="rId17" Type="http://schemas.openxmlformats.org/officeDocument/2006/relationships/image" Target="../media/image19.png"/><Relationship Id="rId2" Type="http://schemas.openxmlformats.org/officeDocument/2006/relationships/notesSlide" Target="../notesSlides/notesSlide81.xml"/><Relationship Id="rId16" Type="http://schemas.openxmlformats.org/officeDocument/2006/relationships/image" Target="../media/image18.png"/><Relationship Id="rId1" Type="http://schemas.openxmlformats.org/officeDocument/2006/relationships/slideLayout" Target="../slideLayouts/slideLayout15.xml"/><Relationship Id="rId6" Type="http://schemas.openxmlformats.org/officeDocument/2006/relationships/image" Target="../media/image14.png"/><Relationship Id="rId11" Type="http://schemas.openxmlformats.org/officeDocument/2006/relationships/image" Target="../media/image70.png"/><Relationship Id="rId5" Type="http://schemas.openxmlformats.org/officeDocument/2006/relationships/image" Target="../media/image13.png"/><Relationship Id="rId15" Type="http://schemas.openxmlformats.org/officeDocument/2006/relationships/image" Target="../media/image17.png"/><Relationship Id="rId10" Type="http://schemas.openxmlformats.org/officeDocument/2006/relationships/image" Target="../media/image28.png"/><Relationship Id="rId19" Type="http://schemas.openxmlformats.org/officeDocument/2006/relationships/image" Target="../media/image21.png"/><Relationship Id="rId4" Type="http://schemas.openxmlformats.org/officeDocument/2006/relationships/image" Target="../media/image48.png"/><Relationship Id="rId9" Type="http://schemas.openxmlformats.org/officeDocument/2006/relationships/image" Target="../media/image27.png"/><Relationship Id="rId14" Type="http://schemas.openxmlformats.org/officeDocument/2006/relationships/image" Target="../media/image23.png"/></Relationships>
</file>

<file path=ppt/slides/_rels/slide104.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7.png"/><Relationship Id="rId18" Type="http://schemas.openxmlformats.org/officeDocument/2006/relationships/image" Target="../media/image49.png"/><Relationship Id="rId3" Type="http://schemas.openxmlformats.org/officeDocument/2006/relationships/image" Target="../media/image13.png"/><Relationship Id="rId21" Type="http://schemas.openxmlformats.org/officeDocument/2006/relationships/image" Target="../media/image54.png"/><Relationship Id="rId7" Type="http://schemas.openxmlformats.org/officeDocument/2006/relationships/image" Target="../media/image27.png"/><Relationship Id="rId12" Type="http://schemas.openxmlformats.org/officeDocument/2006/relationships/image" Target="../media/image23.png"/><Relationship Id="rId17" Type="http://schemas.openxmlformats.org/officeDocument/2006/relationships/image" Target="../media/image21.png"/><Relationship Id="rId25" Type="http://schemas.openxmlformats.org/officeDocument/2006/relationships/image" Target="../media/image55.png"/><Relationship Id="rId2" Type="http://schemas.openxmlformats.org/officeDocument/2006/relationships/notesSlide" Target="../notesSlides/notesSlide82.xml"/><Relationship Id="rId16" Type="http://schemas.openxmlformats.org/officeDocument/2006/relationships/image" Target="../media/image20.png"/><Relationship Id="rId20" Type="http://schemas.openxmlformats.org/officeDocument/2006/relationships/image" Target="../media/image50.png"/><Relationship Id="rId1" Type="http://schemas.openxmlformats.org/officeDocument/2006/relationships/slideLayout" Target="../slideLayouts/slideLayout15.xml"/><Relationship Id="rId6" Type="http://schemas.openxmlformats.org/officeDocument/2006/relationships/image" Target="../media/image26.png"/><Relationship Id="rId11" Type="http://schemas.openxmlformats.org/officeDocument/2006/relationships/image" Target="../media/image72.png"/><Relationship Id="rId24" Type="http://schemas.openxmlformats.org/officeDocument/2006/relationships/image" Target="../media/image53.png"/><Relationship Id="rId5" Type="http://schemas.openxmlformats.org/officeDocument/2006/relationships/image" Target="../media/image25.png"/><Relationship Id="rId15" Type="http://schemas.openxmlformats.org/officeDocument/2006/relationships/image" Target="../media/image19.png"/><Relationship Id="rId23" Type="http://schemas.openxmlformats.org/officeDocument/2006/relationships/image" Target="../media/image52.png"/><Relationship Id="rId10" Type="http://schemas.openxmlformats.org/officeDocument/2006/relationships/image" Target="../media/image71.png"/><Relationship Id="rId19" Type="http://schemas.openxmlformats.org/officeDocument/2006/relationships/image" Target="../media/image48.png"/><Relationship Id="rId4" Type="http://schemas.openxmlformats.org/officeDocument/2006/relationships/image" Target="../media/image14.png"/><Relationship Id="rId9" Type="http://schemas.openxmlformats.org/officeDocument/2006/relationships/image" Target="../media/image70.png"/><Relationship Id="rId14" Type="http://schemas.openxmlformats.org/officeDocument/2006/relationships/image" Target="../media/image18.png"/><Relationship Id="rId22" Type="http://schemas.openxmlformats.org/officeDocument/2006/relationships/image" Target="../media/image51.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image" Target="../media/image13.png"/><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notesSlide" Target="../notesSlides/notesSlide83.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47.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48.png"/></Relationships>
</file>

<file path=ppt/slides/_rels/slide107.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84.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56.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54.png"/></Relationships>
</file>

<file path=ppt/slides/_rels/slide108.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51.png"/><Relationship Id="rId3" Type="http://schemas.openxmlformats.org/officeDocument/2006/relationships/image" Target="../media/image14.png"/><Relationship Id="rId21" Type="http://schemas.openxmlformats.org/officeDocument/2006/relationships/image" Target="../media/image55.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54.png"/><Relationship Id="rId25" Type="http://schemas.openxmlformats.org/officeDocument/2006/relationships/image" Target="../media/image28.png"/><Relationship Id="rId2" Type="http://schemas.openxmlformats.org/officeDocument/2006/relationships/notesSlide" Target="../notesSlides/notesSlide85.xml"/><Relationship Id="rId16" Type="http://schemas.openxmlformats.org/officeDocument/2006/relationships/image" Target="../media/image50.png"/><Relationship Id="rId20" Type="http://schemas.openxmlformats.org/officeDocument/2006/relationships/image" Target="../media/image53.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24" Type="http://schemas.openxmlformats.org/officeDocument/2006/relationships/image" Target="../media/image27.png"/><Relationship Id="rId5" Type="http://schemas.openxmlformats.org/officeDocument/2006/relationships/image" Target="../media/image71.png"/><Relationship Id="rId15" Type="http://schemas.openxmlformats.org/officeDocument/2006/relationships/image" Target="../media/image48.png"/><Relationship Id="rId23"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52.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49.png"/><Relationship Id="rId22" Type="http://schemas.openxmlformats.org/officeDocument/2006/relationships/image" Target="../media/image25.png"/></Relationships>
</file>

<file path=ppt/slides/_rels/slide109.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51.png"/><Relationship Id="rId3" Type="http://schemas.openxmlformats.org/officeDocument/2006/relationships/image" Target="../media/image14.png"/><Relationship Id="rId21" Type="http://schemas.openxmlformats.org/officeDocument/2006/relationships/image" Target="../media/image55.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54.png"/><Relationship Id="rId25" Type="http://schemas.openxmlformats.org/officeDocument/2006/relationships/image" Target="../media/image28.png"/><Relationship Id="rId2" Type="http://schemas.openxmlformats.org/officeDocument/2006/relationships/notesSlide" Target="../notesSlides/notesSlide86.xml"/><Relationship Id="rId16" Type="http://schemas.openxmlformats.org/officeDocument/2006/relationships/image" Target="../media/image50.png"/><Relationship Id="rId20" Type="http://schemas.openxmlformats.org/officeDocument/2006/relationships/image" Target="../media/image53.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24" Type="http://schemas.openxmlformats.org/officeDocument/2006/relationships/image" Target="../media/image27.png"/><Relationship Id="rId5" Type="http://schemas.openxmlformats.org/officeDocument/2006/relationships/image" Target="../media/image71.png"/><Relationship Id="rId15" Type="http://schemas.openxmlformats.org/officeDocument/2006/relationships/image" Target="../media/image48.png"/><Relationship Id="rId23"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52.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49.png"/><Relationship Id="rId22" Type="http://schemas.openxmlformats.org/officeDocument/2006/relationships/image" Target="../media/image25.png"/></Relationships>
</file>

<file path=ppt/slides/_rels/slide110.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54.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87.xml"/><Relationship Id="rId16" Type="http://schemas.openxmlformats.org/officeDocument/2006/relationships/image" Target="../media/image21.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19" Type="http://schemas.openxmlformats.org/officeDocument/2006/relationships/image" Target="../media/image56.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image" Target="../media/image13.png"/><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notesSlide" Target="../notesSlides/notesSlide88.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47.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48.png"/></Relationships>
</file>

<file path=ppt/slides/_rels/slide11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6.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5.png"/><Relationship Id="rId2" Type="http://schemas.openxmlformats.org/officeDocument/2006/relationships/notesSlide" Target="../notesSlides/notesSlide89.xml"/><Relationship Id="rId16" Type="http://schemas.openxmlformats.org/officeDocument/2006/relationships/image" Target="../media/image39.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56.png"/><Relationship Id="rId10" Type="http://schemas.openxmlformats.org/officeDocument/2006/relationships/image" Target="../media/image19.png"/><Relationship Id="rId19" Type="http://schemas.openxmlformats.org/officeDocument/2006/relationships/image" Target="../media/image27.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54.png"/></Relationships>
</file>

<file path=ppt/slides/_rels/slide11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51.png"/><Relationship Id="rId3" Type="http://schemas.openxmlformats.org/officeDocument/2006/relationships/image" Target="../media/image14.png"/><Relationship Id="rId21" Type="http://schemas.openxmlformats.org/officeDocument/2006/relationships/image" Target="../media/image25.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54.png"/><Relationship Id="rId2" Type="http://schemas.openxmlformats.org/officeDocument/2006/relationships/notesSlide" Target="../notesSlides/notesSlide90.xml"/><Relationship Id="rId16" Type="http://schemas.openxmlformats.org/officeDocument/2006/relationships/image" Target="../media/image50.png"/><Relationship Id="rId20" Type="http://schemas.openxmlformats.org/officeDocument/2006/relationships/image" Target="../media/image5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24" Type="http://schemas.openxmlformats.org/officeDocument/2006/relationships/image" Target="../media/image28.png"/><Relationship Id="rId5" Type="http://schemas.openxmlformats.org/officeDocument/2006/relationships/image" Target="../media/image71.png"/><Relationship Id="rId15" Type="http://schemas.openxmlformats.org/officeDocument/2006/relationships/image" Target="../media/image48.png"/><Relationship Id="rId23" Type="http://schemas.openxmlformats.org/officeDocument/2006/relationships/image" Target="../media/image27.png"/><Relationship Id="rId10" Type="http://schemas.openxmlformats.org/officeDocument/2006/relationships/image" Target="../media/image19.png"/><Relationship Id="rId19" Type="http://schemas.openxmlformats.org/officeDocument/2006/relationships/image" Target="../media/image52.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49.png"/><Relationship Id="rId22" Type="http://schemas.openxmlformats.org/officeDocument/2006/relationships/image" Target="../media/image26.png"/></Relationships>
</file>

<file path=ppt/slides/_rels/slide11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51.png"/><Relationship Id="rId3" Type="http://schemas.openxmlformats.org/officeDocument/2006/relationships/image" Target="../media/image14.png"/><Relationship Id="rId21" Type="http://schemas.openxmlformats.org/officeDocument/2006/relationships/image" Target="../media/image25.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54.png"/><Relationship Id="rId2" Type="http://schemas.openxmlformats.org/officeDocument/2006/relationships/notesSlide" Target="../notesSlides/notesSlide91.xml"/><Relationship Id="rId16" Type="http://schemas.openxmlformats.org/officeDocument/2006/relationships/image" Target="../media/image50.png"/><Relationship Id="rId20" Type="http://schemas.openxmlformats.org/officeDocument/2006/relationships/image" Target="../media/image5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24" Type="http://schemas.openxmlformats.org/officeDocument/2006/relationships/image" Target="../media/image28.png"/><Relationship Id="rId5" Type="http://schemas.openxmlformats.org/officeDocument/2006/relationships/image" Target="../media/image71.png"/><Relationship Id="rId15" Type="http://schemas.openxmlformats.org/officeDocument/2006/relationships/image" Target="../media/image48.png"/><Relationship Id="rId23" Type="http://schemas.openxmlformats.org/officeDocument/2006/relationships/image" Target="../media/image27.png"/><Relationship Id="rId10" Type="http://schemas.openxmlformats.org/officeDocument/2006/relationships/image" Target="../media/image19.png"/><Relationship Id="rId19" Type="http://schemas.openxmlformats.org/officeDocument/2006/relationships/image" Target="../media/image52.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49.png"/><Relationship Id="rId22" Type="http://schemas.openxmlformats.org/officeDocument/2006/relationships/image" Target="../media/image26.png"/></Relationships>
</file>

<file path=ppt/slides/_rels/slide116.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54.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92.xml"/><Relationship Id="rId16" Type="http://schemas.openxmlformats.org/officeDocument/2006/relationships/image" Target="../media/image21.png"/><Relationship Id="rId20" Type="http://schemas.openxmlformats.org/officeDocument/2006/relationships/image" Target="../media/image39.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19" Type="http://schemas.openxmlformats.org/officeDocument/2006/relationships/image" Target="../media/image56.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image" Target="../media/image13.png"/><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notesSlide" Target="../notesSlides/notesSlide93.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47.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48.png"/></Relationships>
</file>

<file path=ppt/slides/_rels/slide119.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51.png"/><Relationship Id="rId3" Type="http://schemas.openxmlformats.org/officeDocument/2006/relationships/image" Target="../media/image14.png"/><Relationship Id="rId21" Type="http://schemas.openxmlformats.org/officeDocument/2006/relationships/image" Target="../media/image25.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54.png"/><Relationship Id="rId2" Type="http://schemas.openxmlformats.org/officeDocument/2006/relationships/notesSlide" Target="../notesSlides/notesSlide94.xml"/><Relationship Id="rId16" Type="http://schemas.openxmlformats.org/officeDocument/2006/relationships/image" Target="../media/image50.png"/><Relationship Id="rId20" Type="http://schemas.openxmlformats.org/officeDocument/2006/relationships/image" Target="../media/image5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24" Type="http://schemas.openxmlformats.org/officeDocument/2006/relationships/image" Target="../media/image28.png"/><Relationship Id="rId5" Type="http://schemas.openxmlformats.org/officeDocument/2006/relationships/image" Target="../media/image71.png"/><Relationship Id="rId15" Type="http://schemas.openxmlformats.org/officeDocument/2006/relationships/image" Target="../media/image48.png"/><Relationship Id="rId23" Type="http://schemas.openxmlformats.org/officeDocument/2006/relationships/image" Target="../media/image27.png"/><Relationship Id="rId10" Type="http://schemas.openxmlformats.org/officeDocument/2006/relationships/image" Target="../media/image19.png"/><Relationship Id="rId19" Type="http://schemas.openxmlformats.org/officeDocument/2006/relationships/image" Target="../media/image52.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49.png"/><Relationship Id="rId22" Type="http://schemas.openxmlformats.org/officeDocument/2006/relationships/image" Target="../media/image26.png"/></Relationships>
</file>

<file path=ppt/slides/_rels/slide120.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95.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56.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54.png"/></Relationships>
</file>

<file path=ppt/slides/_rels/slide121.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54.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96.xml"/><Relationship Id="rId16" Type="http://schemas.openxmlformats.org/officeDocument/2006/relationships/image" Target="../media/image21.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19" Type="http://schemas.openxmlformats.org/officeDocument/2006/relationships/image" Target="../media/image56.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97.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2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98.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25.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99.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26.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26.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7.png"/><Relationship Id="rId18" Type="http://schemas.openxmlformats.org/officeDocument/2006/relationships/image" Target="../media/image13.png"/><Relationship Id="rId3" Type="http://schemas.openxmlformats.org/officeDocument/2006/relationships/tags" Target="../tags/tag29.xml"/><Relationship Id="rId21" Type="http://schemas.openxmlformats.org/officeDocument/2006/relationships/image" Target="../media/image26.png"/><Relationship Id="rId7" Type="http://schemas.openxmlformats.org/officeDocument/2006/relationships/notesSlide" Target="../notesSlides/notesSlide100.xml"/><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tags" Target="../tags/tag28.xml"/><Relationship Id="rId16" Type="http://schemas.openxmlformats.org/officeDocument/2006/relationships/image" Target="../media/image20.png"/><Relationship Id="rId20" Type="http://schemas.openxmlformats.org/officeDocument/2006/relationships/image" Target="../media/image25.png"/><Relationship Id="rId1" Type="http://schemas.openxmlformats.org/officeDocument/2006/relationships/tags" Target="../tags/tag27.xml"/><Relationship Id="rId6" Type="http://schemas.openxmlformats.org/officeDocument/2006/relationships/slideLayout" Target="../slideLayouts/slideLayout15.xml"/><Relationship Id="rId11" Type="http://schemas.openxmlformats.org/officeDocument/2006/relationships/image" Target="../media/image72.png"/><Relationship Id="rId5" Type="http://schemas.openxmlformats.org/officeDocument/2006/relationships/tags" Target="../tags/tag31.xml"/><Relationship Id="rId15" Type="http://schemas.openxmlformats.org/officeDocument/2006/relationships/image" Target="../media/image19.png"/><Relationship Id="rId23" Type="http://schemas.openxmlformats.org/officeDocument/2006/relationships/image" Target="../media/image28.png"/><Relationship Id="rId10" Type="http://schemas.openxmlformats.org/officeDocument/2006/relationships/image" Target="../media/image71.png"/><Relationship Id="rId19" Type="http://schemas.openxmlformats.org/officeDocument/2006/relationships/image" Target="../media/image50.png"/><Relationship Id="rId4" Type="http://schemas.openxmlformats.org/officeDocument/2006/relationships/tags" Target="../tags/tag30.xml"/><Relationship Id="rId9" Type="http://schemas.openxmlformats.org/officeDocument/2006/relationships/image" Target="../media/image70.png"/><Relationship Id="rId14" Type="http://schemas.openxmlformats.org/officeDocument/2006/relationships/image" Target="../media/image18.png"/><Relationship Id="rId22" Type="http://schemas.openxmlformats.org/officeDocument/2006/relationships/image" Target="../media/image27.png"/></Relationships>
</file>

<file path=ppt/slides/_rels/slide127.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notesSlide" Target="../notesSlides/notesSlide101.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slideLayout" Target="../slideLayouts/slideLayout15.xml"/><Relationship Id="rId16" Type="http://schemas.openxmlformats.org/officeDocument/2006/relationships/image" Target="../media/image56.png"/><Relationship Id="rId20" Type="http://schemas.openxmlformats.org/officeDocument/2006/relationships/image" Target="../media/image28.png"/><Relationship Id="rId1" Type="http://schemas.openxmlformats.org/officeDocument/2006/relationships/tags" Target="../tags/tag32.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13.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50.png"/></Relationships>
</file>

<file path=ppt/slides/_rels/slide128.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02.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33.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2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03.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34.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13.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50.png"/></Relationships>
</file>

<file path=ppt/slides/_rels/slide130.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7.png"/><Relationship Id="rId18" Type="http://schemas.openxmlformats.org/officeDocument/2006/relationships/image" Target="../media/image50.png"/><Relationship Id="rId3" Type="http://schemas.openxmlformats.org/officeDocument/2006/relationships/notesSlide" Target="../notesSlides/notesSlide104.xml"/><Relationship Id="rId7" Type="http://schemas.openxmlformats.org/officeDocument/2006/relationships/image" Target="../media/image27.png"/><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slideLayout" Target="../slideLayouts/slideLayout15.xml"/><Relationship Id="rId16" Type="http://schemas.openxmlformats.org/officeDocument/2006/relationships/image" Target="../media/image20.png"/><Relationship Id="rId20" Type="http://schemas.openxmlformats.org/officeDocument/2006/relationships/image" Target="../media/image87.png"/><Relationship Id="rId1" Type="http://schemas.openxmlformats.org/officeDocument/2006/relationships/tags" Target="../tags/tag35.xml"/><Relationship Id="rId6" Type="http://schemas.openxmlformats.org/officeDocument/2006/relationships/image" Target="../media/image26.png"/><Relationship Id="rId11" Type="http://schemas.openxmlformats.org/officeDocument/2006/relationships/image" Target="../media/image72.png"/><Relationship Id="rId5" Type="http://schemas.openxmlformats.org/officeDocument/2006/relationships/image" Target="../media/image25.png"/><Relationship Id="rId15" Type="http://schemas.openxmlformats.org/officeDocument/2006/relationships/image" Target="../media/image19.png"/><Relationship Id="rId10" Type="http://schemas.openxmlformats.org/officeDocument/2006/relationships/image" Target="../media/image71.png"/><Relationship Id="rId19" Type="http://schemas.openxmlformats.org/officeDocument/2006/relationships/image" Target="../media/image13.png"/><Relationship Id="rId4" Type="http://schemas.openxmlformats.org/officeDocument/2006/relationships/image" Target="../media/image14.png"/><Relationship Id="rId9" Type="http://schemas.openxmlformats.org/officeDocument/2006/relationships/image" Target="../media/image70.png"/><Relationship Id="rId14" Type="http://schemas.openxmlformats.org/officeDocument/2006/relationships/image" Target="../media/image18.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05.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3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6.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5.png"/><Relationship Id="rId2" Type="http://schemas.openxmlformats.org/officeDocument/2006/relationships/notesSlide" Target="../notesSlides/notesSlide106.xml"/><Relationship Id="rId16" Type="http://schemas.openxmlformats.org/officeDocument/2006/relationships/image" Target="../media/image33.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2.png"/><Relationship Id="rId10" Type="http://schemas.openxmlformats.org/officeDocument/2006/relationships/image" Target="../media/image19.png"/><Relationship Id="rId19" Type="http://schemas.openxmlformats.org/officeDocument/2006/relationships/image" Target="../media/image27.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88.png"/></Relationships>
</file>

<file path=ppt/slides/_rels/slide134.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07.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36.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35.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7.png"/><Relationship Id="rId18" Type="http://schemas.openxmlformats.org/officeDocument/2006/relationships/image" Target="../media/image13.png"/><Relationship Id="rId3" Type="http://schemas.openxmlformats.org/officeDocument/2006/relationships/tags" Target="../tags/tag39.xml"/><Relationship Id="rId21" Type="http://schemas.openxmlformats.org/officeDocument/2006/relationships/image" Target="../media/image26.png"/><Relationship Id="rId7" Type="http://schemas.openxmlformats.org/officeDocument/2006/relationships/notesSlide" Target="../notesSlides/notesSlide108.xml"/><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tags" Target="../tags/tag38.xml"/><Relationship Id="rId16" Type="http://schemas.openxmlformats.org/officeDocument/2006/relationships/image" Target="../media/image20.png"/><Relationship Id="rId20" Type="http://schemas.openxmlformats.org/officeDocument/2006/relationships/image" Target="../media/image25.png"/><Relationship Id="rId1" Type="http://schemas.openxmlformats.org/officeDocument/2006/relationships/tags" Target="../tags/tag37.xml"/><Relationship Id="rId6" Type="http://schemas.openxmlformats.org/officeDocument/2006/relationships/slideLayout" Target="../slideLayouts/slideLayout15.xml"/><Relationship Id="rId11" Type="http://schemas.openxmlformats.org/officeDocument/2006/relationships/image" Target="../media/image72.png"/><Relationship Id="rId5" Type="http://schemas.openxmlformats.org/officeDocument/2006/relationships/tags" Target="../tags/tag41.xml"/><Relationship Id="rId15" Type="http://schemas.openxmlformats.org/officeDocument/2006/relationships/image" Target="../media/image19.png"/><Relationship Id="rId23" Type="http://schemas.openxmlformats.org/officeDocument/2006/relationships/image" Target="../media/image28.png"/><Relationship Id="rId10" Type="http://schemas.openxmlformats.org/officeDocument/2006/relationships/image" Target="../media/image71.png"/><Relationship Id="rId19" Type="http://schemas.openxmlformats.org/officeDocument/2006/relationships/image" Target="../media/image50.png"/><Relationship Id="rId4" Type="http://schemas.openxmlformats.org/officeDocument/2006/relationships/tags" Target="../tags/tag40.xml"/><Relationship Id="rId9" Type="http://schemas.openxmlformats.org/officeDocument/2006/relationships/image" Target="../media/image70.png"/><Relationship Id="rId14" Type="http://schemas.openxmlformats.org/officeDocument/2006/relationships/image" Target="../media/image18.png"/><Relationship Id="rId22" Type="http://schemas.openxmlformats.org/officeDocument/2006/relationships/image" Target="../media/image27.png"/></Relationships>
</file>

<file path=ppt/slides/_rels/slide136.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09.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42.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37.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10.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43.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38.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5.png"/><Relationship Id="rId3" Type="http://schemas.openxmlformats.org/officeDocument/2006/relationships/image" Target="../media/image14.png"/><Relationship Id="rId21" Type="http://schemas.openxmlformats.org/officeDocument/2006/relationships/image" Target="../media/image28.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90.png"/><Relationship Id="rId2" Type="http://schemas.openxmlformats.org/officeDocument/2006/relationships/notesSlide" Target="../notesSlides/notesSlide111.xml"/><Relationship Id="rId16" Type="http://schemas.openxmlformats.org/officeDocument/2006/relationships/image" Target="../media/image89.png"/><Relationship Id="rId20"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6.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39.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92.png"/><Relationship Id="rId3" Type="http://schemas.openxmlformats.org/officeDocument/2006/relationships/image" Target="../media/image14.png"/><Relationship Id="rId21" Type="http://schemas.openxmlformats.org/officeDocument/2006/relationships/image" Target="../media/image26.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91.png"/><Relationship Id="rId2" Type="http://schemas.openxmlformats.org/officeDocument/2006/relationships/notesSlide" Target="../notesSlides/notesSlide112.xml"/><Relationship Id="rId16" Type="http://schemas.openxmlformats.org/officeDocument/2006/relationships/chart" Target="../charts/chart8.xml"/><Relationship Id="rId20"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23" Type="http://schemas.openxmlformats.org/officeDocument/2006/relationships/image" Target="../media/image28.png"/><Relationship Id="rId10" Type="http://schemas.openxmlformats.org/officeDocument/2006/relationships/image" Target="../media/image19.png"/><Relationship Id="rId19" Type="http://schemas.openxmlformats.org/officeDocument/2006/relationships/image" Target="../media/image93.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 Id="rId22" Type="http://schemas.openxmlformats.org/officeDocument/2006/relationships/image" Target="../media/image27.png"/></Relationships>
</file>

<file path=ppt/slides/_rels/slide140.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notesSlide" Target="../notesSlides/notesSlide113.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slideLayout" Target="../slideLayouts/slideLayout15.xml"/><Relationship Id="rId16" Type="http://schemas.openxmlformats.org/officeDocument/2006/relationships/image" Target="../media/image87.png"/><Relationship Id="rId20" Type="http://schemas.openxmlformats.org/officeDocument/2006/relationships/image" Target="../media/image28.png"/><Relationship Id="rId1" Type="http://schemas.openxmlformats.org/officeDocument/2006/relationships/tags" Target="../tags/tag44.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14.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4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6.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5.png"/><Relationship Id="rId2" Type="http://schemas.openxmlformats.org/officeDocument/2006/relationships/notesSlide" Target="../notesSlides/notesSlide115.xml"/><Relationship Id="rId16" Type="http://schemas.openxmlformats.org/officeDocument/2006/relationships/image" Target="../media/image33.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2.png"/><Relationship Id="rId10" Type="http://schemas.openxmlformats.org/officeDocument/2006/relationships/image" Target="../media/image19.png"/><Relationship Id="rId19" Type="http://schemas.openxmlformats.org/officeDocument/2006/relationships/image" Target="../media/image27.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88.png"/></Relationships>
</file>

<file path=ppt/slides/_rels/slide144.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16.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45.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45.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7.png"/><Relationship Id="rId18" Type="http://schemas.openxmlformats.org/officeDocument/2006/relationships/image" Target="../media/image13.png"/><Relationship Id="rId3" Type="http://schemas.openxmlformats.org/officeDocument/2006/relationships/tags" Target="../tags/tag48.xml"/><Relationship Id="rId21" Type="http://schemas.openxmlformats.org/officeDocument/2006/relationships/image" Target="../media/image26.png"/><Relationship Id="rId7" Type="http://schemas.openxmlformats.org/officeDocument/2006/relationships/notesSlide" Target="../notesSlides/notesSlide117.xml"/><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tags" Target="../tags/tag47.xml"/><Relationship Id="rId16" Type="http://schemas.openxmlformats.org/officeDocument/2006/relationships/image" Target="../media/image20.png"/><Relationship Id="rId20" Type="http://schemas.openxmlformats.org/officeDocument/2006/relationships/image" Target="../media/image25.png"/><Relationship Id="rId1" Type="http://schemas.openxmlformats.org/officeDocument/2006/relationships/tags" Target="../tags/tag46.xml"/><Relationship Id="rId6" Type="http://schemas.openxmlformats.org/officeDocument/2006/relationships/slideLayout" Target="../slideLayouts/slideLayout15.xml"/><Relationship Id="rId11" Type="http://schemas.openxmlformats.org/officeDocument/2006/relationships/image" Target="../media/image72.png"/><Relationship Id="rId5" Type="http://schemas.openxmlformats.org/officeDocument/2006/relationships/tags" Target="../tags/tag50.xml"/><Relationship Id="rId15" Type="http://schemas.openxmlformats.org/officeDocument/2006/relationships/image" Target="../media/image19.png"/><Relationship Id="rId23" Type="http://schemas.openxmlformats.org/officeDocument/2006/relationships/image" Target="../media/image28.png"/><Relationship Id="rId10" Type="http://schemas.openxmlformats.org/officeDocument/2006/relationships/image" Target="../media/image71.png"/><Relationship Id="rId19" Type="http://schemas.openxmlformats.org/officeDocument/2006/relationships/image" Target="../media/image50.png"/><Relationship Id="rId4" Type="http://schemas.openxmlformats.org/officeDocument/2006/relationships/tags" Target="../tags/tag49.xml"/><Relationship Id="rId9" Type="http://schemas.openxmlformats.org/officeDocument/2006/relationships/image" Target="../media/image70.png"/><Relationship Id="rId14" Type="http://schemas.openxmlformats.org/officeDocument/2006/relationships/image" Target="../media/image18.png"/><Relationship Id="rId22" Type="http://schemas.openxmlformats.org/officeDocument/2006/relationships/image" Target="../media/image27.png"/></Relationships>
</file>

<file path=ppt/slides/_rels/slide146.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18.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51.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47.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19.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52.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48.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20.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53.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61.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4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notesSlide" Target="../notesSlides/notesSlide121.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slideLayout" Target="../slideLayouts/slideLayout15.xml"/><Relationship Id="rId16" Type="http://schemas.openxmlformats.org/officeDocument/2006/relationships/image" Target="../media/image62.png"/><Relationship Id="rId20" Type="http://schemas.openxmlformats.org/officeDocument/2006/relationships/image" Target="../media/image28.png"/><Relationship Id="rId1" Type="http://schemas.openxmlformats.org/officeDocument/2006/relationships/tags" Target="../tags/tag54.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61.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50.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chart" Target="../charts/chart11.xml"/><Relationship Id="rId3" Type="http://schemas.openxmlformats.org/officeDocument/2006/relationships/notesSlide" Target="../notesSlides/notesSlide122.xml"/><Relationship Id="rId21" Type="http://schemas.openxmlformats.org/officeDocument/2006/relationships/image" Target="../media/image26.png"/><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chart" Target="../charts/chart10.xml"/><Relationship Id="rId2" Type="http://schemas.openxmlformats.org/officeDocument/2006/relationships/slideLayout" Target="../slideLayouts/slideLayout15.xml"/><Relationship Id="rId16" Type="http://schemas.openxmlformats.org/officeDocument/2006/relationships/image" Target="../media/image64.png"/><Relationship Id="rId20" Type="http://schemas.openxmlformats.org/officeDocument/2006/relationships/image" Target="../media/image25.png"/><Relationship Id="rId1" Type="http://schemas.openxmlformats.org/officeDocument/2006/relationships/tags" Target="../tags/tag55.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chart" Target="../charts/chart9.xml"/><Relationship Id="rId23" Type="http://schemas.openxmlformats.org/officeDocument/2006/relationships/image" Target="../media/image28.png"/><Relationship Id="rId10" Type="http://schemas.openxmlformats.org/officeDocument/2006/relationships/image" Target="../media/image18.png"/><Relationship Id="rId19" Type="http://schemas.openxmlformats.org/officeDocument/2006/relationships/image" Target="../media/image65.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 Id="rId22" Type="http://schemas.openxmlformats.org/officeDocument/2006/relationships/image" Target="../media/image27.png"/></Relationships>
</file>

<file path=ppt/slides/_rels/slide151.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chart" Target="../charts/chart13.xml"/><Relationship Id="rId3" Type="http://schemas.openxmlformats.org/officeDocument/2006/relationships/notesSlide" Target="../notesSlides/notesSlide123.xml"/><Relationship Id="rId21" Type="http://schemas.openxmlformats.org/officeDocument/2006/relationships/image" Target="../media/image26.png"/><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64.png"/><Relationship Id="rId2" Type="http://schemas.openxmlformats.org/officeDocument/2006/relationships/slideLayout" Target="../slideLayouts/slideLayout15.xml"/><Relationship Id="rId16" Type="http://schemas.openxmlformats.org/officeDocument/2006/relationships/chart" Target="../charts/chart12.xml"/><Relationship Id="rId20" Type="http://schemas.openxmlformats.org/officeDocument/2006/relationships/image" Target="../media/image25.png"/><Relationship Id="rId1" Type="http://schemas.openxmlformats.org/officeDocument/2006/relationships/tags" Target="../tags/tag56.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61.png"/><Relationship Id="rId23" Type="http://schemas.openxmlformats.org/officeDocument/2006/relationships/image" Target="../media/image28.png"/><Relationship Id="rId10" Type="http://schemas.openxmlformats.org/officeDocument/2006/relationships/image" Target="../media/image18.png"/><Relationship Id="rId19" Type="http://schemas.openxmlformats.org/officeDocument/2006/relationships/image" Target="../media/image65.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 Id="rId22" Type="http://schemas.openxmlformats.org/officeDocument/2006/relationships/image" Target="../media/image27.png"/></Relationships>
</file>

<file path=ppt/slides/_rels/slide152.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7.png"/><Relationship Id="rId18" Type="http://schemas.openxmlformats.org/officeDocument/2006/relationships/image" Target="../media/image13.png"/><Relationship Id="rId3" Type="http://schemas.openxmlformats.org/officeDocument/2006/relationships/notesSlide" Target="../notesSlides/notesSlide124.xml"/><Relationship Id="rId7" Type="http://schemas.openxmlformats.org/officeDocument/2006/relationships/image" Target="../media/image27.png"/><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slideLayout" Target="../slideLayouts/slideLayout15.xml"/><Relationship Id="rId16" Type="http://schemas.openxmlformats.org/officeDocument/2006/relationships/image" Target="../media/image20.png"/><Relationship Id="rId1" Type="http://schemas.openxmlformats.org/officeDocument/2006/relationships/tags" Target="../tags/tag57.xml"/><Relationship Id="rId6" Type="http://schemas.openxmlformats.org/officeDocument/2006/relationships/image" Target="../media/image26.png"/><Relationship Id="rId11" Type="http://schemas.openxmlformats.org/officeDocument/2006/relationships/image" Target="../media/image72.png"/><Relationship Id="rId5" Type="http://schemas.openxmlformats.org/officeDocument/2006/relationships/image" Target="../media/image25.png"/><Relationship Id="rId15" Type="http://schemas.openxmlformats.org/officeDocument/2006/relationships/image" Target="../media/image19.png"/><Relationship Id="rId10" Type="http://schemas.openxmlformats.org/officeDocument/2006/relationships/image" Target="../media/image71.png"/><Relationship Id="rId19" Type="http://schemas.openxmlformats.org/officeDocument/2006/relationships/image" Target="../media/image87.png"/><Relationship Id="rId4" Type="http://schemas.openxmlformats.org/officeDocument/2006/relationships/image" Target="../media/image14.png"/><Relationship Id="rId9" Type="http://schemas.openxmlformats.org/officeDocument/2006/relationships/image" Target="../media/image70.png"/><Relationship Id="rId14" Type="http://schemas.openxmlformats.org/officeDocument/2006/relationships/image" Target="../media/image18.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25.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5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26.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56.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27.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58.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57.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7.png"/><Relationship Id="rId18" Type="http://schemas.openxmlformats.org/officeDocument/2006/relationships/image" Target="../media/image13.png"/><Relationship Id="rId3" Type="http://schemas.openxmlformats.org/officeDocument/2006/relationships/tags" Target="../tags/tag61.xml"/><Relationship Id="rId21" Type="http://schemas.openxmlformats.org/officeDocument/2006/relationships/image" Target="../media/image26.png"/><Relationship Id="rId7" Type="http://schemas.openxmlformats.org/officeDocument/2006/relationships/notesSlide" Target="../notesSlides/notesSlide128.xml"/><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tags" Target="../tags/tag60.xml"/><Relationship Id="rId16" Type="http://schemas.openxmlformats.org/officeDocument/2006/relationships/image" Target="../media/image20.png"/><Relationship Id="rId20" Type="http://schemas.openxmlformats.org/officeDocument/2006/relationships/image" Target="../media/image25.png"/><Relationship Id="rId1" Type="http://schemas.openxmlformats.org/officeDocument/2006/relationships/tags" Target="../tags/tag59.xml"/><Relationship Id="rId6" Type="http://schemas.openxmlformats.org/officeDocument/2006/relationships/slideLayout" Target="../slideLayouts/slideLayout15.xml"/><Relationship Id="rId11" Type="http://schemas.openxmlformats.org/officeDocument/2006/relationships/image" Target="../media/image72.png"/><Relationship Id="rId5" Type="http://schemas.openxmlformats.org/officeDocument/2006/relationships/tags" Target="../tags/tag63.xml"/><Relationship Id="rId15" Type="http://schemas.openxmlformats.org/officeDocument/2006/relationships/image" Target="../media/image19.png"/><Relationship Id="rId23" Type="http://schemas.openxmlformats.org/officeDocument/2006/relationships/image" Target="../media/image28.png"/><Relationship Id="rId10" Type="http://schemas.openxmlformats.org/officeDocument/2006/relationships/image" Target="../media/image71.png"/><Relationship Id="rId19" Type="http://schemas.openxmlformats.org/officeDocument/2006/relationships/image" Target="../media/image50.png"/><Relationship Id="rId4" Type="http://schemas.openxmlformats.org/officeDocument/2006/relationships/tags" Target="../tags/tag62.xml"/><Relationship Id="rId9" Type="http://schemas.openxmlformats.org/officeDocument/2006/relationships/image" Target="../media/image70.png"/><Relationship Id="rId14" Type="http://schemas.openxmlformats.org/officeDocument/2006/relationships/image" Target="../media/image18.png"/><Relationship Id="rId22" Type="http://schemas.openxmlformats.org/officeDocument/2006/relationships/image" Target="../media/image27.png"/></Relationships>
</file>

<file path=ppt/slides/_rels/slide158.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29.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64.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5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30.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65.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60.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notesSlide" Target="../notesSlides/notesSlide131.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slideLayout" Target="../slideLayouts/slideLayout15.xml"/><Relationship Id="rId16" Type="http://schemas.openxmlformats.org/officeDocument/2006/relationships/image" Target="../media/image87.png"/><Relationship Id="rId20" Type="http://schemas.openxmlformats.org/officeDocument/2006/relationships/image" Target="../media/image28.png"/><Relationship Id="rId1" Type="http://schemas.openxmlformats.org/officeDocument/2006/relationships/tags" Target="../tags/tag66.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61.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13.png"/><Relationship Id="rId3" Type="http://schemas.openxmlformats.org/officeDocument/2006/relationships/notesSlide" Target="../notesSlides/notesSlide132.xml"/><Relationship Id="rId21" Type="http://schemas.openxmlformats.org/officeDocument/2006/relationships/image" Target="../media/image25.png"/><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86.png"/><Relationship Id="rId2" Type="http://schemas.openxmlformats.org/officeDocument/2006/relationships/slideLayout" Target="../slideLayouts/slideLayout15.xml"/><Relationship Id="rId16" Type="http://schemas.openxmlformats.org/officeDocument/2006/relationships/image" Target="../media/image56.png"/><Relationship Id="rId20" Type="http://schemas.openxmlformats.org/officeDocument/2006/relationships/image" Target="../media/image94.png"/><Relationship Id="rId1" Type="http://schemas.openxmlformats.org/officeDocument/2006/relationships/tags" Target="../tags/tag67.xml"/><Relationship Id="rId6" Type="http://schemas.openxmlformats.org/officeDocument/2006/relationships/image" Target="../media/image71.png"/><Relationship Id="rId11" Type="http://schemas.openxmlformats.org/officeDocument/2006/relationships/image" Target="../media/image19.png"/><Relationship Id="rId24" Type="http://schemas.openxmlformats.org/officeDocument/2006/relationships/image" Target="../media/image28.png"/><Relationship Id="rId5" Type="http://schemas.openxmlformats.org/officeDocument/2006/relationships/image" Target="../media/image70.png"/><Relationship Id="rId15" Type="http://schemas.openxmlformats.org/officeDocument/2006/relationships/image" Target="../media/image54.png"/><Relationship Id="rId23" Type="http://schemas.openxmlformats.org/officeDocument/2006/relationships/image" Target="../media/image27.png"/><Relationship Id="rId10" Type="http://schemas.openxmlformats.org/officeDocument/2006/relationships/image" Target="../media/image18.png"/><Relationship Id="rId19" Type="http://schemas.openxmlformats.org/officeDocument/2006/relationships/image" Target="../media/image55.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50.png"/><Relationship Id="rId22" Type="http://schemas.openxmlformats.org/officeDocument/2006/relationships/image" Target="../media/image26.png"/></Relationships>
</file>

<file path=ppt/slides/_rels/slide16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94.png"/><Relationship Id="rId3" Type="http://schemas.openxmlformats.org/officeDocument/2006/relationships/image" Target="../media/image14.png"/><Relationship Id="rId21" Type="http://schemas.openxmlformats.org/officeDocument/2006/relationships/image" Target="../media/image27.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55.png"/><Relationship Id="rId2" Type="http://schemas.openxmlformats.org/officeDocument/2006/relationships/notesSlide" Target="../notesSlides/notesSlide133.xml"/><Relationship Id="rId16" Type="http://schemas.openxmlformats.org/officeDocument/2006/relationships/image" Target="../media/image86.png"/><Relationship Id="rId20" Type="http://schemas.openxmlformats.org/officeDocument/2006/relationships/image" Target="../media/image26.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56.png"/><Relationship Id="rId10" Type="http://schemas.openxmlformats.org/officeDocument/2006/relationships/image" Target="../media/image19.png"/><Relationship Id="rId19" Type="http://schemas.openxmlformats.org/officeDocument/2006/relationships/image" Target="../media/image25.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54.png"/><Relationship Id="rId22" Type="http://schemas.openxmlformats.org/officeDocument/2006/relationships/image" Target="../media/image28.png"/></Relationships>
</file>

<file path=ppt/slides/_rels/slide163.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54.png"/><Relationship Id="rId3" Type="http://schemas.openxmlformats.org/officeDocument/2006/relationships/image" Target="../media/image14.png"/><Relationship Id="rId21" Type="http://schemas.openxmlformats.org/officeDocument/2006/relationships/image" Target="../media/image9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134.xml"/><Relationship Id="rId16" Type="http://schemas.openxmlformats.org/officeDocument/2006/relationships/image" Target="../media/image21.png"/><Relationship Id="rId20" Type="http://schemas.openxmlformats.org/officeDocument/2006/relationships/image" Target="../media/image55.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19" Type="http://schemas.openxmlformats.org/officeDocument/2006/relationships/image" Target="../media/image86.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35.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66.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36.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67.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notesSlide" Target="../notesSlides/notesSlide137.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slideLayout" Target="../slideLayouts/slideLayout15.xml"/><Relationship Id="rId16" Type="http://schemas.openxmlformats.org/officeDocument/2006/relationships/image" Target="../media/image68.png"/><Relationship Id="rId20" Type="http://schemas.openxmlformats.org/officeDocument/2006/relationships/image" Target="../media/image28.png"/><Relationship Id="rId1" Type="http://schemas.openxmlformats.org/officeDocument/2006/relationships/tags" Target="../tags/tag68.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68.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38.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20" Type="http://schemas.openxmlformats.org/officeDocument/2006/relationships/image" Target="../media/image68.png"/><Relationship Id="rId1" Type="http://schemas.openxmlformats.org/officeDocument/2006/relationships/tags" Target="../tags/tag69.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6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39.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70.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70.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6.png"/><Relationship Id="rId3" Type="http://schemas.openxmlformats.org/officeDocument/2006/relationships/notesSlide" Target="../notesSlides/notesSlide140.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5.png"/><Relationship Id="rId2" Type="http://schemas.openxmlformats.org/officeDocument/2006/relationships/slideLayout" Target="../slideLayouts/slideLayout15.xml"/><Relationship Id="rId16" Type="http://schemas.openxmlformats.org/officeDocument/2006/relationships/image" Target="../media/image68.png"/><Relationship Id="rId20" Type="http://schemas.openxmlformats.org/officeDocument/2006/relationships/image" Target="../media/image28.png"/><Relationship Id="rId1" Type="http://schemas.openxmlformats.org/officeDocument/2006/relationships/tags" Target="../tags/tag71.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50.png"/><Relationship Id="rId10" Type="http://schemas.openxmlformats.org/officeDocument/2006/relationships/image" Target="../media/image18.png"/><Relationship Id="rId19" Type="http://schemas.openxmlformats.org/officeDocument/2006/relationships/image" Target="../media/image27.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71.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7.png"/><Relationship Id="rId18" Type="http://schemas.openxmlformats.org/officeDocument/2006/relationships/image" Target="../media/image13.png"/><Relationship Id="rId3" Type="http://schemas.openxmlformats.org/officeDocument/2006/relationships/notesSlide" Target="../notesSlides/notesSlide141.xml"/><Relationship Id="rId7" Type="http://schemas.openxmlformats.org/officeDocument/2006/relationships/image" Target="../media/image27.png"/><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slideLayout" Target="../slideLayouts/slideLayout15.xml"/><Relationship Id="rId16" Type="http://schemas.openxmlformats.org/officeDocument/2006/relationships/image" Target="../media/image20.png"/><Relationship Id="rId20" Type="http://schemas.openxmlformats.org/officeDocument/2006/relationships/image" Target="../media/image87.png"/><Relationship Id="rId1" Type="http://schemas.openxmlformats.org/officeDocument/2006/relationships/tags" Target="../tags/tag72.xml"/><Relationship Id="rId6" Type="http://schemas.openxmlformats.org/officeDocument/2006/relationships/image" Target="../media/image26.png"/><Relationship Id="rId11" Type="http://schemas.openxmlformats.org/officeDocument/2006/relationships/image" Target="../media/image72.png"/><Relationship Id="rId5" Type="http://schemas.openxmlformats.org/officeDocument/2006/relationships/image" Target="../media/image25.png"/><Relationship Id="rId15" Type="http://schemas.openxmlformats.org/officeDocument/2006/relationships/image" Target="../media/image19.png"/><Relationship Id="rId10" Type="http://schemas.openxmlformats.org/officeDocument/2006/relationships/image" Target="../media/image71.png"/><Relationship Id="rId19" Type="http://schemas.openxmlformats.org/officeDocument/2006/relationships/image" Target="../media/image50.png"/><Relationship Id="rId4" Type="http://schemas.openxmlformats.org/officeDocument/2006/relationships/image" Target="../media/image14.png"/><Relationship Id="rId9" Type="http://schemas.openxmlformats.org/officeDocument/2006/relationships/image" Target="../media/image70.png"/><Relationship Id="rId14" Type="http://schemas.openxmlformats.org/officeDocument/2006/relationships/image" Target="../media/image18.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42.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7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6.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5.png"/><Relationship Id="rId2" Type="http://schemas.openxmlformats.org/officeDocument/2006/relationships/notesSlide" Target="../notesSlides/notesSlide143.xml"/><Relationship Id="rId16" Type="http://schemas.openxmlformats.org/officeDocument/2006/relationships/image" Target="../media/image88.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7.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175.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44.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73.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76.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45.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74.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77.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46.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75.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78.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7.png"/><Relationship Id="rId18" Type="http://schemas.openxmlformats.org/officeDocument/2006/relationships/image" Target="../media/image13.png"/><Relationship Id="rId3" Type="http://schemas.openxmlformats.org/officeDocument/2006/relationships/tags" Target="../tags/tag78.xml"/><Relationship Id="rId21" Type="http://schemas.openxmlformats.org/officeDocument/2006/relationships/image" Target="../media/image27.png"/><Relationship Id="rId7" Type="http://schemas.openxmlformats.org/officeDocument/2006/relationships/notesSlide" Target="../notesSlides/notesSlide147.xml"/><Relationship Id="rId12" Type="http://schemas.openxmlformats.org/officeDocument/2006/relationships/image" Target="../media/image23.png"/><Relationship Id="rId17" Type="http://schemas.openxmlformats.org/officeDocument/2006/relationships/image" Target="../media/image21.png"/><Relationship Id="rId2" Type="http://schemas.openxmlformats.org/officeDocument/2006/relationships/tags" Target="../tags/tag77.xml"/><Relationship Id="rId16" Type="http://schemas.openxmlformats.org/officeDocument/2006/relationships/image" Target="../media/image20.png"/><Relationship Id="rId20" Type="http://schemas.openxmlformats.org/officeDocument/2006/relationships/image" Target="../media/image26.png"/><Relationship Id="rId1" Type="http://schemas.openxmlformats.org/officeDocument/2006/relationships/tags" Target="../tags/tag76.xml"/><Relationship Id="rId6" Type="http://schemas.openxmlformats.org/officeDocument/2006/relationships/slideLayout" Target="../slideLayouts/slideLayout15.xml"/><Relationship Id="rId11" Type="http://schemas.openxmlformats.org/officeDocument/2006/relationships/image" Target="../media/image72.png"/><Relationship Id="rId5" Type="http://schemas.openxmlformats.org/officeDocument/2006/relationships/tags" Target="../tags/tag80.xml"/><Relationship Id="rId15" Type="http://schemas.openxmlformats.org/officeDocument/2006/relationships/image" Target="../media/image19.png"/><Relationship Id="rId10" Type="http://schemas.openxmlformats.org/officeDocument/2006/relationships/image" Target="../media/image71.png"/><Relationship Id="rId19" Type="http://schemas.openxmlformats.org/officeDocument/2006/relationships/image" Target="../media/image25.png"/><Relationship Id="rId4" Type="http://schemas.openxmlformats.org/officeDocument/2006/relationships/tags" Target="../tags/tag79.xml"/><Relationship Id="rId9" Type="http://schemas.openxmlformats.org/officeDocument/2006/relationships/image" Target="../media/image70.png"/><Relationship Id="rId14" Type="http://schemas.openxmlformats.org/officeDocument/2006/relationships/image" Target="../media/image18.png"/><Relationship Id="rId22" Type="http://schemas.openxmlformats.org/officeDocument/2006/relationships/image" Target="../media/image28.png"/></Relationships>
</file>

<file path=ppt/slides/_rels/slide17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48.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81.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80.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7.png"/><Relationship Id="rId3" Type="http://schemas.openxmlformats.org/officeDocument/2006/relationships/notesSlide" Target="../notesSlides/notesSlide149.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6.png"/><Relationship Id="rId2" Type="http://schemas.openxmlformats.org/officeDocument/2006/relationships/slideLayout" Target="../slideLayouts/slideLayout15.xml"/><Relationship Id="rId16" Type="http://schemas.openxmlformats.org/officeDocument/2006/relationships/image" Target="../media/image25.png"/><Relationship Id="rId1" Type="http://schemas.openxmlformats.org/officeDocument/2006/relationships/tags" Target="../tags/tag82.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87.png"/><Relationship Id="rId10" Type="http://schemas.openxmlformats.org/officeDocument/2006/relationships/image" Target="../media/image18.png"/><Relationship Id="rId19" Type="http://schemas.openxmlformats.org/officeDocument/2006/relationships/image" Target="../media/image2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181.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84.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83.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50.xml"/><Relationship Id="rId9" Type="http://schemas.openxmlformats.org/officeDocument/2006/relationships/image" Target="../media/image23.png"/><Relationship Id="rId14" Type="http://schemas.openxmlformats.org/officeDocument/2006/relationships/image" Target="../media/image21.png"/></Relationships>
</file>

<file path=ppt/slides/_rels/slide182.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5.png"/><Relationship Id="rId3" Type="http://schemas.openxmlformats.org/officeDocument/2006/relationships/slideLayout" Target="../slideLayouts/slideLayout15.xml"/><Relationship Id="rId21" Type="http://schemas.openxmlformats.org/officeDocument/2006/relationships/image" Target="../media/image28.png"/><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56.png"/><Relationship Id="rId2" Type="http://schemas.openxmlformats.org/officeDocument/2006/relationships/tags" Target="../tags/tag86.xml"/><Relationship Id="rId16" Type="http://schemas.openxmlformats.org/officeDocument/2006/relationships/image" Target="../media/image50.png"/><Relationship Id="rId20" Type="http://schemas.openxmlformats.org/officeDocument/2006/relationships/image" Target="../media/image27.png"/><Relationship Id="rId1" Type="http://schemas.openxmlformats.org/officeDocument/2006/relationships/tags" Target="../tags/tag85.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6.png"/><Relationship Id="rId4" Type="http://schemas.openxmlformats.org/officeDocument/2006/relationships/notesSlide" Target="../notesSlides/notesSlide151.xml"/><Relationship Id="rId9" Type="http://schemas.openxmlformats.org/officeDocument/2006/relationships/image" Target="../media/image23.png"/><Relationship Id="rId14" Type="http://schemas.openxmlformats.org/officeDocument/2006/relationships/image" Target="../media/image21.png"/></Relationships>
</file>

<file path=ppt/slides/_rels/slide183.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88.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87.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52.xml"/><Relationship Id="rId9" Type="http://schemas.openxmlformats.org/officeDocument/2006/relationships/image" Target="../media/image23.png"/><Relationship Id="rId14" Type="http://schemas.openxmlformats.org/officeDocument/2006/relationships/image" Target="../media/image21.png"/></Relationships>
</file>

<file path=ppt/slides/_rels/slide184.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90.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89.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53.xml"/><Relationship Id="rId9" Type="http://schemas.openxmlformats.org/officeDocument/2006/relationships/image" Target="../media/image23.png"/><Relationship Id="rId14" Type="http://schemas.openxmlformats.org/officeDocument/2006/relationships/image" Target="../media/image21.png"/></Relationships>
</file>

<file path=ppt/slides/_rels/slide185.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92.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91.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54.xml"/><Relationship Id="rId9" Type="http://schemas.openxmlformats.org/officeDocument/2006/relationships/image" Target="../media/image23.png"/><Relationship Id="rId14" Type="http://schemas.openxmlformats.org/officeDocument/2006/relationships/image" Target="../media/image21.png"/></Relationships>
</file>

<file path=ppt/slides/_rels/slide186.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90.png"/><Relationship Id="rId3" Type="http://schemas.openxmlformats.org/officeDocument/2006/relationships/slideLayout" Target="../slideLayouts/slideLayout15.xml"/><Relationship Id="rId21" Type="http://schemas.openxmlformats.org/officeDocument/2006/relationships/image" Target="../media/image27.png"/><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89.png"/><Relationship Id="rId2" Type="http://schemas.openxmlformats.org/officeDocument/2006/relationships/tags" Target="../tags/tag94.xml"/><Relationship Id="rId16" Type="http://schemas.openxmlformats.org/officeDocument/2006/relationships/image" Target="../media/image50.png"/><Relationship Id="rId20" Type="http://schemas.openxmlformats.org/officeDocument/2006/relationships/image" Target="../media/image26.png"/><Relationship Id="rId1" Type="http://schemas.openxmlformats.org/officeDocument/2006/relationships/tags" Target="../tags/tag93.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5.png"/><Relationship Id="rId4" Type="http://schemas.openxmlformats.org/officeDocument/2006/relationships/notesSlide" Target="../notesSlides/notesSlide155.xml"/><Relationship Id="rId9" Type="http://schemas.openxmlformats.org/officeDocument/2006/relationships/image" Target="../media/image23.png"/><Relationship Id="rId14" Type="http://schemas.openxmlformats.org/officeDocument/2006/relationships/image" Target="../media/image21.png"/><Relationship Id="rId22" Type="http://schemas.openxmlformats.org/officeDocument/2006/relationships/image" Target="../media/image28.png"/></Relationships>
</file>

<file path=ppt/slides/_rels/slide187.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96.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95.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56.xml"/><Relationship Id="rId9" Type="http://schemas.openxmlformats.org/officeDocument/2006/relationships/image" Target="../media/image23.png"/><Relationship Id="rId14" Type="http://schemas.openxmlformats.org/officeDocument/2006/relationships/image" Target="../media/image21.png"/></Relationships>
</file>

<file path=ppt/slides/_rels/slide188.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98.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97.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57.xml"/><Relationship Id="rId9" Type="http://schemas.openxmlformats.org/officeDocument/2006/relationships/image" Target="../media/image23.png"/><Relationship Id="rId14" Type="http://schemas.openxmlformats.org/officeDocument/2006/relationships/image" Target="../media/image21.png"/></Relationships>
</file>

<file path=ppt/slides/_rels/slide189.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91.png"/><Relationship Id="rId3" Type="http://schemas.openxmlformats.org/officeDocument/2006/relationships/slideLayout" Target="../slideLayouts/slideLayout15.xml"/><Relationship Id="rId21" Type="http://schemas.openxmlformats.org/officeDocument/2006/relationships/image" Target="../media/image25.png"/><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chart" Target="../charts/chart14.xml"/><Relationship Id="rId2" Type="http://schemas.openxmlformats.org/officeDocument/2006/relationships/tags" Target="../tags/tag100.xml"/><Relationship Id="rId16" Type="http://schemas.openxmlformats.org/officeDocument/2006/relationships/image" Target="../media/image50.png"/><Relationship Id="rId20" Type="http://schemas.openxmlformats.org/officeDocument/2006/relationships/image" Target="../media/image93.png"/><Relationship Id="rId1" Type="http://schemas.openxmlformats.org/officeDocument/2006/relationships/tags" Target="../tags/tag99.xml"/><Relationship Id="rId6" Type="http://schemas.openxmlformats.org/officeDocument/2006/relationships/image" Target="../media/image70.png"/><Relationship Id="rId11" Type="http://schemas.openxmlformats.org/officeDocument/2006/relationships/image" Target="../media/image18.png"/><Relationship Id="rId24" Type="http://schemas.openxmlformats.org/officeDocument/2006/relationships/image" Target="../media/image28.png"/><Relationship Id="rId5" Type="http://schemas.openxmlformats.org/officeDocument/2006/relationships/image" Target="../media/image14.png"/><Relationship Id="rId15" Type="http://schemas.openxmlformats.org/officeDocument/2006/relationships/image" Target="../media/image13.png"/><Relationship Id="rId23" Type="http://schemas.openxmlformats.org/officeDocument/2006/relationships/image" Target="../media/image27.png"/><Relationship Id="rId10" Type="http://schemas.openxmlformats.org/officeDocument/2006/relationships/image" Target="../media/image17.png"/><Relationship Id="rId19" Type="http://schemas.openxmlformats.org/officeDocument/2006/relationships/image" Target="../media/image92.png"/><Relationship Id="rId4" Type="http://schemas.openxmlformats.org/officeDocument/2006/relationships/notesSlide" Target="../notesSlides/notesSlide158.xml"/><Relationship Id="rId9" Type="http://schemas.openxmlformats.org/officeDocument/2006/relationships/image" Target="../media/image23.png"/><Relationship Id="rId14" Type="http://schemas.openxmlformats.org/officeDocument/2006/relationships/image" Target="../media/image21.png"/><Relationship Id="rId22" Type="http://schemas.openxmlformats.org/officeDocument/2006/relationships/image" Target="../media/image26.png"/></Relationships>
</file>

<file path=ppt/slides/_rels/slide190.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59.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191.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54.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160.xml"/><Relationship Id="rId16" Type="http://schemas.openxmlformats.org/officeDocument/2006/relationships/image" Target="../media/image21.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19" Type="http://schemas.openxmlformats.org/officeDocument/2006/relationships/image" Target="../media/image43.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192.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50.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161.xml"/><Relationship Id="rId16" Type="http://schemas.openxmlformats.org/officeDocument/2006/relationships/image" Target="../media/image21.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19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62.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19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63.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195.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102.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101.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64.xml"/><Relationship Id="rId9" Type="http://schemas.openxmlformats.org/officeDocument/2006/relationships/image" Target="../media/image23.png"/><Relationship Id="rId14" Type="http://schemas.openxmlformats.org/officeDocument/2006/relationships/image" Target="../media/image21.png"/></Relationships>
</file>

<file path=ppt/slides/_rels/slide196.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90.png"/><Relationship Id="rId3" Type="http://schemas.openxmlformats.org/officeDocument/2006/relationships/slideLayout" Target="../slideLayouts/slideLayout15.xml"/><Relationship Id="rId21" Type="http://schemas.openxmlformats.org/officeDocument/2006/relationships/image" Target="../media/image27.png"/><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89.png"/><Relationship Id="rId2" Type="http://schemas.openxmlformats.org/officeDocument/2006/relationships/tags" Target="../tags/tag104.xml"/><Relationship Id="rId16" Type="http://schemas.openxmlformats.org/officeDocument/2006/relationships/image" Target="../media/image50.png"/><Relationship Id="rId20" Type="http://schemas.openxmlformats.org/officeDocument/2006/relationships/image" Target="../media/image26.png"/><Relationship Id="rId1" Type="http://schemas.openxmlformats.org/officeDocument/2006/relationships/tags" Target="../tags/tag103.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5.png"/><Relationship Id="rId4" Type="http://schemas.openxmlformats.org/officeDocument/2006/relationships/notesSlide" Target="../notesSlides/notesSlide165.xml"/><Relationship Id="rId9" Type="http://schemas.openxmlformats.org/officeDocument/2006/relationships/image" Target="../media/image23.png"/><Relationship Id="rId14" Type="http://schemas.openxmlformats.org/officeDocument/2006/relationships/image" Target="../media/image21.png"/><Relationship Id="rId22" Type="http://schemas.openxmlformats.org/officeDocument/2006/relationships/image" Target="../media/image28.png"/></Relationships>
</file>

<file path=ppt/slides/_rels/slide197.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106.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105.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66.xml"/><Relationship Id="rId9" Type="http://schemas.openxmlformats.org/officeDocument/2006/relationships/image" Target="../media/image23.png"/><Relationship Id="rId14" Type="http://schemas.openxmlformats.org/officeDocument/2006/relationships/image" Target="../media/image21.png"/></Relationships>
</file>

<file path=ppt/slides/_rels/slide198.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20.png"/><Relationship Id="rId18" Type="http://schemas.openxmlformats.org/officeDocument/2006/relationships/image" Target="../media/image26.png"/><Relationship Id="rId3" Type="http://schemas.openxmlformats.org/officeDocument/2006/relationships/slideLayout" Target="../slideLayouts/slideLayout15.xml"/><Relationship Id="rId7" Type="http://schemas.openxmlformats.org/officeDocument/2006/relationships/image" Target="../media/image71.png"/><Relationship Id="rId12" Type="http://schemas.openxmlformats.org/officeDocument/2006/relationships/image" Target="../media/image19.png"/><Relationship Id="rId17" Type="http://schemas.openxmlformats.org/officeDocument/2006/relationships/image" Target="../media/image25.png"/><Relationship Id="rId2" Type="http://schemas.openxmlformats.org/officeDocument/2006/relationships/tags" Target="../tags/tag108.xml"/><Relationship Id="rId16" Type="http://schemas.openxmlformats.org/officeDocument/2006/relationships/image" Target="../media/image50.png"/><Relationship Id="rId20" Type="http://schemas.openxmlformats.org/officeDocument/2006/relationships/image" Target="../media/image28.png"/><Relationship Id="rId1" Type="http://schemas.openxmlformats.org/officeDocument/2006/relationships/tags" Target="../tags/tag107.xml"/><Relationship Id="rId6" Type="http://schemas.openxmlformats.org/officeDocument/2006/relationships/image" Target="../media/image70.png"/><Relationship Id="rId11" Type="http://schemas.openxmlformats.org/officeDocument/2006/relationships/image" Target="../media/image18.png"/><Relationship Id="rId5" Type="http://schemas.openxmlformats.org/officeDocument/2006/relationships/image" Target="../media/image14.png"/><Relationship Id="rId15" Type="http://schemas.openxmlformats.org/officeDocument/2006/relationships/image" Target="../media/image13.png"/><Relationship Id="rId10" Type="http://schemas.openxmlformats.org/officeDocument/2006/relationships/image" Target="../media/image17.png"/><Relationship Id="rId19" Type="http://schemas.openxmlformats.org/officeDocument/2006/relationships/image" Target="../media/image27.png"/><Relationship Id="rId4" Type="http://schemas.openxmlformats.org/officeDocument/2006/relationships/notesSlide" Target="../notesSlides/notesSlide167.xml"/><Relationship Id="rId9" Type="http://schemas.openxmlformats.org/officeDocument/2006/relationships/image" Target="../media/image23.png"/><Relationship Id="rId14" Type="http://schemas.openxmlformats.org/officeDocument/2006/relationships/image" Target="../media/image21.png"/></Relationships>
</file>

<file path=ppt/slides/_rels/slide199.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23.png"/><Relationship Id="rId18" Type="http://schemas.openxmlformats.org/officeDocument/2006/relationships/image" Target="../media/image21.png"/><Relationship Id="rId3" Type="http://schemas.openxmlformats.org/officeDocument/2006/relationships/slideLayout" Target="../slideLayouts/slideLayout15.xml"/><Relationship Id="rId21" Type="http://schemas.openxmlformats.org/officeDocument/2006/relationships/chart" Target="../charts/chart15.xml"/><Relationship Id="rId7" Type="http://schemas.openxmlformats.org/officeDocument/2006/relationships/image" Target="../media/image26.png"/><Relationship Id="rId12" Type="http://schemas.openxmlformats.org/officeDocument/2006/relationships/image" Target="../media/image72.png"/><Relationship Id="rId17" Type="http://schemas.openxmlformats.org/officeDocument/2006/relationships/image" Target="../media/image20.png"/><Relationship Id="rId2" Type="http://schemas.openxmlformats.org/officeDocument/2006/relationships/tags" Target="../tags/tag110.xml"/><Relationship Id="rId16" Type="http://schemas.openxmlformats.org/officeDocument/2006/relationships/image" Target="../media/image19.png"/><Relationship Id="rId20" Type="http://schemas.openxmlformats.org/officeDocument/2006/relationships/image" Target="../media/image50.png"/><Relationship Id="rId1" Type="http://schemas.openxmlformats.org/officeDocument/2006/relationships/tags" Target="../tags/tag109.xml"/><Relationship Id="rId6" Type="http://schemas.openxmlformats.org/officeDocument/2006/relationships/image" Target="../media/image25.png"/><Relationship Id="rId11" Type="http://schemas.openxmlformats.org/officeDocument/2006/relationships/image" Target="../media/image71.png"/><Relationship Id="rId24" Type="http://schemas.openxmlformats.org/officeDocument/2006/relationships/image" Target="../media/image93.png"/><Relationship Id="rId5" Type="http://schemas.openxmlformats.org/officeDocument/2006/relationships/image" Target="../media/image14.png"/><Relationship Id="rId15" Type="http://schemas.openxmlformats.org/officeDocument/2006/relationships/image" Target="../media/image18.png"/><Relationship Id="rId23" Type="http://schemas.openxmlformats.org/officeDocument/2006/relationships/image" Target="../media/image92.png"/><Relationship Id="rId10" Type="http://schemas.openxmlformats.org/officeDocument/2006/relationships/image" Target="../media/image70.png"/><Relationship Id="rId19" Type="http://schemas.openxmlformats.org/officeDocument/2006/relationships/image" Target="../media/image13.png"/><Relationship Id="rId4" Type="http://schemas.openxmlformats.org/officeDocument/2006/relationships/notesSlide" Target="../notesSlides/notesSlide168.xml"/><Relationship Id="rId9" Type="http://schemas.openxmlformats.org/officeDocument/2006/relationships/image" Target="../media/image28.png"/><Relationship Id="rId14" Type="http://schemas.openxmlformats.org/officeDocument/2006/relationships/image" Target="../media/image17.png"/><Relationship Id="rId22" Type="http://schemas.openxmlformats.org/officeDocument/2006/relationships/image" Target="../media/image91.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69.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02.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170.xml"/><Relationship Id="rId16" Type="http://schemas.openxmlformats.org/officeDocument/2006/relationships/image" Target="../media/image21.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38.png"/><Relationship Id="rId3" Type="http://schemas.openxmlformats.org/officeDocument/2006/relationships/image" Target="../media/image14.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171.xml"/><Relationship Id="rId16" Type="http://schemas.openxmlformats.org/officeDocument/2006/relationships/image" Target="../media/image21.png"/><Relationship Id="rId20" Type="http://schemas.openxmlformats.org/officeDocument/2006/relationships/image" Target="../media/image58.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5" Type="http://schemas.openxmlformats.org/officeDocument/2006/relationships/image" Target="../media/image26.png"/><Relationship Id="rId15" Type="http://schemas.openxmlformats.org/officeDocument/2006/relationships/image" Target="../media/image20.png"/><Relationship Id="rId10" Type="http://schemas.openxmlformats.org/officeDocument/2006/relationships/image" Target="../media/image72.png"/><Relationship Id="rId19" Type="http://schemas.openxmlformats.org/officeDocument/2006/relationships/image" Target="../media/image57.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s>
</file>

<file path=ppt/slides/_rels/slide205.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18.png"/><Relationship Id="rId18" Type="http://schemas.openxmlformats.org/officeDocument/2006/relationships/image" Target="../media/image38.png"/><Relationship Id="rId3" Type="http://schemas.openxmlformats.org/officeDocument/2006/relationships/image" Target="../media/image14.png"/><Relationship Id="rId21" Type="http://schemas.openxmlformats.org/officeDocument/2006/relationships/image" Target="../media/image3.png"/><Relationship Id="rId7" Type="http://schemas.openxmlformats.org/officeDocument/2006/relationships/image" Target="../media/image28.png"/><Relationship Id="rId12" Type="http://schemas.openxmlformats.org/officeDocument/2006/relationships/image" Target="../media/image17.png"/><Relationship Id="rId17" Type="http://schemas.openxmlformats.org/officeDocument/2006/relationships/image" Target="../media/image13.png"/><Relationship Id="rId2" Type="http://schemas.openxmlformats.org/officeDocument/2006/relationships/notesSlide" Target="../notesSlides/notesSlide172.xml"/><Relationship Id="rId16" Type="http://schemas.openxmlformats.org/officeDocument/2006/relationships/image" Target="../media/image21.png"/><Relationship Id="rId20" Type="http://schemas.openxmlformats.org/officeDocument/2006/relationships/image" Target="../media/image58.png"/><Relationship Id="rId1" Type="http://schemas.openxmlformats.org/officeDocument/2006/relationships/slideLayout" Target="../slideLayouts/slideLayout15.xml"/><Relationship Id="rId6" Type="http://schemas.openxmlformats.org/officeDocument/2006/relationships/image" Target="../media/image27.png"/><Relationship Id="rId11" Type="http://schemas.openxmlformats.org/officeDocument/2006/relationships/image" Target="../media/image23.png"/><Relationship Id="rId24" Type="http://schemas.openxmlformats.org/officeDocument/2006/relationships/image" Target="../media/image60.png"/><Relationship Id="rId5" Type="http://schemas.openxmlformats.org/officeDocument/2006/relationships/image" Target="../media/image26.png"/><Relationship Id="rId15" Type="http://schemas.openxmlformats.org/officeDocument/2006/relationships/image" Target="../media/image20.png"/><Relationship Id="rId23" Type="http://schemas.openxmlformats.org/officeDocument/2006/relationships/image" Target="../media/image59.png"/><Relationship Id="rId10" Type="http://schemas.openxmlformats.org/officeDocument/2006/relationships/image" Target="../media/image72.png"/><Relationship Id="rId19" Type="http://schemas.openxmlformats.org/officeDocument/2006/relationships/image" Target="../media/image57.png"/><Relationship Id="rId4" Type="http://schemas.openxmlformats.org/officeDocument/2006/relationships/image" Target="../media/image25.png"/><Relationship Id="rId9" Type="http://schemas.openxmlformats.org/officeDocument/2006/relationships/image" Target="../media/image71.png"/><Relationship Id="rId14" Type="http://schemas.openxmlformats.org/officeDocument/2006/relationships/image" Target="../media/image19.png"/><Relationship Id="rId22" Type="http://schemas.openxmlformats.org/officeDocument/2006/relationships/image" Target="../media/image4.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73.xml"/><Relationship Id="rId16" Type="http://schemas.openxmlformats.org/officeDocument/2006/relationships/image" Target="../media/image25.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208.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6.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5.png"/><Relationship Id="rId2" Type="http://schemas.openxmlformats.org/officeDocument/2006/relationships/notesSlide" Target="../notesSlides/notesSlide174.xml"/><Relationship Id="rId16" Type="http://schemas.openxmlformats.org/officeDocument/2006/relationships/image" Target="../media/image33.png"/><Relationship Id="rId20" Type="http://schemas.openxmlformats.org/officeDocument/2006/relationships/image" Target="../media/image28.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2.png"/><Relationship Id="rId10" Type="http://schemas.openxmlformats.org/officeDocument/2006/relationships/image" Target="../media/image19.png"/><Relationship Id="rId19" Type="http://schemas.openxmlformats.org/officeDocument/2006/relationships/image" Target="../media/image27.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88.png"/></Relationships>
</file>

<file path=ppt/slides/_rels/slide209.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75.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111.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210.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76.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112.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211.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77.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113.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21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78.xml"/><Relationship Id="rId16" Type="http://schemas.openxmlformats.org/officeDocument/2006/relationships/image" Target="../media/image25.png"/><Relationship Id="rId20" Type="http://schemas.openxmlformats.org/officeDocument/2006/relationships/image" Target="../media/image61.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21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21" Type="http://schemas.openxmlformats.org/officeDocument/2006/relationships/image" Target="../media/image62.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79.xml"/><Relationship Id="rId16" Type="http://schemas.openxmlformats.org/officeDocument/2006/relationships/image" Target="../media/image25.png"/><Relationship Id="rId20" Type="http://schemas.openxmlformats.org/officeDocument/2006/relationships/image" Target="../media/image61.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33.png"/><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s>
</file>

<file path=ppt/slides/_rels/slide21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21" Type="http://schemas.openxmlformats.org/officeDocument/2006/relationships/image" Target="../media/image6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80.xml"/><Relationship Id="rId16" Type="http://schemas.openxmlformats.org/officeDocument/2006/relationships/image" Target="../media/image25.png"/><Relationship Id="rId20" Type="http://schemas.openxmlformats.org/officeDocument/2006/relationships/chart" Target="../charts/chart16.xml"/><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24" Type="http://schemas.openxmlformats.org/officeDocument/2006/relationships/image" Target="../media/image65.png"/><Relationship Id="rId5" Type="http://schemas.openxmlformats.org/officeDocument/2006/relationships/image" Target="../media/image71.png"/><Relationship Id="rId15" Type="http://schemas.openxmlformats.org/officeDocument/2006/relationships/image" Target="../media/image33.png"/><Relationship Id="rId23" Type="http://schemas.openxmlformats.org/officeDocument/2006/relationships/chart" Target="../charts/chart18.xml"/><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 Id="rId22" Type="http://schemas.openxmlformats.org/officeDocument/2006/relationships/chart" Target="../charts/chart17.xml"/></Relationships>
</file>

<file path=ppt/slides/_rels/slide21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27.png"/><Relationship Id="rId3" Type="http://schemas.openxmlformats.org/officeDocument/2006/relationships/image" Target="../media/image14.png"/><Relationship Id="rId21" Type="http://schemas.openxmlformats.org/officeDocument/2006/relationships/chart" Target="../charts/chart19.xml"/><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6.png"/><Relationship Id="rId2" Type="http://schemas.openxmlformats.org/officeDocument/2006/relationships/notesSlide" Target="../notesSlides/notesSlide181.xml"/><Relationship Id="rId16" Type="http://schemas.openxmlformats.org/officeDocument/2006/relationships/image" Target="../media/image25.png"/><Relationship Id="rId20" Type="http://schemas.openxmlformats.org/officeDocument/2006/relationships/image" Target="../media/image61.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24" Type="http://schemas.openxmlformats.org/officeDocument/2006/relationships/image" Target="../media/image65.png"/><Relationship Id="rId5" Type="http://schemas.openxmlformats.org/officeDocument/2006/relationships/image" Target="../media/image71.png"/><Relationship Id="rId15" Type="http://schemas.openxmlformats.org/officeDocument/2006/relationships/image" Target="../media/image33.png"/><Relationship Id="rId23" Type="http://schemas.openxmlformats.org/officeDocument/2006/relationships/chart" Target="../charts/chart20.xml"/><Relationship Id="rId10" Type="http://schemas.openxmlformats.org/officeDocument/2006/relationships/image" Target="../media/image19.png"/><Relationship Id="rId19" Type="http://schemas.openxmlformats.org/officeDocument/2006/relationships/image" Target="../media/image28.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32.png"/><Relationship Id="rId22" Type="http://schemas.openxmlformats.org/officeDocument/2006/relationships/image" Target="../media/image64.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82.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18.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83.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19.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95.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84.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20.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85.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21.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86.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2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54.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87.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43.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2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54.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88.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43.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_rels/slide224.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1.png"/><Relationship Id="rId18" Type="http://schemas.openxmlformats.org/officeDocument/2006/relationships/image" Target="../media/image28.png"/><Relationship Id="rId3" Type="http://schemas.openxmlformats.org/officeDocument/2006/relationships/notesSlide" Target="../notesSlides/notesSlide189.xml"/><Relationship Id="rId7" Type="http://schemas.openxmlformats.org/officeDocument/2006/relationships/image" Target="../media/image72.png"/><Relationship Id="rId12" Type="http://schemas.openxmlformats.org/officeDocument/2006/relationships/image" Target="../media/image20.png"/><Relationship Id="rId17" Type="http://schemas.openxmlformats.org/officeDocument/2006/relationships/image" Target="../media/image27.png"/><Relationship Id="rId2" Type="http://schemas.openxmlformats.org/officeDocument/2006/relationships/slideLayout" Target="../slideLayouts/slideLayout15.xml"/><Relationship Id="rId16" Type="http://schemas.openxmlformats.org/officeDocument/2006/relationships/image" Target="../media/image26.png"/><Relationship Id="rId1" Type="http://schemas.openxmlformats.org/officeDocument/2006/relationships/tags" Target="../tags/tag114.xml"/><Relationship Id="rId6" Type="http://schemas.openxmlformats.org/officeDocument/2006/relationships/image" Target="../media/image71.png"/><Relationship Id="rId11" Type="http://schemas.openxmlformats.org/officeDocument/2006/relationships/image" Target="../media/image19.png"/><Relationship Id="rId5" Type="http://schemas.openxmlformats.org/officeDocument/2006/relationships/image" Target="../media/image70.png"/><Relationship Id="rId15" Type="http://schemas.openxmlformats.org/officeDocument/2006/relationships/image" Target="../media/image25.png"/><Relationship Id="rId10" Type="http://schemas.openxmlformats.org/officeDocument/2006/relationships/image" Target="../media/image18.png"/><Relationship Id="rId19" Type="http://schemas.openxmlformats.org/officeDocument/2006/relationships/image" Target="../media/image50.png"/><Relationship Id="rId4" Type="http://schemas.openxmlformats.org/officeDocument/2006/relationships/image" Target="../media/image14.png"/><Relationship Id="rId9" Type="http://schemas.openxmlformats.org/officeDocument/2006/relationships/image" Target="../media/image17.png"/><Relationship Id="rId14" Type="http://schemas.openxmlformats.org/officeDocument/2006/relationships/image" Target="../media/image13.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3.png"/><Relationship Id="rId18" Type="http://schemas.openxmlformats.org/officeDocument/2006/relationships/image" Target="../media/image96.png"/><Relationship Id="rId3" Type="http://schemas.openxmlformats.org/officeDocument/2006/relationships/image" Target="../media/image14.png"/><Relationship Id="rId7" Type="http://schemas.openxmlformats.org/officeDocument/2006/relationships/image" Target="../media/image23.png"/><Relationship Id="rId12" Type="http://schemas.openxmlformats.org/officeDocument/2006/relationships/image" Target="../media/image21.png"/><Relationship Id="rId17" Type="http://schemas.openxmlformats.org/officeDocument/2006/relationships/image" Target="../media/image28.png"/><Relationship Id="rId2" Type="http://schemas.openxmlformats.org/officeDocument/2006/relationships/notesSlide" Target="../notesSlides/notesSlide190.xml"/><Relationship Id="rId16" Type="http://schemas.openxmlformats.org/officeDocument/2006/relationships/image" Target="../media/image27.png"/><Relationship Id="rId1" Type="http://schemas.openxmlformats.org/officeDocument/2006/relationships/slideLayout" Target="../slideLayouts/slideLayout15.xml"/><Relationship Id="rId6" Type="http://schemas.openxmlformats.org/officeDocument/2006/relationships/image" Target="../media/image72.png"/><Relationship Id="rId11" Type="http://schemas.openxmlformats.org/officeDocument/2006/relationships/image" Target="../media/image20.png"/><Relationship Id="rId5" Type="http://schemas.openxmlformats.org/officeDocument/2006/relationships/image" Target="../media/image71.png"/><Relationship Id="rId15" Type="http://schemas.openxmlformats.org/officeDocument/2006/relationships/image" Target="../media/image26.png"/><Relationship Id="rId10" Type="http://schemas.openxmlformats.org/officeDocument/2006/relationships/image" Target="../media/image19.png"/><Relationship Id="rId19" Type="http://schemas.openxmlformats.org/officeDocument/2006/relationships/image" Target="../media/image97.png"/><Relationship Id="rId4" Type="http://schemas.openxmlformats.org/officeDocument/2006/relationships/image" Target="../media/image70.png"/><Relationship Id="rId9" Type="http://schemas.openxmlformats.org/officeDocument/2006/relationships/image" Target="../media/image18.png"/><Relationship Id="rId1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제목 1"/>
          <p:cNvSpPr>
            <a:spLocks noGrp="1"/>
          </p:cNvSpPr>
          <p:nvPr>
            <p:ph type="ctrTitle"/>
          </p:nvPr>
        </p:nvSpPr>
        <p:spPr>
          <a:xfrm>
            <a:off x="4304928" y="1659618"/>
            <a:ext cx="5201052" cy="471487"/>
          </a:xfrm>
          <a:ln/>
        </p:spPr>
        <p:txBody>
          <a:bodyPr/>
          <a:lstStyle/>
          <a:p>
            <a:pPr algn="r"/>
            <a:r>
              <a:rPr lang="en-US" altLang="ko-KR" sz="2800" dirty="0"/>
              <a:t>UI </a:t>
            </a:r>
            <a:r>
              <a:rPr lang="ko-KR" altLang="en-US" sz="2800" dirty="0" smtClean="0"/>
              <a:t>설계서</a:t>
            </a:r>
            <a:endParaRPr lang="ko-KR" altLang="en-US" sz="2800" dirty="0"/>
          </a:p>
        </p:txBody>
      </p:sp>
      <p:sp>
        <p:nvSpPr>
          <p:cNvPr id="9" name="부제목 2"/>
          <p:cNvSpPr>
            <a:spLocks noGrp="1"/>
          </p:cNvSpPr>
          <p:nvPr>
            <p:ph type="subTitle" idx="1"/>
          </p:nvPr>
        </p:nvSpPr>
        <p:spPr>
          <a:xfrm>
            <a:off x="4124908" y="1196752"/>
            <a:ext cx="5356684" cy="312737"/>
          </a:xfrm>
          <a:ln/>
        </p:spPr>
        <p:txBody>
          <a:bodyPr/>
          <a:lstStyle/>
          <a:p>
            <a:pPr algn="r"/>
            <a:r>
              <a:rPr lang="en-US" dirty="0" smtClean="0"/>
              <a:t>[</a:t>
            </a:r>
            <a:r>
              <a:rPr lang="ko-KR" altLang="en-US" dirty="0" smtClean="0"/>
              <a:t>미래형 통합학습관리시스템 구축</a:t>
            </a:r>
            <a:endParaRPr dirty="0"/>
          </a:p>
        </p:txBody>
      </p:sp>
      <p:graphicFrame>
        <p:nvGraphicFramePr>
          <p:cNvPr id="10" name="표 9"/>
          <p:cNvGraphicFramePr>
            <a:graphicFrameLocks noGrp="1"/>
          </p:cNvGraphicFramePr>
          <p:nvPr>
            <p:extLst>
              <p:ext uri="{D42A27DB-BD31-4B8C-83A1-F6EECF244321}">
                <p14:modId xmlns:p14="http://schemas.microsoft.com/office/powerpoint/2010/main" val="3699739006"/>
              </p:ext>
            </p:extLst>
          </p:nvPr>
        </p:nvGraphicFramePr>
        <p:xfrm>
          <a:off x="5784498" y="4293096"/>
          <a:ext cx="3632998" cy="1368152"/>
        </p:xfrm>
        <a:graphic>
          <a:graphicData uri="http://schemas.openxmlformats.org/drawingml/2006/table">
            <a:tbl>
              <a:tblPr/>
              <a:tblGrid>
                <a:gridCol w="1351776">
                  <a:extLst>
                    <a:ext uri="{9D8B030D-6E8A-4147-A177-3AD203B41FA5}">
                      <a16:colId xmlns:a16="http://schemas.microsoft.com/office/drawing/2014/main" xmlns="" val="20000"/>
                    </a:ext>
                  </a:extLst>
                </a:gridCol>
                <a:gridCol w="2281222">
                  <a:extLst>
                    <a:ext uri="{9D8B030D-6E8A-4147-A177-3AD203B41FA5}">
                      <a16:colId xmlns:a16="http://schemas.microsoft.com/office/drawing/2014/main" xmlns="" val="20001"/>
                    </a:ext>
                  </a:extLst>
                </a:gridCol>
              </a:tblGrid>
              <a:tr h="342038">
                <a:tc>
                  <a:txBody>
                    <a:bodyPr/>
                    <a:lstStyle/>
                    <a:p>
                      <a:pPr algn="dist">
                        <a:spcAft>
                          <a:spcPts val="0"/>
                        </a:spcAft>
                      </a:pPr>
                      <a:r>
                        <a:rPr lang="ko-KR" sz="1000" b="1" kern="100" dirty="0">
                          <a:effectLst/>
                          <a:latin typeface="맑은 고딕" panose="020B0503020000020004" pitchFamily="50" charset="-127"/>
                          <a:ea typeface="맑은 고딕" panose="020B0503020000020004" pitchFamily="50" charset="-127"/>
                          <a:cs typeface="맑은 고딕"/>
                        </a:rPr>
                        <a:t>문 서 번 호</a:t>
                      </a:r>
                      <a:endParaRPr lang="ko-KR" sz="1000" kern="100" dirty="0">
                        <a:effectLst/>
                        <a:latin typeface="맑은 고딕" panose="020B0503020000020004" pitchFamily="50" charset="-127"/>
                        <a:ea typeface="맑은 고딕" panose="020B0503020000020004" pitchFamily="50" charset="-127"/>
                        <a:cs typeface="맑은 고딕"/>
                      </a:endParaRP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auto" latinLnBrk="0">
                        <a:lnSpc>
                          <a:spcPts val="1200"/>
                        </a:lnSpc>
                        <a:spcAft>
                          <a:spcPts val="0"/>
                        </a:spcAft>
                      </a:pPr>
                      <a:r>
                        <a:rPr lang="en-US" sz="1000" b="1" kern="100" dirty="0">
                          <a:effectLst/>
                          <a:latin typeface="+mn-ea"/>
                          <a:ea typeface="+mn-ea"/>
                        </a:rPr>
                        <a:t> </a:t>
                      </a:r>
                      <a:r>
                        <a:rPr lang="en-US" sz="1000" b="1" kern="100" dirty="0" smtClean="0">
                          <a:effectLst/>
                          <a:latin typeface="+mn-ea"/>
                          <a:ea typeface="+mn-ea"/>
                        </a:rPr>
                        <a:t>KNOU_DS_05_</a:t>
                      </a:r>
                      <a:r>
                        <a:rPr lang="ko-KR" altLang="en-US" sz="1000" b="1" kern="100" dirty="0" smtClean="0">
                          <a:effectLst/>
                          <a:latin typeface="+mn-ea"/>
                          <a:ea typeface="+mn-ea"/>
                        </a:rPr>
                        <a:t>학습자</a:t>
                      </a:r>
                      <a:endParaRPr lang="ko-KR" sz="1000" dirty="0">
                        <a:effectLst/>
                        <a:latin typeface="맑은 고딕" panose="020B0503020000020004" pitchFamily="50" charset="-127"/>
                        <a:ea typeface="맑은 고딕" panose="020B0503020000020004" pitchFamily="50" charset="-127"/>
                      </a:endParaRP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10000"/>
                  </a:ext>
                </a:extLst>
              </a:tr>
              <a:tr h="342038">
                <a:tc>
                  <a:txBody>
                    <a:bodyPr/>
                    <a:lstStyle/>
                    <a:p>
                      <a:pPr algn="dist">
                        <a:spcAft>
                          <a:spcPts val="0"/>
                        </a:spcAft>
                      </a:pPr>
                      <a:r>
                        <a:rPr lang="ko-KR" sz="1000" b="1" kern="100" dirty="0">
                          <a:effectLst/>
                          <a:latin typeface="맑은 고딕" panose="020B0503020000020004" pitchFamily="50" charset="-127"/>
                          <a:ea typeface="맑은 고딕" panose="020B0503020000020004" pitchFamily="50" charset="-127"/>
                          <a:cs typeface="맑은 고딕"/>
                        </a:rPr>
                        <a:t>문 서 버 전</a:t>
                      </a:r>
                      <a:endParaRPr lang="ko-KR" sz="1000" kern="100" dirty="0">
                        <a:effectLst/>
                        <a:latin typeface="맑은 고딕" panose="020B0503020000020004" pitchFamily="50" charset="-127"/>
                        <a:ea typeface="맑은 고딕" panose="020B0503020000020004" pitchFamily="50" charset="-127"/>
                        <a:cs typeface="맑은 고딕"/>
                      </a:endParaRP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auto" latinLnBrk="0">
                        <a:lnSpc>
                          <a:spcPts val="1200"/>
                        </a:lnSpc>
                        <a:spcAft>
                          <a:spcPts val="0"/>
                        </a:spcAft>
                      </a:pPr>
                      <a:r>
                        <a:rPr lang="en-US" altLang="ko-KR" sz="1000" b="1" kern="100" dirty="0" smtClean="0">
                          <a:effectLst/>
                          <a:latin typeface="맑은 고딕" panose="020B0503020000020004" pitchFamily="50" charset="-127"/>
                          <a:ea typeface="맑은 고딕" panose="020B0503020000020004" pitchFamily="50" charset="-127"/>
                        </a:rPr>
                        <a:t>0.85</a:t>
                      </a: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10001"/>
                  </a:ext>
                </a:extLst>
              </a:tr>
              <a:tr h="342038">
                <a:tc>
                  <a:txBody>
                    <a:bodyPr/>
                    <a:lstStyle/>
                    <a:p>
                      <a:pPr algn="dist">
                        <a:spcAft>
                          <a:spcPts val="0"/>
                        </a:spcAft>
                      </a:pPr>
                      <a:r>
                        <a:rPr lang="ko-KR" sz="1000" b="1" kern="100" dirty="0">
                          <a:effectLst/>
                          <a:latin typeface="맑은 고딕" panose="020B0503020000020004" pitchFamily="50" charset="-127"/>
                          <a:ea typeface="맑은 고딕" panose="020B0503020000020004" pitchFamily="50" charset="-127"/>
                          <a:cs typeface="맑은 고딕"/>
                        </a:rPr>
                        <a:t>작 성 일 자</a:t>
                      </a:r>
                      <a:endParaRPr lang="ko-KR" sz="1000" kern="100" dirty="0">
                        <a:effectLst/>
                        <a:latin typeface="맑은 고딕" panose="020B0503020000020004" pitchFamily="50" charset="-127"/>
                        <a:ea typeface="맑은 고딕" panose="020B0503020000020004" pitchFamily="50" charset="-127"/>
                        <a:cs typeface="맑은 고딕"/>
                      </a:endParaRP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auto" latinLnBrk="0">
                        <a:lnSpc>
                          <a:spcPts val="1200"/>
                        </a:lnSpc>
                        <a:spcAft>
                          <a:spcPts val="0"/>
                        </a:spcAft>
                      </a:pPr>
                      <a:r>
                        <a:rPr lang="en-US" altLang="ko-KR" sz="1000" b="1" kern="100" dirty="0" smtClean="0">
                          <a:effectLst/>
                          <a:latin typeface="맑은 고딕" panose="020B0503020000020004" pitchFamily="50" charset="-127"/>
                          <a:ea typeface="맑은 고딕" panose="020B0503020000020004" pitchFamily="50" charset="-127"/>
                        </a:rPr>
                        <a:t>2025.09.29</a:t>
                      </a:r>
                      <a:endParaRPr lang="ko-KR" sz="1000" dirty="0">
                        <a:effectLst/>
                        <a:latin typeface="맑은 고딕" panose="020B0503020000020004" pitchFamily="50" charset="-127"/>
                        <a:ea typeface="맑은 고딕" panose="020B0503020000020004" pitchFamily="50" charset="-127"/>
                      </a:endParaRP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10002"/>
                  </a:ext>
                </a:extLst>
              </a:tr>
              <a:tr h="342038">
                <a:tc>
                  <a:txBody>
                    <a:bodyPr/>
                    <a:lstStyle/>
                    <a:p>
                      <a:pPr algn="dist">
                        <a:spcAft>
                          <a:spcPts val="0"/>
                        </a:spcAft>
                      </a:pPr>
                      <a:r>
                        <a:rPr lang="ko-KR" sz="1000" b="1" kern="100" dirty="0">
                          <a:effectLst/>
                          <a:latin typeface="맑은 고딕" panose="020B0503020000020004" pitchFamily="50" charset="-127"/>
                          <a:ea typeface="맑은 고딕" panose="020B0503020000020004" pitchFamily="50" charset="-127"/>
                          <a:cs typeface="맑은 고딕"/>
                        </a:rPr>
                        <a:t>작성자</a:t>
                      </a:r>
                      <a:endParaRPr lang="ko-KR" sz="1000" kern="100" dirty="0">
                        <a:effectLst/>
                        <a:latin typeface="맑은 고딕" panose="020B0503020000020004" pitchFamily="50" charset="-127"/>
                        <a:ea typeface="맑은 고딕" panose="020B0503020000020004" pitchFamily="50" charset="-127"/>
                        <a:cs typeface="맑은 고딕"/>
                      </a:endParaRP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auto" latinLnBrk="0">
                        <a:lnSpc>
                          <a:spcPts val="1200"/>
                        </a:lnSpc>
                        <a:spcAft>
                          <a:spcPts val="0"/>
                        </a:spcAft>
                      </a:pPr>
                      <a:r>
                        <a:rPr lang="en-US" sz="1000" b="1" kern="100" dirty="0">
                          <a:effectLst/>
                          <a:latin typeface="+mn-ea"/>
                          <a:ea typeface="+mn-ea"/>
                        </a:rPr>
                        <a:t> </a:t>
                      </a:r>
                      <a:r>
                        <a:rPr lang="ko-KR" altLang="en-US" sz="1000" b="1" kern="100" dirty="0">
                          <a:effectLst/>
                          <a:latin typeface="맑은 고딕" panose="020B0503020000020004" pitchFamily="50" charset="-127"/>
                          <a:ea typeface="맑은 고딕" panose="020B0503020000020004" pitchFamily="50" charset="-127"/>
                        </a:rPr>
                        <a:t>박동석</a:t>
                      </a:r>
                      <a:endParaRPr lang="ko-KR" sz="1000" dirty="0">
                        <a:effectLst/>
                        <a:latin typeface="맑은 고딕" panose="020B0503020000020004" pitchFamily="50" charset="-127"/>
                        <a:ea typeface="맑은 고딕" panose="020B0503020000020004" pitchFamily="50" charset="-127"/>
                      </a:endParaRPr>
                    </a:p>
                  </a:txBody>
                  <a:tcPr marL="62865" marR="6286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10003"/>
                  </a:ext>
                </a:extLst>
              </a:tr>
            </a:tbl>
          </a:graphicData>
        </a:graphic>
      </p:graphicFrame>
      <p:cxnSp>
        <p:nvCxnSpPr>
          <p:cNvPr id="11" name="직선 연결선 10"/>
          <p:cNvCxnSpPr/>
          <p:nvPr/>
        </p:nvCxnSpPr>
        <p:spPr>
          <a:xfrm>
            <a:off x="4376936" y="2132856"/>
            <a:ext cx="503945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제목 1"/>
          <p:cNvSpPr txBox="1">
            <a:spLocks/>
          </p:cNvSpPr>
          <p:nvPr/>
        </p:nvSpPr>
        <p:spPr bwMode="auto">
          <a:xfrm>
            <a:off x="361156" y="182564"/>
            <a:ext cx="6392466"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9800" eaLnBrk="0" hangingPunct="0">
              <a:defRPr kumimoji="1">
                <a:solidFill>
                  <a:schemeClr val="tx1"/>
                </a:solidFill>
                <a:latin typeface="굴림" pitchFamily="50" charset="-127"/>
                <a:ea typeface="굴림" pitchFamily="50" charset="-127"/>
              </a:defRPr>
            </a:lvl1pPr>
            <a:lvl2pPr marL="742950" indent="-285750" defTabSz="939800" eaLnBrk="0" hangingPunct="0">
              <a:defRPr kumimoji="1">
                <a:solidFill>
                  <a:schemeClr val="tx1"/>
                </a:solidFill>
                <a:latin typeface="굴림" pitchFamily="50" charset="-127"/>
                <a:ea typeface="굴림" pitchFamily="50" charset="-127"/>
              </a:defRPr>
            </a:lvl2pPr>
            <a:lvl3pPr marL="1143000" indent="-228600" defTabSz="939800" eaLnBrk="0" hangingPunct="0">
              <a:defRPr kumimoji="1">
                <a:solidFill>
                  <a:schemeClr val="tx1"/>
                </a:solidFill>
                <a:latin typeface="굴림" pitchFamily="50" charset="-127"/>
                <a:ea typeface="굴림" pitchFamily="50" charset="-127"/>
              </a:defRPr>
            </a:lvl3pPr>
            <a:lvl4pPr marL="1600200" indent="-228600" defTabSz="939800" eaLnBrk="0" hangingPunct="0">
              <a:defRPr kumimoji="1">
                <a:solidFill>
                  <a:schemeClr val="tx1"/>
                </a:solidFill>
                <a:latin typeface="굴림" pitchFamily="50" charset="-127"/>
                <a:ea typeface="굴림" pitchFamily="50" charset="-127"/>
              </a:defRPr>
            </a:lvl4pPr>
            <a:lvl5pPr marL="2057400" indent="-228600" defTabSz="939800" eaLnBrk="0" hangingPunct="0">
              <a:defRPr kumimoji="1">
                <a:solidFill>
                  <a:schemeClr val="tx1"/>
                </a:solidFill>
                <a:latin typeface="굴림" pitchFamily="50" charset="-127"/>
                <a:ea typeface="굴림" pitchFamily="50" charset="-127"/>
              </a:defRPr>
            </a:lvl5pPr>
            <a:lvl6pPr marL="25146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 hangingPunct="1">
              <a:spcBef>
                <a:spcPct val="50000"/>
              </a:spcBef>
            </a:pPr>
            <a:r>
              <a:rPr lang="ko-KR" altLang="en-US" sz="1400" b="1" dirty="0">
                <a:solidFill>
                  <a:srgbClr val="000000"/>
                </a:solidFill>
                <a:latin typeface="맑은 고딕" pitchFamily="50" charset="-127"/>
                <a:ea typeface="맑은 고딕" pitchFamily="50" charset="-127"/>
              </a:rPr>
              <a:t>승인이력</a:t>
            </a:r>
          </a:p>
        </p:txBody>
      </p:sp>
      <p:graphicFrame>
        <p:nvGraphicFramePr>
          <p:cNvPr id="7" name="표 6"/>
          <p:cNvGraphicFramePr>
            <a:graphicFrameLocks noGrp="1"/>
          </p:cNvGraphicFramePr>
          <p:nvPr>
            <p:extLst>
              <p:ext uri="{D42A27DB-BD31-4B8C-83A1-F6EECF244321}">
                <p14:modId xmlns:p14="http://schemas.microsoft.com/office/powerpoint/2010/main" val="1482617379"/>
              </p:ext>
            </p:extLst>
          </p:nvPr>
        </p:nvGraphicFramePr>
        <p:xfrm>
          <a:off x="394638" y="837397"/>
          <a:ext cx="9165288" cy="1775360"/>
        </p:xfrm>
        <a:graphic>
          <a:graphicData uri="http://schemas.openxmlformats.org/drawingml/2006/table">
            <a:tbl>
              <a:tblPr firstRow="1" firstCol="1" bandRow="1"/>
              <a:tblGrid>
                <a:gridCol w="2513964">
                  <a:extLst>
                    <a:ext uri="{9D8B030D-6E8A-4147-A177-3AD203B41FA5}">
                      <a16:colId xmlns="" xmlns:a16="http://schemas.microsoft.com/office/drawing/2014/main" val="20000"/>
                    </a:ext>
                  </a:extLst>
                </a:gridCol>
                <a:gridCol w="1209525">
                  <a:extLst>
                    <a:ext uri="{9D8B030D-6E8A-4147-A177-3AD203B41FA5}">
                      <a16:colId xmlns="" xmlns:a16="http://schemas.microsoft.com/office/drawing/2014/main" val="20001"/>
                    </a:ext>
                  </a:extLst>
                </a:gridCol>
                <a:gridCol w="1209525">
                  <a:extLst>
                    <a:ext uri="{9D8B030D-6E8A-4147-A177-3AD203B41FA5}">
                      <a16:colId xmlns="" xmlns:a16="http://schemas.microsoft.com/office/drawing/2014/main" val="20002"/>
                    </a:ext>
                  </a:extLst>
                </a:gridCol>
                <a:gridCol w="1209525">
                  <a:extLst>
                    <a:ext uri="{9D8B030D-6E8A-4147-A177-3AD203B41FA5}">
                      <a16:colId xmlns="" xmlns:a16="http://schemas.microsoft.com/office/drawing/2014/main" val="20003"/>
                    </a:ext>
                  </a:extLst>
                </a:gridCol>
                <a:gridCol w="1691885">
                  <a:extLst>
                    <a:ext uri="{9D8B030D-6E8A-4147-A177-3AD203B41FA5}">
                      <a16:colId xmlns="" xmlns:a16="http://schemas.microsoft.com/office/drawing/2014/main" val="20004"/>
                    </a:ext>
                  </a:extLst>
                </a:gridCol>
                <a:gridCol w="1330864">
                  <a:extLst>
                    <a:ext uri="{9D8B030D-6E8A-4147-A177-3AD203B41FA5}">
                      <a16:colId xmlns="" xmlns:a16="http://schemas.microsoft.com/office/drawing/2014/main" val="20005"/>
                    </a:ext>
                  </a:extLst>
                </a:gridCol>
              </a:tblGrid>
              <a:tr h="443840">
                <a:tc>
                  <a:txBody>
                    <a:bodyPr/>
                    <a:lstStyle/>
                    <a:p>
                      <a:pPr algn="ctr">
                        <a:lnSpc>
                          <a:spcPts val="1300"/>
                        </a:lnSpc>
                        <a:spcAft>
                          <a:spcPts val="0"/>
                        </a:spcAft>
                      </a:pPr>
                      <a:r>
                        <a:rPr lang="ko-KR" sz="1100" b="1" dirty="0">
                          <a:effectLst/>
                          <a:latin typeface="맑은 고딕"/>
                          <a:ea typeface="맑은 고딕"/>
                          <a:cs typeface="Times New Roman"/>
                        </a:rPr>
                        <a:t>수행 역할</a:t>
                      </a:r>
                      <a:endParaRPr lang="ko-KR" sz="1100" dirty="0">
                        <a:effectLst/>
                        <a:latin typeface="맑은 고딕"/>
                        <a:ea typeface="맑은 고딕"/>
                        <a:cs typeface="Times New Roman"/>
                      </a:endParaRPr>
                    </a:p>
                  </a:txBody>
                  <a:tcPr marL="68580" marR="68580" marT="0" marB="0" anchor="ctr">
                    <a:lnL>
                      <a:noFill/>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소속</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이름</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승인일</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서명</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비고</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a:noFill/>
                    </a:lnR>
                    <a:lnT>
                      <a:noFill/>
                    </a:lnT>
                    <a:lnB w="12700" cap="flat" cmpd="sng" algn="ctr">
                      <a:solidFill>
                        <a:srgbClr val="A6A6A6"/>
                      </a:solidFill>
                      <a:prstDash val="solid"/>
                      <a:round/>
                      <a:headEnd type="none" w="med" len="med"/>
                      <a:tailEnd type="none" w="med" len="med"/>
                    </a:lnB>
                    <a:solidFill>
                      <a:srgbClr val="D9D9D9"/>
                    </a:solidFill>
                  </a:tcPr>
                </a:tc>
                <a:extLst>
                  <a:ext uri="{0D108BD9-81ED-4DB2-BD59-A6C34878D82A}">
                    <a16:rowId xmlns="" xmlns:a16="http://schemas.microsoft.com/office/drawing/2014/main" val="10000"/>
                  </a:ext>
                </a:extLst>
              </a:tr>
              <a:tr h="443840">
                <a:tc>
                  <a:txBody>
                    <a:bodyPr/>
                    <a:lstStyle/>
                    <a:p>
                      <a:pPr algn="ctr" rtl="0" fontAlgn="ctr"/>
                      <a:r>
                        <a:rPr lang="ko-KR" altLang="en-US" sz="1100" b="0" i="0" u="none" strike="noStrike" dirty="0">
                          <a:solidFill>
                            <a:srgbClr val="000000"/>
                          </a:solidFill>
                          <a:effectLst/>
                          <a:latin typeface="맑은 고딕"/>
                        </a:rPr>
                        <a:t>작성자</a:t>
                      </a:r>
                    </a:p>
                  </a:txBody>
                  <a:tcPr marL="9525" marR="9525" marT="9525"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rtl="0" fontAlgn="ctr"/>
                      <a:r>
                        <a:rPr lang="en-US" sz="1100" b="0" i="0" u="none" strike="noStrike" dirty="0">
                          <a:solidFill>
                            <a:srgbClr val="000000"/>
                          </a:solidFill>
                          <a:effectLst/>
                          <a:latin typeface="맑은 고딕"/>
                        </a:rPr>
                        <a:t>MEDIOPIA</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fontAlgn="ctr"/>
                      <a:r>
                        <a:rPr lang="ko-KR" altLang="en-US" sz="1100" b="0" i="0" u="none" strike="noStrike" dirty="0">
                          <a:solidFill>
                            <a:srgbClr val="000000"/>
                          </a:solidFill>
                          <a:effectLst/>
                          <a:latin typeface="맑은 고딕"/>
                        </a:rPr>
                        <a:t>박동석</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en-US" alt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a:effectLst/>
                          <a:latin typeface="맑은 고딕"/>
                          <a:ea typeface="맑은 고딕"/>
                          <a:cs typeface="Times New Roman"/>
                        </a:rPr>
                        <a:t> </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a:effectLst/>
                          <a:latin typeface="맑은 고딕"/>
                          <a:ea typeface="맑은 고딕"/>
                          <a:cs typeface="Times New Roman"/>
                        </a:rPr>
                        <a:t> </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1"/>
                  </a:ext>
                </a:extLst>
              </a:tr>
              <a:tr h="443840">
                <a:tc>
                  <a:txBody>
                    <a:bodyPr/>
                    <a:lstStyle/>
                    <a:p>
                      <a:pPr algn="ctr" rtl="0" fontAlgn="ctr"/>
                      <a:r>
                        <a:rPr lang="ko-KR" altLang="en-US" sz="1100" b="0" i="0" u="none" strike="noStrike" dirty="0">
                          <a:solidFill>
                            <a:srgbClr val="000000"/>
                          </a:solidFill>
                          <a:effectLst/>
                          <a:latin typeface="맑은 고딕"/>
                        </a:rPr>
                        <a:t>프로젝트관리자</a:t>
                      </a:r>
                      <a:r>
                        <a:rPr lang="en-US" altLang="ko-KR" sz="1100" b="0" i="0" u="none" strike="noStrike" dirty="0">
                          <a:solidFill>
                            <a:srgbClr val="000000"/>
                          </a:solidFill>
                          <a:effectLst/>
                          <a:latin typeface="맑은 고딕"/>
                        </a:rPr>
                        <a:t>(PM)</a:t>
                      </a:r>
                    </a:p>
                  </a:txBody>
                  <a:tcPr marL="9525" marR="9525" marT="9525"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rtl="0" fontAlgn="ctr"/>
                      <a:r>
                        <a:rPr lang="en-US" sz="1100" b="0" i="0" u="none" strike="noStrike" dirty="0">
                          <a:solidFill>
                            <a:srgbClr val="000000"/>
                          </a:solidFill>
                          <a:effectLst/>
                          <a:latin typeface="맑은 고딕"/>
                        </a:rPr>
                        <a:t>MEDIOPIA</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fontAlgn="ctr"/>
                      <a:r>
                        <a:rPr lang="ko-KR" altLang="en-US" sz="1100" b="0" i="0" u="none" strike="noStrike" dirty="0">
                          <a:solidFill>
                            <a:srgbClr val="000000"/>
                          </a:solidFill>
                          <a:effectLst/>
                          <a:latin typeface="맑은 고딕"/>
                        </a:rPr>
                        <a:t>김경실</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marL="0" marR="0" lvl="0" indent="0" algn="ctr" defTabSz="914400" rtl="0" eaLnBrk="1" fontAlgn="auto" latinLnBrk="1" hangingPunct="1">
                        <a:lnSpc>
                          <a:spcPts val="1300"/>
                        </a:lnSpc>
                        <a:spcBef>
                          <a:spcPts val="0"/>
                        </a:spcBef>
                        <a:spcAft>
                          <a:spcPts val="0"/>
                        </a:spcAft>
                        <a:buClrTx/>
                        <a:buSzTx/>
                        <a:buFontTx/>
                        <a:buNone/>
                        <a:tabLst/>
                        <a:defRPr/>
                      </a:pPr>
                      <a:endParaRPr lang="en-US" altLang="ko-KR" sz="1100" dirty="0">
                        <a:effectLst/>
                        <a:latin typeface="+mn-lt"/>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a:effectLst/>
                          <a:latin typeface="맑은 고딕"/>
                          <a:ea typeface="맑은 고딕"/>
                          <a:cs typeface="Times New Roman"/>
                        </a:rPr>
                        <a:t> </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a:effectLst/>
                          <a:latin typeface="맑은 고딕"/>
                          <a:ea typeface="맑은 고딕"/>
                          <a:cs typeface="Times New Roman"/>
                        </a:rPr>
                        <a:t> </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2"/>
                  </a:ext>
                </a:extLst>
              </a:tr>
              <a:tr h="443840">
                <a:tc>
                  <a:txBody>
                    <a:bodyPr/>
                    <a:lstStyle/>
                    <a:p>
                      <a:pPr algn="ctr" rtl="0" fontAlgn="ctr"/>
                      <a:r>
                        <a:rPr lang="ko-KR" altLang="en-US" sz="1100" b="0" i="0" u="none" strike="noStrike" dirty="0">
                          <a:solidFill>
                            <a:srgbClr val="000000"/>
                          </a:solidFill>
                          <a:effectLst/>
                          <a:latin typeface="맑은 고딕"/>
                        </a:rPr>
                        <a:t>사업총괄</a:t>
                      </a:r>
                    </a:p>
                  </a:txBody>
                  <a:tcPr marL="9525" marR="9525" marT="9525"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ctr" rtl="0" fontAlgn="ctr"/>
                      <a:r>
                        <a:rPr lang="ko-KR" altLang="en-US" sz="1100" b="0" i="0" u="none" strike="noStrike" dirty="0">
                          <a:solidFill>
                            <a:srgbClr val="000000"/>
                          </a:solidFill>
                          <a:effectLst/>
                          <a:latin typeface="맑은 고딕"/>
                        </a:rPr>
                        <a:t>고객사</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ctr" fontAlgn="ctr"/>
                      <a:r>
                        <a:rPr lang="ko-KR" altLang="en-US" sz="1100" b="0" i="0" u="none" strike="noStrike" dirty="0">
                          <a:solidFill>
                            <a:srgbClr val="000000"/>
                          </a:solidFill>
                          <a:effectLst/>
                          <a:latin typeface="맑은 고딕"/>
                        </a:rPr>
                        <a:t>정지연</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a:effectLst/>
                          <a:latin typeface="맑은 고딕"/>
                          <a:ea typeface="맑은 고딕"/>
                          <a:cs typeface="Times New Roman"/>
                        </a:rPr>
                        <a:t> </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a:effectLst/>
                          <a:latin typeface="맑은 고딕"/>
                          <a:ea typeface="맑은 고딕"/>
                          <a:cs typeface="Times New Roman"/>
                        </a:rPr>
                        <a:t> </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5"/>
                  </a:ext>
                </a:extLst>
              </a:tr>
            </a:tbl>
          </a:graphicData>
        </a:graphic>
      </p:graphicFrame>
    </p:spTree>
    <p:extLst>
      <p:ext uri="{BB962C8B-B14F-4D97-AF65-F5344CB8AC3E}">
        <p14:creationId xmlns:p14="http://schemas.microsoft.com/office/powerpoint/2010/main" val="4017174591"/>
      </p:ext>
    </p:extLst>
  </p:cSld>
  <p:clrMapOvr>
    <a:masterClrMapping/>
  </p:clrMapOv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제목 1"/>
          <p:cNvSpPr txBox="1">
            <a:spLocks/>
          </p:cNvSpPr>
          <p:nvPr/>
        </p:nvSpPr>
        <p:spPr bwMode="auto">
          <a:xfrm>
            <a:off x="361156" y="182564"/>
            <a:ext cx="6392466"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9800" eaLnBrk="0" hangingPunct="0">
              <a:defRPr kumimoji="1">
                <a:solidFill>
                  <a:schemeClr val="tx1"/>
                </a:solidFill>
                <a:latin typeface="굴림" pitchFamily="50" charset="-127"/>
                <a:ea typeface="굴림" pitchFamily="50" charset="-127"/>
              </a:defRPr>
            </a:lvl1pPr>
            <a:lvl2pPr marL="742950" indent="-285750" defTabSz="939800" eaLnBrk="0" hangingPunct="0">
              <a:defRPr kumimoji="1">
                <a:solidFill>
                  <a:schemeClr val="tx1"/>
                </a:solidFill>
                <a:latin typeface="굴림" pitchFamily="50" charset="-127"/>
                <a:ea typeface="굴림" pitchFamily="50" charset="-127"/>
              </a:defRPr>
            </a:lvl2pPr>
            <a:lvl3pPr marL="1143000" indent="-228600" defTabSz="939800" eaLnBrk="0" hangingPunct="0">
              <a:defRPr kumimoji="1">
                <a:solidFill>
                  <a:schemeClr val="tx1"/>
                </a:solidFill>
                <a:latin typeface="굴림" pitchFamily="50" charset="-127"/>
                <a:ea typeface="굴림" pitchFamily="50" charset="-127"/>
              </a:defRPr>
            </a:lvl3pPr>
            <a:lvl4pPr marL="1600200" indent="-228600" defTabSz="939800" eaLnBrk="0" hangingPunct="0">
              <a:defRPr kumimoji="1">
                <a:solidFill>
                  <a:schemeClr val="tx1"/>
                </a:solidFill>
                <a:latin typeface="굴림" pitchFamily="50" charset="-127"/>
                <a:ea typeface="굴림" pitchFamily="50" charset="-127"/>
              </a:defRPr>
            </a:lvl4pPr>
            <a:lvl5pPr marL="2057400" indent="-228600" defTabSz="939800" eaLnBrk="0" hangingPunct="0">
              <a:defRPr kumimoji="1">
                <a:solidFill>
                  <a:schemeClr val="tx1"/>
                </a:solidFill>
                <a:latin typeface="굴림" pitchFamily="50" charset="-127"/>
                <a:ea typeface="굴림" pitchFamily="50" charset="-127"/>
              </a:defRPr>
            </a:lvl5pPr>
            <a:lvl6pPr marL="25146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6pPr>
            <a:lvl7pPr marL="29718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7pPr>
            <a:lvl8pPr marL="34290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8pPr>
            <a:lvl9pPr marL="3886200" indent="-228600" defTabSz="939800" eaLnBrk="0" fontAlgn="base" hangingPunct="0">
              <a:spcBef>
                <a:spcPct val="0"/>
              </a:spcBef>
              <a:spcAft>
                <a:spcPct val="0"/>
              </a:spcAft>
              <a:defRPr kumimoji="1">
                <a:solidFill>
                  <a:schemeClr val="tx1"/>
                </a:solidFill>
                <a:latin typeface="굴림" pitchFamily="50" charset="-127"/>
                <a:ea typeface="굴림" pitchFamily="50" charset="-127"/>
              </a:defRPr>
            </a:lvl9pPr>
          </a:lstStyle>
          <a:p>
            <a:pPr eaLnBrk="1" fontAlgn="b" hangingPunct="1">
              <a:spcBef>
                <a:spcPct val="50000"/>
              </a:spcBef>
            </a:pPr>
            <a:r>
              <a:rPr lang="ko-KR" altLang="en-US" sz="1400" b="1" dirty="0">
                <a:solidFill>
                  <a:srgbClr val="000000"/>
                </a:solidFill>
                <a:latin typeface="맑은 고딕" pitchFamily="50" charset="-127"/>
                <a:ea typeface="맑은 고딕" pitchFamily="50" charset="-127"/>
              </a:rPr>
              <a:t>개정이력</a:t>
            </a:r>
          </a:p>
        </p:txBody>
      </p:sp>
      <p:graphicFrame>
        <p:nvGraphicFramePr>
          <p:cNvPr id="4" name="표 3"/>
          <p:cNvGraphicFramePr>
            <a:graphicFrameLocks noGrp="1"/>
          </p:cNvGraphicFramePr>
          <p:nvPr>
            <p:extLst>
              <p:ext uri="{D42A27DB-BD31-4B8C-83A1-F6EECF244321}">
                <p14:modId xmlns:p14="http://schemas.microsoft.com/office/powerpoint/2010/main" val="4004142202"/>
              </p:ext>
            </p:extLst>
          </p:nvPr>
        </p:nvGraphicFramePr>
        <p:xfrm>
          <a:off x="385012" y="836712"/>
          <a:ext cx="9153624" cy="4338401"/>
        </p:xfrm>
        <a:graphic>
          <a:graphicData uri="http://schemas.openxmlformats.org/drawingml/2006/table">
            <a:tbl>
              <a:tblPr firstRow="1" firstCol="1" bandRow="1"/>
              <a:tblGrid>
                <a:gridCol w="1523610">
                  <a:extLst>
                    <a:ext uri="{9D8B030D-6E8A-4147-A177-3AD203B41FA5}">
                      <a16:colId xmlns="" xmlns:a16="http://schemas.microsoft.com/office/drawing/2014/main" val="20000"/>
                    </a:ext>
                  </a:extLst>
                </a:gridCol>
                <a:gridCol w="980175">
                  <a:extLst>
                    <a:ext uri="{9D8B030D-6E8A-4147-A177-3AD203B41FA5}">
                      <a16:colId xmlns="" xmlns:a16="http://schemas.microsoft.com/office/drawing/2014/main" val="20001"/>
                    </a:ext>
                  </a:extLst>
                </a:gridCol>
                <a:gridCol w="4976660">
                  <a:extLst>
                    <a:ext uri="{9D8B030D-6E8A-4147-A177-3AD203B41FA5}">
                      <a16:colId xmlns="" xmlns:a16="http://schemas.microsoft.com/office/drawing/2014/main" val="20002"/>
                    </a:ext>
                  </a:extLst>
                </a:gridCol>
                <a:gridCol w="1673179">
                  <a:extLst>
                    <a:ext uri="{9D8B030D-6E8A-4147-A177-3AD203B41FA5}">
                      <a16:colId xmlns="" xmlns:a16="http://schemas.microsoft.com/office/drawing/2014/main" val="20003"/>
                    </a:ext>
                  </a:extLst>
                </a:gridCol>
              </a:tblGrid>
              <a:tr h="362585">
                <a:tc>
                  <a:txBody>
                    <a:bodyPr/>
                    <a:lstStyle/>
                    <a:p>
                      <a:pPr algn="ctr">
                        <a:lnSpc>
                          <a:spcPts val="1300"/>
                        </a:lnSpc>
                        <a:spcAft>
                          <a:spcPts val="0"/>
                        </a:spcAft>
                      </a:pPr>
                      <a:r>
                        <a:rPr lang="ko-KR" sz="1100" b="1" dirty="0">
                          <a:effectLst/>
                          <a:latin typeface="맑은 고딕"/>
                          <a:ea typeface="맑은 고딕"/>
                          <a:cs typeface="Times New Roman"/>
                        </a:rPr>
                        <a:t>날</a:t>
                      </a:r>
                      <a:r>
                        <a:rPr lang="ko-KR" altLang="en-US" sz="1100" b="1" dirty="0">
                          <a:effectLst/>
                          <a:latin typeface="맑은 고딕"/>
                          <a:ea typeface="맑은 고딕"/>
                          <a:cs typeface="Times New Roman"/>
                        </a:rPr>
                        <a:t>짜</a:t>
                      </a:r>
                      <a:endParaRPr lang="ko-KR" sz="1100" dirty="0">
                        <a:effectLst/>
                        <a:latin typeface="맑은 고딕"/>
                        <a:ea typeface="맑은 고딕"/>
                        <a:cs typeface="Times New Roman"/>
                      </a:endParaRPr>
                    </a:p>
                  </a:txBody>
                  <a:tcPr marL="68580" marR="68580" marT="0" marB="0" anchor="ctr">
                    <a:lnL>
                      <a:noFill/>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버전</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변경내용</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w="28575" cap="flat" cmpd="sng" algn="ctr">
                      <a:solidFill>
                        <a:srgbClr val="A6A6A6"/>
                      </a:solidFill>
                      <a:prstDash val="solid"/>
                      <a:round/>
                      <a:headEnd type="none" w="med" len="med"/>
                      <a:tailEnd type="none" w="med" len="med"/>
                    </a:lnR>
                    <a:lnT>
                      <a:noFill/>
                    </a:lnT>
                    <a:lnB w="12700" cap="flat" cmpd="sng" algn="ctr">
                      <a:solidFill>
                        <a:srgbClr val="A6A6A6"/>
                      </a:solidFill>
                      <a:prstDash val="solid"/>
                      <a:round/>
                      <a:headEnd type="none" w="med" len="med"/>
                      <a:tailEnd type="none" w="med" len="med"/>
                    </a:lnB>
                    <a:solidFill>
                      <a:srgbClr val="D9D9D9"/>
                    </a:solidFill>
                  </a:tcPr>
                </a:tc>
                <a:tc>
                  <a:txBody>
                    <a:bodyPr/>
                    <a:lstStyle/>
                    <a:p>
                      <a:pPr algn="ctr">
                        <a:lnSpc>
                          <a:spcPts val="1300"/>
                        </a:lnSpc>
                        <a:spcAft>
                          <a:spcPts val="0"/>
                        </a:spcAft>
                      </a:pPr>
                      <a:r>
                        <a:rPr lang="ko-KR" sz="1100" b="1" dirty="0">
                          <a:effectLst/>
                          <a:latin typeface="맑은 고딕"/>
                          <a:ea typeface="맑은 고딕"/>
                          <a:cs typeface="Times New Roman"/>
                        </a:rPr>
                        <a:t>작성자</a:t>
                      </a:r>
                      <a:endParaRPr lang="ko-KR" sz="1100" dirty="0">
                        <a:effectLst/>
                        <a:latin typeface="맑은 고딕"/>
                        <a:ea typeface="맑은 고딕"/>
                        <a:cs typeface="Times New Roman"/>
                      </a:endParaRPr>
                    </a:p>
                  </a:txBody>
                  <a:tcPr marL="68580" marR="68580" marT="0" marB="0" anchor="ctr">
                    <a:lnL w="28575" cap="flat" cmpd="sng" algn="ctr">
                      <a:solidFill>
                        <a:srgbClr val="A6A6A6"/>
                      </a:solidFill>
                      <a:prstDash val="solid"/>
                      <a:round/>
                      <a:headEnd type="none" w="med" len="med"/>
                      <a:tailEnd type="none" w="med" len="med"/>
                    </a:lnL>
                    <a:lnR>
                      <a:noFill/>
                    </a:lnR>
                    <a:lnT>
                      <a:noFill/>
                    </a:lnT>
                    <a:lnB w="12700" cap="flat" cmpd="sng" algn="ctr">
                      <a:solidFill>
                        <a:srgbClr val="A6A6A6"/>
                      </a:solidFill>
                      <a:prstDash val="solid"/>
                      <a:round/>
                      <a:headEnd type="none" w="med" len="med"/>
                      <a:tailEnd type="none" w="med" len="med"/>
                    </a:lnB>
                    <a:solidFill>
                      <a:srgbClr val="D9D9D9"/>
                    </a:solidFill>
                  </a:tcPr>
                </a:tc>
                <a:extLst>
                  <a:ext uri="{0D108BD9-81ED-4DB2-BD59-A6C34878D82A}">
                    <a16:rowId xmlns="" xmlns:a16="http://schemas.microsoft.com/office/drawing/2014/main" val="10000"/>
                  </a:ext>
                </a:extLst>
              </a:tr>
              <a:tr h="305832">
                <a:tc>
                  <a:txBody>
                    <a:bodyPr/>
                    <a:lstStyle/>
                    <a:p>
                      <a:pPr algn="ctr">
                        <a:lnSpc>
                          <a:spcPts val="1300"/>
                        </a:lnSpc>
                        <a:spcAft>
                          <a:spcPts val="0"/>
                        </a:spcAft>
                      </a:pPr>
                      <a:r>
                        <a:rPr lang="en-US" altLang="ko-KR" sz="1100" dirty="0" smtClean="0">
                          <a:effectLst/>
                          <a:latin typeface="맑은 고딕"/>
                          <a:ea typeface="맑은 고딕"/>
                          <a:cs typeface="Times New Roman"/>
                        </a:rPr>
                        <a:t>2025.09.29</a:t>
                      </a: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smtClean="0">
                          <a:effectLst/>
                          <a:latin typeface="맑은 고딕"/>
                          <a:ea typeface="맑은 고딕"/>
                          <a:cs typeface="Times New Roman"/>
                        </a:rPr>
                        <a:t>0.5</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r>
                        <a:rPr lang="ko-KR" sz="1100" dirty="0">
                          <a:effectLst/>
                          <a:latin typeface="맑은 고딕"/>
                          <a:ea typeface="맑은 고딕"/>
                          <a:cs typeface="Times New Roman"/>
                        </a:rPr>
                        <a:t>최초 작성</a:t>
                      </a: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sz="1100" dirty="0">
                          <a:effectLst/>
                          <a:latin typeface="맑은 고딕"/>
                          <a:ea typeface="맑은 고딕"/>
                          <a:cs typeface="Times New Roman"/>
                        </a:rPr>
                        <a:t> </a:t>
                      </a:r>
                      <a:r>
                        <a:rPr lang="ko-KR" altLang="en-US" sz="1100" dirty="0">
                          <a:effectLst/>
                          <a:latin typeface="맑은 고딕"/>
                          <a:ea typeface="맑은 고딕"/>
                          <a:cs typeface="Times New Roman"/>
                        </a:rPr>
                        <a:t>박동석</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1"/>
                  </a:ext>
                </a:extLst>
              </a:tr>
              <a:tr h="305832">
                <a:tc>
                  <a:txBody>
                    <a:bodyPr/>
                    <a:lstStyle/>
                    <a:p>
                      <a:pPr algn="ctr">
                        <a:lnSpc>
                          <a:spcPts val="1300"/>
                        </a:lnSpc>
                        <a:spcAft>
                          <a:spcPts val="0"/>
                        </a:spcAft>
                      </a:pPr>
                      <a:r>
                        <a:rPr lang="en-US" altLang="ko-KR" sz="1100" dirty="0" smtClean="0">
                          <a:effectLst/>
                          <a:latin typeface="맑은 고딕"/>
                          <a:ea typeface="맑은 고딕"/>
                          <a:cs typeface="Times New Roman"/>
                        </a:rPr>
                        <a:t>2025.11.11</a:t>
                      </a: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altLang="ko-KR" sz="1100" dirty="0" smtClean="0">
                          <a:effectLst/>
                          <a:latin typeface="맑은 고딕"/>
                          <a:ea typeface="맑은 고딕"/>
                          <a:cs typeface="Times New Roman"/>
                        </a:rPr>
                        <a:t>0.6</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r>
                        <a:rPr lang="ko-KR" altLang="en-US" sz="1100" dirty="0" smtClean="0">
                          <a:effectLst/>
                          <a:latin typeface="맑은 고딕"/>
                          <a:ea typeface="맑은 고딕"/>
                          <a:cs typeface="Times New Roman"/>
                        </a:rPr>
                        <a:t>이지현 선생님 </a:t>
                      </a:r>
                      <a:r>
                        <a:rPr lang="en-US" altLang="ko-KR" sz="1100" dirty="0" smtClean="0">
                          <a:effectLst/>
                          <a:latin typeface="맑은 고딕"/>
                          <a:ea typeface="맑은 고딕"/>
                          <a:cs typeface="Times New Roman"/>
                        </a:rPr>
                        <a:t>UI</a:t>
                      </a:r>
                      <a:r>
                        <a:rPr lang="ko-KR" altLang="en-US" sz="1100" dirty="0" smtClean="0">
                          <a:effectLst/>
                          <a:latin typeface="맑은 고딕"/>
                          <a:ea typeface="맑은 고딕"/>
                          <a:cs typeface="Times New Roman"/>
                        </a:rPr>
                        <a:t>검토 내용 반영</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ko-KR" altLang="en-US" sz="1100" dirty="0" smtClean="0">
                          <a:effectLst/>
                          <a:latin typeface="맑은 고딕"/>
                          <a:ea typeface="맑은 고딕"/>
                          <a:cs typeface="Times New Roman"/>
                        </a:rPr>
                        <a:t>박동석</a:t>
                      </a:r>
                      <a:endParaRPr lang="en-US" alt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2"/>
                  </a:ext>
                </a:extLst>
              </a:tr>
              <a:tr h="305832">
                <a:tc>
                  <a:txBody>
                    <a:bodyPr/>
                    <a:lstStyle/>
                    <a:p>
                      <a:pPr algn="ctr">
                        <a:lnSpc>
                          <a:spcPts val="1300"/>
                        </a:lnSpc>
                        <a:spcAft>
                          <a:spcPts val="0"/>
                        </a:spcAft>
                      </a:pPr>
                      <a:r>
                        <a:rPr lang="en-US" altLang="ko-KR" sz="1100" dirty="0" smtClean="0">
                          <a:effectLst/>
                          <a:latin typeface="맑은 고딕"/>
                          <a:ea typeface="맑은 고딕"/>
                          <a:cs typeface="Times New Roman"/>
                        </a:rPr>
                        <a:t>2026.03.12</a:t>
                      </a: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altLang="ko-KR" sz="1100" dirty="0" smtClean="0">
                          <a:effectLst/>
                          <a:latin typeface="맑은 고딕"/>
                          <a:ea typeface="맑은 고딕"/>
                          <a:cs typeface="Times New Roman"/>
                        </a:rPr>
                        <a:t>0.8</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r>
                        <a:rPr lang="ko-KR" altLang="en-US" sz="1100" dirty="0" smtClean="0">
                          <a:effectLst/>
                          <a:latin typeface="맑은 고딕"/>
                          <a:ea typeface="맑은 고딕"/>
                          <a:cs typeface="Times New Roman"/>
                        </a:rPr>
                        <a:t>교수</a:t>
                      </a:r>
                      <a:r>
                        <a:rPr lang="en-US" altLang="ko-KR" sz="1100" dirty="0" smtClean="0">
                          <a:effectLst/>
                          <a:latin typeface="맑은 고딕"/>
                          <a:ea typeface="맑은 고딕"/>
                          <a:cs typeface="Times New Roman"/>
                        </a:rPr>
                        <a:t>/</a:t>
                      </a:r>
                      <a:r>
                        <a:rPr lang="ko-KR" altLang="en-US" sz="1100" dirty="0" smtClean="0">
                          <a:effectLst/>
                          <a:latin typeface="맑은 고딕"/>
                          <a:ea typeface="맑은 고딕"/>
                          <a:cs typeface="Times New Roman"/>
                        </a:rPr>
                        <a:t>학습자 설계서 종합 점검 및 수정</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ko-KR" altLang="en-US" sz="1100" dirty="0" smtClean="0">
                          <a:effectLst/>
                          <a:latin typeface="맑은 고딕"/>
                          <a:ea typeface="맑은 고딕"/>
                          <a:cs typeface="Times New Roman"/>
                        </a:rPr>
                        <a:t>박동석</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3"/>
                  </a:ext>
                </a:extLst>
              </a:tr>
              <a:tr h="305832">
                <a:tc>
                  <a:txBody>
                    <a:bodyPr/>
                    <a:lstStyle/>
                    <a:p>
                      <a:pPr algn="ctr">
                        <a:lnSpc>
                          <a:spcPts val="1300"/>
                        </a:lnSpc>
                        <a:spcAft>
                          <a:spcPts val="0"/>
                        </a:spcAft>
                      </a:pPr>
                      <a:r>
                        <a:rPr lang="en-US" altLang="ko-KR" sz="1100" dirty="0" smtClean="0">
                          <a:effectLst/>
                          <a:latin typeface="맑은 고딕"/>
                          <a:ea typeface="맑은 고딕"/>
                          <a:cs typeface="Times New Roman"/>
                        </a:rPr>
                        <a:t>2026.04.08</a:t>
                      </a: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en-US" altLang="ko-KR" sz="1100" dirty="0" smtClean="0">
                          <a:effectLst/>
                          <a:latin typeface="맑은 고딕"/>
                          <a:ea typeface="맑은 고딕"/>
                          <a:cs typeface="Times New Roman"/>
                        </a:rPr>
                        <a:t>0.85</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r>
                        <a:rPr lang="ko-KR" altLang="en-US" sz="1100" dirty="0" smtClean="0">
                          <a:effectLst/>
                          <a:latin typeface="맑은 고딕"/>
                          <a:ea typeface="맑은 고딕"/>
                          <a:cs typeface="Times New Roman"/>
                        </a:rPr>
                        <a:t>개인정보 평가항목별점검결과 반영</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r>
                        <a:rPr lang="ko-KR" altLang="en-US" sz="1100" dirty="0" smtClean="0">
                          <a:effectLst/>
                          <a:latin typeface="맑은 고딕"/>
                          <a:ea typeface="맑은 고딕"/>
                          <a:cs typeface="Times New Roman"/>
                        </a:rPr>
                        <a:t>박동석</a:t>
                      </a: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4"/>
                  </a:ext>
                </a:extLst>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5"/>
                  </a:ext>
                </a:extLst>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en-US" altLang="ko-KR" sz="1100" dirty="0" smtClean="0">
                        <a:effectLst/>
                        <a:latin typeface="+mn-lt"/>
                        <a:ea typeface="+mn-ea"/>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6"/>
                  </a:ext>
                </a:extLst>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marL="0" marR="0" indent="0" algn="l" defTabSz="914400" rtl="0" eaLnBrk="1" fontAlgn="auto" latinLnBrk="1" hangingPunct="1">
                        <a:lnSpc>
                          <a:spcPts val="1300"/>
                        </a:lnSpc>
                        <a:spcBef>
                          <a:spcPts val="0"/>
                        </a:spcBef>
                        <a:spcAft>
                          <a:spcPts val="0"/>
                        </a:spcAft>
                        <a:buClrTx/>
                        <a:buSzTx/>
                        <a:buFontTx/>
                        <a:buNone/>
                        <a:tabLst/>
                        <a:defRPr/>
                      </a:pPr>
                      <a:endParaRPr lang="ko-KR" altLang="ko-KR" sz="1100" dirty="0" smtClean="0">
                        <a:effectLst/>
                        <a:latin typeface="+mn-lt"/>
                        <a:ea typeface="+mn-ea"/>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7"/>
                  </a:ext>
                </a:extLst>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8"/>
                  </a:ext>
                </a:extLst>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en-US" altLang="ko-KR" sz="1100" dirty="0" smtClean="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9"/>
                  </a:ext>
                </a:extLst>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r>
              <a:tr h="305832">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a:noFill/>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l">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c>
                  <a:txBody>
                    <a:bodyPr/>
                    <a:lstStyle/>
                    <a:p>
                      <a:pPr algn="ctr">
                        <a:lnSpc>
                          <a:spcPts val="1300"/>
                        </a:lnSpc>
                        <a:spcAft>
                          <a:spcPts val="0"/>
                        </a:spcAft>
                      </a:pPr>
                      <a:endParaRPr lang="ko-KR" sz="1100" dirty="0">
                        <a:effectLst/>
                        <a:latin typeface="맑은 고딕"/>
                        <a:ea typeface="맑은 고딕"/>
                        <a:cs typeface="Times New Roman"/>
                      </a:endParaRPr>
                    </a:p>
                  </a:txBody>
                  <a:tcPr marL="68580" marR="68580" marT="0" marB="0" anchor="ctr">
                    <a:lnL w="12700" cap="flat" cmpd="sng" algn="ctr">
                      <a:solidFill>
                        <a:srgbClr val="A6A6A6"/>
                      </a:solidFill>
                      <a:prstDash val="solid"/>
                      <a:round/>
                      <a:headEnd type="none" w="med" len="med"/>
                      <a:tailEnd type="none" w="med" len="med"/>
                    </a:lnL>
                    <a:lnR>
                      <a:noFill/>
                    </a:lnR>
                    <a:lnT w="12700" cap="flat" cmpd="sng" algn="ctr">
                      <a:solidFill>
                        <a:srgbClr val="A6A6A6"/>
                      </a:solidFill>
                      <a:prstDash val="solid"/>
                      <a:round/>
                      <a:headEnd type="none" w="med" len="med"/>
                      <a:tailEnd type="none" w="med" len="med"/>
                    </a:lnT>
                    <a:lnB w="28575" cap="flat" cmpd="sng" algn="ctr">
                      <a:solidFill>
                        <a:srgbClr val="A6A6A6"/>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3500926361"/>
      </p:ext>
    </p:extLst>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817131"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공통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사용자 </a:t>
            </a:r>
            <a:r>
              <a:rPr lang="en-US" altLang="ko-KR" sz="2957" b="1" dirty="0" smtClean="0">
                <a:latin typeface="맑은 고딕" panose="020B0503020000020004" pitchFamily="50" charset="-127"/>
                <a:ea typeface="맑은 고딕" panose="020B0503020000020004" pitchFamily="50" charset="-127"/>
                <a:cs typeface="+mj-cs"/>
              </a:rPr>
              <a:t>Action </a:t>
            </a:r>
            <a:r>
              <a:rPr lang="ko-KR" altLang="en-US" sz="2957" b="1" dirty="0" smtClean="0">
                <a:latin typeface="맑은 고딕" panose="020B0503020000020004" pitchFamily="50" charset="-127"/>
                <a:ea typeface="맑은 고딕" panose="020B0503020000020004" pitchFamily="50" charset="-127"/>
                <a:cs typeface="+mj-cs"/>
              </a:rPr>
              <a:t>이력 저장 </a:t>
            </a:r>
            <a:r>
              <a:rPr lang="en-US" altLang="ko-KR" sz="2957" b="1" dirty="0" smtClean="0">
                <a:latin typeface="맑은 고딕" panose="020B0503020000020004" pitchFamily="50" charset="-127"/>
                <a:ea typeface="맑은 고딕" panose="020B0503020000020004" pitchFamily="50" charset="-127"/>
                <a:cs typeface="+mj-cs"/>
              </a:rPr>
              <a:t>(</a:t>
            </a:r>
            <a:r>
              <a:rPr lang="ko-KR" altLang="en-US" sz="2957" b="1" dirty="0" smtClean="0">
                <a:latin typeface="맑은 고딕" panose="020B0503020000020004" pitchFamily="50" charset="-127"/>
                <a:ea typeface="맑은 고딕" panose="020B0503020000020004" pitchFamily="50" charset="-127"/>
                <a:cs typeface="+mj-cs"/>
              </a:rPr>
              <a:t>접속정보</a:t>
            </a:r>
            <a:r>
              <a:rPr lang="en-US" altLang="ko-KR" sz="2957" b="1" dirty="0" smtClean="0">
                <a:latin typeface="맑은 고딕" panose="020B0503020000020004" pitchFamily="50" charset="-127"/>
                <a:ea typeface="맑은 고딕" panose="020B0503020000020004" pitchFamily="50" charset="-127"/>
                <a:cs typeface="+mj-cs"/>
              </a:rPr>
              <a:t>)</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86041623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281477" y="201513"/>
            <a:ext cx="3015340" cy="246221"/>
          </a:xfrm>
          <a:prstGeom prst="rect">
            <a:avLst/>
          </a:prstGeom>
          <a:noFill/>
        </p:spPr>
        <p:txBody>
          <a:bodyPr wrap="square" rtlCol="0">
            <a:spAutoFit/>
          </a:bodyPr>
          <a:lstStyle/>
          <a:p>
            <a:r>
              <a:rPr lang="en-US" altLang="ko-KR" sz="1000" b="1" dirty="0">
                <a:latin typeface="+mn-ea"/>
                <a:ea typeface="+mn-ea"/>
              </a:rPr>
              <a:t>1. </a:t>
            </a:r>
            <a:r>
              <a:rPr lang="ko-KR" altLang="en-US" sz="1000" b="1" dirty="0" smtClean="0">
                <a:latin typeface="+mn-ea"/>
                <a:ea typeface="+mn-ea"/>
              </a:rPr>
              <a:t>사용자 액션 이력 저장</a:t>
            </a:r>
            <a:endParaRPr lang="ko-KR" altLang="en-US" sz="800" dirty="0">
              <a:latin typeface="+mn-ea"/>
              <a:ea typeface="+mn-ea"/>
            </a:endParaRPr>
          </a:p>
        </p:txBody>
      </p:sp>
      <p:graphicFrame>
        <p:nvGraphicFramePr>
          <p:cNvPr id="48" name="표 47"/>
          <p:cNvGraphicFramePr>
            <a:graphicFrameLocks noGrp="1"/>
          </p:cNvGraphicFramePr>
          <p:nvPr>
            <p:extLst>
              <p:ext uri="{D42A27DB-BD31-4B8C-83A1-F6EECF244321}">
                <p14:modId xmlns:p14="http://schemas.microsoft.com/office/powerpoint/2010/main" val="408007239"/>
              </p:ext>
            </p:extLst>
          </p:nvPr>
        </p:nvGraphicFramePr>
        <p:xfrm>
          <a:off x="387920" y="620689"/>
          <a:ext cx="9173592" cy="4016640"/>
        </p:xfrm>
        <a:graphic>
          <a:graphicData uri="http://schemas.openxmlformats.org/drawingml/2006/table">
            <a:tbl>
              <a:tblPr firstRow="1" bandRow="1">
                <a:tableStyleId>{5C22544A-7EE6-4342-B048-85BDC9FD1C3A}</a:tableStyleId>
              </a:tblPr>
              <a:tblGrid>
                <a:gridCol w="1310513"/>
                <a:gridCol w="1310513"/>
                <a:gridCol w="3276283"/>
                <a:gridCol w="3276283"/>
              </a:tblGrid>
              <a:tr h="251040">
                <a:tc gridSpan="4">
                  <a:txBody>
                    <a:bodyPr/>
                    <a:lstStyle/>
                    <a:p>
                      <a:pPr algn="l" latinLnBrk="1"/>
                      <a:r>
                        <a:rPr lang="ko-KR" altLang="en-US" sz="800" dirty="0" smtClean="0">
                          <a:solidFill>
                            <a:schemeClr val="tx1">
                              <a:lumMod val="75000"/>
                              <a:lumOff val="25000"/>
                            </a:schemeClr>
                          </a:solidFill>
                          <a:latin typeface="+mn-ea"/>
                          <a:ea typeface="+mn-ea"/>
                        </a:rPr>
                        <a:t>접속정보 항목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algn="l" latinLnBrk="1"/>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algn="l" latinLnBrk="1"/>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latinLnBrk="1"/>
                      <a:endParaRPr lang="ko-KR" altLang="en-US"/>
                    </a:p>
                  </a:txBody>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항목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설명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예시</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구분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251040">
                <a:tc>
                  <a:txBody>
                    <a:bodyPr/>
                    <a:lstStyle/>
                    <a:p>
                      <a:pPr algn="l">
                        <a:lnSpc>
                          <a:spcPct val="150000"/>
                        </a:lnSpc>
                      </a:pPr>
                      <a:r>
                        <a:rPr lang="ko-KR" altLang="en-US" sz="800" dirty="0" err="1" smtClean="0">
                          <a:solidFill>
                            <a:schemeClr val="tx1">
                              <a:lumMod val="75000"/>
                              <a:lumOff val="25000"/>
                            </a:schemeClr>
                          </a:solidFill>
                          <a:latin typeface="+mn-ea"/>
                          <a:ea typeface="+mn-ea"/>
                        </a:rPr>
                        <a:t>학사년도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년도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2026</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학기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학기</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기수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a:t>
                      </a:r>
                      <a:r>
                        <a:rPr lang="ko-KR" altLang="en-US" sz="800" dirty="0" smtClean="0">
                          <a:solidFill>
                            <a:schemeClr val="tx1">
                              <a:lumMod val="75000"/>
                              <a:lumOff val="25000"/>
                            </a:schemeClr>
                          </a:solidFill>
                          <a:latin typeface="+mn-ea"/>
                          <a:ea typeface="+mn-ea"/>
                        </a:rPr>
                        <a:t>학기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기관</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err="1" smtClean="0">
                          <a:solidFill>
                            <a:schemeClr val="tx1">
                              <a:lumMod val="75000"/>
                              <a:lumOff val="25000"/>
                            </a:schemeClr>
                          </a:solidFill>
                          <a:latin typeface="+mn-ea"/>
                          <a:ea typeface="+mn-ea"/>
                        </a:rPr>
                        <a:t>기관명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대학원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학과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err="1" smtClean="0">
                          <a:solidFill>
                            <a:schemeClr val="tx1">
                              <a:lumMod val="75000"/>
                              <a:lumOff val="25000"/>
                            </a:schemeClr>
                          </a:solidFill>
                          <a:latin typeface="+mn-ea"/>
                          <a:ea typeface="+mn-ea"/>
                        </a:rPr>
                        <a:t>학과명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OOOO</a:t>
                      </a:r>
                      <a:r>
                        <a:rPr lang="ko-KR" altLang="en-US" sz="800" dirty="0" smtClean="0">
                          <a:solidFill>
                            <a:schemeClr val="tx1">
                              <a:lumMod val="75000"/>
                              <a:lumOff val="25000"/>
                            </a:schemeClr>
                          </a:solidFill>
                          <a:latin typeface="+mn-ea"/>
                          <a:ea typeface="+mn-ea"/>
                        </a:rPr>
                        <a:t>학과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과목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일한 번역연습</a:t>
                      </a:r>
                      <a:r>
                        <a:rPr lang="en-US" altLang="ko-KR" sz="800" dirty="0" smtClean="0">
                          <a:solidFill>
                            <a:schemeClr val="tx1">
                              <a:lumMod val="75000"/>
                              <a:lumOff val="25000"/>
                            </a:schemeClr>
                          </a:solidFill>
                          <a:latin typeface="+mn-ea"/>
                          <a:ea typeface="+mn-ea"/>
                        </a:rPr>
                        <a:t>01 / 1</a:t>
                      </a:r>
                      <a:r>
                        <a:rPr lang="ko-KR" altLang="en-US" sz="800" dirty="0" smtClean="0">
                          <a:solidFill>
                            <a:schemeClr val="tx1">
                              <a:lumMod val="75000"/>
                              <a:lumOff val="25000"/>
                            </a:schemeClr>
                          </a:solidFill>
                          <a:latin typeface="+mn-ea"/>
                          <a:ea typeface="+mn-ea"/>
                        </a:rPr>
                        <a:t>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과목명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분반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대표아이디</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대표아이디</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Testid125</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학번</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교번</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학번</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교번</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203125478854</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이름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이름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홍*동</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화면 구분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접속 화면 구분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교수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교수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통합관리자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메뉴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최하위 메뉴까지</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대학원 </a:t>
                      </a:r>
                      <a:r>
                        <a:rPr lang="en-US" altLang="ko-KR" sz="800" dirty="0" smtClean="0">
                          <a:solidFill>
                            <a:schemeClr val="tx1">
                              <a:lumMod val="75000"/>
                              <a:lumOff val="25000"/>
                            </a:schemeClr>
                          </a:solidFill>
                          <a:latin typeface="+mn-ea"/>
                          <a:ea typeface="+mn-ea"/>
                        </a:rPr>
                        <a:t>&gt;</a:t>
                      </a:r>
                      <a:r>
                        <a:rPr lang="en-US" altLang="ko-KR" sz="800" baseline="0" dirty="0" smtClean="0">
                          <a:solidFill>
                            <a:schemeClr val="tx1">
                              <a:lumMod val="75000"/>
                              <a:lumOff val="25000"/>
                            </a:schemeClr>
                          </a:solidFill>
                          <a:latin typeface="+mn-ea"/>
                          <a:ea typeface="+mn-ea"/>
                        </a:rPr>
                        <a:t> </a:t>
                      </a:r>
                      <a:r>
                        <a:rPr lang="ko-KR" altLang="en-US" sz="800" baseline="0" dirty="0" err="1" smtClean="0">
                          <a:solidFill>
                            <a:schemeClr val="tx1">
                              <a:lumMod val="75000"/>
                              <a:lumOff val="25000"/>
                            </a:schemeClr>
                          </a:solidFill>
                          <a:latin typeface="+mn-ea"/>
                          <a:ea typeface="+mn-ea"/>
                        </a:rPr>
                        <a:t>대시보드</a:t>
                      </a:r>
                      <a:r>
                        <a:rPr lang="ko-KR" altLang="en-US" sz="800" baseline="0" dirty="0" smtClean="0">
                          <a:solidFill>
                            <a:schemeClr val="tx1">
                              <a:lumMod val="75000"/>
                              <a:lumOff val="25000"/>
                            </a:schemeClr>
                          </a:solidFill>
                          <a:latin typeface="+mn-ea"/>
                          <a:ea typeface="+mn-ea"/>
                        </a:rPr>
                        <a:t> </a:t>
                      </a:r>
                      <a:r>
                        <a:rPr lang="en-US" altLang="ko-KR" sz="800" baseline="0" dirty="0" smtClean="0">
                          <a:solidFill>
                            <a:schemeClr val="tx1">
                              <a:lumMod val="75000"/>
                              <a:lumOff val="25000"/>
                            </a:schemeClr>
                          </a:solidFill>
                          <a:latin typeface="+mn-ea"/>
                          <a:ea typeface="+mn-ea"/>
                        </a:rPr>
                        <a:t>&gt; </a:t>
                      </a:r>
                      <a:r>
                        <a:rPr lang="ko-KR" altLang="en-US" sz="800" baseline="0" dirty="0" err="1" smtClean="0">
                          <a:solidFill>
                            <a:schemeClr val="tx1">
                              <a:lumMod val="75000"/>
                              <a:lumOff val="25000"/>
                            </a:schemeClr>
                          </a:solidFill>
                          <a:latin typeface="+mn-ea"/>
                          <a:ea typeface="+mn-ea"/>
                        </a:rPr>
                        <a:t>메시지함</a:t>
                      </a:r>
                      <a:r>
                        <a:rPr lang="ko-KR" altLang="en-US" sz="800" baseline="0" dirty="0" smtClean="0">
                          <a:solidFill>
                            <a:schemeClr val="tx1">
                              <a:lumMod val="75000"/>
                              <a:lumOff val="25000"/>
                            </a:schemeClr>
                          </a:solidFill>
                          <a:latin typeface="+mn-ea"/>
                          <a:ea typeface="+mn-ea"/>
                        </a:rPr>
                        <a:t> </a:t>
                      </a:r>
                      <a:r>
                        <a:rPr lang="en-US" altLang="ko-KR" sz="800" baseline="0" dirty="0" smtClean="0">
                          <a:solidFill>
                            <a:schemeClr val="tx1">
                              <a:lumMod val="75000"/>
                              <a:lumOff val="25000"/>
                            </a:schemeClr>
                          </a:solidFill>
                          <a:latin typeface="+mn-ea"/>
                          <a:ea typeface="+mn-ea"/>
                        </a:rPr>
                        <a:t>&gt; PUSH</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err="1" smtClean="0">
                          <a:solidFill>
                            <a:schemeClr val="tx1">
                              <a:lumMod val="75000"/>
                              <a:lumOff val="25000"/>
                            </a:schemeClr>
                          </a:solidFill>
                          <a:latin typeface="+mn-ea"/>
                          <a:ea typeface="+mn-ea"/>
                        </a:rPr>
                        <a:t>네비게이션</a:t>
                      </a:r>
                      <a:r>
                        <a:rPr lang="ko-KR" altLang="en-US" sz="800" dirty="0" smtClean="0">
                          <a:solidFill>
                            <a:schemeClr val="tx1">
                              <a:lumMod val="75000"/>
                              <a:lumOff val="25000"/>
                            </a:schemeClr>
                          </a:solidFill>
                          <a:latin typeface="+mn-ea"/>
                          <a:ea typeface="+mn-ea"/>
                        </a:rPr>
                        <a:t> 형태로 저장</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액션구분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클릭 이벤트</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PUSH </a:t>
                      </a:r>
                      <a:r>
                        <a:rPr lang="ko-KR" altLang="en-US" sz="800" dirty="0" smtClean="0">
                          <a:solidFill>
                            <a:schemeClr val="tx1">
                              <a:lumMod val="75000"/>
                              <a:lumOff val="25000"/>
                            </a:schemeClr>
                          </a:solidFill>
                          <a:latin typeface="+mn-ea"/>
                          <a:ea typeface="+mn-ea"/>
                        </a:rPr>
                        <a:t>목록 버튼 클릭</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Click</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이벤트 </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등록</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수정</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삭제</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검색</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액션내용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클릭 이벤트 후 화면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PUSH </a:t>
                      </a:r>
                      <a:r>
                        <a:rPr lang="ko-KR" altLang="en-US" sz="800" dirty="0" smtClean="0">
                          <a:solidFill>
                            <a:schemeClr val="tx1">
                              <a:lumMod val="75000"/>
                              <a:lumOff val="25000"/>
                            </a:schemeClr>
                          </a:solidFill>
                          <a:latin typeface="+mn-ea"/>
                          <a:ea typeface="+mn-ea"/>
                        </a:rPr>
                        <a:t>목록 검색</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Click</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이벤트 후 액션 화면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err="1" smtClean="0">
                          <a:solidFill>
                            <a:schemeClr val="tx1">
                              <a:lumMod val="75000"/>
                              <a:lumOff val="25000"/>
                            </a:schemeClr>
                          </a:solidFill>
                          <a:latin typeface="+mn-ea"/>
                          <a:ea typeface="+mn-ea"/>
                        </a:rPr>
                        <a:t>접속일시</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이벤틀 </a:t>
                      </a:r>
                      <a:r>
                        <a:rPr lang="ko-KR" altLang="en-US" sz="800" dirty="0" err="1" smtClean="0">
                          <a:solidFill>
                            <a:schemeClr val="tx1">
                              <a:lumMod val="75000"/>
                              <a:lumOff val="25000"/>
                            </a:schemeClr>
                          </a:solidFill>
                          <a:latin typeface="+mn-ea"/>
                          <a:ea typeface="+mn-ea"/>
                        </a:rPr>
                        <a:t>발생일시</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2026.02.12 15:12:45</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접속</a:t>
                      </a:r>
                      <a:r>
                        <a:rPr lang="en-US" altLang="ko-KR" sz="800" dirty="0" smtClean="0">
                          <a:solidFill>
                            <a:schemeClr val="tx1">
                              <a:lumMod val="75000"/>
                              <a:lumOff val="25000"/>
                            </a:schemeClr>
                          </a:solidFill>
                          <a:latin typeface="+mn-ea"/>
                          <a:ea typeface="+mn-ea"/>
                        </a:rPr>
                        <a:t>IP</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err="1" smtClean="0">
                          <a:solidFill>
                            <a:schemeClr val="tx1">
                              <a:lumMod val="75000"/>
                              <a:lumOff val="25000"/>
                            </a:schemeClr>
                          </a:solidFill>
                          <a:latin typeface="+mn-ea"/>
                          <a:ea typeface="+mn-ea"/>
                        </a:rPr>
                        <a:t>접속자</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IP</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201.125.145.25</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Tree>
    <p:extLst>
      <p:ext uri="{BB962C8B-B14F-4D97-AF65-F5344CB8AC3E}">
        <p14:creationId xmlns:p14="http://schemas.microsoft.com/office/powerpoint/2010/main" val="1158088435"/>
      </p:ext>
    </p:extLst>
  </p:cSld>
  <p:clrMapOvr>
    <a:masterClrMapping/>
  </p:clrMapOvr>
  <p:transition>
    <p:wipe dir="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817131"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공통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개인정보 다운로드 이력</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02719750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281477" y="201513"/>
            <a:ext cx="3015340" cy="246221"/>
          </a:xfrm>
          <a:prstGeom prst="rect">
            <a:avLst/>
          </a:prstGeom>
          <a:noFill/>
        </p:spPr>
        <p:txBody>
          <a:bodyPr wrap="square" rtlCol="0">
            <a:spAutoFit/>
          </a:bodyPr>
          <a:lstStyle/>
          <a:p>
            <a:r>
              <a:rPr lang="en-US" altLang="ko-KR" sz="1000" b="1" dirty="0">
                <a:latin typeface="+mn-ea"/>
                <a:ea typeface="+mn-ea"/>
              </a:rPr>
              <a:t>1. </a:t>
            </a:r>
            <a:r>
              <a:rPr lang="ko-KR" altLang="en-US" sz="1000" b="1" dirty="0" smtClean="0">
                <a:latin typeface="+mn-ea"/>
                <a:ea typeface="+mn-ea"/>
              </a:rPr>
              <a:t>개인정보 다운로드이력</a:t>
            </a:r>
            <a:endParaRPr lang="ko-KR" altLang="en-US" sz="800" dirty="0">
              <a:latin typeface="+mn-ea"/>
              <a:ea typeface="+mn-ea"/>
            </a:endParaRPr>
          </a:p>
        </p:txBody>
      </p:sp>
      <p:graphicFrame>
        <p:nvGraphicFramePr>
          <p:cNvPr id="48" name="표 47"/>
          <p:cNvGraphicFramePr>
            <a:graphicFrameLocks noGrp="1"/>
          </p:cNvGraphicFramePr>
          <p:nvPr>
            <p:extLst>
              <p:ext uri="{D42A27DB-BD31-4B8C-83A1-F6EECF244321}">
                <p14:modId xmlns:p14="http://schemas.microsoft.com/office/powerpoint/2010/main" val="4203515078"/>
              </p:ext>
            </p:extLst>
          </p:nvPr>
        </p:nvGraphicFramePr>
        <p:xfrm>
          <a:off x="387920" y="620689"/>
          <a:ext cx="9173592" cy="3514560"/>
        </p:xfrm>
        <a:graphic>
          <a:graphicData uri="http://schemas.openxmlformats.org/drawingml/2006/table">
            <a:tbl>
              <a:tblPr firstRow="1" bandRow="1">
                <a:tableStyleId>{5C22544A-7EE6-4342-B048-85BDC9FD1C3A}</a:tableStyleId>
              </a:tblPr>
              <a:tblGrid>
                <a:gridCol w="1310513"/>
                <a:gridCol w="1310513"/>
                <a:gridCol w="3276283"/>
                <a:gridCol w="3276283"/>
              </a:tblGrid>
              <a:tr h="251040">
                <a:tc gridSpan="4">
                  <a:txBody>
                    <a:bodyPr/>
                    <a:lstStyle/>
                    <a:p>
                      <a:pPr algn="l" latinLnBrk="1"/>
                      <a:r>
                        <a:rPr lang="ko-KR" altLang="en-US" sz="800" dirty="0" smtClean="0">
                          <a:solidFill>
                            <a:schemeClr val="tx1">
                              <a:lumMod val="75000"/>
                              <a:lumOff val="25000"/>
                            </a:schemeClr>
                          </a:solidFill>
                          <a:latin typeface="+mn-ea"/>
                          <a:ea typeface="+mn-ea"/>
                        </a:rPr>
                        <a:t>접속정보 항목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algn="l" latinLnBrk="1"/>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algn="l" latinLnBrk="1"/>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latinLnBrk="1"/>
                      <a:endParaRPr lang="ko-KR" altLang="en-US"/>
                    </a:p>
                  </a:txBody>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항목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설명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예시</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구분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251040">
                <a:tc>
                  <a:txBody>
                    <a:bodyPr/>
                    <a:lstStyle/>
                    <a:p>
                      <a:pPr algn="l">
                        <a:lnSpc>
                          <a:spcPct val="150000"/>
                        </a:lnSpc>
                      </a:pPr>
                      <a:r>
                        <a:rPr lang="ko-KR" altLang="en-US" sz="800" dirty="0" err="1" smtClean="0">
                          <a:solidFill>
                            <a:schemeClr val="tx1">
                              <a:lumMod val="75000"/>
                              <a:lumOff val="25000"/>
                            </a:schemeClr>
                          </a:solidFill>
                          <a:latin typeface="+mn-ea"/>
                          <a:ea typeface="+mn-ea"/>
                        </a:rPr>
                        <a:t>학사년도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년도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2026</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학기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학기</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기수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a:t>
                      </a:r>
                      <a:r>
                        <a:rPr lang="ko-KR" altLang="en-US" sz="800" dirty="0" smtClean="0">
                          <a:solidFill>
                            <a:schemeClr val="tx1">
                              <a:lumMod val="75000"/>
                              <a:lumOff val="25000"/>
                            </a:schemeClr>
                          </a:solidFill>
                          <a:latin typeface="+mn-ea"/>
                          <a:ea typeface="+mn-ea"/>
                        </a:rPr>
                        <a:t>학기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기관</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err="1" smtClean="0">
                          <a:solidFill>
                            <a:schemeClr val="tx1">
                              <a:lumMod val="75000"/>
                              <a:lumOff val="25000"/>
                            </a:schemeClr>
                          </a:solidFill>
                          <a:latin typeface="+mn-ea"/>
                          <a:ea typeface="+mn-ea"/>
                        </a:rPr>
                        <a:t>기관명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대학원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다운로드 일시</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다운로드 일시</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2026.02.12 15:12:45</a:t>
                      </a:r>
                      <a:endParaRPr lang="ko-KR" altLang="en-US" sz="800" dirty="0" smtClean="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부서명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부서명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err="1" smtClean="0">
                          <a:solidFill>
                            <a:schemeClr val="tx1">
                              <a:lumMod val="75000"/>
                              <a:lumOff val="25000"/>
                            </a:schemeClr>
                          </a:solidFill>
                          <a:latin typeface="+mn-ea"/>
                          <a:ea typeface="+mn-ea"/>
                        </a:rPr>
                        <a:t>교육정보화본부</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담당자명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담당자명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홍*동</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접속 </a:t>
                      </a:r>
                      <a:r>
                        <a:rPr lang="ko-KR" altLang="en-US" sz="800" dirty="0" err="1" smtClean="0">
                          <a:solidFill>
                            <a:schemeClr val="tx1">
                              <a:lumMod val="75000"/>
                              <a:lumOff val="25000"/>
                            </a:schemeClr>
                          </a:solidFill>
                          <a:latin typeface="+mn-ea"/>
                          <a:ea typeface="+mn-ea"/>
                        </a:rPr>
                        <a:t>시스템명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접속 </a:t>
                      </a:r>
                      <a:r>
                        <a:rPr lang="ko-KR" altLang="en-US" sz="800" dirty="0" err="1" smtClean="0">
                          <a:solidFill>
                            <a:schemeClr val="tx1">
                              <a:lumMod val="75000"/>
                              <a:lumOff val="25000"/>
                            </a:schemeClr>
                          </a:solidFill>
                          <a:latin typeface="+mn-ea"/>
                          <a:ea typeface="+mn-ea"/>
                        </a:rPr>
                        <a:t>시스템명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LMS &gt; </a:t>
                      </a:r>
                      <a:r>
                        <a:rPr lang="ko-KR" altLang="en-US" sz="800" dirty="0" smtClean="0">
                          <a:solidFill>
                            <a:schemeClr val="tx1">
                              <a:lumMod val="75000"/>
                              <a:lumOff val="25000"/>
                            </a:schemeClr>
                          </a:solidFill>
                          <a:latin typeface="+mn-ea"/>
                          <a:ea typeface="+mn-ea"/>
                        </a:rPr>
                        <a:t>통합관리자 </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LMS</a:t>
                      </a:r>
                      <a:r>
                        <a:rPr lang="en-US" altLang="ko-KR" sz="800" baseline="0" dirty="0" smtClean="0">
                          <a:solidFill>
                            <a:schemeClr val="tx1">
                              <a:lumMod val="75000"/>
                              <a:lumOff val="25000"/>
                            </a:schemeClr>
                          </a:solidFill>
                          <a:latin typeface="+mn-ea"/>
                          <a:ea typeface="+mn-ea"/>
                        </a:rPr>
                        <a:t> &gt; </a:t>
                      </a:r>
                      <a:r>
                        <a:rPr lang="ko-KR" altLang="en-US" sz="800" baseline="0" dirty="0" smtClean="0">
                          <a:solidFill>
                            <a:schemeClr val="tx1">
                              <a:lumMod val="75000"/>
                              <a:lumOff val="25000"/>
                            </a:schemeClr>
                          </a:solidFill>
                          <a:latin typeface="+mn-ea"/>
                          <a:ea typeface="+mn-ea"/>
                        </a:rPr>
                        <a:t>교수</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학생</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통합관리자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메뉴</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화면</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메뉴</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화면</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대학원 </a:t>
                      </a:r>
                      <a:r>
                        <a:rPr lang="en-US" altLang="ko-KR" sz="800" dirty="0" smtClean="0">
                          <a:solidFill>
                            <a:schemeClr val="tx1">
                              <a:lumMod val="75000"/>
                              <a:lumOff val="25000"/>
                            </a:schemeClr>
                          </a:solidFill>
                          <a:latin typeface="+mn-ea"/>
                          <a:ea typeface="+mn-ea"/>
                        </a:rPr>
                        <a:t>&gt;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통합관리자 </a:t>
                      </a:r>
                      <a:r>
                        <a:rPr lang="en-US" altLang="ko-KR" sz="800" baseline="0" dirty="0" smtClean="0">
                          <a:solidFill>
                            <a:schemeClr val="tx1">
                              <a:lumMod val="75000"/>
                              <a:lumOff val="25000"/>
                            </a:schemeClr>
                          </a:solidFill>
                          <a:latin typeface="+mn-ea"/>
                          <a:ea typeface="+mn-ea"/>
                        </a:rPr>
                        <a:t>&gt;</a:t>
                      </a:r>
                      <a:r>
                        <a:rPr lang="ko-KR" altLang="en-US" sz="800" baseline="0" dirty="0" smtClean="0">
                          <a:solidFill>
                            <a:schemeClr val="tx1">
                              <a:lumMod val="75000"/>
                              <a:lumOff val="25000"/>
                            </a:schemeClr>
                          </a:solidFill>
                          <a:latin typeface="+mn-ea"/>
                          <a:ea typeface="+mn-ea"/>
                        </a:rPr>
                        <a:t> 사용자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err="1" smtClean="0">
                          <a:solidFill>
                            <a:schemeClr val="tx1">
                              <a:lumMod val="75000"/>
                              <a:lumOff val="25000"/>
                            </a:schemeClr>
                          </a:solidFill>
                          <a:latin typeface="+mn-ea"/>
                          <a:ea typeface="+mn-ea"/>
                        </a:rPr>
                        <a:t>네이비게이션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파일명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파일명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baseline="0" dirty="0" smtClean="0">
                          <a:solidFill>
                            <a:schemeClr val="tx1">
                              <a:lumMod val="75000"/>
                              <a:lumOff val="25000"/>
                            </a:schemeClr>
                          </a:solidFill>
                          <a:latin typeface="+mn-ea"/>
                          <a:ea typeface="+mn-ea"/>
                        </a:rPr>
                        <a:t>downloacfile20260514.exe</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다운로드 저장되는 파일명</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포합된 개인정보 항목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포합된 개인정보 항목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대표아이디</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학번</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이름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핸드폰번호</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대표아이디</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학번</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이름</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핸드폰번호</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이메일</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정보주체 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정보주체 수</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125</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다운로드 사유</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다운로드 사유</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사용자 정보 확인용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Tree>
    <p:extLst>
      <p:ext uri="{BB962C8B-B14F-4D97-AF65-F5344CB8AC3E}">
        <p14:creationId xmlns:p14="http://schemas.microsoft.com/office/powerpoint/2010/main" val="1899283100"/>
      </p:ext>
    </p:extLst>
  </p:cSld>
  <p:clrMapOvr>
    <a:masterClrMapping/>
  </p:clrMapOvr>
  <p:transition>
    <p:wipe dir="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그룹 10"/>
          <p:cNvGrpSpPr/>
          <p:nvPr/>
        </p:nvGrpSpPr>
        <p:grpSpPr>
          <a:xfrm>
            <a:off x="1967772" y="1979315"/>
            <a:ext cx="7489822" cy="326132"/>
            <a:chOff x="1967772" y="1979315"/>
            <a:chExt cx="7489822" cy="326132"/>
          </a:xfrm>
        </p:grpSpPr>
        <p:sp>
          <p:nvSpPr>
            <p:cNvPr id="328" name="직사각형 327"/>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29" name="그룹 328"/>
            <p:cNvGrpSpPr/>
            <p:nvPr/>
          </p:nvGrpSpPr>
          <p:grpSpPr>
            <a:xfrm>
              <a:off x="4290164" y="2031278"/>
              <a:ext cx="1040981" cy="215444"/>
              <a:chOff x="1618412" y="2762216"/>
              <a:chExt cx="1440000" cy="215444"/>
            </a:xfrm>
          </p:grpSpPr>
          <p:sp>
            <p:nvSpPr>
              <p:cNvPr id="330" name="직사각형 32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성적관리</a:t>
                </a:r>
                <a:endParaRPr lang="en-US" altLang="ko-KR" sz="800" dirty="0">
                  <a:solidFill>
                    <a:schemeClr val="tx1">
                      <a:lumMod val="75000"/>
                      <a:lumOff val="25000"/>
                    </a:schemeClr>
                  </a:solidFill>
                  <a:latin typeface="+mn-ea"/>
                </a:endParaRPr>
              </a:p>
            </p:txBody>
          </p:sp>
          <p:sp>
            <p:nvSpPr>
              <p:cNvPr id="331" name="직사각형 330"/>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32" name="그룹 331"/>
            <p:cNvGrpSpPr/>
            <p:nvPr/>
          </p:nvGrpSpPr>
          <p:grpSpPr>
            <a:xfrm>
              <a:off x="5351027" y="2031278"/>
              <a:ext cx="1040981" cy="215444"/>
              <a:chOff x="1618412" y="2762216"/>
              <a:chExt cx="1440000" cy="215444"/>
            </a:xfrm>
          </p:grpSpPr>
          <p:sp>
            <p:nvSpPr>
              <p:cNvPr id="333" name="직사각형 33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35" name="직사각형 334"/>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41" name="그룹 340"/>
            <p:cNvGrpSpPr/>
            <p:nvPr/>
          </p:nvGrpSpPr>
          <p:grpSpPr>
            <a:xfrm>
              <a:off x="6413117" y="2031278"/>
              <a:ext cx="1040981" cy="215444"/>
              <a:chOff x="1618412" y="2762216"/>
              <a:chExt cx="1440000" cy="215444"/>
            </a:xfrm>
          </p:grpSpPr>
          <p:sp>
            <p:nvSpPr>
              <p:cNvPr id="342" name="직사각형 34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44" name="직사각형 343"/>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3" name="그룹 352"/>
            <p:cNvGrpSpPr/>
            <p:nvPr/>
          </p:nvGrpSpPr>
          <p:grpSpPr>
            <a:xfrm>
              <a:off x="7474187" y="2031278"/>
              <a:ext cx="1040981" cy="215444"/>
              <a:chOff x="1618412" y="2762216"/>
              <a:chExt cx="1440000" cy="215444"/>
            </a:xfrm>
          </p:grpSpPr>
          <p:sp>
            <p:nvSpPr>
              <p:cNvPr id="354" name="직사각형 35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55" name="직사각형 354"/>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6" name="그룹 355"/>
            <p:cNvGrpSpPr/>
            <p:nvPr/>
          </p:nvGrpSpPr>
          <p:grpSpPr>
            <a:xfrm>
              <a:off x="3224705" y="2032273"/>
              <a:ext cx="1040982" cy="215444"/>
              <a:chOff x="1618412" y="2762216"/>
              <a:chExt cx="1440000" cy="215444"/>
            </a:xfrm>
          </p:grpSpPr>
          <p:sp>
            <p:nvSpPr>
              <p:cNvPr id="357" name="직사각형 356"/>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358" name="직사각형 357"/>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9" name="그룹 358"/>
            <p:cNvGrpSpPr/>
            <p:nvPr/>
          </p:nvGrpSpPr>
          <p:grpSpPr>
            <a:xfrm>
              <a:off x="2172387" y="2026940"/>
              <a:ext cx="1040981" cy="215444"/>
              <a:chOff x="1618412" y="2762216"/>
              <a:chExt cx="1440000" cy="215444"/>
            </a:xfrm>
          </p:grpSpPr>
          <p:sp>
            <p:nvSpPr>
              <p:cNvPr id="360" name="직사각형 35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361" name="직사각형 360"/>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362" name="직사각형 361"/>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90" name="직사각형 389"/>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391" name="그룹 390"/>
            <p:cNvGrpSpPr/>
            <p:nvPr/>
          </p:nvGrpSpPr>
          <p:grpSpPr>
            <a:xfrm>
              <a:off x="9120844" y="1979315"/>
              <a:ext cx="162000" cy="288000"/>
              <a:chOff x="9447994" y="2133019"/>
              <a:chExt cx="162000" cy="288000"/>
            </a:xfrm>
          </p:grpSpPr>
          <p:sp>
            <p:nvSpPr>
              <p:cNvPr id="392" name="직사각형 391"/>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93" name="1/2 액자 392"/>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394" name="그룹 393"/>
            <p:cNvGrpSpPr/>
            <p:nvPr/>
          </p:nvGrpSpPr>
          <p:grpSpPr>
            <a:xfrm>
              <a:off x="1973163" y="1979315"/>
              <a:ext cx="162000" cy="288000"/>
              <a:chOff x="10860" y="2122356"/>
              <a:chExt cx="162000" cy="288000"/>
            </a:xfrm>
          </p:grpSpPr>
          <p:sp>
            <p:nvSpPr>
              <p:cNvPr id="395" name="직사각형 394"/>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01" name="1/2 액자 400"/>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249186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엑셀 다운로드 이력 저장</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개인정보 다운로드 이력 저장</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83907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공통</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2571691959"/>
              </p:ext>
            </p:extLst>
          </p:nvPr>
        </p:nvGraphicFramePr>
        <p:xfrm>
          <a:off x="9813540" y="1492213"/>
          <a:ext cx="1404156" cy="44581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엑셀 다운로드 전에 다운로드 사유등록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사유 필수 입력 체크 </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개인정보 다운로드 이력 저장 항목은 </a:t>
                      </a:r>
                      <a:r>
                        <a:rPr lang="en-US" altLang="ko-KR" sz="800" kern="1200" dirty="0" smtClean="0">
                          <a:solidFill>
                            <a:schemeClr val="tx1">
                              <a:lumMod val="75000"/>
                              <a:lumOff val="25000"/>
                            </a:schemeClr>
                          </a:solidFill>
                          <a:latin typeface="+mn-ea"/>
                          <a:ea typeface="+mn-ea"/>
                          <a:cs typeface="+mn-cs"/>
                        </a:rPr>
                        <a:t>P6</a:t>
                      </a:r>
                      <a:r>
                        <a:rPr lang="ko-KR" altLang="en-US" sz="800" kern="1200" dirty="0" smtClean="0">
                          <a:solidFill>
                            <a:schemeClr val="tx1">
                              <a:lumMod val="75000"/>
                              <a:lumOff val="25000"/>
                            </a:schemeClr>
                          </a:solidFill>
                          <a:latin typeface="+mn-ea"/>
                          <a:ea typeface="+mn-ea"/>
                          <a:cs typeface="+mn-cs"/>
                        </a:rPr>
                        <a:t>참고</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800000" cy="180000"/>
              <a:chOff x="524640" y="2276872"/>
              <a:chExt cx="1800000" cy="180000"/>
            </a:xfrm>
          </p:grpSpPr>
          <p:sp>
            <p:nvSpPr>
              <p:cNvPr id="399" name="모서리가 둥근 직사각형 398"/>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PUSH</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34" name="직사각형 533"/>
          <p:cNvSpPr/>
          <p:nvPr/>
        </p:nvSpPr>
        <p:spPr>
          <a:xfrm>
            <a:off x="1979567" y="2675011"/>
            <a:ext cx="7462883" cy="11232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 name="그룹 2"/>
          <p:cNvGrpSpPr/>
          <p:nvPr/>
        </p:nvGrpSpPr>
        <p:grpSpPr>
          <a:xfrm>
            <a:off x="2031684" y="3259162"/>
            <a:ext cx="3583105" cy="226485"/>
            <a:chOff x="2939213" y="3009230"/>
            <a:chExt cx="3583105" cy="226485"/>
          </a:xfrm>
        </p:grpSpPr>
        <p:sp>
          <p:nvSpPr>
            <p:cNvPr id="535" name="직사각형 534"/>
            <p:cNvSpPr/>
            <p:nvPr/>
          </p:nvSpPr>
          <p:spPr>
            <a:xfrm>
              <a:off x="2939213" y="3020271"/>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요청 일시</a:t>
              </a:r>
              <a:endParaRPr lang="ko-KR" altLang="en-US" sz="800" dirty="0">
                <a:solidFill>
                  <a:srgbClr val="FF0000"/>
                </a:solidFill>
                <a:latin typeface="+mn-ea"/>
                <a:ea typeface="+mn-ea"/>
              </a:endParaRPr>
            </a:p>
          </p:txBody>
        </p:sp>
        <p:grpSp>
          <p:nvGrpSpPr>
            <p:cNvPr id="537" name="그룹 536"/>
            <p:cNvGrpSpPr/>
            <p:nvPr/>
          </p:nvGrpSpPr>
          <p:grpSpPr>
            <a:xfrm>
              <a:off x="3856267" y="3009230"/>
              <a:ext cx="2666051" cy="215444"/>
              <a:chOff x="3745956" y="12051048"/>
              <a:chExt cx="2666051" cy="215444"/>
            </a:xfrm>
          </p:grpSpPr>
          <p:pic>
            <p:nvPicPr>
              <p:cNvPr id="538" name="그림 53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775826" y="12068831"/>
                <a:ext cx="165115" cy="180000"/>
              </a:xfrm>
              <a:prstGeom prst="rect">
                <a:avLst/>
              </a:prstGeom>
            </p:spPr>
          </p:pic>
          <p:sp>
            <p:nvSpPr>
              <p:cNvPr id="539" name="직사각형 538"/>
              <p:cNvSpPr/>
              <p:nvPr/>
            </p:nvSpPr>
            <p:spPr>
              <a:xfrm>
                <a:off x="3745956" y="12065231"/>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시작 일시</a:t>
                </a:r>
                <a:endParaRPr lang="en-US" altLang="ko-KR" sz="800" dirty="0">
                  <a:solidFill>
                    <a:schemeClr val="tx1">
                      <a:lumMod val="75000"/>
                      <a:lumOff val="25000"/>
                    </a:schemeClr>
                  </a:solidFill>
                  <a:latin typeface="+mn-ea"/>
                </a:endParaRPr>
              </a:p>
            </p:txBody>
          </p:sp>
          <p:pic>
            <p:nvPicPr>
              <p:cNvPr id="540" name="그림 53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181217" y="12068559"/>
                <a:ext cx="165115" cy="180000"/>
              </a:xfrm>
              <a:prstGeom prst="rect">
                <a:avLst/>
              </a:prstGeom>
            </p:spPr>
          </p:pic>
          <p:sp>
            <p:nvSpPr>
              <p:cNvPr id="544" name="직사각형 543"/>
              <p:cNvSpPr/>
              <p:nvPr/>
            </p:nvSpPr>
            <p:spPr>
              <a:xfrm>
                <a:off x="5151347" y="12064959"/>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종료 일시</a:t>
                </a:r>
                <a:endParaRPr lang="en-US" altLang="ko-KR" sz="800" dirty="0">
                  <a:solidFill>
                    <a:schemeClr val="tx1">
                      <a:lumMod val="75000"/>
                      <a:lumOff val="25000"/>
                    </a:schemeClr>
                  </a:solidFill>
                  <a:latin typeface="+mn-ea"/>
                </a:endParaRPr>
              </a:p>
            </p:txBody>
          </p:sp>
          <p:pic>
            <p:nvPicPr>
              <p:cNvPr id="545" name="그림 544"/>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857151" y="12077685"/>
                <a:ext cx="148604" cy="162000"/>
              </a:xfrm>
              <a:prstGeom prst="rect">
                <a:avLst/>
              </a:prstGeom>
            </p:spPr>
          </p:pic>
          <p:pic>
            <p:nvPicPr>
              <p:cNvPr id="546" name="그림 545"/>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263403" y="12077413"/>
                <a:ext cx="148604" cy="162000"/>
              </a:xfrm>
              <a:prstGeom prst="rect">
                <a:avLst/>
              </a:prstGeom>
            </p:spPr>
          </p:pic>
          <p:sp>
            <p:nvSpPr>
              <p:cNvPr id="556" name="직사각형 555"/>
              <p:cNvSpPr/>
              <p:nvPr/>
            </p:nvSpPr>
            <p:spPr>
              <a:xfrm>
                <a:off x="4957448" y="12051048"/>
                <a:ext cx="256802" cy="215444"/>
              </a:xfrm>
              <a:prstGeom prst="rect">
                <a:avLst/>
              </a:prstGeom>
            </p:spPr>
            <p:txBody>
              <a:bodyPr wrap="none">
                <a:spAutoFit/>
              </a:bodyPr>
              <a:lstStyle/>
              <a:p>
                <a:r>
                  <a:rPr lang="en-US" altLang="ko-KR" sz="800" dirty="0" smtClean="0">
                    <a:latin typeface="+mj-ea"/>
                  </a:rPr>
                  <a:t>~</a:t>
                </a:r>
                <a:endParaRPr lang="en-US" altLang="ko-KR" sz="800" dirty="0">
                  <a:latin typeface="+mj-ea"/>
                </a:endParaRPr>
              </a:p>
            </p:txBody>
          </p:sp>
        </p:grpSp>
      </p:grpSp>
      <p:grpSp>
        <p:nvGrpSpPr>
          <p:cNvPr id="4" name="그룹 3"/>
          <p:cNvGrpSpPr/>
          <p:nvPr/>
        </p:nvGrpSpPr>
        <p:grpSpPr>
          <a:xfrm>
            <a:off x="2031684" y="3533400"/>
            <a:ext cx="3588438" cy="217540"/>
            <a:chOff x="2939213" y="3283468"/>
            <a:chExt cx="3588438" cy="217540"/>
          </a:xfrm>
        </p:grpSpPr>
        <p:sp>
          <p:nvSpPr>
            <p:cNvPr id="557" name="직사각형 556"/>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 조건</a:t>
              </a:r>
              <a:endParaRPr lang="ko-KR" altLang="en-US" sz="800" dirty="0">
                <a:solidFill>
                  <a:srgbClr val="FF0000"/>
                </a:solidFill>
                <a:latin typeface="+mn-ea"/>
                <a:ea typeface="+mn-ea"/>
              </a:endParaRPr>
            </a:p>
          </p:txBody>
        </p:sp>
        <p:sp>
          <p:nvSpPr>
            <p:cNvPr id="558" name="Rectangle 122"/>
            <p:cNvSpPr>
              <a:spLocks noChangeArrowheads="1"/>
            </p:cNvSpPr>
            <p:nvPr/>
          </p:nvSpPr>
          <p:spPr bwMode="auto">
            <a:xfrm>
              <a:off x="3862797" y="328556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발신자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9" name="Rectangle 122"/>
            <p:cNvSpPr>
              <a:spLocks noChangeArrowheads="1"/>
            </p:cNvSpPr>
            <p:nvPr/>
          </p:nvSpPr>
          <p:spPr bwMode="auto">
            <a:xfrm>
              <a:off x="4612451" y="3283468"/>
              <a:ext cx="1915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검색어입력</a:t>
              </a:r>
              <a:endParaRPr lang="ko-KR" altLang="en-US" sz="800" kern="0" dirty="0">
                <a:solidFill>
                  <a:schemeClr val="tx1">
                    <a:lumMod val="50000"/>
                    <a:lumOff val="50000"/>
                  </a:schemeClr>
                </a:solidFill>
                <a:latin typeface="+mn-ea"/>
                <a:ea typeface="+mn-ea"/>
              </a:endParaRPr>
            </a:p>
          </p:txBody>
        </p:sp>
      </p:grpSp>
      <p:sp>
        <p:nvSpPr>
          <p:cNvPr id="560" name="직사각형 559"/>
          <p:cNvSpPr/>
          <p:nvPr/>
        </p:nvSpPr>
        <p:spPr>
          <a:xfrm>
            <a:off x="1881039" y="4337109"/>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PUSH </a:t>
            </a:r>
            <a:r>
              <a:rPr lang="ko-KR" altLang="en-US" sz="800" b="1" dirty="0" smtClean="0">
                <a:solidFill>
                  <a:schemeClr val="tx1">
                    <a:lumMod val="75000"/>
                    <a:lumOff val="25000"/>
                  </a:schemeClr>
                </a:solidFill>
                <a:latin typeface="+mn-ea"/>
                <a:ea typeface="+mn-ea"/>
              </a:rPr>
              <a:t>수신 목록</a:t>
            </a:r>
            <a:endParaRPr lang="ko-KR" altLang="en-US" sz="800" b="1" dirty="0">
              <a:solidFill>
                <a:srgbClr val="FF0000"/>
              </a:solidFill>
              <a:latin typeface="+mn-ea"/>
              <a:ea typeface="+mn-ea"/>
            </a:endParaRPr>
          </a:p>
        </p:txBody>
      </p:sp>
      <p:sp>
        <p:nvSpPr>
          <p:cNvPr id="561" name="직사각형 560"/>
          <p:cNvSpPr/>
          <p:nvPr/>
        </p:nvSpPr>
        <p:spPr>
          <a:xfrm>
            <a:off x="2741978" y="4024114"/>
            <a:ext cx="720000" cy="1800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발신목록</a:t>
            </a:r>
            <a:endParaRPr lang="en-US" altLang="ko-KR" sz="800" dirty="0">
              <a:solidFill>
                <a:schemeClr val="tx1">
                  <a:lumMod val="65000"/>
                  <a:lumOff val="35000"/>
                </a:schemeClr>
              </a:solidFill>
              <a:latin typeface="+mn-ea"/>
            </a:endParaRPr>
          </a:p>
        </p:txBody>
      </p:sp>
      <p:grpSp>
        <p:nvGrpSpPr>
          <p:cNvPr id="562" name="그룹 561"/>
          <p:cNvGrpSpPr/>
          <p:nvPr/>
        </p:nvGrpSpPr>
        <p:grpSpPr>
          <a:xfrm>
            <a:off x="1976289" y="4018438"/>
            <a:ext cx="720000" cy="180000"/>
            <a:chOff x="1886875" y="3809835"/>
            <a:chExt cx="720000" cy="180000"/>
          </a:xfrm>
        </p:grpSpPr>
        <p:sp>
          <p:nvSpPr>
            <p:cNvPr id="563" name="직사각형 562"/>
            <p:cNvSpPr/>
            <p:nvPr/>
          </p:nvSpPr>
          <p:spPr>
            <a:xfrm>
              <a:off x="1886875" y="3809835"/>
              <a:ext cx="720000" cy="1800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수신목록</a:t>
              </a:r>
              <a:endParaRPr lang="en-US" altLang="ko-KR" sz="800" dirty="0">
                <a:solidFill>
                  <a:schemeClr val="tx1">
                    <a:lumMod val="65000"/>
                    <a:lumOff val="35000"/>
                  </a:schemeClr>
                </a:solidFill>
                <a:latin typeface="+mn-ea"/>
              </a:endParaRPr>
            </a:p>
          </p:txBody>
        </p:sp>
        <p:pic>
          <p:nvPicPr>
            <p:cNvPr id="56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56651" y="3852948"/>
              <a:ext cx="133350"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14" name="직선 연결선 13"/>
          <p:cNvCxnSpPr/>
          <p:nvPr/>
        </p:nvCxnSpPr>
        <p:spPr>
          <a:xfrm>
            <a:off x="1979896" y="4272352"/>
            <a:ext cx="7462800" cy="0"/>
          </a:xfrm>
          <a:prstGeom prst="line">
            <a:avLst/>
          </a:prstGeom>
          <a:ln w="38100">
            <a:solidFill>
              <a:srgbClr val="CAD5E2"/>
            </a:solidFill>
          </a:ln>
        </p:spPr>
        <p:style>
          <a:lnRef idx="1">
            <a:schemeClr val="accent1"/>
          </a:lnRef>
          <a:fillRef idx="0">
            <a:schemeClr val="accent1"/>
          </a:fillRef>
          <a:effectRef idx="0">
            <a:schemeClr val="accent1"/>
          </a:effectRef>
          <a:fontRef idx="minor">
            <a:schemeClr val="tx1"/>
          </a:fontRef>
        </p:style>
      </p:cxnSp>
      <p:sp>
        <p:nvSpPr>
          <p:cNvPr id="193" name="모서리가 둥근 직사각형 192"/>
          <p:cNvSpPr/>
          <p:nvPr/>
        </p:nvSpPr>
        <p:spPr>
          <a:xfrm>
            <a:off x="8488749" y="353703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endParaRPr lang="ko-KR" altLang="en-US" sz="800" spc="-60" dirty="0">
              <a:latin typeface="+mn-ea"/>
            </a:endParaRPr>
          </a:p>
        </p:txBody>
      </p:sp>
      <p:grpSp>
        <p:nvGrpSpPr>
          <p:cNvPr id="5" name="그룹 4"/>
          <p:cNvGrpSpPr/>
          <p:nvPr/>
        </p:nvGrpSpPr>
        <p:grpSpPr>
          <a:xfrm>
            <a:off x="2029247"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2026</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sp>
        <p:nvSpPr>
          <p:cNvPr id="325" name="모서리가 둥근 직사각형 324"/>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326" name="그룹 325"/>
          <p:cNvGrpSpPr/>
          <p:nvPr/>
        </p:nvGrpSpPr>
        <p:grpSpPr>
          <a:xfrm>
            <a:off x="8668462" y="1695475"/>
            <a:ext cx="849617" cy="276999"/>
            <a:chOff x="8563069" y="1695475"/>
            <a:chExt cx="849617" cy="276999"/>
          </a:xfrm>
        </p:grpSpPr>
        <p:grpSp>
          <p:nvGrpSpPr>
            <p:cNvPr id="327" name="그룹 326"/>
            <p:cNvGrpSpPr/>
            <p:nvPr/>
          </p:nvGrpSpPr>
          <p:grpSpPr>
            <a:xfrm>
              <a:off x="8563069" y="1761166"/>
              <a:ext cx="792000" cy="162000"/>
              <a:chOff x="8779069" y="1761166"/>
              <a:chExt cx="792000" cy="162000"/>
            </a:xfrm>
          </p:grpSpPr>
          <p:sp>
            <p:nvSpPr>
              <p:cNvPr id="370" name="직사각형 369"/>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7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8728739" y="1695475"/>
              <a:ext cx="247184" cy="276999"/>
              <a:chOff x="7672972" y="1671999"/>
              <a:chExt cx="247184" cy="276999"/>
            </a:xfrm>
          </p:grpSpPr>
          <p:sp>
            <p:nvSpPr>
              <p:cNvPr id="368" name="타원 36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9" name="직사각형 36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64" name="그룹 363"/>
            <p:cNvGrpSpPr/>
            <p:nvPr/>
          </p:nvGrpSpPr>
          <p:grpSpPr>
            <a:xfrm>
              <a:off x="9138252" y="1714525"/>
              <a:ext cx="274434" cy="246221"/>
              <a:chOff x="7663447" y="1691049"/>
              <a:chExt cx="274434" cy="246221"/>
            </a:xfrm>
          </p:grpSpPr>
          <p:sp>
            <p:nvSpPr>
              <p:cNvPr id="366" name="타원 36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7" name="직사각형 36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65" name="직사각형 36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38" name="그룹 237"/>
          <p:cNvGrpSpPr/>
          <p:nvPr/>
        </p:nvGrpSpPr>
        <p:grpSpPr>
          <a:xfrm>
            <a:off x="5027364" y="1485584"/>
            <a:ext cx="3761110" cy="261068"/>
            <a:chOff x="4948808" y="1485584"/>
            <a:chExt cx="3761110" cy="261068"/>
          </a:xfrm>
        </p:grpSpPr>
        <p:grpSp>
          <p:nvGrpSpPr>
            <p:cNvPr id="240" name="그룹 239"/>
            <p:cNvGrpSpPr/>
            <p:nvPr/>
          </p:nvGrpSpPr>
          <p:grpSpPr>
            <a:xfrm>
              <a:off x="4948808" y="1579923"/>
              <a:ext cx="3761110" cy="166729"/>
              <a:chOff x="5665911" y="1579923"/>
              <a:chExt cx="3761110" cy="166729"/>
            </a:xfrm>
          </p:grpSpPr>
          <p:pic>
            <p:nvPicPr>
              <p:cNvPr id="24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5"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7" name="그룹 276"/>
              <p:cNvGrpSpPr/>
              <p:nvPr/>
            </p:nvGrpSpPr>
            <p:grpSpPr>
              <a:xfrm>
                <a:off x="5665911" y="1583291"/>
                <a:ext cx="648000" cy="162000"/>
                <a:chOff x="4953000" y="2780928"/>
                <a:chExt cx="648000" cy="162000"/>
              </a:xfrm>
            </p:grpSpPr>
            <p:sp>
              <p:nvSpPr>
                <p:cNvPr id="288" name="모서리가 둥근 직사각형 287"/>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89" name="Picture 10"/>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78" name="모서리가 둥근 직사각형 27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2026.02.23 19:42  102.235.184.247 </a:t>
                </a:r>
              </a:p>
            </p:txBody>
          </p:sp>
        </p:grpSp>
        <p:sp>
          <p:nvSpPr>
            <p:cNvPr id="241" name="타원 240"/>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290" name="직사각형 289"/>
          <p:cNvSpPr/>
          <p:nvPr/>
        </p:nvSpPr>
        <p:spPr>
          <a:xfrm>
            <a:off x="2758852" y="4327004"/>
            <a:ext cx="94128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01" name="그룹 300"/>
          <p:cNvGrpSpPr/>
          <p:nvPr/>
        </p:nvGrpSpPr>
        <p:grpSpPr>
          <a:xfrm>
            <a:off x="507554" y="1537742"/>
            <a:ext cx="3075218" cy="252000"/>
            <a:chOff x="507554" y="1537742"/>
            <a:chExt cx="3075218" cy="252000"/>
          </a:xfrm>
        </p:grpSpPr>
        <p:pic>
          <p:nvPicPr>
            <p:cNvPr id="302" name="Picture 4"/>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03" name="그룹 302"/>
            <p:cNvGrpSpPr/>
            <p:nvPr/>
          </p:nvGrpSpPr>
          <p:grpSpPr>
            <a:xfrm>
              <a:off x="2288704" y="1590700"/>
              <a:ext cx="1294068" cy="169200"/>
              <a:chOff x="2288704" y="1590700"/>
              <a:chExt cx="1294068" cy="169200"/>
            </a:xfrm>
          </p:grpSpPr>
          <p:sp>
            <p:nvSpPr>
              <p:cNvPr id="304" name="직사각형 303"/>
              <p:cNvSpPr/>
              <p:nvPr/>
            </p:nvSpPr>
            <p:spPr>
              <a:xfrm>
                <a:off x="2288704" y="1595425"/>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05" name="직사각형 304"/>
              <p:cNvSpPr/>
              <p:nvPr/>
            </p:nvSpPr>
            <p:spPr>
              <a:xfrm>
                <a:off x="3042772" y="1590700"/>
                <a:ext cx="540000" cy="1692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교수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pic>
        <p:nvPicPr>
          <p:cNvPr id="221"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925791" y="4050613"/>
            <a:ext cx="18620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2" name="직사각형 221"/>
          <p:cNvSpPr/>
          <p:nvPr/>
        </p:nvSpPr>
        <p:spPr>
          <a:xfrm>
            <a:off x="7141245" y="4041714"/>
            <a:ext cx="396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삭제</a:t>
            </a:r>
            <a:endParaRPr lang="en-US" altLang="ko-KR" sz="800" dirty="0">
              <a:solidFill>
                <a:schemeClr val="tx1">
                  <a:lumMod val="65000"/>
                  <a:lumOff val="35000"/>
                </a:schemeClr>
              </a:solidFill>
              <a:latin typeface="+mn-ea"/>
            </a:endParaRPr>
          </a:p>
        </p:txBody>
      </p:sp>
      <p:sp>
        <p:nvSpPr>
          <p:cNvPr id="223" name="직사각형 222"/>
          <p:cNvSpPr/>
          <p:nvPr/>
        </p:nvSpPr>
        <p:spPr>
          <a:xfrm>
            <a:off x="7581392" y="4043212"/>
            <a:ext cx="900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엑셀 다운로드</a:t>
            </a:r>
            <a:endParaRPr lang="en-US" altLang="ko-KR" sz="800" dirty="0">
              <a:solidFill>
                <a:schemeClr val="tx1">
                  <a:lumMod val="65000"/>
                  <a:lumOff val="35000"/>
                </a:schemeClr>
              </a:solidFill>
              <a:latin typeface="+mn-ea"/>
            </a:endParaRPr>
          </a:p>
        </p:txBody>
      </p:sp>
      <p:sp>
        <p:nvSpPr>
          <p:cNvPr id="291" name="모서리가 둥근 직사각형 290"/>
          <p:cNvSpPr/>
          <p:nvPr/>
        </p:nvSpPr>
        <p:spPr>
          <a:xfrm>
            <a:off x="8529017" y="4042229"/>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발신하기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7" name="그룹 306"/>
          <p:cNvGrpSpPr/>
          <p:nvPr/>
        </p:nvGrpSpPr>
        <p:grpSpPr>
          <a:xfrm>
            <a:off x="7522760" y="3878022"/>
            <a:ext cx="234360" cy="200055"/>
            <a:chOff x="1154366" y="11716364"/>
            <a:chExt cx="234360" cy="200055"/>
          </a:xfrm>
        </p:grpSpPr>
        <p:sp>
          <p:nvSpPr>
            <p:cNvPr id="308" name="모서리가 둥근 직사각형 3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9" name="직사각형 308"/>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315" name="Rectangle 122"/>
          <p:cNvSpPr>
            <a:spLocks noChangeArrowheads="1"/>
          </p:cNvSpPr>
          <p:nvPr/>
        </p:nvSpPr>
        <p:spPr bwMode="auto">
          <a:xfrm>
            <a:off x="9059596" y="4354018"/>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317" name="그룹 316"/>
          <p:cNvGrpSpPr/>
          <p:nvPr/>
        </p:nvGrpSpPr>
        <p:grpSpPr>
          <a:xfrm>
            <a:off x="2029247" y="3007057"/>
            <a:ext cx="4597216" cy="215444"/>
            <a:chOff x="2029247" y="3007057"/>
            <a:chExt cx="4597216" cy="215444"/>
          </a:xfrm>
        </p:grpSpPr>
        <p:sp>
          <p:nvSpPr>
            <p:cNvPr id="318"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운영과목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19" name="직사각형 318"/>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운영과목</a:t>
              </a:r>
              <a:endParaRPr lang="ko-KR" altLang="en-US" sz="800" dirty="0">
                <a:solidFill>
                  <a:srgbClr val="FF0000"/>
                </a:solidFill>
                <a:latin typeface="+mn-ea"/>
                <a:ea typeface="+mn-ea"/>
              </a:endParaRPr>
            </a:p>
          </p:txBody>
        </p:sp>
        <p:sp>
          <p:nvSpPr>
            <p:cNvPr id="320" name="Rectangle 122"/>
            <p:cNvSpPr>
              <a:spLocks noChangeArrowheads="1"/>
            </p:cNvSpPr>
            <p:nvPr/>
          </p:nvSpPr>
          <p:spPr bwMode="auto">
            <a:xfrm>
              <a:off x="2946301"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21"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aphicFrame>
        <p:nvGraphicFramePr>
          <p:cNvPr id="322" name="Group 37"/>
          <p:cNvGraphicFramePr>
            <a:graphicFrameLocks noGrp="1"/>
          </p:cNvGraphicFramePr>
          <p:nvPr>
            <p:extLst>
              <p:ext uri="{D42A27DB-BD31-4B8C-83A1-F6EECF244321}">
                <p14:modId xmlns:p14="http://schemas.microsoft.com/office/powerpoint/2010/main" val="2276676579"/>
              </p:ext>
            </p:extLst>
          </p:nvPr>
        </p:nvGraphicFramePr>
        <p:xfrm>
          <a:off x="1980804" y="4608710"/>
          <a:ext cx="7765094" cy="2644543"/>
        </p:xfrm>
        <a:graphic>
          <a:graphicData uri="http://schemas.openxmlformats.org/drawingml/2006/table">
            <a:tbl>
              <a:tblPr/>
              <a:tblGrid>
                <a:gridCol w="277333">
                  <a:extLst>
                    <a:ext uri="{9D8B030D-6E8A-4147-A177-3AD203B41FA5}">
                      <a16:colId xmlns:a16="http://schemas.microsoft.com/office/drawing/2014/main" xmlns="" val="20000"/>
                    </a:ext>
                  </a:extLst>
                </a:gridCol>
                <a:gridCol w="319489">
                  <a:extLst>
                    <a:ext uri="{9D8B030D-6E8A-4147-A177-3AD203B41FA5}">
                      <a16:colId xmlns:a16="http://schemas.microsoft.com/office/drawing/2014/main" xmlns="" val="20001"/>
                    </a:ext>
                  </a:extLst>
                </a:gridCol>
                <a:gridCol w="443149"/>
                <a:gridCol w="417301"/>
                <a:gridCol w="417592"/>
                <a:gridCol w="475335"/>
                <a:gridCol w="611750"/>
                <a:gridCol w="309043"/>
                <a:gridCol w="515433"/>
                <a:gridCol w="678364"/>
                <a:gridCol w="561615"/>
                <a:gridCol w="1211543"/>
                <a:gridCol w="897267"/>
                <a:gridCol w="314940"/>
                <a:gridCol w="314940"/>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lang="ko-KR" altLang="en-US" sz="800" b="0" i="0" kern="1200" dirty="0" smtClean="0">
                          <a:solidFill>
                            <a:schemeClr val="tx1">
                              <a:lumMod val="75000"/>
                              <a:lumOff val="25000"/>
                            </a:schemeClr>
                          </a:solidFill>
                          <a:effectLst/>
                          <a:latin typeface="+mn-lt"/>
                          <a:ea typeface="+mn-ea"/>
                          <a:cs typeface="+mn-cs"/>
                        </a:rPr>
                        <a:t>기관↕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운영과목</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발신자</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학번</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대표 </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ID</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내용</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파일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읽음</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rgbClr val="0070C0"/>
                          </a:solidFill>
                          <a:latin typeface="+mn-ea"/>
                          <a:ea typeface="+mn-ea"/>
                        </a:rPr>
                        <a:t>알림내용알림내용알림</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하*동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rgbClr val="0070C0"/>
                          </a:solidFill>
                          <a:latin typeface="+mn-ea"/>
                          <a:ea typeface="+mn-ea"/>
                        </a:rPr>
                        <a:t>알림내용알림내용알림</a:t>
                      </a:r>
                      <a:r>
                        <a:rPr lang="en-US" altLang="ko-KR" sz="800" b="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24125***59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rgbClr val="0070C0"/>
                          </a:solidFill>
                          <a:latin typeface="+mn-ea"/>
                          <a:ea typeface="+mn-ea"/>
                        </a:rPr>
                        <a:t>알림내용알림내용알림</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2026.08.04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23" name="직사각형 322"/>
          <p:cNvSpPr/>
          <p:nvPr/>
        </p:nvSpPr>
        <p:spPr>
          <a:xfrm>
            <a:off x="2055741" y="5391273"/>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24" name="직사각형 323"/>
          <p:cNvSpPr/>
          <p:nvPr/>
        </p:nvSpPr>
        <p:spPr>
          <a:xfrm>
            <a:off x="2055741" y="5626347"/>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43" name="직사각형 342"/>
          <p:cNvSpPr/>
          <p:nvPr/>
        </p:nvSpPr>
        <p:spPr>
          <a:xfrm>
            <a:off x="2053645" y="5876279"/>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45" name="직사각형 344"/>
          <p:cNvSpPr/>
          <p:nvPr/>
        </p:nvSpPr>
        <p:spPr>
          <a:xfrm>
            <a:off x="2053645" y="611234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46" name="직사각형 345"/>
          <p:cNvSpPr/>
          <p:nvPr/>
        </p:nvSpPr>
        <p:spPr>
          <a:xfrm>
            <a:off x="2047156" y="6354861"/>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47" name="직사각형 346"/>
          <p:cNvSpPr/>
          <p:nvPr/>
        </p:nvSpPr>
        <p:spPr>
          <a:xfrm>
            <a:off x="2056681" y="6589935"/>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48" name="직사각형 347"/>
          <p:cNvSpPr/>
          <p:nvPr/>
        </p:nvSpPr>
        <p:spPr>
          <a:xfrm>
            <a:off x="2054585" y="6839867"/>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49" name="직사각형 348"/>
          <p:cNvSpPr/>
          <p:nvPr/>
        </p:nvSpPr>
        <p:spPr>
          <a:xfrm>
            <a:off x="2054585" y="7074941"/>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50" name="Track"/>
          <p:cNvSpPr>
            <a:spLocks/>
          </p:cNvSpPr>
          <p:nvPr>
            <p:custDataLst>
              <p:tags r:id="rId1"/>
            </p:custDataLst>
          </p:nvPr>
        </p:nvSpPr>
        <p:spPr bwMode="auto">
          <a:xfrm>
            <a:off x="9700428" y="4853517"/>
            <a:ext cx="43200" cy="23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sp>
        <p:nvSpPr>
          <p:cNvPr id="375" name="직사각형 374"/>
          <p:cNvSpPr/>
          <p:nvPr/>
        </p:nvSpPr>
        <p:spPr>
          <a:xfrm>
            <a:off x="2063155" y="468915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76" name="직사각형 375"/>
          <p:cNvSpPr/>
          <p:nvPr/>
        </p:nvSpPr>
        <p:spPr>
          <a:xfrm>
            <a:off x="2063155" y="4914701"/>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78" name="직사각형 377"/>
          <p:cNvSpPr/>
          <p:nvPr/>
        </p:nvSpPr>
        <p:spPr>
          <a:xfrm>
            <a:off x="2061059" y="515510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nvGrpSpPr>
          <p:cNvPr id="6" name="그룹 5"/>
          <p:cNvGrpSpPr/>
          <p:nvPr/>
        </p:nvGrpSpPr>
        <p:grpSpPr>
          <a:xfrm>
            <a:off x="502221" y="1969790"/>
            <a:ext cx="1440160" cy="6283746"/>
            <a:chOff x="502221" y="1969790"/>
            <a:chExt cx="1440160" cy="6283746"/>
          </a:xfrm>
        </p:grpSpPr>
        <p:sp>
          <p:nvSpPr>
            <p:cNvPr id="235" name="직사각형 234"/>
            <p:cNvSpPr/>
            <p:nvPr/>
          </p:nvSpPr>
          <p:spPr bwMode="auto">
            <a:xfrm>
              <a:off x="502221" y="1969790"/>
              <a:ext cx="1440160" cy="6283746"/>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250" name="그룹 249"/>
            <p:cNvGrpSpPr/>
            <p:nvPr/>
          </p:nvGrpSpPr>
          <p:grpSpPr>
            <a:xfrm>
              <a:off x="629956" y="4888210"/>
              <a:ext cx="1188000" cy="180000"/>
              <a:chOff x="666428" y="4310612"/>
              <a:chExt cx="1188000" cy="180000"/>
            </a:xfrm>
          </p:grpSpPr>
          <p:sp>
            <p:nvSpPr>
              <p:cNvPr id="287" name="모서리가 둥근 직사각형 28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8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5" y="3042501"/>
              <a:ext cx="1188000" cy="180000"/>
              <a:chOff x="666427" y="3266516"/>
              <a:chExt cx="1188000" cy="180000"/>
            </a:xfrm>
          </p:grpSpPr>
          <p:sp>
            <p:nvSpPr>
              <p:cNvPr id="285" name="모서리가 둥근 직사각형 28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29956" y="5174166"/>
              <a:ext cx="1188000" cy="180000"/>
              <a:chOff x="666428" y="4570824"/>
              <a:chExt cx="1188000" cy="180000"/>
            </a:xfrm>
          </p:grpSpPr>
          <p:sp>
            <p:nvSpPr>
              <p:cNvPr id="283" name="모서리가 둥근 직사각형 28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전체수업현황</a:t>
                </a:r>
                <a:endParaRPr kumimoji="1" lang="ko-KR" altLang="en-US" sz="800" dirty="0">
                  <a:solidFill>
                    <a:schemeClr val="bg1"/>
                  </a:solidFill>
                  <a:latin typeface="+mn-ea"/>
                  <a:ea typeface="+mn-ea"/>
                  <a:cs typeface="Calibri" pitchFamily="34" charset="0"/>
                </a:endParaRPr>
              </a:p>
            </p:txBody>
          </p:sp>
          <p:pic>
            <p:nvPicPr>
              <p:cNvPr id="284"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29956" y="6639478"/>
              <a:ext cx="1188000" cy="180000"/>
              <a:chOff x="666428" y="5096004"/>
              <a:chExt cx="1188000" cy="180000"/>
            </a:xfrm>
          </p:grpSpPr>
          <p:sp>
            <p:nvSpPr>
              <p:cNvPr id="281" name="모서리가 둥근 직사각형 280"/>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82"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1150" y="5455211"/>
              <a:ext cx="1188000" cy="180000"/>
              <a:chOff x="666428" y="4570824"/>
              <a:chExt cx="1188000" cy="180000"/>
            </a:xfrm>
          </p:grpSpPr>
          <p:sp>
            <p:nvSpPr>
              <p:cNvPr id="275" name="모서리가 둥근 직사각형 27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학습진도관리</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29956" y="5742781"/>
              <a:ext cx="1188000" cy="180000"/>
              <a:chOff x="666428" y="4310612"/>
              <a:chExt cx="1188000" cy="180000"/>
            </a:xfrm>
          </p:grpSpPr>
          <p:sp>
            <p:nvSpPr>
              <p:cNvPr id="273" name="모서리가 둥근 직사각형 27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전체공지사항</a:t>
                </a:r>
                <a:endParaRPr kumimoji="1" lang="ko-KR" altLang="en-US" sz="800" dirty="0">
                  <a:solidFill>
                    <a:schemeClr val="bg1"/>
                  </a:solidFill>
                  <a:latin typeface="+mn-ea"/>
                  <a:ea typeface="+mn-ea"/>
                  <a:cs typeface="Calibri" pitchFamily="34" charset="0"/>
                </a:endParaRPr>
              </a:p>
            </p:txBody>
          </p:sp>
          <p:pic>
            <p:nvPicPr>
              <p:cNvPr id="27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26748" y="2104281"/>
              <a:ext cx="1245456" cy="442923"/>
              <a:chOff x="468506" y="2320305"/>
              <a:chExt cx="1245456" cy="442923"/>
            </a:xfrm>
          </p:grpSpPr>
          <p:sp>
            <p:nvSpPr>
              <p:cNvPr id="270" name="직사각형 269"/>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1"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2" name="TextBox 271"/>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홍*동 </a:t>
                </a:r>
                <a:r>
                  <a:rPr lang="ko-KR" altLang="en-US" sz="700" b="1" dirty="0" smtClean="0">
                    <a:solidFill>
                      <a:schemeClr val="bg1"/>
                    </a:solidFill>
                    <a:latin typeface="맑은 고딕" panose="020B0503020000020004" pitchFamily="50" charset="-127"/>
                    <a:ea typeface="맑은 고딕" panose="020B0503020000020004" pitchFamily="50" charset="-127"/>
                  </a:rPr>
                  <a:t>교수</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59" name="그룹 258"/>
            <p:cNvGrpSpPr/>
            <p:nvPr/>
          </p:nvGrpSpPr>
          <p:grpSpPr>
            <a:xfrm>
              <a:off x="622995" y="6962097"/>
              <a:ext cx="1188000" cy="180000"/>
              <a:chOff x="666428" y="5359544"/>
              <a:chExt cx="1188000" cy="180000"/>
            </a:xfrm>
          </p:grpSpPr>
          <p:sp>
            <p:nvSpPr>
              <p:cNvPr id="266" name="모서리가 둥근 직사각형 265"/>
              <p:cNvSpPr/>
              <p:nvPr/>
            </p:nvSpPr>
            <p:spPr bwMode="auto">
              <a:xfrm>
                <a:off x="666428" y="535954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성적관리</a:t>
                </a:r>
                <a:endParaRPr kumimoji="1" lang="ko-KR" altLang="en-US" sz="800" dirty="0">
                  <a:solidFill>
                    <a:schemeClr val="bg1"/>
                  </a:solidFill>
                  <a:latin typeface="+mn-ea"/>
                  <a:ea typeface="+mn-ea"/>
                  <a:cs typeface="Calibri" pitchFamily="34" charset="0"/>
                </a:endParaRPr>
              </a:p>
            </p:txBody>
          </p:sp>
          <p:pic>
            <p:nvPicPr>
              <p:cNvPr id="267"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6587" y="5394708"/>
                <a:ext cx="122400"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32520" y="6328370"/>
              <a:ext cx="1188000" cy="180000"/>
              <a:chOff x="666428" y="4310612"/>
              <a:chExt cx="1188000" cy="180000"/>
            </a:xfrm>
          </p:grpSpPr>
          <p:sp>
            <p:nvSpPr>
              <p:cNvPr id="264" name="모서리가 둥근 직사각형 26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6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1" name="그룹 260"/>
            <p:cNvGrpSpPr/>
            <p:nvPr/>
          </p:nvGrpSpPr>
          <p:grpSpPr>
            <a:xfrm>
              <a:off x="632520" y="2752353"/>
              <a:ext cx="1188000" cy="180000"/>
              <a:chOff x="666427" y="3266516"/>
              <a:chExt cx="1188000" cy="180000"/>
            </a:xfrm>
          </p:grpSpPr>
          <p:sp>
            <p:nvSpPr>
              <p:cNvPr id="262" name="모서리가 둥근 직사각형 26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 name="그룹 8"/>
            <p:cNvGrpSpPr/>
            <p:nvPr/>
          </p:nvGrpSpPr>
          <p:grpSpPr>
            <a:xfrm>
              <a:off x="629956" y="3318264"/>
              <a:ext cx="1188000" cy="1325040"/>
              <a:chOff x="629956" y="3318264"/>
              <a:chExt cx="1188000" cy="1325040"/>
            </a:xfrm>
          </p:grpSpPr>
          <p:grpSp>
            <p:nvGrpSpPr>
              <p:cNvPr id="249" name="그룹 248"/>
              <p:cNvGrpSpPr/>
              <p:nvPr/>
            </p:nvGrpSpPr>
            <p:grpSpPr>
              <a:xfrm>
                <a:off x="629956" y="3318264"/>
                <a:ext cx="1188000" cy="180000"/>
                <a:chOff x="666428" y="3785432"/>
                <a:chExt cx="1188000" cy="180000"/>
              </a:xfrm>
            </p:grpSpPr>
            <p:sp>
              <p:nvSpPr>
                <p:cNvPr id="388" name="모서리가 둥근 직사각형 387"/>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38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 name="직사각형 7"/>
              <p:cNvSpPr/>
              <p:nvPr/>
            </p:nvSpPr>
            <p:spPr>
              <a:xfrm>
                <a:off x="632520" y="3507789"/>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225" name="직사각형 224"/>
              <p:cNvSpPr/>
              <p:nvPr/>
            </p:nvSpPr>
            <p:spPr>
              <a:xfrm>
                <a:off x="632520" y="366971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226" name="직사각형 225"/>
              <p:cNvSpPr/>
              <p:nvPr/>
            </p:nvSpPr>
            <p:spPr>
              <a:xfrm>
                <a:off x="632520" y="3825155"/>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이메일</a:t>
                </a:r>
                <a:endParaRPr lang="en-US" altLang="ko-KR" sz="800" dirty="0" smtClean="0">
                  <a:solidFill>
                    <a:schemeClr val="tx1">
                      <a:lumMod val="75000"/>
                      <a:lumOff val="25000"/>
                    </a:schemeClr>
                  </a:solidFill>
                  <a:latin typeface="+mn-ea"/>
                </a:endParaRPr>
              </a:p>
            </p:txBody>
          </p:sp>
          <p:sp>
            <p:nvSpPr>
              <p:cNvPr id="294" name="직사각형 293"/>
              <p:cNvSpPr/>
              <p:nvPr/>
            </p:nvSpPr>
            <p:spPr>
              <a:xfrm>
                <a:off x="632520" y="3987080"/>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sp>
            <p:nvSpPr>
              <p:cNvPr id="296" name="직사각형 295"/>
              <p:cNvSpPr/>
              <p:nvPr/>
            </p:nvSpPr>
            <p:spPr>
              <a:xfrm>
                <a:off x="632520" y="4163938"/>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메시지템플릿</a:t>
                </a:r>
                <a:endParaRPr lang="en-US" altLang="ko-KR" sz="800" dirty="0" smtClean="0">
                  <a:solidFill>
                    <a:schemeClr val="tx1">
                      <a:lumMod val="75000"/>
                      <a:lumOff val="25000"/>
                    </a:schemeClr>
                  </a:solidFill>
                  <a:latin typeface="+mn-ea"/>
                </a:endParaRPr>
              </a:p>
            </p:txBody>
          </p:sp>
          <p:sp>
            <p:nvSpPr>
              <p:cNvPr id="297" name="직사각형 296"/>
              <p:cNvSpPr/>
              <p:nvPr/>
            </p:nvSpPr>
            <p:spPr>
              <a:xfrm>
                <a:off x="632520" y="4319379"/>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발송내역관리</a:t>
                </a:r>
                <a:endParaRPr lang="en-US" altLang="ko-KR" sz="800" dirty="0" smtClean="0">
                  <a:solidFill>
                    <a:schemeClr val="tx1">
                      <a:lumMod val="75000"/>
                      <a:lumOff val="25000"/>
                    </a:schemeClr>
                  </a:solidFill>
                  <a:latin typeface="+mn-ea"/>
                </a:endParaRPr>
              </a:p>
            </p:txBody>
          </p:sp>
          <p:sp>
            <p:nvSpPr>
              <p:cNvPr id="298" name="직사각형 297"/>
              <p:cNvSpPr/>
              <p:nvPr/>
            </p:nvSpPr>
            <p:spPr>
              <a:xfrm>
                <a:off x="632520" y="448130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수신동의현황</a:t>
                </a:r>
                <a:endParaRPr lang="en-US" altLang="ko-KR" sz="800" dirty="0" smtClean="0">
                  <a:solidFill>
                    <a:schemeClr val="tx1">
                      <a:lumMod val="75000"/>
                      <a:lumOff val="25000"/>
                    </a:schemeClr>
                  </a:solidFill>
                  <a:latin typeface="+mn-ea"/>
                </a:endParaRPr>
              </a:p>
            </p:txBody>
          </p:sp>
        </p:grpSp>
        <p:grpSp>
          <p:nvGrpSpPr>
            <p:cNvPr id="212" name="그룹 211"/>
            <p:cNvGrpSpPr/>
            <p:nvPr/>
          </p:nvGrpSpPr>
          <p:grpSpPr>
            <a:xfrm>
              <a:off x="632520" y="6023404"/>
              <a:ext cx="1188000" cy="180000"/>
              <a:chOff x="666428" y="4310612"/>
              <a:chExt cx="1188000" cy="180000"/>
            </a:xfrm>
          </p:grpSpPr>
          <p:sp>
            <p:nvSpPr>
              <p:cNvPr id="213" name="모서리가 둥근 직사각형 21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과목공지사항</a:t>
                </a:r>
                <a:endParaRPr kumimoji="1" lang="ko-KR" altLang="en-US" sz="800" dirty="0">
                  <a:solidFill>
                    <a:schemeClr val="bg1"/>
                  </a:solidFill>
                  <a:latin typeface="+mn-ea"/>
                  <a:ea typeface="+mn-ea"/>
                  <a:cs typeface="Calibri" pitchFamily="34" charset="0"/>
                </a:endParaRPr>
              </a:p>
            </p:txBody>
          </p:sp>
          <p:pic>
            <p:nvPicPr>
              <p:cNvPr id="21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24" name="그룹 223"/>
          <p:cNvGrpSpPr/>
          <p:nvPr/>
        </p:nvGrpSpPr>
        <p:grpSpPr>
          <a:xfrm>
            <a:off x="629956" y="7495356"/>
            <a:ext cx="1188000" cy="180000"/>
            <a:chOff x="666428" y="5881828"/>
            <a:chExt cx="1188000" cy="180000"/>
          </a:xfrm>
        </p:grpSpPr>
        <p:sp>
          <p:nvSpPr>
            <p:cNvPr id="227" name="모서리가 둥근 직사각형 226"/>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kumimoji="1" lang="ko-KR" altLang="en-US" sz="800" dirty="0" smtClean="0">
                  <a:solidFill>
                    <a:schemeClr val="bg1"/>
                  </a:solidFill>
                  <a:latin typeface="+mn-ea"/>
                  <a:ea typeface="+mn-ea"/>
                  <a:cs typeface="Calibri" pitchFamily="34" charset="0"/>
                </a:rPr>
                <a:t>종합시험</a:t>
              </a:r>
              <a:endParaRPr kumimoji="1" lang="ko-KR" altLang="en-US" sz="800" dirty="0">
                <a:solidFill>
                  <a:schemeClr val="bg1"/>
                </a:solidFill>
                <a:latin typeface="+mn-ea"/>
                <a:ea typeface="+mn-ea"/>
                <a:cs typeface="Calibri" pitchFamily="34" charset="0"/>
              </a:endParaRPr>
            </a:p>
          </p:txBody>
        </p:sp>
        <p:pic>
          <p:nvPicPr>
            <p:cNvPr id="228"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7245424"/>
            <a:ext cx="1188000" cy="180000"/>
            <a:chOff x="632520" y="6184354"/>
            <a:chExt cx="1188000" cy="180000"/>
          </a:xfrm>
        </p:grpSpPr>
        <p:sp>
          <p:nvSpPr>
            <p:cNvPr id="239" name="모서리가 둥근 직사각형 238"/>
            <p:cNvSpPr/>
            <p:nvPr/>
          </p:nvSpPr>
          <p:spPr bwMode="auto">
            <a:xfrm>
              <a:off x="632520" y="618435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4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9357" y="6215641"/>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1792480" y="2151679"/>
            <a:ext cx="5680800" cy="2573465"/>
            <a:chOff x="2792760" y="4221088"/>
            <a:chExt cx="5680800" cy="2573465"/>
          </a:xfrm>
        </p:grpSpPr>
        <p:sp>
          <p:nvSpPr>
            <p:cNvPr id="218" name="직사각형 217"/>
            <p:cNvSpPr/>
            <p:nvPr/>
          </p:nvSpPr>
          <p:spPr>
            <a:xfrm>
              <a:off x="2798191" y="4399013"/>
              <a:ext cx="5673600" cy="2395540"/>
            </a:xfrm>
            <a:prstGeom prst="rect">
              <a:avLst/>
            </a:prstGeom>
            <a:solidFill>
              <a:schemeClr val="bg1">
                <a:lumMod val="95000"/>
              </a:schemeClr>
            </a:solidFill>
            <a:ln w="9525">
              <a:solidFill>
                <a:srgbClr val="506E92"/>
              </a:solidFill>
            </a:ln>
          </p:spPr>
          <p:style>
            <a:lnRef idx="2">
              <a:schemeClr val="accent1">
                <a:shade val="50000"/>
              </a:schemeClr>
            </a:lnRef>
            <a:fillRef idx="1">
              <a:schemeClr val="accent1"/>
            </a:fillRef>
            <a:effectRef idx="0">
              <a:schemeClr val="accent1"/>
            </a:effectRef>
            <a:fontRef idx="minor">
              <a:schemeClr val="lt1"/>
            </a:fontRef>
          </p:style>
          <p:txBody>
            <a:bodyPr bIns="0" rtlCol="0" anchor="t"/>
            <a:lstStyle/>
            <a:p>
              <a:pPr>
                <a:lnSpc>
                  <a:spcPct val="200000"/>
                </a:lnSpc>
              </a:pPr>
              <a:endParaRPr lang="ko-KR" altLang="en-US" sz="800" dirty="0">
                <a:solidFill>
                  <a:schemeClr val="tx1"/>
                </a:solidFill>
                <a:latin typeface="+mn-ea"/>
              </a:endParaRPr>
            </a:p>
          </p:txBody>
        </p:sp>
        <p:sp>
          <p:nvSpPr>
            <p:cNvPr id="219" name="직사각형 218"/>
            <p:cNvSpPr/>
            <p:nvPr/>
          </p:nvSpPr>
          <p:spPr>
            <a:xfrm>
              <a:off x="2792760" y="4221088"/>
              <a:ext cx="5680800" cy="180000"/>
            </a:xfrm>
            <a:prstGeom prst="rect">
              <a:avLst/>
            </a:prstGeom>
            <a:solidFill>
              <a:srgbClr val="506E92"/>
            </a:solidFill>
            <a:ln w="9525">
              <a:solidFill>
                <a:srgbClr val="506E9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rtlCol="0" anchor="ctr"/>
            <a:lstStyle/>
            <a:p>
              <a:pPr>
                <a:lnSpc>
                  <a:spcPct val="150000"/>
                </a:lnSpc>
              </a:pPr>
              <a:r>
                <a:rPr lang="ko-KR" altLang="en-US" sz="800" b="1" dirty="0" smtClean="0">
                  <a:solidFill>
                    <a:schemeClr val="bg1"/>
                  </a:solidFill>
                  <a:latin typeface="+mn-ea"/>
                </a:rPr>
                <a:t>엑셀 다운로드                                                                                                                                   </a:t>
              </a:r>
              <a:r>
                <a:rPr lang="en-US" altLang="ko-KR" sz="800" b="1" dirty="0" smtClean="0">
                  <a:solidFill>
                    <a:schemeClr val="bg1"/>
                  </a:solidFill>
                  <a:latin typeface="+mn-ea"/>
                </a:rPr>
                <a:t>X</a:t>
              </a:r>
              <a:endParaRPr lang="en-US" altLang="ko-KR" sz="800" b="1" dirty="0">
                <a:solidFill>
                  <a:schemeClr val="bg1"/>
                </a:solidFill>
                <a:latin typeface="+mn-ea"/>
              </a:endParaRPr>
            </a:p>
          </p:txBody>
        </p:sp>
        <p:sp>
          <p:nvSpPr>
            <p:cNvPr id="220" name="모서리가 둥근 직사각형 219"/>
            <p:cNvSpPr/>
            <p:nvPr/>
          </p:nvSpPr>
          <p:spPr>
            <a:xfrm>
              <a:off x="4890597" y="6453336"/>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다운로드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43" name="직사각형 242"/>
            <p:cNvSpPr/>
            <p:nvPr/>
          </p:nvSpPr>
          <p:spPr>
            <a:xfrm>
              <a:off x="2874292" y="4473116"/>
              <a:ext cx="5520233" cy="657887"/>
            </a:xfrm>
            <a:prstGeom prst="rect">
              <a:avLst/>
            </a:prstGeom>
            <a:solidFill>
              <a:schemeClr val="accent6">
                <a:lumMod val="10000"/>
                <a:lumOff val="90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a:solidFill>
                    <a:srgbClr val="0070C0"/>
                  </a:solidFill>
                </a:rPr>
                <a:t>주의사항</a:t>
              </a:r>
            </a:p>
            <a:p>
              <a:pPr>
                <a:lnSpc>
                  <a:spcPct val="150000"/>
                </a:lnSpc>
              </a:pPr>
              <a:r>
                <a:rPr lang="en-US" altLang="ko-KR" sz="800" dirty="0" smtClean="0">
                  <a:solidFill>
                    <a:srgbClr val="0070C0"/>
                  </a:solidFill>
                  <a:latin typeface="+mn-ea"/>
                </a:rPr>
                <a:t>• </a:t>
              </a:r>
              <a:r>
                <a:rPr lang="ko-KR" altLang="en-US" sz="800" dirty="0" smtClean="0">
                  <a:solidFill>
                    <a:srgbClr val="0070C0"/>
                  </a:solidFill>
                  <a:latin typeface="+mn-ea"/>
                </a:rPr>
                <a:t>개인정보를 엑셀 다운로드 할 경우 다운로드 이력 및 사유를 관리해야 합니다</a:t>
              </a:r>
              <a:r>
                <a:rPr lang="en-US" altLang="ko-KR" sz="800" dirty="0" smtClean="0">
                  <a:solidFill>
                    <a:srgbClr val="0070C0"/>
                  </a:solidFill>
                  <a:latin typeface="+mn-ea"/>
                </a:rPr>
                <a:t>.</a:t>
              </a:r>
              <a:endParaRPr lang="en-US" altLang="ko-KR" sz="800" dirty="0">
                <a:solidFill>
                  <a:srgbClr val="0070C0"/>
                </a:solidFill>
              </a:endParaRPr>
            </a:p>
            <a:p>
              <a:pPr>
                <a:lnSpc>
                  <a:spcPct val="150000"/>
                </a:lnSpc>
              </a:pPr>
              <a:r>
                <a:rPr lang="en-US" altLang="ko-KR" sz="800" dirty="0" smtClean="0">
                  <a:solidFill>
                    <a:srgbClr val="0070C0"/>
                  </a:solidFill>
                  <a:latin typeface="+mn-ea"/>
                </a:rPr>
                <a:t>• </a:t>
              </a:r>
              <a:r>
                <a:rPr lang="ko-KR" altLang="en-US" sz="800" dirty="0" smtClean="0">
                  <a:solidFill>
                    <a:srgbClr val="0070C0"/>
                  </a:solidFill>
                  <a:latin typeface="+mn-ea"/>
                </a:rPr>
                <a:t>다운로드 사유를 입력 후 엑셀 다운로드가 됩니다</a:t>
              </a:r>
              <a:r>
                <a:rPr lang="en-US" altLang="ko-KR" sz="800" dirty="0" smtClean="0">
                  <a:solidFill>
                    <a:srgbClr val="0070C0"/>
                  </a:solidFill>
                  <a:latin typeface="+mn-ea"/>
                </a:rPr>
                <a:t>.</a:t>
              </a:r>
              <a:endParaRPr lang="en-US" altLang="ko-KR" sz="800" dirty="0">
                <a:solidFill>
                  <a:srgbClr val="0070C0"/>
                </a:solidFill>
                <a:latin typeface="+mn-ea"/>
              </a:endParaRPr>
            </a:p>
          </p:txBody>
        </p:sp>
        <p:sp>
          <p:nvSpPr>
            <p:cNvPr id="254" name="모서리가 둥근 직사각형 253"/>
            <p:cNvSpPr/>
            <p:nvPr/>
          </p:nvSpPr>
          <p:spPr>
            <a:xfrm>
              <a:off x="5673080" y="6451220"/>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7" name="그룹 6"/>
          <p:cNvGrpSpPr/>
          <p:nvPr/>
        </p:nvGrpSpPr>
        <p:grpSpPr>
          <a:xfrm>
            <a:off x="1874014" y="3411903"/>
            <a:ext cx="5525565" cy="756000"/>
            <a:chOff x="1794174" y="3284984"/>
            <a:chExt cx="5525565" cy="756000"/>
          </a:xfrm>
        </p:grpSpPr>
        <p:sp>
          <p:nvSpPr>
            <p:cNvPr id="279" name="Rectangle 251"/>
            <p:cNvSpPr>
              <a:spLocks noChangeArrowheads="1"/>
            </p:cNvSpPr>
            <p:nvPr/>
          </p:nvSpPr>
          <p:spPr bwMode="auto">
            <a:xfrm>
              <a:off x="1794174" y="3284984"/>
              <a:ext cx="5520232"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endParaRPr lang="en-US" altLang="ko-KR" sz="800" dirty="0">
                <a:solidFill>
                  <a:schemeClr val="tx1">
                    <a:lumMod val="75000"/>
                    <a:lumOff val="25000"/>
                  </a:schemeClr>
                </a:solidFill>
                <a:latin typeface="+mn-ea"/>
                <a:ea typeface="+mn-ea"/>
              </a:endParaRPr>
            </a:p>
          </p:txBody>
        </p:sp>
        <p:sp>
          <p:nvSpPr>
            <p:cNvPr id="280" name="Track"/>
            <p:cNvSpPr>
              <a:spLocks/>
            </p:cNvSpPr>
            <p:nvPr>
              <p:custDataLst>
                <p:tags r:id="rId2"/>
              </p:custDataLst>
            </p:nvPr>
          </p:nvSpPr>
          <p:spPr bwMode="auto">
            <a:xfrm>
              <a:off x="7276539" y="3288247"/>
              <a:ext cx="43200" cy="748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16" name="직사각형 315"/>
          <p:cNvSpPr/>
          <p:nvPr/>
        </p:nvSpPr>
        <p:spPr>
          <a:xfrm>
            <a:off x="1782955" y="3194279"/>
            <a:ext cx="2880000" cy="215444"/>
          </a:xfrm>
          <a:prstGeom prst="rect">
            <a:avLst/>
          </a:prstGeom>
        </p:spPr>
        <p:txBody>
          <a:bodyPr wrap="square">
            <a:spAutoFit/>
          </a:bodyPr>
          <a:lstStyle/>
          <a:p>
            <a:r>
              <a:rPr lang="ko-KR" altLang="en-US" sz="800" dirty="0">
                <a:solidFill>
                  <a:srgbClr val="506E92"/>
                </a:solidFill>
              </a:rPr>
              <a:t>●</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사유</a:t>
            </a:r>
            <a:endParaRPr lang="ko-KR" altLang="en-US" sz="800" dirty="0">
              <a:solidFill>
                <a:schemeClr val="tx1">
                  <a:lumMod val="75000"/>
                  <a:lumOff val="25000"/>
                </a:schemeClr>
              </a:solidFill>
              <a:latin typeface="+mn-ea"/>
              <a:ea typeface="+mn-ea"/>
            </a:endParaRPr>
          </a:p>
        </p:txBody>
      </p:sp>
      <p:cxnSp>
        <p:nvCxnSpPr>
          <p:cNvPr id="379" name="꺾인 연결선 378"/>
          <p:cNvCxnSpPr>
            <a:stCxn id="223" idx="0"/>
            <a:endCxn id="218" idx="3"/>
          </p:cNvCxnSpPr>
          <p:nvPr/>
        </p:nvCxnSpPr>
        <p:spPr>
          <a:xfrm rot="16200000" flipV="1">
            <a:off x="7493533" y="3505352"/>
            <a:ext cx="515838" cy="55988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80" name="그룹 379"/>
          <p:cNvGrpSpPr/>
          <p:nvPr/>
        </p:nvGrpSpPr>
        <p:grpSpPr>
          <a:xfrm>
            <a:off x="3833200" y="4208482"/>
            <a:ext cx="234360" cy="200055"/>
            <a:chOff x="1154366" y="11716364"/>
            <a:chExt cx="234360" cy="200055"/>
          </a:xfrm>
        </p:grpSpPr>
        <p:sp>
          <p:nvSpPr>
            <p:cNvPr id="381" name="모서리가 둥근 직사각형 38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2" name="직사각형 381"/>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01" name="그룹 200"/>
          <p:cNvGrpSpPr/>
          <p:nvPr/>
        </p:nvGrpSpPr>
        <p:grpSpPr>
          <a:xfrm>
            <a:off x="632520" y="8011053"/>
            <a:ext cx="1188000" cy="180000"/>
            <a:chOff x="666428" y="5881828"/>
            <a:chExt cx="1188000" cy="180000"/>
          </a:xfrm>
        </p:grpSpPr>
        <p:sp>
          <p:nvSpPr>
            <p:cNvPr id="202" name="모서리가 둥근 직사각형 201"/>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03"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5084" y="7761121"/>
            <a:ext cx="1188000" cy="180000"/>
            <a:chOff x="632520" y="6184354"/>
            <a:chExt cx="1188000" cy="180000"/>
          </a:xfrm>
        </p:grpSpPr>
        <p:sp>
          <p:nvSpPr>
            <p:cNvPr id="205" name="모서리가 둥근 직사각형 204"/>
            <p:cNvSpPr/>
            <p:nvPr/>
          </p:nvSpPr>
          <p:spPr bwMode="auto">
            <a:xfrm>
              <a:off x="632520" y="618435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온라인 시험관리</a:t>
              </a:r>
              <a:endParaRPr kumimoji="1" lang="ko-KR" altLang="en-US" sz="800" dirty="0">
                <a:solidFill>
                  <a:schemeClr val="bg1"/>
                </a:solidFill>
                <a:latin typeface="+mn-ea"/>
                <a:ea typeface="+mn-ea"/>
                <a:cs typeface="Calibri" pitchFamily="34" charset="0"/>
              </a:endParaRPr>
            </a:p>
          </p:txBody>
        </p:sp>
        <p:pic>
          <p:nvPicPr>
            <p:cNvPr id="20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9357" y="6215641"/>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283598115"/>
      </p:ext>
    </p:extLst>
  </p:cSld>
  <p:clrMapOvr>
    <a:masterClrMapping/>
  </p:clrMapOvr>
  <p:transition>
    <p:wipe dir="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817131"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공통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err="1" smtClean="0">
                <a:latin typeface="맑은 고딕" panose="020B0503020000020004" pitchFamily="50" charset="-127"/>
                <a:ea typeface="맑은 고딕" panose="020B0503020000020004" pitchFamily="50" charset="-127"/>
                <a:cs typeface="+mj-cs"/>
              </a:rPr>
              <a:t>마스킹</a:t>
            </a:r>
            <a:r>
              <a:rPr lang="ko-KR" altLang="en-US" sz="2957" b="1" dirty="0" smtClean="0">
                <a:latin typeface="맑은 고딕" panose="020B0503020000020004" pitchFamily="50" charset="-127"/>
                <a:ea typeface="맑은 고딕" panose="020B0503020000020004" pitchFamily="50" charset="-127"/>
                <a:cs typeface="+mj-cs"/>
              </a:rPr>
              <a:t> 처리</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55263619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281477" y="201513"/>
            <a:ext cx="3015340" cy="246221"/>
          </a:xfrm>
          <a:prstGeom prst="rect">
            <a:avLst/>
          </a:prstGeom>
          <a:noFill/>
        </p:spPr>
        <p:txBody>
          <a:bodyPr wrap="square" rtlCol="0">
            <a:spAutoFit/>
          </a:bodyPr>
          <a:lstStyle/>
          <a:p>
            <a:r>
              <a:rPr lang="en-US" altLang="ko-KR" sz="1000" b="1" dirty="0">
                <a:latin typeface="+mn-ea"/>
                <a:ea typeface="+mn-ea"/>
              </a:rPr>
              <a:t>1. </a:t>
            </a:r>
            <a:r>
              <a:rPr lang="ko-KR" altLang="en-US" sz="1000" b="1" dirty="0" err="1" smtClean="0">
                <a:latin typeface="+mn-ea"/>
                <a:ea typeface="+mn-ea"/>
              </a:rPr>
              <a:t>마스킹</a:t>
            </a:r>
            <a:r>
              <a:rPr lang="ko-KR" altLang="en-US" sz="1000" b="1" dirty="0" smtClean="0">
                <a:latin typeface="+mn-ea"/>
                <a:ea typeface="+mn-ea"/>
              </a:rPr>
              <a:t> 처리</a:t>
            </a:r>
            <a:endParaRPr lang="ko-KR" altLang="en-US" sz="800" dirty="0">
              <a:latin typeface="+mn-ea"/>
              <a:ea typeface="+mn-ea"/>
            </a:endParaRPr>
          </a:p>
        </p:txBody>
      </p:sp>
      <p:graphicFrame>
        <p:nvGraphicFramePr>
          <p:cNvPr id="48" name="표 47"/>
          <p:cNvGraphicFramePr>
            <a:graphicFrameLocks noGrp="1"/>
          </p:cNvGraphicFramePr>
          <p:nvPr>
            <p:extLst>
              <p:ext uri="{D42A27DB-BD31-4B8C-83A1-F6EECF244321}">
                <p14:modId xmlns:p14="http://schemas.microsoft.com/office/powerpoint/2010/main" val="3763655806"/>
              </p:ext>
            </p:extLst>
          </p:nvPr>
        </p:nvGraphicFramePr>
        <p:xfrm>
          <a:off x="387920" y="620689"/>
          <a:ext cx="9173594" cy="3765600"/>
        </p:xfrm>
        <a:graphic>
          <a:graphicData uri="http://schemas.openxmlformats.org/drawingml/2006/table">
            <a:tbl>
              <a:tblPr firstRow="1" bandRow="1">
                <a:tableStyleId>{5C22544A-7EE6-4342-B048-85BDC9FD1C3A}</a:tableStyleId>
              </a:tblPr>
              <a:tblGrid>
                <a:gridCol w="1310513"/>
                <a:gridCol w="1670391"/>
                <a:gridCol w="2448272"/>
                <a:gridCol w="3744418"/>
              </a:tblGrid>
              <a:tr h="251040">
                <a:tc gridSpan="4">
                  <a:txBody>
                    <a:bodyPr/>
                    <a:lstStyle/>
                    <a:p>
                      <a:pPr algn="l" latinLnBrk="1"/>
                      <a:r>
                        <a:rPr lang="ko-KR" altLang="en-US" sz="800" dirty="0" err="1" smtClean="0">
                          <a:solidFill>
                            <a:schemeClr val="tx1">
                              <a:lumMod val="75000"/>
                              <a:lumOff val="25000"/>
                            </a:schemeClr>
                          </a:solidFill>
                          <a:latin typeface="+mn-ea"/>
                          <a:ea typeface="+mn-ea"/>
                        </a:rPr>
                        <a:t>마스킹</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algn="l" latinLnBrk="1"/>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algn="l" latinLnBrk="1"/>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hMerge="1">
                  <a:txBody>
                    <a:bodyPr/>
                    <a:lstStyle/>
                    <a:p>
                      <a:pPr latinLnBrk="1"/>
                      <a:endParaRPr lang="ko-KR" altLang="en-US"/>
                    </a:p>
                  </a:txBody>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항목</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정보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예시</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a:lnSpc>
                          <a:spcPct val="150000"/>
                        </a:lnSpc>
                      </a:pPr>
                      <a:r>
                        <a:rPr lang="ko-KR" altLang="en-US" sz="800" dirty="0" smtClean="0">
                          <a:solidFill>
                            <a:schemeClr val="tx1">
                              <a:lumMod val="75000"/>
                              <a:lumOff val="25000"/>
                            </a:schemeClr>
                          </a:solidFill>
                          <a:latin typeface="+mn-ea"/>
                          <a:ea typeface="+mn-ea"/>
                        </a:rPr>
                        <a:t>규칙</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이름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홍길동</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홍</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동</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rgbClr val="FF0000"/>
                          </a:solidFill>
                          <a:latin typeface="+mn-ea"/>
                          <a:ea typeface="+mn-ea"/>
                        </a:rPr>
                        <a:t>이름의 </a:t>
                      </a:r>
                      <a:r>
                        <a:rPr lang="ko-KR" altLang="en-US" sz="800" dirty="0" err="1" smtClean="0">
                          <a:solidFill>
                            <a:srgbClr val="FF0000"/>
                          </a:solidFill>
                          <a:latin typeface="+mn-ea"/>
                          <a:ea typeface="+mn-ea"/>
                        </a:rPr>
                        <a:t>두번째</a:t>
                      </a:r>
                      <a:r>
                        <a:rPr lang="ko-KR" altLang="en-US" sz="800" dirty="0" smtClean="0">
                          <a:solidFill>
                            <a:srgbClr val="FF0000"/>
                          </a:solidFill>
                          <a:latin typeface="+mn-ea"/>
                          <a:ea typeface="+mn-ea"/>
                        </a:rPr>
                        <a:t>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자리</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전화번호</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010-2548-9854</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010-2548-98**</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rgbClr val="FF0000"/>
                          </a:solidFill>
                          <a:latin typeface="+mn-ea"/>
                          <a:ea typeface="+mn-ea"/>
                        </a:rPr>
                        <a:t>전화번호의 끝 </a:t>
                      </a:r>
                      <a:r>
                        <a:rPr lang="en-US" altLang="ko-KR" sz="800" dirty="0" smtClean="0">
                          <a:solidFill>
                            <a:srgbClr val="FF0000"/>
                          </a:solidFill>
                          <a:latin typeface="+mn-ea"/>
                          <a:ea typeface="+mn-ea"/>
                        </a:rPr>
                        <a:t>2</a:t>
                      </a:r>
                      <a:r>
                        <a:rPr lang="ko-KR" altLang="en-US" sz="800" dirty="0" smtClean="0">
                          <a:solidFill>
                            <a:srgbClr val="FF0000"/>
                          </a:solidFill>
                          <a:latin typeface="+mn-ea"/>
                          <a:ea typeface="+mn-ea"/>
                        </a:rPr>
                        <a:t>자리</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학번</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265874515</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2658***15</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rgbClr val="FF0000"/>
                          </a:solidFill>
                          <a:latin typeface="+mn-ea"/>
                          <a:ea typeface="+mn-ea"/>
                        </a:rPr>
                        <a:t>학번의</a:t>
                      </a:r>
                      <a:r>
                        <a:rPr lang="ko-KR" altLang="en-US" sz="800" baseline="0" dirty="0" smtClean="0">
                          <a:solidFill>
                            <a:srgbClr val="FF0000"/>
                          </a:solidFill>
                          <a:latin typeface="+mn-ea"/>
                          <a:ea typeface="+mn-ea"/>
                        </a:rPr>
                        <a:t> 끝에서 </a:t>
                      </a:r>
                      <a:r>
                        <a:rPr lang="en-US" altLang="ko-KR" sz="800" baseline="0" dirty="0" smtClean="0">
                          <a:solidFill>
                            <a:srgbClr val="FF0000"/>
                          </a:solidFill>
                          <a:latin typeface="+mn-ea"/>
                          <a:ea typeface="+mn-ea"/>
                        </a:rPr>
                        <a:t>3</a:t>
                      </a:r>
                      <a:r>
                        <a:rPr lang="en-US" altLang="ko-KR" sz="800" dirty="0" smtClean="0">
                          <a:solidFill>
                            <a:srgbClr val="FF0000"/>
                          </a:solidFill>
                          <a:latin typeface="+mn-ea"/>
                          <a:ea typeface="+mn-ea"/>
                        </a:rPr>
                        <a:t>, 4, 5</a:t>
                      </a:r>
                      <a:r>
                        <a:rPr lang="ko-KR" altLang="en-US" sz="800" dirty="0" smtClean="0">
                          <a:solidFill>
                            <a:srgbClr val="FF0000"/>
                          </a:solidFill>
                          <a:latin typeface="+mn-ea"/>
                          <a:ea typeface="+mn-ea"/>
                        </a:rPr>
                        <a:t>번째 </a:t>
                      </a:r>
                      <a:r>
                        <a:rPr lang="en-US" altLang="ko-KR" sz="800" dirty="0" smtClean="0">
                          <a:solidFill>
                            <a:srgbClr val="FF0000"/>
                          </a:solidFill>
                          <a:latin typeface="+mn-ea"/>
                          <a:ea typeface="+mn-ea"/>
                        </a:rPr>
                        <a:t>3</a:t>
                      </a:r>
                      <a:r>
                        <a:rPr lang="ko-KR" altLang="en-US" sz="800" dirty="0" smtClean="0">
                          <a:solidFill>
                            <a:srgbClr val="FF0000"/>
                          </a:solidFill>
                          <a:latin typeface="+mn-ea"/>
                          <a:ea typeface="+mn-ea"/>
                        </a:rPr>
                        <a:t>자리</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err="1" smtClean="0">
                          <a:solidFill>
                            <a:schemeClr val="tx1">
                              <a:lumMod val="75000"/>
                              <a:lumOff val="25000"/>
                            </a:schemeClr>
                          </a:solidFill>
                          <a:latin typeface="+mn-ea"/>
                          <a:ea typeface="+mn-ea"/>
                        </a:rPr>
                        <a:t>사번</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교번</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en-US" altLang="ko-KR" sz="800" b="0" dirty="0" smtClean="0">
                          <a:solidFill>
                            <a:schemeClr val="tx1">
                              <a:lumMod val="75000"/>
                              <a:lumOff val="25000"/>
                            </a:schemeClr>
                          </a:solidFill>
                          <a:latin typeface="+mn-ea"/>
                        </a:rPr>
                        <a:t>K202612547</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b="0" dirty="0" smtClean="0">
                          <a:solidFill>
                            <a:schemeClr val="tx1">
                              <a:lumMod val="75000"/>
                              <a:lumOff val="25000"/>
                            </a:schemeClr>
                          </a:solidFill>
                          <a:latin typeface="+mn-ea"/>
                        </a:rPr>
                        <a:t>K2026***47</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err="1" smtClean="0">
                          <a:solidFill>
                            <a:srgbClr val="FF0000"/>
                          </a:solidFill>
                          <a:latin typeface="+mn-ea"/>
                          <a:ea typeface="+mn-ea"/>
                        </a:rPr>
                        <a:t>사번</a:t>
                      </a: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교번의</a:t>
                      </a:r>
                      <a:r>
                        <a:rPr lang="ko-KR" altLang="en-US" sz="800" baseline="0" dirty="0" smtClean="0">
                          <a:solidFill>
                            <a:srgbClr val="FF0000"/>
                          </a:solidFill>
                          <a:latin typeface="+mn-ea"/>
                          <a:ea typeface="+mn-ea"/>
                        </a:rPr>
                        <a:t> 끝에서 </a:t>
                      </a:r>
                      <a:r>
                        <a:rPr lang="en-US" altLang="ko-KR" sz="800" baseline="0" dirty="0" smtClean="0">
                          <a:solidFill>
                            <a:srgbClr val="FF0000"/>
                          </a:solidFill>
                          <a:latin typeface="+mn-ea"/>
                          <a:ea typeface="+mn-ea"/>
                        </a:rPr>
                        <a:t>3</a:t>
                      </a:r>
                      <a:r>
                        <a:rPr lang="en-US" altLang="ko-KR" sz="800" dirty="0" smtClean="0">
                          <a:solidFill>
                            <a:srgbClr val="FF0000"/>
                          </a:solidFill>
                          <a:latin typeface="+mn-ea"/>
                          <a:ea typeface="+mn-ea"/>
                        </a:rPr>
                        <a:t>, 4, 5</a:t>
                      </a:r>
                      <a:r>
                        <a:rPr lang="ko-KR" altLang="en-US" sz="800" dirty="0" smtClean="0">
                          <a:solidFill>
                            <a:srgbClr val="FF0000"/>
                          </a:solidFill>
                          <a:latin typeface="+mn-ea"/>
                          <a:ea typeface="+mn-ea"/>
                        </a:rPr>
                        <a:t>번째 </a:t>
                      </a:r>
                      <a:r>
                        <a:rPr lang="en-US" altLang="ko-KR" sz="800" dirty="0" smtClean="0">
                          <a:solidFill>
                            <a:srgbClr val="FF0000"/>
                          </a:solidFill>
                          <a:latin typeface="+mn-ea"/>
                          <a:ea typeface="+mn-ea"/>
                        </a:rPr>
                        <a:t>3</a:t>
                      </a:r>
                      <a:r>
                        <a:rPr lang="ko-KR" altLang="en-US" sz="800" dirty="0" smtClean="0">
                          <a:solidFill>
                            <a:srgbClr val="FF0000"/>
                          </a:solidFill>
                          <a:latin typeface="+mn-ea"/>
                          <a:ea typeface="+mn-ea"/>
                        </a:rPr>
                        <a:t>자리</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err="1" smtClean="0">
                          <a:solidFill>
                            <a:schemeClr val="tx1">
                              <a:lumMod val="75000"/>
                              <a:lumOff val="25000"/>
                            </a:schemeClr>
                          </a:solidFill>
                          <a:latin typeface="+mn-ea"/>
                          <a:ea typeface="+mn-ea"/>
                        </a:rPr>
                        <a:t>이메일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en-US" altLang="ko-KR" sz="800" smtClean="0">
                          <a:solidFill>
                            <a:schemeClr val="tx1">
                              <a:lumMod val="75000"/>
                              <a:lumOff val="25000"/>
                            </a:schemeClr>
                          </a:solidFill>
                          <a:latin typeface="+mn-ea"/>
                          <a:ea typeface="+mn-ea"/>
                        </a:rPr>
                        <a:t>test001@naver.com</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smtClean="0">
                          <a:solidFill>
                            <a:schemeClr val="tx1">
                              <a:lumMod val="75000"/>
                              <a:lumOff val="25000"/>
                            </a:schemeClr>
                          </a:solidFill>
                          <a:latin typeface="+mn-ea"/>
                          <a:ea typeface="+mn-ea"/>
                        </a:rPr>
                        <a:t>Test**1@naver.com</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err="1" smtClean="0">
                          <a:solidFill>
                            <a:srgbClr val="FF0000"/>
                          </a:solidFill>
                          <a:latin typeface="+mn-ea"/>
                          <a:ea typeface="+mn-ea"/>
                        </a:rPr>
                        <a:t>이메일의</a:t>
                      </a:r>
                      <a:r>
                        <a:rPr lang="ko-KR" altLang="en-US" sz="800" dirty="0" smtClean="0">
                          <a:solidFill>
                            <a:srgbClr val="FF0000"/>
                          </a:solidFill>
                          <a:latin typeface="+mn-ea"/>
                          <a:ea typeface="+mn-ea"/>
                        </a:rPr>
                        <a:t> 끝에서 </a:t>
                      </a:r>
                      <a:r>
                        <a:rPr lang="en-US" altLang="ko-KR" sz="800" dirty="0" smtClean="0">
                          <a:solidFill>
                            <a:srgbClr val="FF0000"/>
                          </a:solidFill>
                          <a:latin typeface="+mn-ea"/>
                          <a:ea typeface="+mn-ea"/>
                        </a:rPr>
                        <a:t>2, 3</a:t>
                      </a:r>
                      <a:r>
                        <a:rPr lang="ko-KR" altLang="en-US" sz="800" dirty="0" smtClean="0">
                          <a:solidFill>
                            <a:srgbClr val="FF0000"/>
                          </a:solidFill>
                          <a:latin typeface="+mn-ea"/>
                          <a:ea typeface="+mn-ea"/>
                        </a:rPr>
                        <a:t>번째 </a:t>
                      </a:r>
                      <a:r>
                        <a:rPr lang="en-US" altLang="ko-KR" sz="800" dirty="0" smtClean="0">
                          <a:solidFill>
                            <a:srgbClr val="FF0000"/>
                          </a:solidFill>
                          <a:latin typeface="+mn-ea"/>
                          <a:ea typeface="+mn-ea"/>
                        </a:rPr>
                        <a:t>2</a:t>
                      </a:r>
                      <a:r>
                        <a:rPr lang="ko-KR" altLang="en-US" sz="800" dirty="0" smtClean="0">
                          <a:solidFill>
                            <a:srgbClr val="FF0000"/>
                          </a:solidFill>
                          <a:latin typeface="+mn-ea"/>
                          <a:ea typeface="+mn-ea"/>
                        </a:rPr>
                        <a:t>자리</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대표아이디</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r>
                        <a:rPr lang="en-US" altLang="ko-KR" sz="800" dirty="0" smtClean="0">
                          <a:solidFill>
                            <a:schemeClr val="tx1">
                              <a:lumMod val="75000"/>
                              <a:lumOff val="25000"/>
                            </a:schemeClr>
                          </a:solidFill>
                          <a:latin typeface="+mn-ea"/>
                          <a:ea typeface="+mn-ea"/>
                        </a:rPr>
                        <a:t>Testid258</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err="1" smtClean="0">
                          <a:solidFill>
                            <a:schemeClr val="tx1">
                              <a:lumMod val="75000"/>
                              <a:lumOff val="25000"/>
                            </a:schemeClr>
                          </a:solidFill>
                          <a:latin typeface="+mn-ea"/>
                          <a:ea typeface="+mn-ea"/>
                        </a:rPr>
                        <a:t>Testid</a:t>
                      </a:r>
                      <a:r>
                        <a:rPr lang="en-US" altLang="ko-KR" sz="800" dirty="0" smtClean="0">
                          <a:solidFill>
                            <a:schemeClr val="tx1">
                              <a:lumMod val="75000"/>
                              <a:lumOff val="25000"/>
                            </a:schemeClr>
                          </a:solidFill>
                          <a:latin typeface="+mn-ea"/>
                          <a:ea typeface="+mn-ea"/>
                        </a:rPr>
                        <a:t>**8</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rgbClr val="FF0000"/>
                          </a:solidFill>
                          <a:latin typeface="+mn-ea"/>
                          <a:ea typeface="+mn-ea"/>
                        </a:rPr>
                        <a:t>대표아이디의 끝에서 </a:t>
                      </a:r>
                      <a:r>
                        <a:rPr lang="en-US" altLang="ko-KR" sz="800" dirty="0" smtClean="0">
                          <a:solidFill>
                            <a:srgbClr val="FF0000"/>
                          </a:solidFill>
                          <a:latin typeface="+mn-ea"/>
                          <a:ea typeface="+mn-ea"/>
                        </a:rPr>
                        <a:t>2, 3</a:t>
                      </a:r>
                      <a:r>
                        <a:rPr lang="ko-KR" altLang="en-US" sz="800" dirty="0" smtClean="0">
                          <a:solidFill>
                            <a:srgbClr val="FF0000"/>
                          </a:solidFill>
                          <a:latin typeface="+mn-ea"/>
                          <a:ea typeface="+mn-ea"/>
                        </a:rPr>
                        <a:t>번째 </a:t>
                      </a:r>
                      <a:r>
                        <a:rPr lang="en-US" altLang="ko-KR" sz="800" dirty="0" smtClean="0">
                          <a:solidFill>
                            <a:srgbClr val="FF0000"/>
                          </a:solidFill>
                          <a:latin typeface="+mn-ea"/>
                          <a:ea typeface="+mn-ea"/>
                        </a:rPr>
                        <a:t>2</a:t>
                      </a:r>
                      <a:r>
                        <a:rPr lang="ko-KR" altLang="en-US" sz="800" dirty="0" smtClean="0">
                          <a:solidFill>
                            <a:srgbClr val="FF0000"/>
                          </a:solidFill>
                          <a:latin typeface="+mn-ea"/>
                          <a:ea typeface="+mn-ea"/>
                        </a:rPr>
                        <a:t>자리</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Tree>
    <p:extLst>
      <p:ext uri="{BB962C8B-B14F-4D97-AF65-F5344CB8AC3E}">
        <p14:creationId xmlns:p14="http://schemas.microsoft.com/office/powerpoint/2010/main" val="4011692124"/>
      </p:ext>
    </p:extLst>
  </p:cSld>
  <p:clrMapOvr>
    <a:masterClrMapping/>
  </p:clrMapOvr>
  <p:transition>
    <p:wipe dir="r"/>
  </p:transition>
</p:sld>
</file>

<file path=ppt/slides/slide1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6944923"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3719053884"/>
      </p:ext>
    </p:extLst>
  </p:cSld>
  <p:clrMapOvr>
    <a:overrideClrMapping bg1="lt1" tx1="dk1" bg2="lt2" tx2="dk2" accent1="accent1" accent2="accent2" accent3="accent3" accent4="accent4" accent5="accent5" accent6="accent6" hlink="hlink" folHlink="folHlink"/>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 name="TextBox 614"/>
          <p:cNvSpPr txBox="1"/>
          <p:nvPr/>
        </p:nvSpPr>
        <p:spPr>
          <a:xfrm>
            <a:off x="1981622" y="2007890"/>
            <a:ext cx="2360394" cy="215444"/>
          </a:xfrm>
          <a:prstGeom prst="rect">
            <a:avLst/>
          </a:prstGeom>
          <a:noFill/>
        </p:spPr>
        <p:txBody>
          <a:bodyPr wrap="square" rtlCol="0">
            <a:spAutoFit/>
          </a:bodyPr>
          <a:lstStyle/>
          <a:p>
            <a:r>
              <a:rPr lang="ko-KR" altLang="en-US" sz="800" b="1" dirty="0" smtClean="0">
                <a:solidFill>
                  <a:schemeClr val="bg1"/>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TODAY</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nvGrpSpPr>
          <p:cNvPr id="310" name="그룹 309"/>
          <p:cNvGrpSpPr/>
          <p:nvPr/>
        </p:nvGrpSpPr>
        <p:grpSpPr>
          <a:xfrm>
            <a:off x="406970" y="6380361"/>
            <a:ext cx="9082533" cy="5041528"/>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643" name="직사각형 642"/>
          <p:cNvSpPr/>
          <p:nvPr/>
        </p:nvSpPr>
        <p:spPr>
          <a:xfrm>
            <a:off x="4498811" y="5000503"/>
            <a:ext cx="4881600" cy="5077616"/>
          </a:xfrm>
          <a:prstGeom prst="rect">
            <a:avLst/>
          </a:prstGeom>
          <a:solidFill>
            <a:srgbClr val="C7D5B3"/>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44" name="그룹 643"/>
          <p:cNvGrpSpPr/>
          <p:nvPr/>
        </p:nvGrpSpPr>
        <p:grpSpPr>
          <a:xfrm>
            <a:off x="9311182" y="5439826"/>
            <a:ext cx="24026" cy="4580002"/>
            <a:chOff x="7946472" y="5449416"/>
            <a:chExt cx="24026" cy="4580002"/>
          </a:xfrm>
        </p:grpSpPr>
        <p:sp>
          <p:nvSpPr>
            <p:cNvPr id="678" name="직사각형 677"/>
            <p:cNvSpPr/>
            <p:nvPr/>
          </p:nvSpPr>
          <p:spPr bwMode="auto">
            <a:xfrm>
              <a:off x="7946472" y="5457418"/>
              <a:ext cx="21600" cy="4572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79" name="직사각형 678"/>
            <p:cNvSpPr/>
            <p:nvPr/>
          </p:nvSpPr>
          <p:spPr bwMode="auto">
            <a:xfrm>
              <a:off x="7952498" y="5449416"/>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671" name="TextBox 670"/>
          <p:cNvSpPr txBox="1"/>
          <p:nvPr/>
        </p:nvSpPr>
        <p:spPr>
          <a:xfrm>
            <a:off x="5135116" y="5059432"/>
            <a:ext cx="2019335" cy="215444"/>
          </a:xfrm>
          <a:prstGeom prst="rect">
            <a:avLst/>
          </a:prstGeom>
          <a:noFill/>
        </p:spPr>
        <p:txBody>
          <a:bodyPr wrap="square" lIns="72000" rtlCol="0">
            <a:spAutoFit/>
          </a:bodyPr>
          <a:lstStyle/>
          <a:p>
            <a:r>
              <a:rPr lang="ko-KR" altLang="en-US" sz="800" b="1" dirty="0" smtClean="0">
                <a:solidFill>
                  <a:srgbClr val="0070C0"/>
                </a:solidFill>
                <a:latin typeface="맑은 고딕" panose="020B0503020000020004" pitchFamily="50" charset="-127"/>
                <a:ea typeface="맑은 고딕" panose="020B0503020000020004" pitchFamily="50" charset="-127"/>
              </a:rPr>
              <a:t>   </a:t>
            </a:r>
            <a:r>
              <a:rPr lang="ko-KR" altLang="en-US" sz="700" b="1" dirty="0" smtClean="0">
                <a:solidFill>
                  <a:srgbClr val="0070C0"/>
                </a:solidFill>
                <a:latin typeface="맑은 고딕" panose="020B0503020000020004" pitchFamily="50" charset="-127"/>
                <a:ea typeface="맑은 고딕" panose="020B0503020000020004" pitchFamily="50" charset="-127"/>
              </a:rPr>
              <a:t>전체    </a:t>
            </a:r>
            <a:r>
              <a:rPr lang="ko-KR" altLang="en-US" sz="700" b="1" dirty="0" smtClean="0">
                <a:solidFill>
                  <a:schemeClr val="tx1">
                    <a:lumMod val="75000"/>
                    <a:lumOff val="25000"/>
                  </a:schemeClr>
                </a:solidFill>
                <a:latin typeface="맑은 고딕" panose="020B0503020000020004" pitchFamily="50" charset="-127"/>
                <a:ea typeface="맑은 고딕" panose="020B0503020000020004" pitchFamily="50" charset="-127"/>
              </a:rPr>
              <a:t>대학원    학위과정    평생교육        </a:t>
            </a:r>
            <a:endParaRPr lang="ko-KR" altLang="en-US" sz="7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7815140" y="5054404"/>
            <a:ext cx="1512250" cy="183324"/>
            <a:chOff x="6450430" y="5007836"/>
            <a:chExt cx="1512250" cy="183324"/>
          </a:xfrm>
        </p:grpSpPr>
        <p:sp>
          <p:nvSpPr>
            <p:cNvPr id="674" name="직사각형 673"/>
            <p:cNvSpPr/>
            <p:nvPr/>
          </p:nvSpPr>
          <p:spPr>
            <a:xfrm>
              <a:off x="6450430" y="5017323"/>
              <a:ext cx="1080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5" name="그룹 674"/>
            <p:cNvGrpSpPr/>
            <p:nvPr/>
          </p:nvGrpSpPr>
          <p:grpSpPr>
            <a:xfrm>
              <a:off x="7600510" y="5007836"/>
              <a:ext cx="362170" cy="183324"/>
              <a:chOff x="7562410" y="5007836"/>
              <a:chExt cx="362170" cy="183324"/>
            </a:xfrm>
          </p:grpSpPr>
          <p:pic>
            <p:nvPicPr>
              <p:cNvPr id="67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62410" y="5007836"/>
                <a:ext cx="17145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77" name="Picture 3"/>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66180" y="5010185"/>
                <a:ext cx="15840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전체 </a:t>
            </a:r>
            <a:r>
              <a:rPr lang="en-US" altLang="ko-KR" sz="800" spc="-60" dirty="0" smtClean="0">
                <a:latin typeface="+mn-ea"/>
                <a:ea typeface="+mn-ea"/>
              </a:rPr>
              <a:t>: </a:t>
            </a:r>
            <a:r>
              <a:rPr lang="ko-KR" altLang="en-US" sz="800" spc="-60" dirty="0" smtClean="0">
                <a:latin typeface="+mn-ea"/>
                <a:ea typeface="+mn-ea"/>
              </a:rPr>
              <a:t>기본 위젯</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KNOU_UI_C01010000_01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전체 </a:t>
            </a:r>
            <a:r>
              <a:rPr lang="en-US" altLang="ko-KR" sz="800" spc="-60" dirty="0" smtClean="0">
                <a:latin typeface="+mn-ea"/>
                <a:ea typeface="+mn-ea"/>
              </a:rPr>
              <a:t>: </a:t>
            </a:r>
            <a:r>
              <a:rPr lang="ko-KR" altLang="en-US" sz="800" spc="-60" dirty="0" smtClean="0">
                <a:latin typeface="+mn-ea"/>
                <a:ea typeface="+mn-ea"/>
              </a:rPr>
              <a:t>기본 위젯</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026976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810832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전체</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3189572099"/>
              </p:ext>
            </p:extLst>
          </p:nvPr>
        </p:nvGraphicFramePr>
        <p:xfrm>
          <a:off x="9496933" y="1494927"/>
          <a:ext cx="1404156" cy="102267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로고</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소속 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목록 </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클릭시 모든</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정보 변경</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파라미터 </a:t>
                      </a:r>
                      <a:r>
                        <a:rPr lang="en-US" altLang="ko-KR" sz="800" kern="1200" baseline="0" dirty="0" smtClean="0">
                          <a:solidFill>
                            <a:srgbClr val="0070C0"/>
                          </a:solidFill>
                          <a:latin typeface="+mn-ea"/>
                          <a:ea typeface="+mn-ea"/>
                          <a:cs typeface="+mn-cs"/>
                        </a:rPr>
                        <a:t>: </a:t>
                      </a:r>
                      <a:r>
                        <a:rPr lang="ko-KR" altLang="en-US" sz="800" kern="1200" baseline="0" dirty="0" smtClean="0">
                          <a:solidFill>
                            <a:srgbClr val="0070C0"/>
                          </a:solidFill>
                          <a:latin typeface="+mn-ea"/>
                          <a:ea typeface="+mn-ea"/>
                          <a:cs typeface="+mn-cs"/>
                        </a:rPr>
                        <a:t>과정코드</a:t>
                      </a:r>
                      <a:r>
                        <a:rPr lang="en-US" altLang="ko-KR" sz="800" kern="1200" baseline="0" dirty="0" smtClean="0">
                          <a:solidFill>
                            <a:srgbClr val="0070C0"/>
                          </a:solidFill>
                          <a:latin typeface="+mn-ea"/>
                          <a:ea typeface="+mn-ea"/>
                          <a:cs typeface="+mn-cs"/>
                        </a:rPr>
                        <a:t>&amp;</a:t>
                      </a:r>
                      <a:r>
                        <a:rPr lang="ko-KR" altLang="en-US" sz="800" kern="1200" baseline="0" dirty="0" smtClean="0">
                          <a:solidFill>
                            <a:srgbClr val="0070C0"/>
                          </a:solidFill>
                          <a:latin typeface="+mn-ea"/>
                          <a:ea typeface="+mn-ea"/>
                          <a:cs typeface="+mn-cs"/>
                        </a:rPr>
                        <a:t>사용자그룹코드</a:t>
                      </a:r>
                      <a:r>
                        <a:rPr lang="ko-KR" altLang="en-US" sz="800" kern="1200" baseline="0" dirty="0" smtClean="0">
                          <a:solidFill>
                            <a:schemeClr val="tx1">
                              <a:lumMod val="75000"/>
                              <a:lumOff val="25000"/>
                            </a:schemeClr>
                          </a:solidFill>
                          <a:latin typeface="+mn-ea"/>
                          <a:ea typeface="+mn-ea"/>
                          <a:cs typeface="+mn-cs"/>
                        </a:rPr>
                        <a:t>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위젯설정 및 칼라선택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레이어</a:t>
                      </a:r>
                      <a:r>
                        <a:rPr lang="ko-KR" altLang="en-US" sz="800" kern="120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마지막 로그인 정보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메시지함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언어변경 레이어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다크모드</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화이트모드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로그아웃</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대시보드 링크</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프로필관리 탭 활성화</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메시지함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공지사항</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전체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a:t>
                      </a:r>
                      <a:r>
                        <a:rPr lang="ko-KR" altLang="en-US" sz="800" kern="1200" dirty="0" smtClean="0">
                          <a:solidFill>
                            <a:schemeClr val="tx1">
                              <a:lumMod val="75000"/>
                              <a:lumOff val="25000"/>
                            </a:schemeClr>
                          </a:solidFill>
                          <a:latin typeface="+mn-ea"/>
                          <a:ea typeface="+mn-ea"/>
                          <a:cs typeface="+mn-cs"/>
                        </a:rPr>
                        <a:t>전체</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탭 활성화</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강의자료실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강의계획서 탭 활성화</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과목별 강의계획서 일괄관리</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나의학습현황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b="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나의성적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b="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전체설문 탭 활성화</a:t>
                      </a: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새창띄움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방통대 홈페이지 링크</a:t>
                      </a: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87" name="그룹 386"/>
          <p:cNvGrpSpPr/>
          <p:nvPr/>
        </p:nvGrpSpPr>
        <p:grpSpPr>
          <a:xfrm>
            <a:off x="1262256" y="1369343"/>
            <a:ext cx="234360" cy="200055"/>
            <a:chOff x="1152270" y="11706839"/>
            <a:chExt cx="234360" cy="200055"/>
          </a:xfrm>
        </p:grpSpPr>
        <p:sp>
          <p:nvSpPr>
            <p:cNvPr id="388" name="모서리가 둥근 직사각형 3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9" name="직사각형 3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90" name="그룹 389"/>
          <p:cNvGrpSpPr/>
          <p:nvPr/>
        </p:nvGrpSpPr>
        <p:grpSpPr>
          <a:xfrm>
            <a:off x="2341662" y="1428745"/>
            <a:ext cx="234360" cy="200055"/>
            <a:chOff x="1152270" y="11706839"/>
            <a:chExt cx="234360" cy="200055"/>
          </a:xfrm>
        </p:grpSpPr>
        <p:sp>
          <p:nvSpPr>
            <p:cNvPr id="391" name="모서리가 둥근 직사각형 39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2" name="직사각형 39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93" name="그룹 392"/>
          <p:cNvGrpSpPr/>
          <p:nvPr/>
        </p:nvGrpSpPr>
        <p:grpSpPr>
          <a:xfrm>
            <a:off x="5596880" y="1387282"/>
            <a:ext cx="234360" cy="200055"/>
            <a:chOff x="1152270" y="11706839"/>
            <a:chExt cx="234360" cy="200055"/>
          </a:xfrm>
        </p:grpSpPr>
        <p:sp>
          <p:nvSpPr>
            <p:cNvPr id="394" name="모서리가 둥근 직사각형 3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5" name="직사각형 39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96" name="그룹 395"/>
          <p:cNvGrpSpPr/>
          <p:nvPr/>
        </p:nvGrpSpPr>
        <p:grpSpPr>
          <a:xfrm>
            <a:off x="7099523" y="1400170"/>
            <a:ext cx="234360" cy="200055"/>
            <a:chOff x="1152270" y="11706839"/>
            <a:chExt cx="234360" cy="200055"/>
          </a:xfrm>
        </p:grpSpPr>
        <p:sp>
          <p:nvSpPr>
            <p:cNvPr id="397" name="모서리가 둥근 직사각형 3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8" name="직사각형 39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99" name="그룹 398"/>
          <p:cNvGrpSpPr/>
          <p:nvPr/>
        </p:nvGrpSpPr>
        <p:grpSpPr>
          <a:xfrm>
            <a:off x="8641694" y="1321718"/>
            <a:ext cx="234360" cy="200055"/>
            <a:chOff x="1152270" y="11706839"/>
            <a:chExt cx="234360" cy="200055"/>
          </a:xfrm>
        </p:grpSpPr>
        <p:sp>
          <p:nvSpPr>
            <p:cNvPr id="400" name="모서리가 둥근 직사각형 39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1" name="직사각형 40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02" name="그룹 401"/>
          <p:cNvGrpSpPr/>
          <p:nvPr/>
        </p:nvGrpSpPr>
        <p:grpSpPr>
          <a:xfrm>
            <a:off x="8813571" y="1388393"/>
            <a:ext cx="234360" cy="200055"/>
            <a:chOff x="1152270" y="11706839"/>
            <a:chExt cx="234360" cy="200055"/>
          </a:xfrm>
        </p:grpSpPr>
        <p:sp>
          <p:nvSpPr>
            <p:cNvPr id="403" name="모서리가 둥근 직사각형 4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4" name="직사각형 40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405" name="그룹 404"/>
          <p:cNvGrpSpPr/>
          <p:nvPr/>
        </p:nvGrpSpPr>
        <p:grpSpPr>
          <a:xfrm>
            <a:off x="9011259" y="1387282"/>
            <a:ext cx="234360" cy="200055"/>
            <a:chOff x="1152270" y="11706839"/>
            <a:chExt cx="234360" cy="200055"/>
          </a:xfrm>
        </p:grpSpPr>
        <p:sp>
          <p:nvSpPr>
            <p:cNvPr id="406" name="모서리가 둥근 직사각형 40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7" name="직사각형 40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408" name="그룹 407"/>
          <p:cNvGrpSpPr/>
          <p:nvPr/>
        </p:nvGrpSpPr>
        <p:grpSpPr>
          <a:xfrm>
            <a:off x="9173611" y="1387282"/>
            <a:ext cx="234360" cy="200055"/>
            <a:chOff x="1152270" y="11706839"/>
            <a:chExt cx="234360" cy="200055"/>
          </a:xfrm>
        </p:grpSpPr>
        <p:sp>
          <p:nvSpPr>
            <p:cNvPr id="409" name="모서리가 둥근 직사각형 4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0" name="직사각형 40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sp>
        <p:nvSpPr>
          <p:cNvPr id="413" name="직사각형 412"/>
          <p:cNvSpPr/>
          <p:nvPr/>
        </p:nvSpPr>
        <p:spPr bwMode="auto">
          <a:xfrm>
            <a:off x="-1815752" y="3501008"/>
            <a:ext cx="2141190" cy="909589"/>
          </a:xfrm>
          <a:prstGeom prst="rect">
            <a:avLst/>
          </a:prstGeom>
          <a:solidFill>
            <a:srgbClr val="FFC000"/>
          </a:solidFill>
          <a:ln w="6350" cap="flat" cmpd="sng" algn="ctr">
            <a:solidFill>
              <a:schemeClr val="bg1">
                <a:lumMod val="65000"/>
              </a:schemeClr>
            </a:solidFill>
            <a:prstDash val="solid"/>
            <a:round/>
            <a:headEnd type="none" w="med" len="med"/>
            <a:tailEnd type="none" w="med" len="med"/>
          </a:ln>
          <a:effectLst/>
        </p:spPr>
        <p:txBody>
          <a:bodyPr rtlCol="0" anchor="t"/>
          <a:lstStyle/>
          <a:p>
            <a:pPr>
              <a:lnSpc>
                <a:spcPct val="150000"/>
              </a:lnSpc>
            </a:pPr>
            <a:r>
              <a:rPr lang="en-US" altLang="ko-KR" sz="800" dirty="0">
                <a:solidFill>
                  <a:schemeClr val="tx1">
                    <a:lumMod val="75000"/>
                    <a:lumOff val="25000"/>
                  </a:schemeClr>
                </a:solidFill>
                <a:latin typeface="+mn-ea"/>
                <a:ea typeface="+mn-ea"/>
              </a:rPr>
              <a:t>[</a:t>
            </a:r>
            <a:r>
              <a:rPr lang="ko-KR" altLang="en-US" sz="800" dirty="0">
                <a:solidFill>
                  <a:schemeClr val="tx1">
                    <a:lumMod val="75000"/>
                    <a:lumOff val="25000"/>
                  </a:schemeClr>
                </a:solidFill>
                <a:latin typeface="+mn-ea"/>
                <a:ea typeface="+mn-ea"/>
              </a:rPr>
              <a:t>알림 정렬 우선순위 </a:t>
            </a:r>
            <a:r>
              <a:rPr lang="en-US" altLang="ko-KR" sz="800" dirty="0">
                <a:solidFill>
                  <a:schemeClr val="tx1">
                    <a:lumMod val="75000"/>
                    <a:lumOff val="25000"/>
                  </a:schemeClr>
                </a:solidFill>
                <a:latin typeface="+mn-ea"/>
                <a:ea typeface="+mn-ea"/>
              </a:rPr>
              <a:t>]</a:t>
            </a:r>
          </a:p>
          <a:p>
            <a:pPr>
              <a:lnSpc>
                <a:spcPct val="150000"/>
              </a:lnSpc>
            </a:pPr>
            <a:r>
              <a:rPr lang="en-US" altLang="ko-KR" sz="800" dirty="0">
                <a:solidFill>
                  <a:schemeClr val="tx1">
                    <a:lumMod val="75000"/>
                    <a:lumOff val="25000"/>
                  </a:schemeClr>
                </a:solidFill>
                <a:latin typeface="+mn-ea"/>
                <a:ea typeface="+mn-ea"/>
              </a:rPr>
              <a:t>- 1</a:t>
            </a:r>
            <a:r>
              <a:rPr lang="ko-KR" altLang="en-US" sz="800" dirty="0">
                <a:solidFill>
                  <a:schemeClr val="tx1">
                    <a:lumMod val="75000"/>
                    <a:lumOff val="25000"/>
                  </a:schemeClr>
                </a:solidFill>
                <a:latin typeface="+mn-ea"/>
                <a:ea typeface="+mn-ea"/>
              </a:rPr>
              <a:t>순위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학생 강의</a:t>
            </a:r>
            <a:r>
              <a:rPr lang="en-US" altLang="ko-KR" sz="800" dirty="0">
                <a:solidFill>
                  <a:schemeClr val="tx1">
                    <a:lumMod val="75000"/>
                    <a:lumOff val="25000"/>
                  </a:schemeClr>
                </a:solidFill>
                <a:latin typeface="+mn-ea"/>
                <a:ea typeface="+mn-ea"/>
              </a:rPr>
              <a:t>Q&amp;A/1:1</a:t>
            </a:r>
            <a:r>
              <a:rPr lang="ko-KR" altLang="en-US" sz="800" dirty="0">
                <a:solidFill>
                  <a:schemeClr val="tx1">
                    <a:lumMod val="75000"/>
                    <a:lumOff val="25000"/>
                  </a:schemeClr>
                </a:solidFill>
                <a:latin typeface="+mn-ea"/>
                <a:ea typeface="+mn-ea"/>
              </a:rPr>
              <a:t>상담</a:t>
            </a:r>
            <a:r>
              <a:rPr lang="en-US" altLang="ko-KR" sz="800" dirty="0">
                <a:solidFill>
                  <a:schemeClr val="tx1">
                    <a:lumMod val="75000"/>
                    <a:lumOff val="25000"/>
                  </a:schemeClr>
                </a:solidFill>
                <a:latin typeface="+mn-ea"/>
                <a:ea typeface="+mn-ea"/>
              </a:rPr>
              <a:t>/</a:t>
            </a:r>
            <a:r>
              <a:rPr lang="ko-KR" altLang="en-US" sz="800" dirty="0">
                <a:solidFill>
                  <a:schemeClr val="tx1">
                    <a:lumMod val="75000"/>
                    <a:lumOff val="25000"/>
                  </a:schemeClr>
                </a:solidFill>
                <a:latin typeface="+mn-ea"/>
                <a:ea typeface="+mn-ea"/>
              </a:rPr>
              <a:t>쪽지</a:t>
            </a:r>
          </a:p>
          <a:p>
            <a:pPr>
              <a:lnSpc>
                <a:spcPct val="150000"/>
              </a:lnSpc>
            </a:pPr>
            <a:r>
              <a:rPr lang="en-US" altLang="ko-KR" sz="800" dirty="0">
                <a:solidFill>
                  <a:schemeClr val="tx1">
                    <a:lumMod val="75000"/>
                    <a:lumOff val="25000"/>
                  </a:schemeClr>
                </a:solidFill>
                <a:latin typeface="+mn-ea"/>
                <a:ea typeface="+mn-ea"/>
              </a:rPr>
              <a:t>- 2</a:t>
            </a:r>
            <a:r>
              <a:rPr lang="ko-KR" altLang="en-US" sz="800" dirty="0">
                <a:solidFill>
                  <a:schemeClr val="tx1">
                    <a:lumMod val="75000"/>
                    <a:lumOff val="25000"/>
                  </a:schemeClr>
                </a:solidFill>
                <a:latin typeface="+mn-ea"/>
                <a:ea typeface="+mn-ea"/>
              </a:rPr>
              <a:t>순위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과목별 공지사항</a:t>
            </a:r>
          </a:p>
          <a:p>
            <a:pPr>
              <a:lnSpc>
                <a:spcPct val="150000"/>
              </a:lnSpc>
            </a:pPr>
            <a:r>
              <a:rPr lang="en-US" altLang="ko-KR" sz="800" dirty="0">
                <a:solidFill>
                  <a:schemeClr val="tx1">
                    <a:lumMod val="75000"/>
                    <a:lumOff val="25000"/>
                  </a:schemeClr>
                </a:solidFill>
                <a:latin typeface="+mn-ea"/>
                <a:ea typeface="+mn-ea"/>
              </a:rPr>
              <a:t>- 3</a:t>
            </a:r>
            <a:r>
              <a:rPr lang="ko-KR" altLang="en-US" sz="800" dirty="0">
                <a:solidFill>
                  <a:schemeClr val="tx1">
                    <a:lumMod val="75000"/>
                    <a:lumOff val="25000"/>
                  </a:schemeClr>
                </a:solidFill>
                <a:latin typeface="+mn-ea"/>
                <a:ea typeface="+mn-ea"/>
              </a:rPr>
              <a:t>순위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전체 공지사항</a:t>
            </a:r>
          </a:p>
        </p:txBody>
      </p:sp>
      <p:grpSp>
        <p:nvGrpSpPr>
          <p:cNvPr id="419" name="그룹 418"/>
          <p:cNvGrpSpPr/>
          <p:nvPr/>
        </p:nvGrpSpPr>
        <p:grpSpPr>
          <a:xfrm>
            <a:off x="398160" y="3022069"/>
            <a:ext cx="284052" cy="200055"/>
            <a:chOff x="1133220" y="11706839"/>
            <a:chExt cx="284052" cy="200055"/>
          </a:xfrm>
        </p:grpSpPr>
        <p:sp>
          <p:nvSpPr>
            <p:cNvPr id="420" name="모서리가 둥근 직사각형 4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1" name="직사각형 420"/>
            <p:cNvSpPr/>
            <p:nvPr/>
          </p:nvSpPr>
          <p:spPr>
            <a:xfrm>
              <a:off x="1133220" y="11706839"/>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422" name="그룹 421"/>
          <p:cNvGrpSpPr/>
          <p:nvPr/>
        </p:nvGrpSpPr>
        <p:grpSpPr>
          <a:xfrm>
            <a:off x="391901" y="3315298"/>
            <a:ext cx="284052" cy="200055"/>
            <a:chOff x="1123695" y="11716364"/>
            <a:chExt cx="284052" cy="200055"/>
          </a:xfrm>
        </p:grpSpPr>
        <p:sp>
          <p:nvSpPr>
            <p:cNvPr id="423" name="모서리가 둥근 직사각형 4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4" name="직사각형 423"/>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grpSp>
        <p:nvGrpSpPr>
          <p:cNvPr id="425" name="그룹 424"/>
          <p:cNvGrpSpPr/>
          <p:nvPr/>
        </p:nvGrpSpPr>
        <p:grpSpPr>
          <a:xfrm>
            <a:off x="387921" y="3581199"/>
            <a:ext cx="284052" cy="200055"/>
            <a:chOff x="1123695" y="11716364"/>
            <a:chExt cx="284052" cy="200055"/>
          </a:xfrm>
        </p:grpSpPr>
        <p:sp>
          <p:nvSpPr>
            <p:cNvPr id="426" name="모서리가 둥근 직사각형 42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7" name="직사각형 426"/>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grpSp>
        <p:nvGrpSpPr>
          <p:cNvPr id="428" name="그룹 427"/>
          <p:cNvGrpSpPr/>
          <p:nvPr/>
        </p:nvGrpSpPr>
        <p:grpSpPr>
          <a:xfrm>
            <a:off x="391901" y="4095785"/>
            <a:ext cx="284052" cy="200055"/>
            <a:chOff x="1123695" y="11716364"/>
            <a:chExt cx="284052" cy="200055"/>
          </a:xfrm>
        </p:grpSpPr>
        <p:sp>
          <p:nvSpPr>
            <p:cNvPr id="429" name="모서리가 둥근 직사각형 42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0" name="직사각형 429"/>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13</a:t>
              </a:r>
              <a:endParaRPr lang="ko-KR" altLang="en-US" sz="700" dirty="0">
                <a:solidFill>
                  <a:schemeClr val="bg1"/>
                </a:solidFill>
                <a:latin typeface="+mn-ea"/>
                <a:ea typeface="+mn-ea"/>
              </a:endParaRPr>
            </a:p>
          </p:txBody>
        </p:sp>
      </p:grpSp>
      <p:grpSp>
        <p:nvGrpSpPr>
          <p:cNvPr id="441" name="그룹 440"/>
          <p:cNvGrpSpPr/>
          <p:nvPr/>
        </p:nvGrpSpPr>
        <p:grpSpPr>
          <a:xfrm>
            <a:off x="387921" y="4374292"/>
            <a:ext cx="284052" cy="200055"/>
            <a:chOff x="1123695" y="11716364"/>
            <a:chExt cx="284052" cy="200055"/>
          </a:xfrm>
        </p:grpSpPr>
        <p:sp>
          <p:nvSpPr>
            <p:cNvPr id="445" name="모서리가 둥근 직사각형 44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9" name="직사각형 448"/>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14</a:t>
              </a:r>
              <a:endParaRPr lang="ko-KR" altLang="en-US" sz="700" dirty="0">
                <a:solidFill>
                  <a:schemeClr val="bg1"/>
                </a:solidFill>
                <a:latin typeface="+mn-ea"/>
                <a:ea typeface="+mn-ea"/>
              </a:endParaRPr>
            </a:p>
          </p:txBody>
        </p:sp>
      </p:grpSp>
      <p:grpSp>
        <p:nvGrpSpPr>
          <p:cNvPr id="454" name="그룹 453"/>
          <p:cNvGrpSpPr/>
          <p:nvPr/>
        </p:nvGrpSpPr>
        <p:grpSpPr>
          <a:xfrm>
            <a:off x="391901" y="4690899"/>
            <a:ext cx="284052" cy="200055"/>
            <a:chOff x="1123695" y="11716364"/>
            <a:chExt cx="284052" cy="200055"/>
          </a:xfrm>
        </p:grpSpPr>
        <p:sp>
          <p:nvSpPr>
            <p:cNvPr id="465" name="모서리가 둥근 직사각형 46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6" name="직사각형 465"/>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15</a:t>
              </a:r>
              <a:endParaRPr lang="ko-KR" altLang="en-US" sz="700" dirty="0">
                <a:solidFill>
                  <a:schemeClr val="bg1"/>
                </a:solidFill>
                <a:latin typeface="+mn-ea"/>
                <a:ea typeface="+mn-ea"/>
              </a:endParaRPr>
            </a:p>
          </p:txBody>
        </p:sp>
      </p:grpSp>
      <p:grpSp>
        <p:nvGrpSpPr>
          <p:cNvPr id="469" name="그룹 468"/>
          <p:cNvGrpSpPr/>
          <p:nvPr/>
        </p:nvGrpSpPr>
        <p:grpSpPr>
          <a:xfrm>
            <a:off x="387921" y="4985375"/>
            <a:ext cx="284052" cy="200055"/>
            <a:chOff x="1123695" y="11716364"/>
            <a:chExt cx="284052" cy="200055"/>
          </a:xfrm>
        </p:grpSpPr>
        <p:sp>
          <p:nvSpPr>
            <p:cNvPr id="473" name="모서리가 둥근 직사각형 47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97" name="직사각형 496"/>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16</a:t>
              </a:r>
              <a:endParaRPr lang="ko-KR" altLang="en-US" sz="700" dirty="0">
                <a:solidFill>
                  <a:schemeClr val="bg1"/>
                </a:solidFill>
                <a:latin typeface="+mn-ea"/>
                <a:ea typeface="+mn-ea"/>
              </a:endParaRPr>
            </a:p>
          </p:txBody>
        </p:sp>
      </p:grpSp>
      <p:grpSp>
        <p:nvGrpSpPr>
          <p:cNvPr id="498" name="그룹 497"/>
          <p:cNvGrpSpPr/>
          <p:nvPr/>
        </p:nvGrpSpPr>
        <p:grpSpPr>
          <a:xfrm>
            <a:off x="391901" y="5272296"/>
            <a:ext cx="284052" cy="200055"/>
            <a:chOff x="1123695" y="11716364"/>
            <a:chExt cx="284052" cy="200055"/>
          </a:xfrm>
        </p:grpSpPr>
        <p:sp>
          <p:nvSpPr>
            <p:cNvPr id="499" name="모서리가 둥근 직사각형 49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01" name="직사각형 500"/>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17</a:t>
              </a:r>
              <a:endParaRPr lang="ko-KR" altLang="en-US" sz="700" dirty="0">
                <a:solidFill>
                  <a:schemeClr val="bg1"/>
                </a:solidFill>
                <a:latin typeface="+mn-ea"/>
                <a:ea typeface="+mn-ea"/>
              </a:endParaRPr>
            </a:p>
          </p:txBody>
        </p:sp>
      </p:grpSp>
      <p:grpSp>
        <p:nvGrpSpPr>
          <p:cNvPr id="512" name="그룹 511"/>
          <p:cNvGrpSpPr/>
          <p:nvPr/>
        </p:nvGrpSpPr>
        <p:grpSpPr>
          <a:xfrm>
            <a:off x="397446" y="5564520"/>
            <a:ext cx="284052" cy="200055"/>
            <a:chOff x="1133220" y="11716364"/>
            <a:chExt cx="284052" cy="200055"/>
          </a:xfrm>
        </p:grpSpPr>
        <p:sp>
          <p:nvSpPr>
            <p:cNvPr id="513" name="모서리가 둥근 직사각형 5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14" name="직사각형 513"/>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18</a:t>
              </a:r>
              <a:endParaRPr lang="ko-KR" altLang="en-US" sz="700" dirty="0">
                <a:solidFill>
                  <a:schemeClr val="bg1"/>
                </a:solidFill>
                <a:latin typeface="+mn-ea"/>
                <a:ea typeface="+mn-ea"/>
              </a:endParaRPr>
            </a:p>
          </p:txBody>
        </p:sp>
      </p:grpSp>
      <p:graphicFrame>
        <p:nvGraphicFramePr>
          <p:cNvPr id="515" name="Group 175"/>
          <p:cNvGraphicFramePr>
            <a:graphicFrameLocks noGrp="1"/>
          </p:cNvGraphicFramePr>
          <p:nvPr>
            <p:extLst>
              <p:ext uri="{D42A27DB-BD31-4B8C-83A1-F6EECF244321}">
                <p14:modId xmlns:p14="http://schemas.microsoft.com/office/powerpoint/2010/main" val="306108977"/>
              </p:ext>
            </p:extLst>
          </p:nvPr>
        </p:nvGraphicFramePr>
        <p:xfrm>
          <a:off x="10920139" y="1494309"/>
          <a:ext cx="1404156" cy="110029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TODAY</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위젯</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접속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접속중 학습자 레이어</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a:t>
                      </a:r>
                      <a:r>
                        <a:rPr lang="ko-KR" altLang="en-US" sz="800" kern="1200" dirty="0" smtClean="0">
                          <a:solidFill>
                            <a:schemeClr val="tx1">
                              <a:lumMod val="75000"/>
                              <a:lumOff val="25000"/>
                            </a:schemeClr>
                          </a:solidFill>
                          <a:latin typeface="+mn-ea"/>
                          <a:ea typeface="+mn-ea"/>
                          <a:cs typeface="+mn-cs"/>
                        </a:rPr>
                        <a:t> 신청</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처리현황</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 신청</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처리현황</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성적이의신청 신청</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처리현황</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이달의 학사일정</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이전달</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다음달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전체공지 최근 </a:t>
                      </a:r>
                      <a:r>
                        <a:rPr lang="en-US" altLang="ko-KR" sz="800" kern="1200" dirty="0" smtClean="0">
                          <a:solidFill>
                            <a:srgbClr val="0070C0"/>
                          </a:solidFill>
                          <a:latin typeface="+mn-ea"/>
                          <a:ea typeface="+mn-ea"/>
                          <a:cs typeface="+mn-cs"/>
                        </a:rPr>
                        <a:t>5</a:t>
                      </a:r>
                      <a:r>
                        <a:rPr lang="ko-KR" altLang="en-US" sz="800" kern="1200" dirty="0" smtClean="0">
                          <a:solidFill>
                            <a:srgbClr val="0070C0"/>
                          </a:solidFill>
                          <a:latin typeface="+mn-ea"/>
                          <a:ea typeface="+mn-ea"/>
                          <a:cs typeface="+mn-cs"/>
                        </a:rPr>
                        <a:t>개</a:t>
                      </a:r>
                      <a:r>
                        <a:rPr lang="en-US" altLang="ko-KR" sz="800" kern="1200" dirty="0" smtClean="0">
                          <a:solidFill>
                            <a:schemeClr val="tx1">
                              <a:lumMod val="75000"/>
                              <a:lumOff val="25000"/>
                            </a:schemeClr>
                          </a:solidFill>
                          <a:latin typeface="+mn-ea"/>
                          <a:ea typeface="+mn-ea"/>
                          <a:cs typeface="+mn-cs"/>
                        </a:rPr>
                        <a:t> </a:t>
                      </a: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과목공지 최근 </a:t>
                      </a:r>
                      <a:r>
                        <a:rPr lang="en-US" altLang="ko-KR" sz="800" kern="1200" dirty="0" smtClean="0">
                          <a:solidFill>
                            <a:srgbClr val="0070C0"/>
                          </a:solidFill>
                          <a:latin typeface="+mn-ea"/>
                          <a:ea typeface="+mn-ea"/>
                          <a:cs typeface="+mn-cs"/>
                        </a:rPr>
                        <a:t>5</a:t>
                      </a:r>
                      <a:r>
                        <a:rPr lang="ko-KR" altLang="en-US" sz="800" kern="1200" dirty="0" smtClean="0">
                          <a:solidFill>
                            <a:srgbClr val="0070C0"/>
                          </a:solidFill>
                          <a:latin typeface="+mn-ea"/>
                          <a:ea typeface="+mn-ea"/>
                          <a:cs typeface="+mn-cs"/>
                        </a:rPr>
                        <a:t>개</a:t>
                      </a:r>
                      <a:endParaRPr lang="en-US" altLang="ko-KR" sz="800" kern="1200" dirty="0" smtClean="0">
                        <a:solidFill>
                          <a:srgbClr val="0070C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10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클릭시 공지사항</a:t>
                      </a:r>
                      <a:r>
                        <a:rPr lang="en-US" altLang="ko-KR" sz="800" kern="1200" baseline="0" dirty="0" smtClean="0">
                          <a:solidFill>
                            <a:schemeClr val="tx1">
                              <a:lumMod val="75000"/>
                              <a:lumOff val="25000"/>
                            </a:schemeClr>
                          </a:solidFill>
                          <a:latin typeface="+mn-ea"/>
                          <a:ea typeface="+mn-ea"/>
                          <a:cs typeface="+mn-cs"/>
                        </a:rPr>
                        <a:t>/</a:t>
                      </a:r>
                      <a:r>
                        <a:rPr lang="ko-KR" altLang="en-US" sz="800" kern="1200" baseline="0" dirty="0" smtClean="0">
                          <a:solidFill>
                            <a:schemeClr val="tx1">
                              <a:lumMod val="75000"/>
                              <a:lumOff val="25000"/>
                            </a:schemeClr>
                          </a:solidFill>
                          <a:latin typeface="+mn-ea"/>
                          <a:ea typeface="+mn-ea"/>
                          <a:cs typeface="+mn-cs"/>
                        </a:rPr>
                        <a:t>전체 레이어팝업</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PUSH,</a:t>
                      </a:r>
                      <a:r>
                        <a:rPr lang="ko-KR" altLang="en-US" sz="800" kern="1200" dirty="0" smtClean="0">
                          <a:solidFill>
                            <a:schemeClr val="tx1">
                              <a:lumMod val="75000"/>
                              <a:lumOff val="25000"/>
                            </a:schemeClr>
                          </a:solidFill>
                          <a:latin typeface="+mn-ea"/>
                          <a:ea typeface="+mn-ea"/>
                          <a:cs typeface="+mn-cs"/>
                        </a:rPr>
                        <a:t>문자</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쪽지</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알림톡 읽지 않은 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클릭시 읽지않은 목록만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1000" kern="1200" dirty="0" smtClean="0">
                          <a:solidFill>
                            <a:schemeClr val="tx1">
                              <a:lumMod val="75000"/>
                              <a:lumOff val="25000"/>
                            </a:schemeClr>
                          </a:solidFill>
                          <a:latin typeface="+mn-ea"/>
                          <a:ea typeface="+mn-ea"/>
                          <a:cs typeface="+mn-cs"/>
                        </a:rPr>
                        <a:t>+</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클릭시 </a:t>
                      </a: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띄우고</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메시지함 탭 활성화</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수강과목 전체 </a:t>
                      </a:r>
                      <a:r>
                        <a:rPr lang="ko-KR" altLang="en-US" sz="800" kern="1200" dirty="0" smtClean="0">
                          <a:solidFill>
                            <a:srgbClr val="0070C0"/>
                          </a:solidFill>
                          <a:latin typeface="+mn-ea"/>
                          <a:ea typeface="+mn-ea"/>
                          <a:cs typeface="+mn-cs"/>
                        </a:rPr>
                        <a:t>미답변 건수</a:t>
                      </a:r>
                      <a:r>
                        <a:rPr lang="ko-KR" altLang="en-US" sz="800" kern="1200" dirty="0" smtClean="0">
                          <a:solidFill>
                            <a:schemeClr val="tx1">
                              <a:lumMod val="75000"/>
                              <a:lumOff val="25000"/>
                            </a:schemeClr>
                          </a:solidFill>
                          <a:latin typeface="+mn-ea"/>
                          <a:ea typeface="+mn-ea"/>
                          <a:cs typeface="+mn-cs"/>
                        </a:rPr>
                        <a:t> 표시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전체 강의</a:t>
                      </a:r>
                      <a:r>
                        <a:rPr lang="en-US" altLang="ko-KR" sz="800" kern="1200" dirty="0" smtClean="0">
                          <a:solidFill>
                            <a:schemeClr val="tx1">
                              <a:lumMod val="75000"/>
                              <a:lumOff val="25000"/>
                            </a:schemeClr>
                          </a:solidFill>
                          <a:latin typeface="+mn-ea"/>
                          <a:ea typeface="+mn-ea"/>
                          <a:cs typeface="+mn-cs"/>
                        </a:rPr>
                        <a:t>Q&amp;A</a:t>
                      </a:r>
                      <a:r>
                        <a:rPr lang="ko-KR" altLang="en-US" sz="800" kern="1200" dirty="0" smtClean="0">
                          <a:solidFill>
                            <a:schemeClr val="tx1">
                              <a:lumMod val="75000"/>
                              <a:lumOff val="25000"/>
                            </a:schemeClr>
                          </a:solidFill>
                          <a:latin typeface="+mn-ea"/>
                          <a:ea typeface="+mn-ea"/>
                          <a:cs typeface="+mn-cs"/>
                        </a:rPr>
                        <a:t> 최근 </a:t>
                      </a:r>
                      <a:r>
                        <a:rPr lang="en-US" altLang="ko-KR" sz="800" kern="1200" dirty="0" smtClean="0">
                          <a:solidFill>
                            <a:srgbClr val="0070C0"/>
                          </a:solidFill>
                          <a:latin typeface="+mn-ea"/>
                          <a:ea typeface="+mn-ea"/>
                          <a:cs typeface="+mn-cs"/>
                        </a:rPr>
                        <a:t>5</a:t>
                      </a:r>
                      <a:r>
                        <a:rPr lang="ko-KR" altLang="en-US" sz="800" kern="1200" dirty="0" smtClean="0">
                          <a:solidFill>
                            <a:srgbClr val="0070C0"/>
                          </a:solidFill>
                          <a:latin typeface="+mn-ea"/>
                          <a:ea typeface="+mn-ea"/>
                          <a:cs typeface="+mn-cs"/>
                        </a:rPr>
                        <a:t>개</a:t>
                      </a:r>
                      <a:r>
                        <a:rPr lang="en-US" altLang="ko-KR" sz="800" kern="1200" dirty="0" smtClean="0">
                          <a:solidFill>
                            <a:schemeClr val="tx1">
                              <a:lumMod val="75000"/>
                              <a:lumOff val="25000"/>
                            </a:schemeClr>
                          </a:solidFill>
                          <a:latin typeface="+mn-ea"/>
                          <a:ea typeface="+mn-ea"/>
                          <a:cs typeface="+mn-cs"/>
                        </a:rPr>
                        <a:t> </a:t>
                      </a: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    클릭시 미답변 강의</a:t>
                      </a:r>
                      <a:r>
                        <a:rPr lang="en-US" altLang="ko-KR" sz="800" kern="1200" baseline="0" dirty="0" smtClean="0">
                          <a:solidFill>
                            <a:schemeClr val="tx1">
                              <a:lumMod val="75000"/>
                              <a:lumOff val="25000"/>
                            </a:schemeClr>
                          </a:solidFill>
                          <a:latin typeface="+mn-ea"/>
                          <a:ea typeface="+mn-ea"/>
                          <a:cs typeface="+mn-cs"/>
                        </a:rPr>
                        <a:t>Q&amp;A </a:t>
                      </a:r>
                      <a:r>
                        <a:rPr lang="ko-KR" altLang="en-US" sz="800" kern="1200" baseline="0" dirty="0" smtClean="0">
                          <a:solidFill>
                            <a:schemeClr val="tx1">
                              <a:lumMod val="75000"/>
                              <a:lumOff val="25000"/>
                            </a:schemeClr>
                          </a:solidFill>
                          <a:latin typeface="+mn-ea"/>
                          <a:ea typeface="+mn-ea"/>
                          <a:cs typeface="+mn-cs"/>
                        </a:rPr>
                        <a:t>목록만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10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클릭시 </a:t>
                      </a: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띄우고 강의</a:t>
                      </a:r>
                      <a:r>
                        <a:rPr lang="en-US" altLang="ko-KR" sz="800" kern="1200" baseline="0" dirty="0" smtClean="0">
                          <a:solidFill>
                            <a:schemeClr val="tx1">
                              <a:lumMod val="75000"/>
                              <a:lumOff val="25000"/>
                            </a:schemeClr>
                          </a:solidFill>
                          <a:latin typeface="+mn-ea"/>
                          <a:ea typeface="+mn-ea"/>
                          <a:cs typeface="+mn-cs"/>
                        </a:rPr>
                        <a:t>Q&amp;A/</a:t>
                      </a:r>
                      <a:r>
                        <a:rPr lang="ko-KR" altLang="en-US" sz="800" kern="1200" baseline="0" dirty="0" smtClean="0">
                          <a:solidFill>
                            <a:schemeClr val="tx1">
                              <a:lumMod val="75000"/>
                              <a:lumOff val="25000"/>
                            </a:schemeClr>
                          </a:solidFill>
                          <a:latin typeface="+mn-ea"/>
                          <a:ea typeface="+mn-ea"/>
                          <a:cs typeface="+mn-cs"/>
                        </a:rPr>
                        <a:t>전체</a:t>
                      </a:r>
                      <a:r>
                        <a:rPr lang="ko-KR" altLang="en-US" sz="800" kern="1200" dirty="0" smtClean="0">
                          <a:solidFill>
                            <a:schemeClr val="tx1">
                              <a:lumMod val="75000"/>
                              <a:lumOff val="25000"/>
                            </a:schemeClr>
                          </a:solidFill>
                          <a:latin typeface="+mn-ea"/>
                          <a:ea typeface="+mn-ea"/>
                          <a:cs typeface="+mn-cs"/>
                        </a:rPr>
                        <a:t>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수강과목 전체 강의자료실 목록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최근 </a:t>
                      </a:r>
                      <a:r>
                        <a:rPr lang="en-US" altLang="ko-KR" sz="800" kern="1200" dirty="0" smtClean="0">
                          <a:solidFill>
                            <a:srgbClr val="0070C0"/>
                          </a:solidFill>
                          <a:latin typeface="+mn-ea"/>
                          <a:ea typeface="+mn-ea"/>
                          <a:cs typeface="+mn-cs"/>
                        </a:rPr>
                        <a:t>5</a:t>
                      </a:r>
                      <a:r>
                        <a:rPr lang="ko-KR" altLang="en-US" sz="800" kern="1200" dirty="0" smtClean="0">
                          <a:solidFill>
                            <a:srgbClr val="0070C0"/>
                          </a:solidFill>
                          <a:latin typeface="+mn-ea"/>
                          <a:ea typeface="+mn-ea"/>
                          <a:cs typeface="+mn-cs"/>
                        </a:rPr>
                        <a:t>개</a:t>
                      </a:r>
                      <a:r>
                        <a:rPr lang="en-US" altLang="ko-KR" sz="800" kern="1200" dirty="0" smtClean="0">
                          <a:solidFill>
                            <a:schemeClr val="tx1">
                              <a:lumMod val="75000"/>
                              <a:lumOff val="25000"/>
                            </a:schemeClr>
                          </a:solidFill>
                          <a:latin typeface="+mn-ea"/>
                          <a:ea typeface="+mn-ea"/>
                          <a:cs typeface="+mn-cs"/>
                        </a:rPr>
                        <a:t> </a:t>
                      </a:r>
                    </a:p>
                    <a:p>
                      <a:pPr marL="88900" indent="-88900" algn="l" defTabSz="914400" rtl="0" eaLnBrk="1" latinLnBrk="1" hangingPunct="1">
                        <a:lnSpc>
                          <a:spcPct val="150000"/>
                        </a:lnSpc>
                        <a:buFont typeface="Arial" panose="020B0604020202020204" pitchFamily="34" charset="0"/>
                        <a:buChar char="•"/>
                      </a:pPr>
                      <a:r>
                        <a:rPr lang="en-US" altLang="ko-KR" sz="1000" kern="1200" dirty="0" smtClean="0">
                          <a:solidFill>
                            <a:schemeClr val="tx1">
                              <a:lumMod val="75000"/>
                              <a:lumOff val="25000"/>
                            </a:schemeClr>
                          </a:solidFill>
                          <a:latin typeface="+mn-ea"/>
                          <a:ea typeface="+mn-ea"/>
                          <a:cs typeface="+mn-cs"/>
                        </a:rPr>
                        <a:t>+</a:t>
                      </a:r>
                      <a:r>
                        <a:rPr lang="ko-KR" altLang="en-US" sz="800" kern="1200" baseline="0" dirty="0" smtClean="0">
                          <a:solidFill>
                            <a:schemeClr val="tx1">
                              <a:lumMod val="75000"/>
                              <a:lumOff val="25000"/>
                            </a:schemeClr>
                          </a:solidFill>
                          <a:latin typeface="+mn-ea"/>
                          <a:ea typeface="+mn-ea"/>
                          <a:cs typeface="+mn-cs"/>
                        </a:rPr>
                        <a:t> 클릭시 레이어 띄우고  </a:t>
                      </a:r>
                      <a:r>
                        <a:rPr lang="en-US" altLang="ko-KR" sz="800" kern="1200" baseline="0" dirty="0" smtClean="0">
                          <a:solidFill>
                            <a:schemeClr val="tx1">
                              <a:lumMod val="75000"/>
                              <a:lumOff val="25000"/>
                            </a:schemeClr>
                          </a:solidFill>
                          <a:latin typeface="+mn-ea"/>
                          <a:ea typeface="+mn-ea"/>
                          <a:cs typeface="+mn-cs"/>
                        </a:rPr>
                        <a:t>1:1</a:t>
                      </a:r>
                      <a:r>
                        <a:rPr lang="ko-KR" altLang="en-US" sz="800" kern="1200" baseline="0" dirty="0" smtClean="0">
                          <a:solidFill>
                            <a:schemeClr val="tx1">
                              <a:lumMod val="75000"/>
                              <a:lumOff val="25000"/>
                            </a:schemeClr>
                          </a:solidFill>
                          <a:latin typeface="+mn-ea"/>
                          <a:ea typeface="+mn-ea"/>
                          <a:cs typeface="+mn-cs"/>
                        </a:rPr>
                        <a:t>상담</a:t>
                      </a:r>
                      <a:r>
                        <a:rPr lang="en-US" altLang="ko-KR" sz="800" kern="1200" baseline="0" dirty="0" smtClean="0">
                          <a:solidFill>
                            <a:schemeClr val="tx1">
                              <a:lumMod val="75000"/>
                              <a:lumOff val="25000"/>
                            </a:schemeClr>
                          </a:solidFill>
                          <a:latin typeface="+mn-ea"/>
                          <a:ea typeface="+mn-ea"/>
                          <a:cs typeface="+mn-cs"/>
                        </a:rPr>
                        <a:t>/</a:t>
                      </a:r>
                      <a:r>
                        <a:rPr lang="ko-KR" altLang="en-US" sz="800" kern="1200" baseline="0" dirty="0" smtClean="0">
                          <a:solidFill>
                            <a:schemeClr val="tx1">
                              <a:lumMod val="75000"/>
                              <a:lumOff val="25000"/>
                            </a:schemeClr>
                          </a:solidFill>
                          <a:latin typeface="+mn-ea"/>
                          <a:ea typeface="+mn-ea"/>
                          <a:cs typeface="+mn-cs"/>
                        </a:rPr>
                        <a:t>전체 탭 활성화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강의 이어듣기 위젯</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강의보기 바로 실행</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수강과목 위젯</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수강중 기관</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테턴시</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표시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클릭시 해당 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수강중 과목만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현재학기 기본</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이전학기 변경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목록형으로 전환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카드형으로 전환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과목 정보 표시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클릭시 강의실로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621" name="그룹 620"/>
          <p:cNvGrpSpPr/>
          <p:nvPr/>
        </p:nvGrpSpPr>
        <p:grpSpPr>
          <a:xfrm>
            <a:off x="397446" y="5881127"/>
            <a:ext cx="284052" cy="200055"/>
            <a:chOff x="1133220" y="11716364"/>
            <a:chExt cx="284052" cy="200055"/>
          </a:xfrm>
        </p:grpSpPr>
        <p:sp>
          <p:nvSpPr>
            <p:cNvPr id="622" name="모서리가 둥근 직사각형 6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23" name="직사각형 622"/>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19</a:t>
              </a:r>
              <a:endParaRPr lang="ko-KR" altLang="en-US" sz="700" dirty="0">
                <a:solidFill>
                  <a:schemeClr val="bg1"/>
                </a:solidFill>
                <a:latin typeface="+mn-ea"/>
                <a:ea typeface="+mn-ea"/>
              </a:endParaRPr>
            </a:p>
          </p:txBody>
        </p:sp>
      </p:grpSp>
      <p:grpSp>
        <p:nvGrpSpPr>
          <p:cNvPr id="624" name="그룹 623"/>
          <p:cNvGrpSpPr/>
          <p:nvPr/>
        </p:nvGrpSpPr>
        <p:grpSpPr>
          <a:xfrm>
            <a:off x="7765292" y="4907269"/>
            <a:ext cx="284052" cy="200055"/>
            <a:chOff x="1133220" y="11716364"/>
            <a:chExt cx="284052" cy="200055"/>
          </a:xfrm>
        </p:grpSpPr>
        <p:sp>
          <p:nvSpPr>
            <p:cNvPr id="625" name="모서리가 둥근 직사각형 62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26" name="직사각형 625"/>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30</a:t>
              </a:r>
              <a:endParaRPr lang="ko-KR" altLang="en-US" sz="700" dirty="0">
                <a:solidFill>
                  <a:schemeClr val="bg1"/>
                </a:solidFill>
                <a:latin typeface="+mn-ea"/>
                <a:ea typeface="+mn-ea"/>
              </a:endParaRPr>
            </a:p>
          </p:txBody>
        </p:sp>
      </p:grpSp>
      <p:grpSp>
        <p:nvGrpSpPr>
          <p:cNvPr id="627" name="그룹 626"/>
          <p:cNvGrpSpPr/>
          <p:nvPr/>
        </p:nvGrpSpPr>
        <p:grpSpPr>
          <a:xfrm>
            <a:off x="8892629" y="4897735"/>
            <a:ext cx="284052" cy="200055"/>
            <a:chOff x="1133220" y="11716364"/>
            <a:chExt cx="284052" cy="200055"/>
          </a:xfrm>
        </p:grpSpPr>
        <p:sp>
          <p:nvSpPr>
            <p:cNvPr id="628" name="모서리가 둥근 직사각형 62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29" name="직사각형 628"/>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31</a:t>
              </a:r>
              <a:endParaRPr lang="ko-KR" altLang="en-US" sz="700" dirty="0">
                <a:solidFill>
                  <a:schemeClr val="bg1"/>
                </a:solidFill>
                <a:latin typeface="+mn-ea"/>
                <a:ea typeface="+mn-ea"/>
              </a:endParaRPr>
            </a:p>
          </p:txBody>
        </p:sp>
      </p:grpSp>
      <p:grpSp>
        <p:nvGrpSpPr>
          <p:cNvPr id="630" name="그룹 629"/>
          <p:cNvGrpSpPr/>
          <p:nvPr/>
        </p:nvGrpSpPr>
        <p:grpSpPr>
          <a:xfrm>
            <a:off x="9092341" y="4897743"/>
            <a:ext cx="284052" cy="200055"/>
            <a:chOff x="1133220" y="11716364"/>
            <a:chExt cx="284052" cy="200055"/>
          </a:xfrm>
        </p:grpSpPr>
        <p:sp>
          <p:nvSpPr>
            <p:cNvPr id="631" name="모서리가 둥근 직사각형 63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32" name="직사각형 631"/>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32</a:t>
              </a:r>
              <a:endParaRPr lang="ko-KR" altLang="en-US" sz="700" dirty="0">
                <a:solidFill>
                  <a:schemeClr val="bg1"/>
                </a:solidFill>
                <a:latin typeface="+mn-ea"/>
                <a:ea typeface="+mn-ea"/>
              </a:endParaRPr>
            </a:p>
          </p:txBody>
        </p:sp>
      </p:grpSp>
      <p:grpSp>
        <p:nvGrpSpPr>
          <p:cNvPr id="720" name="그룹 719"/>
          <p:cNvGrpSpPr/>
          <p:nvPr/>
        </p:nvGrpSpPr>
        <p:grpSpPr>
          <a:xfrm>
            <a:off x="401426" y="6173864"/>
            <a:ext cx="284052" cy="200055"/>
            <a:chOff x="1133220" y="11716364"/>
            <a:chExt cx="284052" cy="200055"/>
          </a:xfrm>
        </p:grpSpPr>
        <p:sp>
          <p:nvSpPr>
            <p:cNvPr id="721" name="모서리가 둥근 직사각형 7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22" name="직사각형 721"/>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20</a:t>
              </a:r>
              <a:endParaRPr lang="ko-KR" altLang="en-US" sz="700" dirty="0">
                <a:solidFill>
                  <a:schemeClr val="bg1"/>
                </a:solidFill>
                <a:latin typeface="+mn-ea"/>
                <a:ea typeface="+mn-ea"/>
              </a:endParaRPr>
            </a:p>
          </p:txBody>
        </p:sp>
      </p:grpSp>
      <p:grpSp>
        <p:nvGrpSpPr>
          <p:cNvPr id="2" name="그룹 1"/>
          <p:cNvGrpSpPr/>
          <p:nvPr/>
        </p:nvGrpSpPr>
        <p:grpSpPr>
          <a:xfrm>
            <a:off x="4460711" y="3477873"/>
            <a:ext cx="2451592" cy="1447394"/>
            <a:chOff x="4458469" y="1960265"/>
            <a:chExt cx="2451592" cy="1447394"/>
          </a:xfrm>
        </p:grpSpPr>
        <p:grpSp>
          <p:nvGrpSpPr>
            <p:cNvPr id="6" name="그룹 5"/>
            <p:cNvGrpSpPr/>
            <p:nvPr/>
          </p:nvGrpSpPr>
          <p:grpSpPr>
            <a:xfrm>
              <a:off x="4458469" y="1960265"/>
              <a:ext cx="2451592" cy="1447394"/>
              <a:chOff x="4458469" y="4024114"/>
              <a:chExt cx="2451592" cy="1447394"/>
            </a:xfrm>
          </p:grpSpPr>
          <p:grpSp>
            <p:nvGrpSpPr>
              <p:cNvPr id="218" name="그룹 217"/>
              <p:cNvGrpSpPr/>
              <p:nvPr/>
            </p:nvGrpSpPr>
            <p:grpSpPr>
              <a:xfrm>
                <a:off x="4458469" y="4024114"/>
                <a:ext cx="2451592" cy="1447394"/>
                <a:chOff x="6925810" y="3897247"/>
                <a:chExt cx="2451592" cy="1447394"/>
              </a:xfrm>
            </p:grpSpPr>
            <p:sp>
              <p:nvSpPr>
                <p:cNvPr id="219" name="직사각형 218"/>
                <p:cNvSpPr/>
                <p:nvPr/>
              </p:nvSpPr>
              <p:spPr>
                <a:xfrm>
                  <a:off x="6965402" y="3897247"/>
                  <a:ext cx="24120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932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일본어 기초 </a:t>
                    </a:r>
                    <a:r>
                      <a:rPr lang="en-US" altLang="ko-KR" sz="700" dirty="0" smtClean="0">
                        <a:solidFill>
                          <a:srgbClr val="0070C0"/>
                        </a:solidFill>
                        <a:latin typeface="+mn-ea"/>
                        <a:ea typeface="+mn-ea"/>
                      </a:rPr>
                      <a:t>2</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컴퓨터 입문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75955"/>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384"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64385" y="203723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grpSp>
        <p:nvGrpSpPr>
          <p:cNvPr id="42" name="그룹 41"/>
          <p:cNvGrpSpPr/>
          <p:nvPr/>
        </p:nvGrpSpPr>
        <p:grpSpPr>
          <a:xfrm>
            <a:off x="4450728" y="1930494"/>
            <a:ext cx="2451592" cy="1473976"/>
            <a:chOff x="1987827" y="6475326"/>
            <a:chExt cx="2451592" cy="1473976"/>
          </a:xfrm>
        </p:grpSpPr>
        <p:grpSp>
          <p:nvGrpSpPr>
            <p:cNvPr id="33" name="그룹 32"/>
            <p:cNvGrpSpPr/>
            <p:nvPr/>
          </p:nvGrpSpPr>
          <p:grpSpPr>
            <a:xfrm>
              <a:off x="1987827" y="6475326"/>
              <a:ext cx="2451592" cy="1473976"/>
              <a:chOff x="4445624" y="2480978"/>
              <a:chExt cx="2451592" cy="1473976"/>
            </a:xfrm>
          </p:grpSpPr>
          <p:sp>
            <p:nvSpPr>
              <p:cNvPr id="471" name="직사각형 470"/>
              <p:cNvSpPr/>
              <p:nvPr/>
            </p:nvSpPr>
            <p:spPr>
              <a:xfrm>
                <a:off x="4485216" y="2507754"/>
                <a:ext cx="2412000" cy="1447200"/>
              </a:xfrm>
              <a:prstGeom prst="rect">
                <a:avLst/>
              </a:prstGeom>
              <a:solidFill>
                <a:srgbClr val="F4C40E"/>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72" name="TextBox 471"/>
              <p:cNvSpPr txBox="1"/>
              <p:nvPr/>
            </p:nvSpPr>
            <p:spPr>
              <a:xfrm>
                <a:off x="4445624" y="2577456"/>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이달의 학</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사</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일정</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0" name="직사각형 469"/>
              <p:cNvSpPr/>
              <p:nvPr/>
            </p:nvSpPr>
            <p:spPr>
              <a:xfrm>
                <a:off x="4556984" y="2811180"/>
                <a:ext cx="2286000" cy="1080000"/>
              </a:xfrm>
              <a:prstGeom prst="rect">
                <a:avLst/>
              </a:prstGeom>
              <a:solidFill>
                <a:srgbClr val="F5D167"/>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74" name="TextBox 473"/>
              <p:cNvSpPr txBox="1"/>
              <p:nvPr/>
            </p:nvSpPr>
            <p:spPr>
              <a:xfrm>
                <a:off x="4529364" y="2871986"/>
                <a:ext cx="2160000" cy="338554"/>
              </a:xfrm>
              <a:prstGeom prst="rect">
                <a:avLst/>
              </a:prstGeom>
              <a:noFill/>
            </p:spPr>
            <p:txBody>
              <a:bodyPr wrap="square" rtlCol="0">
                <a:spAutoFit/>
              </a:bodyPr>
              <a:lstStyle/>
              <a:p>
                <a:r>
                  <a:rPr lang="en-US" altLang="ko-KR" sz="700" b="1" dirty="0" smtClean="0">
                    <a:solidFill>
                      <a:srgbClr val="0070C0"/>
                    </a:solidFill>
                    <a:latin typeface="+mn-ea"/>
                    <a:ea typeface="+mn-ea"/>
                  </a:rPr>
                  <a:t>03.16~04.02</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중간고사 시험문제등록</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출제</a:t>
                </a:r>
                <a:endParaRPr lang="en-US" altLang="ko-KR" sz="800" dirty="0" smtClean="0">
                  <a:solidFill>
                    <a:schemeClr val="tx1">
                      <a:lumMod val="75000"/>
                      <a:lumOff val="25000"/>
                    </a:schemeClr>
                  </a:solidFill>
                  <a:latin typeface="+mn-ea"/>
                  <a:ea typeface="+mn-ea"/>
                </a:endParaRPr>
              </a:p>
              <a:p>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en-US" altLang="ko-KR" sz="700" dirty="0" smtClean="0">
                    <a:solidFill>
                      <a:schemeClr val="tx1">
                        <a:lumMod val="50000"/>
                        <a:lumOff val="50000"/>
                      </a:schemeClr>
                    </a:solidFill>
                    <a:latin typeface="+mn-ea"/>
                    <a:ea typeface="+mn-ea"/>
                  </a:rPr>
                  <a:t>[</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tx1">
                      <a:lumMod val="50000"/>
                      <a:lumOff val="50000"/>
                    </a:schemeClr>
                  </a:solidFill>
                  <a:latin typeface="+mn-ea"/>
                  <a:ea typeface="+mn-ea"/>
                </a:endParaRPr>
              </a:p>
            </p:txBody>
          </p:sp>
          <p:grpSp>
            <p:nvGrpSpPr>
              <p:cNvPr id="475" name="그룹 474"/>
              <p:cNvGrpSpPr/>
              <p:nvPr/>
            </p:nvGrpSpPr>
            <p:grpSpPr>
              <a:xfrm>
                <a:off x="6750930" y="2926539"/>
                <a:ext cx="22192" cy="837525"/>
                <a:chOff x="2777986" y="4005064"/>
                <a:chExt cx="22192" cy="837525"/>
              </a:xfrm>
            </p:grpSpPr>
            <p:sp>
              <p:nvSpPr>
                <p:cNvPr id="488" name="직사각형 487"/>
                <p:cNvSpPr/>
                <p:nvPr/>
              </p:nvSpPr>
              <p:spPr bwMode="auto">
                <a:xfrm>
                  <a:off x="2777986" y="4014589"/>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89" name="직사각형 488"/>
                <p:cNvSpPr/>
                <p:nvPr/>
              </p:nvSpPr>
              <p:spPr bwMode="auto">
                <a:xfrm>
                  <a:off x="2782178" y="4005064"/>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84" name="TextBox 483"/>
              <p:cNvSpPr txBox="1"/>
              <p:nvPr/>
            </p:nvSpPr>
            <p:spPr>
              <a:xfrm>
                <a:off x="4529364" y="320969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04.05~06.12</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승인</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sp>
            <p:nvSpPr>
              <p:cNvPr id="485" name="TextBox 484"/>
              <p:cNvSpPr txBox="1"/>
              <p:nvPr/>
            </p:nvSpPr>
            <p:spPr>
              <a:xfrm>
                <a:off x="4529364" y="352958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04.08~04.11</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학기 중간고사</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grpSp>
            <p:nvGrpSpPr>
              <p:cNvPr id="4" name="그룹 3"/>
              <p:cNvGrpSpPr/>
              <p:nvPr/>
            </p:nvGrpSpPr>
            <p:grpSpPr>
              <a:xfrm>
                <a:off x="6297543" y="2480978"/>
                <a:ext cx="431274" cy="434071"/>
                <a:chOff x="6278493" y="2461928"/>
                <a:chExt cx="431274" cy="434071"/>
              </a:xfrm>
            </p:grpSpPr>
            <p:sp>
              <p:nvSpPr>
                <p:cNvPr id="551" name="Rectangle 1"/>
                <p:cNvSpPr>
                  <a:spLocks noChangeArrowheads="1"/>
                </p:cNvSpPr>
                <p:nvPr/>
              </p:nvSpPr>
              <p:spPr bwMode="auto">
                <a:xfrm>
                  <a:off x="6278493" y="2461928"/>
                  <a:ext cx="303168" cy="434071"/>
                </a:xfrm>
                <a:prstGeom prst="rect">
                  <a:avLst/>
                </a:prstGeom>
                <a:noFill/>
                <a:ln>
                  <a:noFill/>
                </a:ln>
                <a:effectLst/>
                <a:extLst/>
              </p:spPr>
              <p:txBody>
                <a:bodyPr vert="horz" wrap="square" lIns="0" tIns="23805" rIns="0" bIns="47610" numCol="1" anchor="b" anchorCtr="0" compatLnSpc="1">
                  <a:prstTxWarp prst="textNoShape">
                    <a:avLst/>
                  </a:prstTxWarp>
                  <a:spAutoFit/>
                </a:bodyPr>
                <a:lstStyle/>
                <a:p>
                  <a:pPr algn="ctr" defTabSz="685800" eaLnBrk="0" latinLnBrk="0" hangingPunct="0">
                    <a:lnSpc>
                      <a:spcPct val="150000"/>
                    </a:lnSpc>
                  </a:pPr>
                  <a:r>
                    <a:rPr lang="en-US" altLang="ko-KR" b="1" dirty="0" smtClean="0">
                      <a:solidFill>
                        <a:srgbClr val="0070C0"/>
                      </a:solidFill>
                      <a:latin typeface="맑은 고딕" panose="020B0503020000020004" pitchFamily="50" charset="-127"/>
                      <a:ea typeface="맑은 고딕" panose="020B0503020000020004" pitchFamily="50" charset="-127"/>
                    </a:rPr>
                    <a:t>4</a:t>
                  </a:r>
                  <a:endPar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 name="직사각형 2"/>
                <p:cNvSpPr/>
                <p:nvPr/>
              </p:nvSpPr>
              <p:spPr>
                <a:xfrm>
                  <a:off x="6422509" y="2567668"/>
                  <a:ext cx="287258" cy="215444"/>
                </a:xfrm>
                <a:prstGeom prst="rect">
                  <a:avLst/>
                </a:prstGeom>
              </p:spPr>
              <p:txBody>
                <a:bodyPr wrap="none">
                  <a:spAutoFit/>
                </a:bodyPr>
                <a:lstStyle/>
                <a:p>
                  <a:r>
                    <a:rPr lang="ko-KR" altLang="en-US" sz="800" dirty="0">
                      <a:solidFill>
                        <a:srgbClr val="0070C0"/>
                      </a:solidFill>
                      <a:latin typeface="맑은 고딕" panose="020B0503020000020004" pitchFamily="50" charset="-127"/>
                      <a:ea typeface="맑은 고딕" panose="020B0503020000020004" pitchFamily="50" charset="-127"/>
                    </a:rPr>
                    <a:t>월</a:t>
                  </a:r>
                  <a:endParaRPr lang="ko-KR" altLang="en-US" sz="800" dirty="0">
                    <a:solidFill>
                      <a:srgbClr val="0070C0"/>
                    </a:solidFill>
                  </a:endParaRPr>
                </a:p>
              </p:txBody>
            </p:sp>
          </p:grpSp>
        </p:grpSp>
        <p:pic>
          <p:nvPicPr>
            <p:cNvPr id="43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6604793"/>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 name="그룹 44"/>
          <p:cNvGrpSpPr/>
          <p:nvPr/>
        </p:nvGrpSpPr>
        <p:grpSpPr>
          <a:xfrm>
            <a:off x="1991147" y="3472433"/>
            <a:ext cx="2451071" cy="1454400"/>
            <a:chOff x="1991147" y="3481958"/>
            <a:chExt cx="2451071" cy="1454400"/>
          </a:xfrm>
        </p:grpSpPr>
        <p:grpSp>
          <p:nvGrpSpPr>
            <p:cNvPr id="44" name="그룹 43"/>
            <p:cNvGrpSpPr/>
            <p:nvPr/>
          </p:nvGrpSpPr>
          <p:grpSpPr>
            <a:xfrm>
              <a:off x="1991147" y="3481958"/>
              <a:ext cx="2451071" cy="1454400"/>
              <a:chOff x="1991147" y="3481958"/>
              <a:chExt cx="2451071" cy="1454400"/>
            </a:xfrm>
          </p:grpSpPr>
          <p:grpSp>
            <p:nvGrpSpPr>
              <p:cNvPr id="43" name="그룹 42"/>
              <p:cNvGrpSpPr/>
              <p:nvPr/>
            </p:nvGrpSpPr>
            <p:grpSpPr>
              <a:xfrm>
                <a:off x="1991147" y="3481958"/>
                <a:ext cx="2451071" cy="1454400"/>
                <a:chOff x="1991147" y="3481958"/>
                <a:chExt cx="2451071" cy="1454400"/>
              </a:xfrm>
            </p:grpSpPr>
            <p:grpSp>
              <p:nvGrpSpPr>
                <p:cNvPr id="40" name="그룹 39"/>
                <p:cNvGrpSpPr/>
                <p:nvPr/>
              </p:nvGrpSpPr>
              <p:grpSpPr>
                <a:xfrm>
                  <a:off x="1991147" y="3481958"/>
                  <a:ext cx="2440575" cy="1454400"/>
                  <a:chOff x="1991147" y="3481958"/>
                  <a:chExt cx="2440575" cy="1454400"/>
                </a:xfrm>
              </p:grpSpPr>
              <p:grpSp>
                <p:nvGrpSpPr>
                  <p:cNvPr id="30" name="그룹 29"/>
                  <p:cNvGrpSpPr/>
                  <p:nvPr/>
                </p:nvGrpSpPr>
                <p:grpSpPr>
                  <a:xfrm>
                    <a:off x="1991147" y="3481958"/>
                    <a:ext cx="2440575" cy="1454400"/>
                    <a:chOff x="1981622" y="4437113"/>
                    <a:chExt cx="2440575" cy="1454400"/>
                  </a:xfrm>
                </p:grpSpPr>
                <p:sp>
                  <p:nvSpPr>
                    <p:cNvPr id="301" name="직사각형 300"/>
                    <p:cNvSpPr/>
                    <p:nvPr/>
                  </p:nvSpPr>
                  <p:spPr bwMode="auto">
                    <a:xfrm>
                      <a:off x="2010197" y="4437113"/>
                      <a:ext cx="2412000" cy="1454400"/>
                    </a:xfrm>
                    <a:prstGeom prst="rect">
                      <a:avLst/>
                    </a:prstGeom>
                    <a:solidFill>
                      <a:srgbClr val="ED823F"/>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02" name="TextBox 301"/>
                    <p:cNvSpPr txBox="1"/>
                    <p:nvPr/>
                  </p:nvSpPr>
                  <p:spPr>
                    <a:xfrm>
                      <a:off x="1981622" y="4494262"/>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알림</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23" name="직사각형 322"/>
                    <p:cNvSpPr/>
                    <p:nvPr/>
                  </p:nvSpPr>
                  <p:spPr>
                    <a:xfrm>
                      <a:off x="2071886" y="4744194"/>
                      <a:ext cx="2286000" cy="1080000"/>
                    </a:xfrm>
                    <a:prstGeom prst="rect">
                      <a:avLst/>
                    </a:prstGeom>
                    <a:solidFill>
                      <a:srgbClr val="F6B48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grpSp>
                  <p:nvGrpSpPr>
                    <p:cNvPr id="21" name="그룹 20"/>
                    <p:cNvGrpSpPr/>
                    <p:nvPr/>
                  </p:nvGrpSpPr>
                  <p:grpSpPr>
                    <a:xfrm>
                      <a:off x="2148880" y="4783073"/>
                      <a:ext cx="2174048" cy="925803"/>
                      <a:chOff x="2082205" y="6797293"/>
                      <a:chExt cx="2174048" cy="925803"/>
                    </a:xfrm>
                  </p:grpSpPr>
                  <p:grpSp>
                    <p:nvGrpSpPr>
                      <p:cNvPr id="304" name="그룹 303"/>
                      <p:cNvGrpSpPr/>
                      <p:nvPr/>
                    </p:nvGrpSpPr>
                    <p:grpSpPr>
                      <a:xfrm>
                        <a:off x="4238253" y="6801722"/>
                        <a:ext cx="18000" cy="921374"/>
                        <a:chOff x="2815059" y="5208272"/>
                        <a:chExt cx="18000" cy="882983"/>
                      </a:xfrm>
                    </p:grpSpPr>
                    <p:sp>
                      <p:nvSpPr>
                        <p:cNvPr id="320" name="직사각형 319"/>
                        <p:cNvSpPr/>
                        <p:nvPr/>
                      </p:nvSpPr>
                      <p:spPr bwMode="auto">
                        <a:xfrm>
                          <a:off x="2815059" y="5297755"/>
                          <a:ext cx="18000" cy="7935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21" name="직사각형 320"/>
                        <p:cNvSpPr/>
                        <p:nvPr/>
                      </p:nvSpPr>
                      <p:spPr bwMode="auto">
                        <a:xfrm>
                          <a:off x="2816093" y="5208272"/>
                          <a:ext cx="144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315" name="TextBox 314"/>
                      <p:cNvSpPr txBox="1"/>
                      <p:nvPr/>
                    </p:nvSpPr>
                    <p:spPr>
                      <a:xfrm>
                        <a:off x="2082205" y="6797293"/>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경영수리</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tx1">
                                <a:lumMod val="75000"/>
                                <a:lumOff val="25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grpSp>
                  <p:nvGrpSpPr>
                    <p:cNvPr id="23" name="그룹 22"/>
                    <p:cNvGrpSpPr/>
                    <p:nvPr/>
                  </p:nvGrpSpPr>
                  <p:grpSpPr>
                    <a:xfrm>
                      <a:off x="2332137" y="4490651"/>
                      <a:ext cx="1924966" cy="215444"/>
                      <a:chOff x="2332137" y="4365105"/>
                      <a:chExt cx="1924966" cy="215444"/>
                    </a:xfrm>
                  </p:grpSpPr>
                  <p:cxnSp>
                    <p:nvCxnSpPr>
                      <p:cNvPr id="306" name="직선 연결선 305"/>
                      <p:cNvCxnSpPr/>
                      <p:nvPr/>
                    </p:nvCxnSpPr>
                    <p:spPr>
                      <a:xfrm>
                        <a:off x="2567211" y="4552553"/>
                        <a:ext cx="452755" cy="2254"/>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22" name="그룹 21"/>
                      <p:cNvGrpSpPr/>
                      <p:nvPr/>
                    </p:nvGrpSpPr>
                    <p:grpSpPr>
                      <a:xfrm>
                        <a:off x="2332137" y="4365105"/>
                        <a:ext cx="1924966" cy="215444"/>
                        <a:chOff x="4780409" y="7399546"/>
                        <a:chExt cx="1924966" cy="215444"/>
                      </a:xfrm>
                    </p:grpSpPr>
                    <p:sp>
                      <p:nvSpPr>
                        <p:cNvPr id="317" name="TextBox 316"/>
                        <p:cNvSpPr txBox="1"/>
                        <p:nvPr/>
                      </p:nvSpPr>
                      <p:spPr>
                        <a:xfrm>
                          <a:off x="4780409" y="7399546"/>
                          <a:ext cx="1800000" cy="215444"/>
                        </a:xfrm>
                        <a:prstGeom prst="rect">
                          <a:avLst/>
                        </a:prstGeom>
                        <a:noFill/>
                      </p:spPr>
                      <p:txBody>
                        <a:bodyPr wrap="square" lIns="0" rIns="0" rtlCol="0">
                          <a:spAutoFit/>
                        </a:bodyPr>
                        <a:lstStyle/>
                        <a:p>
                          <a:pPr algn="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PUSH</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SMS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쪽지     알림톡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18" name="타원 317"/>
                        <p:cNvSpPr/>
                        <p:nvPr/>
                      </p:nvSpPr>
                      <p:spPr bwMode="auto">
                        <a:xfrm>
                          <a:off x="5333031" y="7443742"/>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3</a:t>
                          </a:r>
                          <a:endParaRPr kumimoji="1" lang="ko-KR" altLang="en-US" sz="700" dirty="0">
                            <a:solidFill>
                              <a:schemeClr val="bg1"/>
                            </a:solidFill>
                            <a:latin typeface="+mn-ea"/>
                            <a:cs typeface="Calibri" pitchFamily="34" charset="0"/>
                          </a:endParaRPr>
                        </a:p>
                      </p:txBody>
                    </p:sp>
                    <p:sp>
                      <p:nvSpPr>
                        <p:cNvPr id="319" name="타원 318"/>
                        <p:cNvSpPr/>
                        <p:nvPr/>
                      </p:nvSpPr>
                      <p:spPr bwMode="auto">
                        <a:xfrm>
                          <a:off x="5716313" y="7440724"/>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sp>
                      <p:nvSpPr>
                        <p:cNvPr id="324" name="타원 323"/>
                        <p:cNvSpPr/>
                        <p:nvPr/>
                      </p:nvSpPr>
                      <p:spPr bwMode="auto">
                        <a:xfrm>
                          <a:off x="6089127"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1</a:t>
                          </a:r>
                          <a:endParaRPr kumimoji="1" lang="ko-KR" altLang="en-US" sz="700" dirty="0">
                            <a:solidFill>
                              <a:schemeClr val="bg1"/>
                            </a:solidFill>
                            <a:latin typeface="+mn-ea"/>
                            <a:cs typeface="Calibri" pitchFamily="34" charset="0"/>
                          </a:endParaRPr>
                        </a:p>
                      </p:txBody>
                    </p:sp>
                    <p:sp>
                      <p:nvSpPr>
                        <p:cNvPr id="325" name="타원 324"/>
                        <p:cNvSpPr/>
                        <p:nvPr/>
                      </p:nvSpPr>
                      <p:spPr bwMode="auto">
                        <a:xfrm>
                          <a:off x="6597375"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pic>
                <p:nvPicPr>
                  <p:cNvPr id="43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357512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8" name="직사각형 437"/>
                <p:cNvSpPr/>
                <p:nvPr/>
              </p:nvSpPr>
              <p:spPr>
                <a:xfrm>
                  <a:off x="4262218" y="3553966"/>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43" name="TextBox 442"/>
              <p:cNvSpPr txBox="1"/>
              <p:nvPr/>
            </p:nvSpPr>
            <p:spPr>
              <a:xfrm>
                <a:off x="2154213" y="4156239"/>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관리자</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sp>
            <p:nvSpPr>
              <p:cNvPr id="447" name="TextBox 446"/>
              <p:cNvSpPr txBox="1"/>
              <p:nvPr/>
            </p:nvSpPr>
            <p:spPr>
              <a:xfrm>
                <a:off x="2154213" y="4475212"/>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a:solidFill>
                      <a:srgbClr val="0070C0"/>
                    </a:solidFill>
                    <a:latin typeface="+mn-ea"/>
                    <a:ea typeface="+mn-ea"/>
                  </a:rPr>
                  <a:t>이</a:t>
                </a:r>
                <a:r>
                  <a:rPr lang="ko-KR" altLang="en-US" sz="700" dirty="0" smtClean="0">
                    <a:solidFill>
                      <a:srgbClr val="0070C0"/>
                    </a:solidFill>
                    <a:latin typeface="+mn-ea"/>
                    <a:ea typeface="+mn-ea"/>
                  </a:rPr>
                  <a:t>학생</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sp>
          <p:nvSpPr>
            <p:cNvPr id="448" name="순서도: 대체 처리 447"/>
            <p:cNvSpPr/>
            <p:nvPr/>
          </p:nvSpPr>
          <p:spPr bwMode="auto">
            <a:xfrm>
              <a:off x="3891930" y="3923531"/>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0" name="타원 449"/>
            <p:cNvSpPr/>
            <p:nvPr/>
          </p:nvSpPr>
          <p:spPr>
            <a:xfrm>
              <a:off x="2101271" y="391653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1" name="타원 450"/>
            <p:cNvSpPr/>
            <p:nvPr/>
          </p:nvSpPr>
          <p:spPr>
            <a:xfrm>
              <a:off x="2101255" y="423910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3" name="타원 452"/>
            <p:cNvSpPr/>
            <p:nvPr/>
          </p:nvSpPr>
          <p:spPr>
            <a:xfrm>
              <a:off x="2106588" y="4570569"/>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5" name="순서도: 대체 처리 454"/>
            <p:cNvSpPr/>
            <p:nvPr/>
          </p:nvSpPr>
          <p:spPr bwMode="auto">
            <a:xfrm>
              <a:off x="3887738" y="4255012"/>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56" name="순서도: 대체 처리 455"/>
            <p:cNvSpPr/>
            <p:nvPr/>
          </p:nvSpPr>
          <p:spPr bwMode="auto">
            <a:xfrm>
              <a:off x="3891930" y="4571619"/>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46" name="그룹 45"/>
          <p:cNvGrpSpPr/>
          <p:nvPr/>
        </p:nvGrpSpPr>
        <p:grpSpPr>
          <a:xfrm>
            <a:off x="6922471" y="1954798"/>
            <a:ext cx="2451592" cy="1447200"/>
            <a:chOff x="1973294" y="4993571"/>
            <a:chExt cx="2451592" cy="1447200"/>
          </a:xfrm>
        </p:grpSpPr>
        <p:grpSp>
          <p:nvGrpSpPr>
            <p:cNvPr id="41" name="그룹 40"/>
            <p:cNvGrpSpPr/>
            <p:nvPr/>
          </p:nvGrpSpPr>
          <p:grpSpPr>
            <a:xfrm>
              <a:off x="1973294" y="4993571"/>
              <a:ext cx="2451592" cy="1447200"/>
              <a:chOff x="1973294" y="4993571"/>
              <a:chExt cx="2451592" cy="1447200"/>
            </a:xfrm>
          </p:grpSpPr>
          <p:grpSp>
            <p:nvGrpSpPr>
              <p:cNvPr id="8" name="그룹 7"/>
              <p:cNvGrpSpPr/>
              <p:nvPr/>
            </p:nvGrpSpPr>
            <p:grpSpPr>
              <a:xfrm>
                <a:off x="1973294" y="4993571"/>
                <a:ext cx="2451592" cy="1447200"/>
                <a:chOff x="6925791" y="2502421"/>
                <a:chExt cx="2451592" cy="1447200"/>
              </a:xfrm>
            </p:grpSpPr>
            <p:grpSp>
              <p:nvGrpSpPr>
                <p:cNvPr id="586" name="그룹 585"/>
                <p:cNvGrpSpPr/>
                <p:nvPr/>
              </p:nvGrpSpPr>
              <p:grpSpPr>
                <a:xfrm>
                  <a:off x="6925791" y="2502421"/>
                  <a:ext cx="2451592" cy="1447200"/>
                  <a:chOff x="1976289" y="3438525"/>
                  <a:chExt cx="2451592" cy="1447200"/>
                </a:xfrm>
              </p:grpSpPr>
              <p:sp>
                <p:nvSpPr>
                  <p:cNvPr id="587" name="직사각형 586"/>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88" name="TextBox 587"/>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공지사항</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90" name="TextBox 589"/>
                  <p:cNvSpPr txBox="1"/>
                  <p:nvPr/>
                </p:nvSpPr>
                <p:spPr>
                  <a:xfrm>
                    <a:off x="2931443" y="3506147"/>
                    <a:ext cx="1333372" cy="215444"/>
                  </a:xfrm>
                  <a:prstGeom prst="rect">
                    <a:avLst/>
                  </a:prstGeom>
                  <a:noFill/>
                </p:spPr>
                <p:txBody>
                  <a:bodyPr wrap="square" rtlCol="0">
                    <a:spAutoFit/>
                  </a:bodyPr>
                  <a:lstStyle/>
                  <a:p>
                    <a:pPr algn="r"/>
                    <a:r>
                      <a:rPr lang="ko-KR" altLang="en-US" sz="800" dirty="0" smtClean="0">
                        <a:solidFill>
                          <a:srgbClr val="0070C0"/>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전체공지  과목공지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1" name="그룹 590"/>
                  <p:cNvGrpSpPr/>
                  <p:nvPr/>
                </p:nvGrpSpPr>
                <p:grpSpPr>
                  <a:xfrm>
                    <a:off x="2088727" y="3738512"/>
                    <a:ext cx="2286000" cy="1080000"/>
                    <a:chOff x="4709384" y="2912571"/>
                    <a:chExt cx="2286000" cy="1080000"/>
                  </a:xfrm>
                </p:grpSpPr>
                <p:sp>
                  <p:nvSpPr>
                    <p:cNvPr id="601" name="직사각형 60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602" name="직사각형 60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03" name="직사각형 60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592" name="그룹 591"/>
                  <p:cNvGrpSpPr/>
                  <p:nvPr/>
                </p:nvGrpSpPr>
                <p:grpSpPr>
                  <a:xfrm>
                    <a:off x="2124532" y="4442593"/>
                    <a:ext cx="1977371" cy="323165"/>
                    <a:chOff x="7066718" y="3366517"/>
                    <a:chExt cx="1977371" cy="323165"/>
                  </a:xfrm>
                </p:grpSpPr>
                <p:sp>
                  <p:nvSpPr>
                    <p:cNvPr id="599" name="TextBox 598"/>
                    <p:cNvSpPr txBox="1"/>
                    <p:nvPr/>
                  </p:nvSpPr>
                  <p:spPr>
                    <a:xfrm>
                      <a:off x="7285594" y="3366517"/>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600" name="순서도: 대체 처리 599"/>
                    <p:cNvSpPr/>
                    <p:nvPr/>
                  </p:nvSpPr>
                  <p:spPr bwMode="auto">
                    <a:xfrm>
                      <a:off x="7066718" y="3409323"/>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nvGrpSpPr>
                  <p:cNvPr id="593" name="그룹 592"/>
                  <p:cNvGrpSpPr/>
                  <p:nvPr/>
                </p:nvGrpSpPr>
                <p:grpSpPr>
                  <a:xfrm>
                    <a:off x="2125781" y="3824237"/>
                    <a:ext cx="1923915" cy="323165"/>
                    <a:chOff x="7067967" y="2852936"/>
                    <a:chExt cx="1923915" cy="323165"/>
                  </a:xfrm>
                </p:grpSpPr>
                <p:sp>
                  <p:nvSpPr>
                    <p:cNvPr id="597" name="TextBox 596"/>
                    <p:cNvSpPr txBox="1"/>
                    <p:nvPr/>
                  </p:nvSpPr>
                  <p:spPr>
                    <a:xfrm>
                      <a:off x="7277318" y="2852936"/>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598" name="순서도: 대체 처리 597"/>
                    <p:cNvSpPr/>
                    <p:nvPr/>
                  </p:nvSpPr>
                  <p:spPr bwMode="auto">
                    <a:xfrm>
                      <a:off x="7067967" y="2905267"/>
                      <a:ext cx="252000" cy="144000"/>
                    </a:xfrm>
                    <a:prstGeom prst="flowChartAlternateProcess">
                      <a:avLst/>
                    </a:prstGeom>
                    <a:solidFill>
                      <a:srgbClr val="2C71D8"/>
                    </a:solidFill>
                    <a:ln w="6350" cap="flat" cmpd="sng" algn="ctr">
                      <a:solidFill>
                        <a:srgbClr val="2C71D8"/>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전체</a:t>
                      </a:r>
                      <a:endParaRPr kumimoji="1" lang="ko-KR" altLang="en-US" sz="750" dirty="0">
                        <a:solidFill>
                          <a:schemeClr val="bg1"/>
                        </a:solidFill>
                        <a:latin typeface="+mn-ea"/>
                        <a:ea typeface="+mn-ea"/>
                        <a:cs typeface="Calibri" pitchFamily="34" charset="0"/>
                      </a:endParaRPr>
                    </a:p>
                  </p:txBody>
                </p:sp>
              </p:grpSp>
              <p:grpSp>
                <p:nvGrpSpPr>
                  <p:cNvPr id="594" name="그룹 593"/>
                  <p:cNvGrpSpPr/>
                  <p:nvPr/>
                </p:nvGrpSpPr>
                <p:grpSpPr>
                  <a:xfrm>
                    <a:off x="2127797" y="4124761"/>
                    <a:ext cx="2268642" cy="323165"/>
                    <a:chOff x="7069983" y="3105835"/>
                    <a:chExt cx="2268642" cy="323165"/>
                  </a:xfrm>
                </p:grpSpPr>
                <p:sp>
                  <p:nvSpPr>
                    <p:cNvPr id="595" name="TextBox 594"/>
                    <p:cNvSpPr txBox="1"/>
                    <p:nvPr/>
                  </p:nvSpPr>
                  <p:spPr>
                    <a:xfrm>
                      <a:off x="7286939" y="3105835"/>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sp>
                  <p:nvSpPr>
                    <p:cNvPr id="596" name="순서도: 대체 처리 595"/>
                    <p:cNvSpPr/>
                    <p:nvPr/>
                  </p:nvSpPr>
                  <p:spPr bwMode="auto">
                    <a:xfrm>
                      <a:off x="7069983" y="3162309"/>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sp>
              <p:nvSpPr>
                <p:cNvPr id="633" name="직사각형 63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43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508518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58" name="순서도: 대체 처리 457"/>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9" name="순서도: 대체 처리 458"/>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60" name="순서도: 대체 처리 459"/>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50" name="그룹 49"/>
          <p:cNvGrpSpPr/>
          <p:nvPr/>
        </p:nvGrpSpPr>
        <p:grpSpPr>
          <a:xfrm>
            <a:off x="4705759" y="5383081"/>
            <a:ext cx="2157549" cy="2238893"/>
            <a:chOff x="4635878" y="4007549"/>
            <a:chExt cx="2157549" cy="2238893"/>
          </a:xfrm>
        </p:grpSpPr>
        <p:sp>
          <p:nvSpPr>
            <p:cNvPr id="476" name="직사각형 475"/>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9" name="그룹 48"/>
            <p:cNvGrpSpPr/>
            <p:nvPr/>
          </p:nvGrpSpPr>
          <p:grpSpPr>
            <a:xfrm>
              <a:off x="4782829" y="4091317"/>
              <a:ext cx="1860263" cy="405943"/>
              <a:chOff x="4592074" y="4091317"/>
              <a:chExt cx="1860263" cy="405943"/>
            </a:xfrm>
          </p:grpSpPr>
          <p:sp>
            <p:nvSpPr>
              <p:cNvPr id="479" name="순서도: 대체 처리 478"/>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480" name="TextBox 479"/>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81" name="TextBox 480"/>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이해와 활용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82" name="TextBox 481"/>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8" name="그룹 47"/>
            <p:cNvGrpSpPr/>
            <p:nvPr/>
          </p:nvGrpSpPr>
          <p:grpSpPr>
            <a:xfrm>
              <a:off x="4686334" y="5022701"/>
              <a:ext cx="1915441" cy="219199"/>
              <a:chOff x="4612010" y="5022701"/>
              <a:chExt cx="1915441" cy="219199"/>
            </a:xfrm>
          </p:grpSpPr>
          <p:grpSp>
            <p:nvGrpSpPr>
              <p:cNvPr id="47" name="그룹 46"/>
              <p:cNvGrpSpPr/>
              <p:nvPr/>
            </p:nvGrpSpPr>
            <p:grpSpPr>
              <a:xfrm>
                <a:off x="4715079" y="5022701"/>
                <a:ext cx="1812372" cy="36789"/>
                <a:chOff x="4724604" y="5192411"/>
                <a:chExt cx="1812372" cy="36789"/>
              </a:xfrm>
            </p:grpSpPr>
            <p:sp>
              <p:nvSpPr>
                <p:cNvPr id="491" name="직사각형 490"/>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490" name="직사각형 489"/>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492" name="TextBox 491"/>
              <p:cNvSpPr txBox="1"/>
              <p:nvPr/>
            </p:nvSpPr>
            <p:spPr>
              <a:xfrm>
                <a:off x="4612010" y="5041845"/>
                <a:ext cx="1912750"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493" name="표 492"/>
          <p:cNvGraphicFramePr>
            <a:graphicFrameLocks noGrp="1"/>
          </p:cNvGraphicFramePr>
          <p:nvPr>
            <p:extLst>
              <p:ext uri="{D42A27DB-BD31-4B8C-83A1-F6EECF244321}">
                <p14:modId xmlns:p14="http://schemas.microsoft.com/office/powerpoint/2010/main" val="1828098469"/>
              </p:ext>
            </p:extLst>
          </p:nvPr>
        </p:nvGraphicFramePr>
        <p:xfrm>
          <a:off x="4891911" y="667674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r>
                        <a:rPr lang="en-US" altLang="ko-KR" sz="800" b="0" dirty="0" smtClean="0">
                          <a:solidFill>
                            <a:schemeClr val="bg1">
                              <a:lumMod val="65000"/>
                            </a:schemeClr>
                          </a:solidFill>
                          <a:latin typeface="+mn-ea"/>
                          <a:ea typeface="+mn-ea"/>
                        </a:rPr>
                        <a:t>/6</a:t>
                      </a:r>
                      <a:endParaRPr lang="ko-KR" altLang="en-US" sz="800" b="0" dirty="0">
                        <a:solidFill>
                          <a:schemeClr val="bg1">
                            <a:lumMod val="6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/5</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495" name="그룹 494"/>
          <p:cNvGrpSpPr/>
          <p:nvPr/>
        </p:nvGrpSpPr>
        <p:grpSpPr>
          <a:xfrm>
            <a:off x="7027744" y="5390121"/>
            <a:ext cx="2058706" cy="2238893"/>
            <a:chOff x="4672657" y="4007549"/>
            <a:chExt cx="2058706" cy="2238893"/>
          </a:xfrm>
        </p:grpSpPr>
        <p:sp>
          <p:nvSpPr>
            <p:cNvPr id="500" name="직사각형 499"/>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02" name="그룹 501"/>
            <p:cNvGrpSpPr/>
            <p:nvPr/>
          </p:nvGrpSpPr>
          <p:grpSpPr>
            <a:xfrm>
              <a:off x="4782829" y="4091317"/>
              <a:ext cx="1948534" cy="405943"/>
              <a:chOff x="4592074" y="4091317"/>
              <a:chExt cx="1948534" cy="405943"/>
            </a:xfrm>
          </p:grpSpPr>
          <p:sp>
            <p:nvSpPr>
              <p:cNvPr id="509" name="순서도: 대체 처리 508"/>
              <p:cNvSpPr/>
              <p:nvPr/>
            </p:nvSpPr>
            <p:spPr bwMode="auto">
              <a:xfrm>
                <a:off x="4600520" y="4115024"/>
                <a:ext cx="396000" cy="144000"/>
              </a:xfrm>
              <a:prstGeom prst="flowChartAlternateProcess">
                <a:avLst/>
              </a:prstGeom>
              <a:solidFill>
                <a:schemeClr val="accent2">
                  <a:lumMod val="75000"/>
                </a:schemeClr>
              </a:solidFill>
              <a:ln w="6350" cap="flat" cmpd="sng" algn="ctr">
                <a:solidFill>
                  <a:srgbClr val="00B05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평생교육</a:t>
                </a:r>
                <a:endParaRPr kumimoji="1" lang="ko-KR" altLang="en-US" sz="700" dirty="0">
                  <a:solidFill>
                    <a:schemeClr val="bg1"/>
                  </a:solidFill>
                  <a:latin typeface="+mn-ea"/>
                  <a:ea typeface="+mn-ea"/>
                  <a:cs typeface="Calibri" pitchFamily="34" charset="0"/>
                </a:endParaRPr>
              </a:p>
            </p:txBody>
          </p:sp>
          <p:sp>
            <p:nvSpPr>
              <p:cNvPr id="510" name="TextBox 509"/>
              <p:cNvSpPr txBox="1"/>
              <p:nvPr/>
            </p:nvSpPr>
            <p:spPr>
              <a:xfrm>
                <a:off x="4953000" y="4091317"/>
                <a:ext cx="1587608"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100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온라인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11" name="TextBox 510"/>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광고와 이미지 마케팅</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503" name="TextBox 502"/>
            <p:cNvSpPr txBox="1"/>
            <p:nvPr/>
          </p:nvSpPr>
          <p:spPr>
            <a:xfrm>
              <a:off x="4789420" y="4524900"/>
              <a:ext cx="1917734" cy="438582"/>
            </a:xfrm>
            <a:prstGeom prst="rect">
              <a:avLst/>
            </a:prstGeom>
            <a:noFill/>
          </p:spPr>
          <p:txBody>
            <a:bodyPr wrap="square" lIns="0" rtlCol="0">
              <a:spAutoFit/>
            </a:bodyPr>
            <a:lstStyle/>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과제제출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04" name="그룹 503"/>
            <p:cNvGrpSpPr/>
            <p:nvPr/>
          </p:nvGrpSpPr>
          <p:grpSpPr>
            <a:xfrm>
              <a:off x="4686333" y="5022701"/>
              <a:ext cx="1923799" cy="219199"/>
              <a:chOff x="4612009" y="5022701"/>
              <a:chExt cx="1923799" cy="219199"/>
            </a:xfrm>
          </p:grpSpPr>
          <p:grpSp>
            <p:nvGrpSpPr>
              <p:cNvPr id="505" name="그룹 504"/>
              <p:cNvGrpSpPr/>
              <p:nvPr/>
            </p:nvGrpSpPr>
            <p:grpSpPr>
              <a:xfrm>
                <a:off x="4715079" y="5022701"/>
                <a:ext cx="1812372" cy="36789"/>
                <a:chOff x="4724604" y="5192411"/>
                <a:chExt cx="1812372" cy="36789"/>
              </a:xfrm>
            </p:grpSpPr>
            <p:sp>
              <p:nvSpPr>
                <p:cNvPr id="507" name="직사각형 506"/>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508" name="직사각형 507"/>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506" name="TextBox 505"/>
              <p:cNvSpPr txBox="1"/>
              <p:nvPr/>
            </p:nvSpPr>
            <p:spPr>
              <a:xfrm>
                <a:off x="4612009" y="5041845"/>
                <a:ext cx="1923799"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516" name="표 515"/>
          <p:cNvGraphicFramePr>
            <a:graphicFrameLocks noGrp="1"/>
          </p:cNvGraphicFramePr>
          <p:nvPr>
            <p:extLst>
              <p:ext uri="{D42A27DB-BD31-4B8C-83A1-F6EECF244321}">
                <p14:modId xmlns:p14="http://schemas.microsoft.com/office/powerpoint/2010/main" val="3935823993"/>
              </p:ext>
            </p:extLst>
          </p:nvPr>
        </p:nvGraphicFramePr>
        <p:xfrm>
          <a:off x="7177117" y="668378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517" name="그룹 516"/>
          <p:cNvGrpSpPr/>
          <p:nvPr/>
        </p:nvGrpSpPr>
        <p:grpSpPr>
          <a:xfrm>
            <a:off x="4703068" y="7724125"/>
            <a:ext cx="2157549" cy="2238893"/>
            <a:chOff x="4635878" y="4007549"/>
            <a:chExt cx="2157549" cy="2238893"/>
          </a:xfrm>
        </p:grpSpPr>
        <p:sp>
          <p:nvSpPr>
            <p:cNvPr id="518" name="직사각형 517"/>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19" name="그룹 518"/>
            <p:cNvGrpSpPr/>
            <p:nvPr/>
          </p:nvGrpSpPr>
          <p:grpSpPr>
            <a:xfrm>
              <a:off x="4782829" y="4091317"/>
              <a:ext cx="1898363" cy="405943"/>
              <a:chOff x="4592074" y="4091317"/>
              <a:chExt cx="1898363" cy="405943"/>
            </a:xfrm>
          </p:grpSpPr>
          <p:sp>
            <p:nvSpPr>
              <p:cNvPr id="531" name="순서도: 대체 처리 530"/>
              <p:cNvSpPr/>
              <p:nvPr/>
            </p:nvSpPr>
            <p:spPr bwMode="auto">
              <a:xfrm>
                <a:off x="4600520" y="4115024"/>
                <a:ext cx="396000" cy="144000"/>
              </a:xfrm>
              <a:prstGeom prst="flowChartAlternateProcess">
                <a:avLst/>
              </a:prstGeom>
              <a:solidFill>
                <a:srgbClr val="7030A0"/>
              </a:solidFill>
              <a:ln w="6350" cap="flat" cmpd="sng" algn="ctr">
                <a:solidFill>
                  <a:srgbClr val="7030A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학위과정</a:t>
                </a:r>
                <a:endParaRPr kumimoji="1" lang="ko-KR" altLang="en-US" sz="700" dirty="0">
                  <a:solidFill>
                    <a:schemeClr val="bg1"/>
                  </a:solidFill>
                  <a:latin typeface="+mn-ea"/>
                  <a:ea typeface="+mn-ea"/>
                  <a:cs typeface="Calibri" pitchFamily="34" charset="0"/>
                </a:endParaRPr>
              </a:p>
            </p:txBody>
          </p:sp>
          <p:sp>
            <p:nvSpPr>
              <p:cNvPr id="532" name="TextBox 531"/>
              <p:cNvSpPr txBox="1"/>
              <p:nvPr/>
            </p:nvSpPr>
            <p:spPr>
              <a:xfrm>
                <a:off x="49625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33" name="TextBox 532"/>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AI</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와 빅데이터 경영입문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반</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520" name="TextBox 519"/>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21" name="그룹 520"/>
            <p:cNvGrpSpPr/>
            <p:nvPr/>
          </p:nvGrpSpPr>
          <p:grpSpPr>
            <a:xfrm>
              <a:off x="4686333" y="5022701"/>
              <a:ext cx="1915442" cy="219199"/>
              <a:chOff x="4612009" y="5022701"/>
              <a:chExt cx="1915442" cy="219199"/>
            </a:xfrm>
          </p:grpSpPr>
          <p:grpSp>
            <p:nvGrpSpPr>
              <p:cNvPr id="527" name="그룹 526"/>
              <p:cNvGrpSpPr/>
              <p:nvPr/>
            </p:nvGrpSpPr>
            <p:grpSpPr>
              <a:xfrm>
                <a:off x="4715079" y="5022701"/>
                <a:ext cx="1812372" cy="36789"/>
                <a:chOff x="4724604" y="5192411"/>
                <a:chExt cx="1812372" cy="36789"/>
              </a:xfrm>
            </p:grpSpPr>
            <p:sp>
              <p:nvSpPr>
                <p:cNvPr id="529" name="직사각형 528"/>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530" name="직사각형 529"/>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528" name="TextBox 527"/>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534" name="표 533"/>
          <p:cNvGraphicFramePr>
            <a:graphicFrameLocks noGrp="1"/>
          </p:cNvGraphicFramePr>
          <p:nvPr>
            <p:extLst>
              <p:ext uri="{D42A27DB-BD31-4B8C-83A1-F6EECF244321}">
                <p14:modId xmlns:p14="http://schemas.microsoft.com/office/powerpoint/2010/main" val="736649568"/>
              </p:ext>
            </p:extLst>
          </p:nvPr>
        </p:nvGraphicFramePr>
        <p:xfrm>
          <a:off x="4889220" y="901778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535" name="그룹 534"/>
          <p:cNvGrpSpPr/>
          <p:nvPr/>
        </p:nvGrpSpPr>
        <p:grpSpPr>
          <a:xfrm>
            <a:off x="6988274" y="7731165"/>
            <a:ext cx="2157549" cy="2238893"/>
            <a:chOff x="4635878" y="4007549"/>
            <a:chExt cx="2157549" cy="2238893"/>
          </a:xfrm>
        </p:grpSpPr>
        <p:sp>
          <p:nvSpPr>
            <p:cNvPr id="537" name="직사각형 536"/>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38" name="그룹 537"/>
            <p:cNvGrpSpPr/>
            <p:nvPr/>
          </p:nvGrpSpPr>
          <p:grpSpPr>
            <a:xfrm>
              <a:off x="4782829" y="4091317"/>
              <a:ext cx="1860263" cy="405943"/>
              <a:chOff x="4592074" y="4091317"/>
              <a:chExt cx="1860263" cy="405943"/>
            </a:xfrm>
          </p:grpSpPr>
          <p:sp>
            <p:nvSpPr>
              <p:cNvPr id="557" name="순서도: 대체 처리 556"/>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558" name="TextBox 557"/>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59" name="TextBox 558"/>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New TEPS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실전 연습</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기본편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539" name="TextBox 538"/>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40" name="그룹 539"/>
            <p:cNvGrpSpPr/>
            <p:nvPr/>
          </p:nvGrpSpPr>
          <p:grpSpPr>
            <a:xfrm>
              <a:off x="4686333" y="5022701"/>
              <a:ext cx="1915442" cy="219199"/>
              <a:chOff x="4612009" y="5022701"/>
              <a:chExt cx="1915442" cy="219199"/>
            </a:xfrm>
          </p:grpSpPr>
          <p:grpSp>
            <p:nvGrpSpPr>
              <p:cNvPr id="544" name="그룹 543"/>
              <p:cNvGrpSpPr/>
              <p:nvPr/>
            </p:nvGrpSpPr>
            <p:grpSpPr>
              <a:xfrm>
                <a:off x="4715079" y="5022701"/>
                <a:ext cx="1812372" cy="36789"/>
                <a:chOff x="4724604" y="5192411"/>
                <a:chExt cx="1812372" cy="36789"/>
              </a:xfrm>
            </p:grpSpPr>
            <p:sp>
              <p:nvSpPr>
                <p:cNvPr id="546" name="직사각형 545"/>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556" name="직사각형 555"/>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545" name="TextBox 544"/>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560" name="표 559"/>
          <p:cNvGraphicFramePr>
            <a:graphicFrameLocks noGrp="1"/>
          </p:cNvGraphicFramePr>
          <p:nvPr>
            <p:extLst>
              <p:ext uri="{D42A27DB-BD31-4B8C-83A1-F6EECF244321}">
                <p14:modId xmlns:p14="http://schemas.microsoft.com/office/powerpoint/2010/main" val="3779155028"/>
              </p:ext>
            </p:extLst>
          </p:nvPr>
        </p:nvGraphicFramePr>
        <p:xfrm>
          <a:off x="7174426" y="902482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51" name="그룹 50"/>
          <p:cNvGrpSpPr/>
          <p:nvPr/>
        </p:nvGrpSpPr>
        <p:grpSpPr>
          <a:xfrm>
            <a:off x="4487044" y="5062984"/>
            <a:ext cx="1569022" cy="215444"/>
            <a:chOff x="2140227" y="6724204"/>
            <a:chExt cx="1569022" cy="215444"/>
          </a:xfrm>
        </p:grpSpPr>
        <p:sp>
          <p:nvSpPr>
            <p:cNvPr id="567" name="TextBox 566"/>
            <p:cNvSpPr txBox="1"/>
            <p:nvPr/>
          </p:nvSpPr>
          <p:spPr>
            <a:xfrm>
              <a:off x="2140227" y="6724204"/>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수강과목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69"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4130" y="6766718"/>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3" name="그룹 482"/>
          <p:cNvGrpSpPr/>
          <p:nvPr/>
        </p:nvGrpSpPr>
        <p:grpSpPr>
          <a:xfrm>
            <a:off x="5173004" y="4976122"/>
            <a:ext cx="284052" cy="200055"/>
            <a:chOff x="1133220" y="11716364"/>
            <a:chExt cx="284052" cy="200055"/>
          </a:xfrm>
        </p:grpSpPr>
        <p:sp>
          <p:nvSpPr>
            <p:cNvPr id="486" name="모서리가 둥근 직사각형 4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87" name="직사각형 486"/>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29</a:t>
              </a:r>
              <a:endParaRPr lang="ko-KR" altLang="en-US" sz="700" dirty="0">
                <a:solidFill>
                  <a:schemeClr val="bg1"/>
                </a:solidFill>
                <a:latin typeface="+mn-ea"/>
                <a:ea typeface="+mn-ea"/>
              </a:endParaRPr>
            </a:p>
          </p:txBody>
        </p:sp>
      </p:grpSp>
      <p:sp>
        <p:nvSpPr>
          <p:cNvPr id="494" name="직사각형 493"/>
          <p:cNvSpPr/>
          <p:nvPr/>
        </p:nvSpPr>
        <p:spPr>
          <a:xfrm>
            <a:off x="5251103" y="5056609"/>
            <a:ext cx="1651758" cy="230874"/>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582" name="그룹 581"/>
          <p:cNvGrpSpPr/>
          <p:nvPr/>
        </p:nvGrpSpPr>
        <p:grpSpPr>
          <a:xfrm>
            <a:off x="11164738" y="4461495"/>
            <a:ext cx="234360" cy="200055"/>
            <a:chOff x="5213171" y="2009979"/>
            <a:chExt cx="234360" cy="200055"/>
          </a:xfrm>
        </p:grpSpPr>
        <p:sp>
          <p:nvSpPr>
            <p:cNvPr id="583" name="타원 582"/>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584" name="직사각형 583"/>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612" name="그룹 611"/>
          <p:cNvGrpSpPr/>
          <p:nvPr/>
        </p:nvGrpSpPr>
        <p:grpSpPr>
          <a:xfrm>
            <a:off x="11164738" y="2718445"/>
            <a:ext cx="234360" cy="200055"/>
            <a:chOff x="5213171" y="2009979"/>
            <a:chExt cx="234360" cy="200055"/>
          </a:xfrm>
        </p:grpSpPr>
        <p:sp>
          <p:nvSpPr>
            <p:cNvPr id="613" name="타원 612"/>
            <p:cNvSpPr/>
            <p:nvPr/>
          </p:nvSpPr>
          <p:spPr>
            <a:xfrm>
              <a:off x="5267129" y="2048631"/>
              <a:ext cx="126000" cy="126000"/>
            </a:xfrm>
            <a:prstGeom prst="ellipse">
              <a:avLst/>
            </a:prstGeom>
            <a:solidFill>
              <a:srgbClr val="0070C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614" name="직사각형 613"/>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53" name="직사각형 52"/>
          <p:cNvSpPr/>
          <p:nvPr/>
        </p:nvSpPr>
        <p:spPr>
          <a:xfrm>
            <a:off x="8239029" y="433279"/>
            <a:ext cx="1260000" cy="360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1000" b="1" dirty="0" smtClean="0">
                <a:solidFill>
                  <a:schemeClr val="bg1"/>
                </a:solidFill>
                <a:latin typeface="+mn-ea"/>
              </a:rPr>
              <a:t>전체</a:t>
            </a:r>
            <a:endParaRPr lang="ko-KR" altLang="en-US" sz="1000" b="1" dirty="0">
              <a:solidFill>
                <a:schemeClr val="bg1"/>
              </a:solidFill>
              <a:latin typeface="+mn-ea"/>
            </a:endParaRPr>
          </a:p>
        </p:txBody>
      </p:sp>
      <p:grpSp>
        <p:nvGrpSpPr>
          <p:cNvPr id="34" name="그룹 33"/>
          <p:cNvGrpSpPr/>
          <p:nvPr/>
        </p:nvGrpSpPr>
        <p:grpSpPr>
          <a:xfrm>
            <a:off x="6931996" y="3469371"/>
            <a:ext cx="2451592" cy="1447394"/>
            <a:chOff x="6931996" y="3478896"/>
            <a:chExt cx="2451592" cy="1447394"/>
          </a:xfrm>
        </p:grpSpPr>
        <p:grpSp>
          <p:nvGrpSpPr>
            <p:cNvPr id="36" name="그룹 35"/>
            <p:cNvGrpSpPr/>
            <p:nvPr/>
          </p:nvGrpSpPr>
          <p:grpSpPr>
            <a:xfrm>
              <a:off x="6931996" y="3478896"/>
              <a:ext cx="2451592" cy="1447394"/>
              <a:chOff x="6925810" y="1953449"/>
              <a:chExt cx="2451592" cy="1447394"/>
            </a:xfrm>
          </p:grpSpPr>
          <p:grpSp>
            <p:nvGrpSpPr>
              <p:cNvPr id="32" name="그룹 31"/>
              <p:cNvGrpSpPr/>
              <p:nvPr/>
            </p:nvGrpSpPr>
            <p:grpSpPr>
              <a:xfrm>
                <a:off x="6925810" y="1953449"/>
                <a:ext cx="2451592" cy="1447394"/>
                <a:chOff x="6925810" y="1953449"/>
                <a:chExt cx="2451592" cy="1447394"/>
              </a:xfrm>
            </p:grpSpPr>
            <p:grpSp>
              <p:nvGrpSpPr>
                <p:cNvPr id="13" name="그룹 12"/>
                <p:cNvGrpSpPr/>
                <p:nvPr/>
              </p:nvGrpSpPr>
              <p:grpSpPr>
                <a:xfrm>
                  <a:off x="6925810" y="1953449"/>
                  <a:ext cx="2451592" cy="1447394"/>
                  <a:chOff x="6925810" y="3897247"/>
                  <a:chExt cx="2451592" cy="1447394"/>
                </a:xfrm>
              </p:grpSpPr>
              <p:sp>
                <p:nvSpPr>
                  <p:cNvPr id="682" name="직사각형 681"/>
                  <p:cNvSpPr/>
                  <p:nvPr/>
                </p:nvSpPr>
                <p:spPr>
                  <a:xfrm>
                    <a:off x="6965402" y="3897247"/>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35105"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95" name="TextBox 694"/>
                  <p:cNvSpPr txBox="1"/>
                  <p:nvPr/>
                </p:nvSpPr>
                <p:spPr>
                  <a:xfrm>
                    <a:off x="7015996" y="4253425"/>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학위과정</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grpSp>
                <p:nvGrpSpPr>
                  <p:cNvPr id="686" name="그룹 685"/>
                  <p:cNvGrpSpPr/>
                  <p:nvPr/>
                </p:nvGrpSpPr>
                <p:grpSpPr>
                  <a:xfrm>
                    <a:off x="7016092" y="4579557"/>
                    <a:ext cx="2200230" cy="323165"/>
                    <a:chOff x="5608473" y="2286397"/>
                    <a:chExt cx="2200230" cy="323165"/>
                  </a:xfrm>
                </p:grpSpPr>
                <p:sp>
                  <p:nvSpPr>
                    <p:cNvPr id="693" name="TextBox 692"/>
                    <p:cNvSpPr txBox="1"/>
                    <p:nvPr/>
                  </p:nvSpPr>
                  <p:spPr>
                    <a:xfrm>
                      <a:off x="5608473" y="2286397"/>
                      <a:ext cx="1831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실전 </a:t>
                      </a:r>
                      <a:r>
                        <a:rPr lang="en-US" altLang="ko-KR" sz="800" dirty="0" smtClean="0">
                          <a:solidFill>
                            <a:schemeClr val="tx1">
                              <a:lumMod val="75000"/>
                              <a:lumOff val="25000"/>
                            </a:schemeClr>
                          </a:solidFill>
                          <a:latin typeface="+mn-ea"/>
                          <a:ea typeface="+mn-ea"/>
                        </a:rPr>
                        <a:t>NoSql </a:t>
                      </a:r>
                      <a:r>
                        <a:rPr lang="ko-KR" altLang="en-US" sz="800" dirty="0" smtClean="0">
                          <a:solidFill>
                            <a:schemeClr val="tx1">
                              <a:lumMod val="75000"/>
                              <a:lumOff val="25000"/>
                            </a:schemeClr>
                          </a:solidFill>
                          <a:latin typeface="+mn-ea"/>
                          <a:ea typeface="+mn-ea"/>
                        </a:rPr>
                        <a:t>데이터베이스 활용 자</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sp>
                  <p:nvSpPr>
                    <p:cNvPr id="694" name="순서도: 대체 처리 693"/>
                    <p:cNvSpPr/>
                    <p:nvPr/>
                  </p:nvSpPr>
                  <p:spPr bwMode="auto">
                    <a:xfrm>
                      <a:off x="7376703" y="2348253"/>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sp>
                <p:nvSpPr>
                  <p:cNvPr id="691" name="TextBox 690"/>
                  <p:cNvSpPr txBox="1"/>
                  <p:nvPr/>
                </p:nvSpPr>
                <p:spPr>
                  <a:xfrm>
                    <a:off x="7016092" y="4894939"/>
                    <a:ext cx="1840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기출문제집 정리 파일</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grpSp>
            <p:sp>
              <p:nvSpPr>
                <p:cNvPr id="382" name="직사각형 381"/>
                <p:cNvSpPr/>
                <p:nvPr/>
              </p:nvSpPr>
              <p:spPr>
                <a:xfrm>
                  <a:off x="9175013" y="2014289"/>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38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6453" y="203810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51" name="순서도: 대체 처리 750"/>
            <p:cNvSpPr/>
            <p:nvPr/>
          </p:nvSpPr>
          <p:spPr bwMode="auto">
            <a:xfrm>
              <a:off x="8793807" y="389495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752" name="순서도: 대체 처리 751"/>
            <p:cNvSpPr/>
            <p:nvPr/>
          </p:nvSpPr>
          <p:spPr bwMode="auto">
            <a:xfrm>
              <a:off x="8797999" y="454723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grpSp>
        <p:nvGrpSpPr>
          <p:cNvPr id="54" name="그룹 53"/>
          <p:cNvGrpSpPr/>
          <p:nvPr/>
        </p:nvGrpSpPr>
        <p:grpSpPr>
          <a:xfrm>
            <a:off x="2021833" y="4996611"/>
            <a:ext cx="2420619" cy="1447200"/>
            <a:chOff x="2021833" y="4987086"/>
            <a:chExt cx="2420619" cy="1447200"/>
          </a:xfrm>
        </p:grpSpPr>
        <p:sp>
          <p:nvSpPr>
            <p:cNvPr id="756" name="직사각형 755"/>
            <p:cNvSpPr/>
            <p:nvPr/>
          </p:nvSpPr>
          <p:spPr>
            <a:xfrm>
              <a:off x="2021833" y="4987086"/>
              <a:ext cx="2412000" cy="14472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75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5078522"/>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5" name="TextBox 754"/>
            <p:cNvSpPr txBox="1"/>
            <p:nvPr/>
          </p:nvSpPr>
          <p:spPr>
            <a:xfrm>
              <a:off x="2076872" y="5029378"/>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 이어듣기                                  </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a:solidFill>
                    <a:schemeClr val="bg1">
                      <a:lumMod val="75000"/>
                    </a:schemeClr>
                  </a:solidFill>
                  <a:latin typeface="맑은 고딕" panose="020B0503020000020004" pitchFamily="50" charset="-127"/>
                  <a:ea typeface="맑은 고딕" panose="020B0503020000020004" pitchFamily="50" charset="-127"/>
                </a:rPr>
                <a:t>•</a:t>
              </a:r>
              <a:endParaRPr lang="ko-KR" altLang="en-US" sz="800" b="1" dirty="0">
                <a:solidFill>
                  <a:schemeClr val="bg1">
                    <a:lumMod val="75000"/>
                  </a:schemeClr>
                </a:solidFill>
                <a:latin typeface="맑은 고딕" panose="020B0503020000020004" pitchFamily="50" charset="-127"/>
                <a:ea typeface="맑은 고딕" panose="020B0503020000020004" pitchFamily="50" charset="-127"/>
              </a:endParaRPr>
            </a:p>
          </p:txBody>
        </p:sp>
        <p:grpSp>
          <p:nvGrpSpPr>
            <p:cNvPr id="37" name="그룹 36"/>
            <p:cNvGrpSpPr/>
            <p:nvPr/>
          </p:nvGrpSpPr>
          <p:grpSpPr>
            <a:xfrm>
              <a:off x="2028935" y="5291683"/>
              <a:ext cx="2407872" cy="362541"/>
              <a:chOff x="2028935" y="5373796"/>
              <a:chExt cx="2407872" cy="362541"/>
            </a:xfrm>
          </p:grpSpPr>
          <p:sp>
            <p:nvSpPr>
              <p:cNvPr id="766" name="TextBox 765"/>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대학원</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반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205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2"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0" name="TextBox 77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주변의 데이터베이스</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1" name="그룹 780"/>
            <p:cNvGrpSpPr/>
            <p:nvPr/>
          </p:nvGrpSpPr>
          <p:grpSpPr>
            <a:xfrm>
              <a:off x="2029247" y="5660668"/>
              <a:ext cx="2407872" cy="362541"/>
              <a:chOff x="2028935" y="5373796"/>
              <a:chExt cx="2407872" cy="362541"/>
            </a:xfrm>
          </p:grpSpPr>
          <p:sp>
            <p:nvSpPr>
              <p:cNvPr id="782" name="TextBox 781"/>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평생교육</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TEPS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실전연습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기본편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5" name="TextBox 784"/>
              <p:cNvSpPr txBox="1"/>
              <p:nvPr/>
            </p:nvSpPr>
            <p:spPr>
              <a:xfrm>
                <a:off x="2200385" y="5536282"/>
                <a:ext cx="2186076" cy="200055"/>
              </a:xfrm>
              <a:prstGeom prst="rect">
                <a:avLst/>
              </a:prstGeom>
              <a:noFill/>
            </p:spPr>
            <p:txBody>
              <a:bodyPr wrap="square" rtlCol="0">
                <a:spAutoFit/>
              </a:bodyPr>
              <a:lstStyle/>
              <a:p>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Test 1</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화 </a:t>
                </a:r>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Listening Comprehension</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6" name="그룹 785"/>
            <p:cNvGrpSpPr/>
            <p:nvPr/>
          </p:nvGrpSpPr>
          <p:grpSpPr>
            <a:xfrm>
              <a:off x="2034580" y="6018787"/>
              <a:ext cx="2407872" cy="362541"/>
              <a:chOff x="2028935" y="5373796"/>
              <a:chExt cx="2407872" cy="362541"/>
            </a:xfrm>
          </p:grpSpPr>
          <p:sp>
            <p:nvSpPr>
              <p:cNvPr id="787" name="TextBox 786"/>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학위과정</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광고이미지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8"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9"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0" name="TextBox 78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생활 속의 광고 </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791" name="그룹 790"/>
          <p:cNvGrpSpPr/>
          <p:nvPr/>
        </p:nvGrpSpPr>
        <p:grpSpPr>
          <a:xfrm>
            <a:off x="416496" y="2742828"/>
            <a:ext cx="234360" cy="200055"/>
            <a:chOff x="1152270" y="11706839"/>
            <a:chExt cx="234360" cy="200055"/>
          </a:xfrm>
        </p:grpSpPr>
        <p:sp>
          <p:nvSpPr>
            <p:cNvPr id="792" name="모서리가 둥근 직사각형 7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93" name="직사각형 79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794" name="그룹 793"/>
          <p:cNvGrpSpPr/>
          <p:nvPr/>
        </p:nvGrpSpPr>
        <p:grpSpPr>
          <a:xfrm>
            <a:off x="2600707" y="2019433"/>
            <a:ext cx="284052" cy="200055"/>
            <a:chOff x="1133220" y="11716364"/>
            <a:chExt cx="284052" cy="200055"/>
          </a:xfrm>
        </p:grpSpPr>
        <p:sp>
          <p:nvSpPr>
            <p:cNvPr id="795" name="모서리가 둥근 직사각형 7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96" name="직사각형 795"/>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21</a:t>
              </a:r>
              <a:endParaRPr lang="ko-KR" altLang="en-US" sz="700" dirty="0">
                <a:solidFill>
                  <a:schemeClr val="bg1"/>
                </a:solidFill>
                <a:latin typeface="+mn-ea"/>
                <a:ea typeface="+mn-ea"/>
              </a:endParaRPr>
            </a:p>
          </p:txBody>
        </p:sp>
      </p:grpSp>
      <p:grpSp>
        <p:nvGrpSpPr>
          <p:cNvPr id="797" name="그룹 796"/>
          <p:cNvGrpSpPr/>
          <p:nvPr/>
        </p:nvGrpSpPr>
        <p:grpSpPr>
          <a:xfrm>
            <a:off x="5438006" y="2027918"/>
            <a:ext cx="284052" cy="200055"/>
            <a:chOff x="1123695" y="11716364"/>
            <a:chExt cx="284052" cy="200055"/>
          </a:xfrm>
        </p:grpSpPr>
        <p:sp>
          <p:nvSpPr>
            <p:cNvPr id="798" name="모서리가 둥근 직사각형 7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99" name="직사각형 798"/>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22</a:t>
              </a:r>
              <a:endParaRPr lang="ko-KR" altLang="en-US" sz="700" dirty="0">
                <a:solidFill>
                  <a:schemeClr val="bg1"/>
                </a:solidFill>
                <a:latin typeface="+mn-ea"/>
                <a:ea typeface="+mn-ea"/>
              </a:endParaRPr>
            </a:p>
          </p:txBody>
        </p:sp>
      </p:grpSp>
      <p:grpSp>
        <p:nvGrpSpPr>
          <p:cNvPr id="800" name="그룹 799"/>
          <p:cNvGrpSpPr/>
          <p:nvPr/>
        </p:nvGrpSpPr>
        <p:grpSpPr>
          <a:xfrm>
            <a:off x="7572261" y="2008868"/>
            <a:ext cx="284052" cy="200055"/>
            <a:chOff x="1123695" y="11716364"/>
            <a:chExt cx="284052" cy="200055"/>
          </a:xfrm>
        </p:grpSpPr>
        <p:sp>
          <p:nvSpPr>
            <p:cNvPr id="801" name="모서리가 둥근 직사각형 8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02" name="직사각형 801"/>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23</a:t>
              </a:r>
              <a:endParaRPr lang="ko-KR" altLang="en-US" sz="700" dirty="0">
                <a:solidFill>
                  <a:schemeClr val="bg1"/>
                </a:solidFill>
                <a:latin typeface="+mn-ea"/>
                <a:ea typeface="+mn-ea"/>
              </a:endParaRPr>
            </a:p>
          </p:txBody>
        </p:sp>
      </p:grpSp>
      <p:grpSp>
        <p:nvGrpSpPr>
          <p:cNvPr id="803" name="그룹 802"/>
          <p:cNvGrpSpPr/>
          <p:nvPr/>
        </p:nvGrpSpPr>
        <p:grpSpPr>
          <a:xfrm>
            <a:off x="1906153" y="3415838"/>
            <a:ext cx="284052" cy="200055"/>
            <a:chOff x="1123695" y="11716364"/>
            <a:chExt cx="284052" cy="200055"/>
          </a:xfrm>
        </p:grpSpPr>
        <p:sp>
          <p:nvSpPr>
            <p:cNvPr id="804" name="모서리가 둥근 직사각형 8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05" name="직사각형 804"/>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24</a:t>
              </a:r>
              <a:endParaRPr lang="ko-KR" altLang="en-US" sz="700" dirty="0">
                <a:solidFill>
                  <a:schemeClr val="bg1"/>
                </a:solidFill>
                <a:latin typeface="+mn-ea"/>
                <a:ea typeface="+mn-ea"/>
              </a:endParaRPr>
            </a:p>
          </p:txBody>
        </p:sp>
      </p:grpSp>
      <p:grpSp>
        <p:nvGrpSpPr>
          <p:cNvPr id="806" name="그룹 805"/>
          <p:cNvGrpSpPr/>
          <p:nvPr/>
        </p:nvGrpSpPr>
        <p:grpSpPr>
          <a:xfrm>
            <a:off x="4390221" y="3424113"/>
            <a:ext cx="284052" cy="200055"/>
            <a:chOff x="1123695" y="11716364"/>
            <a:chExt cx="284052" cy="200055"/>
          </a:xfrm>
        </p:grpSpPr>
        <p:sp>
          <p:nvSpPr>
            <p:cNvPr id="807" name="모서리가 둥근 직사각형 8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08" name="직사각형 807"/>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25</a:t>
              </a:r>
              <a:endParaRPr lang="ko-KR" altLang="en-US" sz="700" dirty="0">
                <a:solidFill>
                  <a:schemeClr val="bg1"/>
                </a:solidFill>
                <a:latin typeface="+mn-ea"/>
                <a:ea typeface="+mn-ea"/>
              </a:endParaRPr>
            </a:p>
          </p:txBody>
        </p:sp>
      </p:grpSp>
      <p:grpSp>
        <p:nvGrpSpPr>
          <p:cNvPr id="809" name="그룹 808"/>
          <p:cNvGrpSpPr/>
          <p:nvPr/>
        </p:nvGrpSpPr>
        <p:grpSpPr>
          <a:xfrm>
            <a:off x="7676187" y="3509879"/>
            <a:ext cx="284052" cy="200055"/>
            <a:chOff x="1123695" y="11716364"/>
            <a:chExt cx="284052" cy="200055"/>
          </a:xfrm>
        </p:grpSpPr>
        <p:sp>
          <p:nvSpPr>
            <p:cNvPr id="810" name="모서리가 둥근 직사각형 8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11" name="직사각형 810"/>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26</a:t>
              </a:r>
              <a:endParaRPr lang="ko-KR" altLang="en-US" sz="700" dirty="0">
                <a:solidFill>
                  <a:schemeClr val="bg1"/>
                </a:solidFill>
                <a:latin typeface="+mn-ea"/>
                <a:ea typeface="+mn-ea"/>
              </a:endParaRPr>
            </a:p>
          </p:txBody>
        </p:sp>
      </p:grpSp>
      <p:grpSp>
        <p:nvGrpSpPr>
          <p:cNvPr id="812" name="그룹 811"/>
          <p:cNvGrpSpPr/>
          <p:nvPr/>
        </p:nvGrpSpPr>
        <p:grpSpPr>
          <a:xfrm>
            <a:off x="2864768" y="5052929"/>
            <a:ext cx="284052" cy="200055"/>
            <a:chOff x="1123695" y="11716364"/>
            <a:chExt cx="284052" cy="200055"/>
          </a:xfrm>
        </p:grpSpPr>
        <p:sp>
          <p:nvSpPr>
            <p:cNvPr id="813" name="모서리가 둥근 직사각형 8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14" name="직사각형 813"/>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27</a:t>
              </a:r>
              <a:endParaRPr lang="ko-KR" altLang="en-US" sz="700" dirty="0">
                <a:solidFill>
                  <a:schemeClr val="bg1"/>
                </a:solidFill>
                <a:latin typeface="+mn-ea"/>
                <a:ea typeface="+mn-ea"/>
              </a:endParaRPr>
            </a:p>
          </p:txBody>
        </p:sp>
      </p:grpSp>
      <p:grpSp>
        <p:nvGrpSpPr>
          <p:cNvPr id="815" name="그룹 814"/>
          <p:cNvGrpSpPr/>
          <p:nvPr/>
        </p:nvGrpSpPr>
        <p:grpSpPr>
          <a:xfrm>
            <a:off x="4389070" y="4938717"/>
            <a:ext cx="284052" cy="200055"/>
            <a:chOff x="1123695" y="11716364"/>
            <a:chExt cx="284052" cy="200055"/>
          </a:xfrm>
        </p:grpSpPr>
        <p:sp>
          <p:nvSpPr>
            <p:cNvPr id="816" name="모서리가 둥근 직사각형 81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17" name="직사각형 816"/>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28</a:t>
              </a:r>
              <a:endParaRPr lang="ko-KR" altLang="en-US" sz="700" dirty="0">
                <a:solidFill>
                  <a:schemeClr val="bg1"/>
                </a:solidFill>
                <a:latin typeface="+mn-ea"/>
                <a:ea typeface="+mn-ea"/>
              </a:endParaRPr>
            </a:p>
          </p:txBody>
        </p:sp>
      </p:grpSp>
      <p:grpSp>
        <p:nvGrpSpPr>
          <p:cNvPr id="55" name="그룹 54"/>
          <p:cNvGrpSpPr/>
          <p:nvPr/>
        </p:nvGrpSpPr>
        <p:grpSpPr>
          <a:xfrm>
            <a:off x="1996480" y="1975123"/>
            <a:ext cx="2437353" cy="1425600"/>
            <a:chOff x="1996480" y="1975123"/>
            <a:chExt cx="2437353" cy="1425600"/>
          </a:xfrm>
        </p:grpSpPr>
        <p:grpSp>
          <p:nvGrpSpPr>
            <p:cNvPr id="31" name="그룹 30"/>
            <p:cNvGrpSpPr/>
            <p:nvPr/>
          </p:nvGrpSpPr>
          <p:grpSpPr>
            <a:xfrm>
              <a:off x="1996480" y="1975123"/>
              <a:ext cx="2437353" cy="1425600"/>
              <a:chOff x="1996480" y="1975123"/>
              <a:chExt cx="2437353" cy="1425600"/>
            </a:xfrm>
          </p:grpSpPr>
          <p:sp>
            <p:nvSpPr>
              <p:cNvPr id="355" name="직사각형 354"/>
              <p:cNvSpPr/>
              <p:nvPr/>
            </p:nvSpPr>
            <p:spPr>
              <a:xfrm>
                <a:off x="2021833" y="1975123"/>
                <a:ext cx="2412000" cy="14256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102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2066559"/>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9" name="TextBox 748"/>
              <p:cNvSpPr txBox="1"/>
              <p:nvPr/>
            </p:nvSpPr>
            <p:spPr>
              <a:xfrm>
                <a:off x="1996480" y="2017415"/>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TODAY</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8" name="그룹 17"/>
              <p:cNvGrpSpPr/>
              <p:nvPr/>
            </p:nvGrpSpPr>
            <p:grpSpPr>
              <a:xfrm>
                <a:off x="2068488" y="2289679"/>
                <a:ext cx="890110" cy="900000"/>
                <a:chOff x="2116113" y="2289679"/>
                <a:chExt cx="890110" cy="900000"/>
              </a:xfrm>
            </p:grpSpPr>
            <p:pic>
              <p:nvPicPr>
                <p:cNvPr id="205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16113" y="2289679"/>
                  <a:ext cx="890110" cy="90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직사각형 8"/>
                <p:cNvSpPr/>
                <p:nvPr/>
              </p:nvSpPr>
              <p:spPr>
                <a:xfrm>
                  <a:off x="2308763" y="2503929"/>
                  <a:ext cx="498855" cy="276999"/>
                </a:xfrm>
                <a:prstGeom prst="rect">
                  <a:avLst/>
                </a:prstGeom>
              </p:spPr>
              <p:txBody>
                <a:bodyPr wrap="none">
                  <a:spAutoFit/>
                </a:bodyPr>
                <a:lstStyle/>
                <a:p>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endParaRPr lang="ko-KR" altLang="en-US" sz="1200" dirty="0"/>
                </a:p>
              </p:txBody>
            </p:sp>
            <p:sp>
              <p:nvSpPr>
                <p:cNvPr id="15" name="직사각형 14"/>
                <p:cNvSpPr/>
                <p:nvPr/>
              </p:nvSpPr>
              <p:spPr>
                <a:xfrm>
                  <a:off x="2197646" y="2749042"/>
                  <a:ext cx="755335" cy="200055"/>
                </a:xfrm>
                <a:prstGeom prst="rect">
                  <a:avLst/>
                </a:prstGeom>
              </p:spPr>
              <p:txBody>
                <a:bodyPr wrap="none">
                  <a:spAutoFit/>
                </a:bodyPr>
                <a:lstStyle/>
                <a:p>
                  <a:r>
                    <a:rPr lang="ko-KR" altLang="en-US" sz="700" dirty="0" smtClean="0">
                      <a:solidFill>
                        <a:schemeClr val="tx1">
                          <a:lumMod val="75000"/>
                          <a:lumOff val="25000"/>
                        </a:schemeClr>
                      </a:solidFill>
                      <a:latin typeface="+mn-ea"/>
                      <a:ea typeface="+mn-ea"/>
                    </a:rPr>
                    <a:t>강의 전체출석</a:t>
                  </a:r>
                  <a:endParaRPr lang="ko-KR" altLang="en-US" sz="700" dirty="0">
                    <a:solidFill>
                      <a:schemeClr val="tx1">
                        <a:lumMod val="75000"/>
                        <a:lumOff val="25000"/>
                      </a:schemeClr>
                    </a:solidFill>
                    <a:latin typeface="+mn-ea"/>
                    <a:ea typeface="+mn-ea"/>
                  </a:endParaRPr>
                </a:p>
              </p:txBody>
            </p:sp>
          </p:grpSp>
        </p:grpSp>
        <p:sp>
          <p:nvSpPr>
            <p:cNvPr id="818" name="직사각형 817"/>
            <p:cNvSpPr/>
            <p:nvPr/>
          </p:nvSpPr>
          <p:spPr>
            <a:xfrm>
              <a:off x="3133750" y="2322344"/>
              <a:ext cx="481572" cy="261610"/>
            </a:xfrm>
            <a:prstGeom prst="rect">
              <a:avLst/>
            </a:prstGeom>
          </p:spPr>
          <p:txBody>
            <a:bodyPr wrap="square">
              <a:spAutoFit/>
            </a:bodyPr>
            <a:lstStyle/>
            <a:p>
              <a:r>
                <a:rPr lang="ko-KR" altLang="en-US" sz="1100" b="1" dirty="0" smtClean="0">
                  <a:solidFill>
                    <a:schemeClr val="tx1">
                      <a:lumMod val="50000"/>
                      <a:lumOff val="50000"/>
                    </a:schemeClr>
                  </a:solidFill>
                  <a:latin typeface="+mn-ea"/>
                  <a:ea typeface="+mn-ea"/>
                </a:rPr>
                <a:t>  ⌵</a:t>
              </a:r>
              <a:endParaRPr lang="ko-KR" altLang="en-US" sz="1100" b="1" dirty="0">
                <a:solidFill>
                  <a:schemeClr val="tx1">
                    <a:lumMod val="50000"/>
                    <a:lumOff val="50000"/>
                  </a:schemeClr>
                </a:solidFill>
                <a:latin typeface="+mn-ea"/>
                <a:ea typeface="+mn-ea"/>
              </a:endParaRPr>
            </a:p>
          </p:txBody>
        </p:sp>
      </p:grpSp>
      <p:graphicFrame>
        <p:nvGraphicFramePr>
          <p:cNvPr id="750" name="표 749"/>
          <p:cNvGraphicFramePr>
            <a:graphicFrameLocks noGrp="1"/>
          </p:cNvGraphicFramePr>
          <p:nvPr>
            <p:extLst>
              <p:ext uri="{D42A27DB-BD31-4B8C-83A1-F6EECF244321}">
                <p14:modId xmlns:p14="http://schemas.microsoft.com/office/powerpoint/2010/main" val="4130291173"/>
              </p:ext>
            </p:extLst>
          </p:nvPr>
        </p:nvGraphicFramePr>
        <p:xfrm>
          <a:off x="3048838" y="2147608"/>
          <a:ext cx="1328098" cy="1108600"/>
        </p:xfrm>
        <a:graphic>
          <a:graphicData uri="http://schemas.openxmlformats.org/drawingml/2006/table">
            <a:tbl>
              <a:tblPr firstRow="1" bandRow="1">
                <a:tableStyleId>{5C22544A-7EE6-4342-B048-85BDC9FD1C3A}</a:tableStyleId>
              </a:tblPr>
              <a:tblGrid>
                <a:gridCol w="747713"/>
                <a:gridCol w="580385"/>
              </a:tblGrid>
              <a:tr h="221720">
                <a:tc>
                  <a:txBody>
                    <a:bodyPr/>
                    <a:lstStyle/>
                    <a:p>
                      <a:pPr algn="l" latinLnBrk="1"/>
                      <a:r>
                        <a:rPr lang="en-US" altLang="ko-KR" sz="800" b="0" dirty="0" smtClean="0">
                          <a:solidFill>
                            <a:schemeClr val="tx1">
                              <a:lumMod val="75000"/>
                              <a:lumOff val="25000"/>
                            </a:schemeClr>
                          </a:solidFill>
                          <a:latin typeface="+mn-ea"/>
                          <a:ea typeface="+mn-ea"/>
                        </a:rPr>
                        <a:t>Today</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0" dirty="0" smtClean="0">
                          <a:solidFill>
                            <a:schemeClr val="tx1">
                              <a:lumMod val="50000"/>
                              <a:lumOff val="50000"/>
                            </a:schemeClr>
                          </a:solidFill>
                          <a:latin typeface="+mn-ea"/>
                          <a:ea typeface="+mn-ea"/>
                        </a:rPr>
                        <a:t>2025.05.20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접속</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37</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250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err="1" smtClean="0">
                          <a:solidFill>
                            <a:schemeClr val="tx1">
                              <a:lumMod val="75000"/>
                              <a:lumOff val="25000"/>
                            </a:schemeClr>
                          </a:solidFill>
                          <a:latin typeface="+mn-ea"/>
                          <a:ea typeface="+mn-ea"/>
                        </a:rPr>
                        <a:t>결시신청신청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2</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10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장애인지원신청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5</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성적이의신청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a:t>
                      </a:r>
                      <a:r>
                        <a:rPr lang="en-US" altLang="ko-KR" sz="750" b="0" baseline="0" dirty="0" smtClean="0">
                          <a:solidFill>
                            <a:schemeClr val="tx1">
                              <a:lumMod val="75000"/>
                              <a:lumOff val="25000"/>
                            </a:schemeClr>
                          </a:solidFill>
                          <a:latin typeface="+mn-ea"/>
                          <a:ea typeface="+mn-ea"/>
                        </a:rPr>
                        <a:t> </a:t>
                      </a:r>
                      <a:r>
                        <a:rPr lang="en-US" altLang="ko-KR" sz="750" b="0" baseline="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819" name="그룹 818"/>
          <p:cNvGrpSpPr/>
          <p:nvPr/>
        </p:nvGrpSpPr>
        <p:grpSpPr>
          <a:xfrm>
            <a:off x="4662631" y="5329783"/>
            <a:ext cx="284052" cy="200055"/>
            <a:chOff x="1133220" y="11716364"/>
            <a:chExt cx="284052" cy="200055"/>
          </a:xfrm>
        </p:grpSpPr>
        <p:sp>
          <p:nvSpPr>
            <p:cNvPr id="820" name="모서리가 둥근 직사각형 8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21" name="직사각형 820"/>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33</a:t>
              </a:r>
              <a:endParaRPr lang="ko-KR" altLang="en-US" sz="700" dirty="0">
                <a:solidFill>
                  <a:schemeClr val="bg1"/>
                </a:solidFill>
                <a:latin typeface="+mn-ea"/>
                <a:ea typeface="+mn-ea"/>
              </a:endParaRPr>
            </a:p>
          </p:txBody>
        </p:sp>
      </p:grpSp>
      <p:sp>
        <p:nvSpPr>
          <p:cNvPr id="433" name="순서도: 대체 처리 432"/>
          <p:cNvSpPr/>
          <p:nvPr/>
        </p:nvSpPr>
        <p:spPr bwMode="auto">
          <a:xfrm>
            <a:off x="8509933" y="8033589"/>
            <a:ext cx="252000" cy="126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복습</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672" name="그룹 671"/>
          <p:cNvGrpSpPr/>
          <p:nvPr/>
        </p:nvGrpSpPr>
        <p:grpSpPr>
          <a:xfrm>
            <a:off x="629956" y="3318264"/>
            <a:ext cx="1188000" cy="180000"/>
            <a:chOff x="666428" y="3785432"/>
            <a:chExt cx="1188000" cy="180000"/>
          </a:xfrm>
        </p:grpSpPr>
        <p:sp>
          <p:nvSpPr>
            <p:cNvPr id="737" name="모서리가 둥근 직사각형 7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73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80" name="그룹 679"/>
          <p:cNvGrpSpPr/>
          <p:nvPr/>
        </p:nvGrpSpPr>
        <p:grpSpPr>
          <a:xfrm>
            <a:off x="629956" y="3568824"/>
            <a:ext cx="1188000" cy="180000"/>
            <a:chOff x="666428" y="4310612"/>
            <a:chExt cx="1188000" cy="180000"/>
          </a:xfrm>
        </p:grpSpPr>
        <p:sp>
          <p:nvSpPr>
            <p:cNvPr id="735" name="모서리가 둥근 직사각형 73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736"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81" name="그룹 680"/>
          <p:cNvGrpSpPr/>
          <p:nvPr/>
        </p:nvGrpSpPr>
        <p:grpSpPr>
          <a:xfrm>
            <a:off x="629955" y="3042501"/>
            <a:ext cx="1188000" cy="180000"/>
            <a:chOff x="666427" y="3266516"/>
            <a:chExt cx="1188000" cy="180000"/>
          </a:xfrm>
        </p:grpSpPr>
        <p:sp>
          <p:nvSpPr>
            <p:cNvPr id="733" name="모서리가 둥근 직사각형 73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73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85" name="그룹 684"/>
          <p:cNvGrpSpPr/>
          <p:nvPr/>
        </p:nvGrpSpPr>
        <p:grpSpPr>
          <a:xfrm>
            <a:off x="629956" y="4106828"/>
            <a:ext cx="1188000" cy="180000"/>
            <a:chOff x="666428" y="4570824"/>
            <a:chExt cx="1188000" cy="180000"/>
          </a:xfrm>
        </p:grpSpPr>
        <p:sp>
          <p:nvSpPr>
            <p:cNvPr id="731" name="모서리가 둥근 직사각형 73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732"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88" name="그룹 687"/>
          <p:cNvGrpSpPr/>
          <p:nvPr/>
        </p:nvGrpSpPr>
        <p:grpSpPr>
          <a:xfrm>
            <a:off x="629956" y="5568923"/>
            <a:ext cx="1188000" cy="180000"/>
            <a:chOff x="666428" y="5096004"/>
            <a:chExt cx="1188000" cy="180000"/>
          </a:xfrm>
        </p:grpSpPr>
        <p:sp>
          <p:nvSpPr>
            <p:cNvPr id="729" name="모서리가 둥근 직사각형 72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730"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89" name="그룹 688"/>
          <p:cNvGrpSpPr/>
          <p:nvPr/>
        </p:nvGrpSpPr>
        <p:grpSpPr>
          <a:xfrm>
            <a:off x="634148" y="6201328"/>
            <a:ext cx="1188000" cy="180000"/>
            <a:chOff x="666428" y="3785432"/>
            <a:chExt cx="1188000" cy="180000"/>
          </a:xfrm>
        </p:grpSpPr>
        <p:sp>
          <p:nvSpPr>
            <p:cNvPr id="727" name="모서리가 둥근 직사각형 72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72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90" name="그룹 689"/>
          <p:cNvGrpSpPr/>
          <p:nvPr/>
        </p:nvGrpSpPr>
        <p:grpSpPr>
          <a:xfrm>
            <a:off x="631150" y="4387873"/>
            <a:ext cx="1188000" cy="180000"/>
            <a:chOff x="666428" y="4570824"/>
            <a:chExt cx="1188000" cy="180000"/>
          </a:xfrm>
        </p:grpSpPr>
        <p:sp>
          <p:nvSpPr>
            <p:cNvPr id="725" name="모서리가 둥근 직사각형 72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726"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97" name="그룹 696"/>
          <p:cNvGrpSpPr/>
          <p:nvPr/>
        </p:nvGrpSpPr>
        <p:grpSpPr>
          <a:xfrm>
            <a:off x="629956" y="4675443"/>
            <a:ext cx="1188000" cy="180000"/>
            <a:chOff x="666428" y="4310612"/>
            <a:chExt cx="1188000" cy="180000"/>
          </a:xfrm>
        </p:grpSpPr>
        <p:sp>
          <p:nvSpPr>
            <p:cNvPr id="723" name="모서리가 둥근 직사각형 72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72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99" name="그룹 698"/>
          <p:cNvGrpSpPr/>
          <p:nvPr/>
        </p:nvGrpSpPr>
        <p:grpSpPr>
          <a:xfrm>
            <a:off x="626748" y="2104281"/>
            <a:ext cx="1245456" cy="442923"/>
            <a:chOff x="468506" y="2320305"/>
            <a:chExt cx="1245456" cy="442923"/>
          </a:xfrm>
        </p:grpSpPr>
        <p:sp>
          <p:nvSpPr>
            <p:cNvPr id="714" name="직사각형 713"/>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71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6" name="TextBox 715"/>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700" name="그룹 699"/>
          <p:cNvGrpSpPr/>
          <p:nvPr/>
        </p:nvGrpSpPr>
        <p:grpSpPr>
          <a:xfrm>
            <a:off x="632520" y="4975116"/>
            <a:ext cx="1188000" cy="180000"/>
            <a:chOff x="666428" y="4310612"/>
            <a:chExt cx="1188000" cy="180000"/>
          </a:xfrm>
        </p:grpSpPr>
        <p:sp>
          <p:nvSpPr>
            <p:cNvPr id="712" name="모서리가 둥근 직사각형 71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713"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01" name="그룹 700"/>
          <p:cNvGrpSpPr/>
          <p:nvPr/>
        </p:nvGrpSpPr>
        <p:grpSpPr>
          <a:xfrm>
            <a:off x="632520" y="2752353"/>
            <a:ext cx="1188000" cy="180000"/>
            <a:chOff x="666427" y="3266516"/>
            <a:chExt cx="1188000" cy="180000"/>
          </a:xfrm>
        </p:grpSpPr>
        <p:sp>
          <p:nvSpPr>
            <p:cNvPr id="710" name="모서리가 둥근 직사각형 709"/>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대시보드</a:t>
              </a:r>
              <a:endParaRPr kumimoji="1" lang="ko-KR" altLang="en-US" sz="800" dirty="0">
                <a:solidFill>
                  <a:schemeClr val="tx1">
                    <a:lumMod val="75000"/>
                    <a:lumOff val="25000"/>
                  </a:schemeClr>
                </a:solidFill>
                <a:latin typeface="+mn-ea"/>
                <a:ea typeface="+mn-ea"/>
                <a:cs typeface="Calibri" pitchFamily="34" charset="0"/>
              </a:endParaRPr>
            </a:p>
          </p:txBody>
        </p:sp>
        <p:pic>
          <p:nvPicPr>
            <p:cNvPr id="711"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02" name="그룹 701"/>
          <p:cNvGrpSpPr/>
          <p:nvPr/>
        </p:nvGrpSpPr>
        <p:grpSpPr>
          <a:xfrm>
            <a:off x="632520" y="5257815"/>
            <a:ext cx="1188000" cy="180000"/>
            <a:chOff x="666428" y="4310612"/>
            <a:chExt cx="1188000" cy="180000"/>
          </a:xfrm>
        </p:grpSpPr>
        <p:sp>
          <p:nvSpPr>
            <p:cNvPr id="708" name="모서리가 둥근 직사각형 70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70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03" name="그룹 702"/>
          <p:cNvGrpSpPr/>
          <p:nvPr/>
        </p:nvGrpSpPr>
        <p:grpSpPr>
          <a:xfrm>
            <a:off x="632520" y="5884721"/>
            <a:ext cx="1188000" cy="180000"/>
            <a:chOff x="666428" y="4570824"/>
            <a:chExt cx="1188000" cy="180000"/>
          </a:xfrm>
        </p:grpSpPr>
        <p:sp>
          <p:nvSpPr>
            <p:cNvPr id="704" name="모서리가 둥근 직사각형 70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707"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4" name="그룹 433"/>
          <p:cNvGrpSpPr/>
          <p:nvPr/>
        </p:nvGrpSpPr>
        <p:grpSpPr>
          <a:xfrm>
            <a:off x="632520" y="3825064"/>
            <a:ext cx="1188000" cy="180000"/>
            <a:chOff x="666428" y="4310612"/>
            <a:chExt cx="1188000" cy="180000"/>
          </a:xfrm>
        </p:grpSpPr>
        <p:sp>
          <p:nvSpPr>
            <p:cNvPr id="439" name="모서리가 둥근 직사각형 43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440"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2" name="그룹 441"/>
          <p:cNvGrpSpPr/>
          <p:nvPr/>
        </p:nvGrpSpPr>
        <p:grpSpPr>
          <a:xfrm>
            <a:off x="507554" y="1602349"/>
            <a:ext cx="3075218" cy="252000"/>
            <a:chOff x="507554" y="1537742"/>
            <a:chExt cx="3075218" cy="252000"/>
          </a:xfrm>
        </p:grpSpPr>
        <p:pic>
          <p:nvPicPr>
            <p:cNvPr id="444" name="Picture 4"/>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46" name="그룹 445"/>
            <p:cNvGrpSpPr/>
            <p:nvPr/>
          </p:nvGrpSpPr>
          <p:grpSpPr>
            <a:xfrm>
              <a:off x="2288704" y="1581175"/>
              <a:ext cx="1294068" cy="166725"/>
              <a:chOff x="2288704" y="1581175"/>
              <a:chExt cx="1294068" cy="166725"/>
            </a:xfrm>
          </p:grpSpPr>
          <p:sp>
            <p:nvSpPr>
              <p:cNvPr id="452" name="직사각형 451"/>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461" name="직사각형 460"/>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462" name="그룹 461"/>
          <p:cNvGrpSpPr/>
          <p:nvPr/>
        </p:nvGrpSpPr>
        <p:grpSpPr>
          <a:xfrm>
            <a:off x="8582119" y="1695475"/>
            <a:ext cx="849617" cy="276999"/>
            <a:chOff x="8563069" y="1695475"/>
            <a:chExt cx="849617" cy="276999"/>
          </a:xfrm>
        </p:grpSpPr>
        <p:grpSp>
          <p:nvGrpSpPr>
            <p:cNvPr id="463" name="그룹 462"/>
            <p:cNvGrpSpPr/>
            <p:nvPr/>
          </p:nvGrpSpPr>
          <p:grpSpPr>
            <a:xfrm>
              <a:off x="8563069" y="1761166"/>
              <a:ext cx="792000" cy="162000"/>
              <a:chOff x="8779069" y="1761166"/>
              <a:chExt cx="792000" cy="162000"/>
            </a:xfrm>
          </p:grpSpPr>
          <p:sp>
            <p:nvSpPr>
              <p:cNvPr id="524" name="직사각형 523"/>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525"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64" name="그룹 463"/>
            <p:cNvGrpSpPr/>
            <p:nvPr/>
          </p:nvGrpSpPr>
          <p:grpSpPr>
            <a:xfrm>
              <a:off x="8728739" y="1695475"/>
              <a:ext cx="247184" cy="276999"/>
              <a:chOff x="7672972" y="1671999"/>
              <a:chExt cx="247184" cy="276999"/>
            </a:xfrm>
          </p:grpSpPr>
          <p:sp>
            <p:nvSpPr>
              <p:cNvPr id="522" name="타원 52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523" name="직사각형 522"/>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467" name="그룹 466"/>
            <p:cNvGrpSpPr/>
            <p:nvPr/>
          </p:nvGrpSpPr>
          <p:grpSpPr>
            <a:xfrm>
              <a:off x="9138252" y="1714525"/>
              <a:ext cx="274434" cy="246221"/>
              <a:chOff x="7663447" y="1691049"/>
              <a:chExt cx="274434" cy="246221"/>
            </a:xfrm>
          </p:grpSpPr>
          <p:sp>
            <p:nvSpPr>
              <p:cNvPr id="477" name="타원 476"/>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478" name="직사각형 477"/>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468" name="직사각형 467"/>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526" name="그룹 525"/>
          <p:cNvGrpSpPr/>
          <p:nvPr/>
        </p:nvGrpSpPr>
        <p:grpSpPr>
          <a:xfrm>
            <a:off x="5622478" y="1485584"/>
            <a:ext cx="3761110" cy="261068"/>
            <a:chOff x="5622478" y="1485584"/>
            <a:chExt cx="3761110" cy="261068"/>
          </a:xfrm>
        </p:grpSpPr>
        <p:grpSp>
          <p:nvGrpSpPr>
            <p:cNvPr id="536" name="그룹 535"/>
            <p:cNvGrpSpPr/>
            <p:nvPr/>
          </p:nvGrpSpPr>
          <p:grpSpPr>
            <a:xfrm>
              <a:off x="5622478" y="1579923"/>
              <a:ext cx="3761110" cy="166729"/>
              <a:chOff x="5665911" y="1579923"/>
              <a:chExt cx="3761110" cy="166729"/>
            </a:xfrm>
          </p:grpSpPr>
          <p:pic>
            <p:nvPicPr>
              <p:cNvPr id="542"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3"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8"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49" name="그룹 548"/>
              <p:cNvGrpSpPr/>
              <p:nvPr/>
            </p:nvGrpSpPr>
            <p:grpSpPr>
              <a:xfrm>
                <a:off x="5665911" y="1583291"/>
                <a:ext cx="648000" cy="162000"/>
                <a:chOff x="4953000" y="2780928"/>
                <a:chExt cx="648000" cy="162000"/>
              </a:xfrm>
            </p:grpSpPr>
            <p:sp>
              <p:nvSpPr>
                <p:cNvPr id="553" name="모서리가 둥근 직사각형 55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554" name="Picture 10"/>
                <p:cNvPicPr>
                  <a:picLocks noChangeAspect="1" noChangeArrowheads="1"/>
                </p:cNvPicPr>
                <p:nvPr userDrawn="1"/>
              </p:nvPicPr>
              <p:blipFill>
                <a:blip r:embed="rId2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52" name="모서리가 둥근 직사각형 55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541" name="타원 540"/>
            <p:cNvSpPr/>
            <p:nvPr/>
          </p:nvSpPr>
          <p:spPr bwMode="auto">
            <a:xfrm>
              <a:off x="870937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414" name="자유형 413"/>
          <p:cNvSpPr/>
          <p:nvPr/>
        </p:nvSpPr>
        <p:spPr>
          <a:xfrm>
            <a:off x="6717939" y="2070373"/>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5" name="자유형 414"/>
          <p:cNvSpPr/>
          <p:nvPr/>
        </p:nvSpPr>
        <p:spPr>
          <a:xfrm flipH="1">
            <a:off x="6249144" y="2070533"/>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16" name="그룹 415"/>
          <p:cNvGrpSpPr/>
          <p:nvPr/>
        </p:nvGrpSpPr>
        <p:grpSpPr>
          <a:xfrm>
            <a:off x="620431" y="6443811"/>
            <a:ext cx="1188000" cy="180000"/>
            <a:chOff x="666428" y="5881828"/>
            <a:chExt cx="1188000" cy="180000"/>
          </a:xfrm>
        </p:grpSpPr>
        <p:sp>
          <p:nvSpPr>
            <p:cNvPr id="417" name="모서리가 둥근 직사각형 416"/>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418"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210690371"/>
      </p:ext>
    </p:extLst>
  </p:cSld>
  <p:clrMapOvr>
    <a:masterClrMapping/>
  </p:clrMapOvr>
  <p:transition>
    <p:wipe dir="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 name="TextBox 614"/>
          <p:cNvSpPr txBox="1"/>
          <p:nvPr/>
        </p:nvSpPr>
        <p:spPr>
          <a:xfrm>
            <a:off x="1981622" y="2007890"/>
            <a:ext cx="2360394" cy="215444"/>
          </a:xfrm>
          <a:prstGeom prst="rect">
            <a:avLst/>
          </a:prstGeom>
          <a:noFill/>
        </p:spPr>
        <p:txBody>
          <a:bodyPr wrap="square" rtlCol="0">
            <a:spAutoFit/>
          </a:bodyPr>
          <a:lstStyle/>
          <a:p>
            <a:r>
              <a:rPr lang="ko-KR" altLang="en-US" sz="800" b="1" dirty="0" smtClean="0">
                <a:solidFill>
                  <a:schemeClr val="bg1"/>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TODAY</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nvGrpSpPr>
          <p:cNvPr id="310" name="그룹 309"/>
          <p:cNvGrpSpPr/>
          <p:nvPr/>
        </p:nvGrpSpPr>
        <p:grpSpPr>
          <a:xfrm>
            <a:off x="406970" y="6380361"/>
            <a:ext cx="9082533" cy="5041528"/>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643" name="직사각형 642"/>
          <p:cNvSpPr/>
          <p:nvPr/>
        </p:nvSpPr>
        <p:spPr>
          <a:xfrm>
            <a:off x="4498811" y="5000503"/>
            <a:ext cx="4881600" cy="5077616"/>
          </a:xfrm>
          <a:prstGeom prst="rect">
            <a:avLst/>
          </a:prstGeom>
          <a:solidFill>
            <a:srgbClr val="C7D5B3"/>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71" name="TextBox 670"/>
          <p:cNvSpPr txBox="1"/>
          <p:nvPr/>
        </p:nvSpPr>
        <p:spPr>
          <a:xfrm>
            <a:off x="5135116" y="5059432"/>
            <a:ext cx="2019335" cy="215444"/>
          </a:xfrm>
          <a:prstGeom prst="rect">
            <a:avLst/>
          </a:prstGeom>
          <a:noFill/>
        </p:spPr>
        <p:txBody>
          <a:bodyPr wrap="square" lIns="72000" rtlCol="0">
            <a:spAutoFit/>
          </a:bodyPr>
          <a:lstStyle/>
          <a:p>
            <a:r>
              <a:rPr lang="ko-KR" altLang="en-US" sz="800" b="1" dirty="0" smtClean="0">
                <a:solidFill>
                  <a:srgbClr val="0070C0"/>
                </a:solidFill>
                <a:latin typeface="맑은 고딕" panose="020B0503020000020004" pitchFamily="50" charset="-127"/>
                <a:ea typeface="맑은 고딕" panose="020B0503020000020004" pitchFamily="50" charset="-127"/>
              </a:rPr>
              <a:t>   </a:t>
            </a:r>
            <a:r>
              <a:rPr lang="ko-KR" altLang="en-US" sz="700" b="1" dirty="0" smtClean="0">
                <a:solidFill>
                  <a:srgbClr val="0070C0"/>
                </a:solidFill>
                <a:latin typeface="맑은 고딕" panose="020B0503020000020004" pitchFamily="50" charset="-127"/>
                <a:ea typeface="맑은 고딕" panose="020B0503020000020004" pitchFamily="50" charset="-127"/>
              </a:rPr>
              <a:t>전체    </a:t>
            </a:r>
            <a:r>
              <a:rPr lang="ko-KR" altLang="en-US" sz="700" b="1" dirty="0" smtClean="0">
                <a:solidFill>
                  <a:schemeClr val="tx1">
                    <a:lumMod val="75000"/>
                    <a:lumOff val="25000"/>
                  </a:schemeClr>
                </a:solidFill>
                <a:latin typeface="맑은 고딕" panose="020B0503020000020004" pitchFamily="50" charset="-127"/>
                <a:ea typeface="맑은 고딕" panose="020B0503020000020004" pitchFamily="50" charset="-127"/>
              </a:rPr>
              <a:t>대학원    학위과정    평생교육        </a:t>
            </a:r>
            <a:endParaRPr lang="ko-KR" altLang="en-US" sz="7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7815140" y="5054404"/>
            <a:ext cx="1512250" cy="183324"/>
            <a:chOff x="6450430" y="5007836"/>
            <a:chExt cx="1512250" cy="183324"/>
          </a:xfrm>
        </p:grpSpPr>
        <p:sp>
          <p:nvSpPr>
            <p:cNvPr id="674" name="직사각형 673"/>
            <p:cNvSpPr/>
            <p:nvPr/>
          </p:nvSpPr>
          <p:spPr>
            <a:xfrm>
              <a:off x="6450430" y="5017323"/>
              <a:ext cx="1080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5" name="그룹 674"/>
            <p:cNvGrpSpPr/>
            <p:nvPr/>
          </p:nvGrpSpPr>
          <p:grpSpPr>
            <a:xfrm>
              <a:off x="7600510" y="5007836"/>
              <a:ext cx="362170" cy="183324"/>
              <a:chOff x="7562410" y="5007836"/>
              <a:chExt cx="362170" cy="183324"/>
            </a:xfrm>
          </p:grpSpPr>
          <p:pic>
            <p:nvPicPr>
              <p:cNvPr id="67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62410" y="5007836"/>
                <a:ext cx="17145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77" name="Picture 3"/>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66180" y="5010185"/>
                <a:ext cx="15840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전체 </a:t>
            </a:r>
            <a:r>
              <a:rPr lang="en-US" altLang="ko-KR" sz="800" spc="-60" dirty="0" smtClean="0">
                <a:latin typeface="+mn-ea"/>
                <a:ea typeface="+mn-ea"/>
              </a:rPr>
              <a:t>: </a:t>
            </a:r>
            <a:r>
              <a:rPr lang="ko-KR" altLang="en-US" sz="800" spc="-60" dirty="0" smtClean="0">
                <a:latin typeface="+mn-ea"/>
                <a:ea typeface="+mn-ea"/>
              </a:rPr>
              <a:t>기본 위젯</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KNOU_UI_C01010000_01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전체 </a:t>
            </a:r>
            <a:r>
              <a:rPr lang="en-US" altLang="ko-KR" sz="800" spc="-60" dirty="0" smtClean="0">
                <a:latin typeface="+mn-ea"/>
                <a:ea typeface="+mn-ea"/>
              </a:rPr>
              <a:t>: </a:t>
            </a:r>
            <a:r>
              <a:rPr lang="ko-KR" altLang="en-US" sz="800" spc="-60" dirty="0" smtClean="0">
                <a:latin typeface="+mn-ea"/>
                <a:ea typeface="+mn-ea"/>
              </a:rPr>
              <a:t>기본 위젯</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026976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810832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전체</a:t>
            </a:r>
            <a:endParaRPr lang="ko-KR" altLang="en-US" sz="800" spc="-60" dirty="0">
              <a:latin typeface="+mn-ea"/>
              <a:ea typeface="+mn-ea"/>
            </a:endParaRPr>
          </a:p>
        </p:txBody>
      </p:sp>
      <p:grpSp>
        <p:nvGrpSpPr>
          <p:cNvPr id="387" name="그룹 386"/>
          <p:cNvGrpSpPr/>
          <p:nvPr/>
        </p:nvGrpSpPr>
        <p:grpSpPr>
          <a:xfrm>
            <a:off x="1262256" y="1369343"/>
            <a:ext cx="234360" cy="200055"/>
            <a:chOff x="1152270" y="11706839"/>
            <a:chExt cx="234360" cy="200055"/>
          </a:xfrm>
        </p:grpSpPr>
        <p:sp>
          <p:nvSpPr>
            <p:cNvPr id="388" name="모서리가 둥근 직사각형 3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9" name="직사각형 3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90" name="그룹 389"/>
          <p:cNvGrpSpPr/>
          <p:nvPr/>
        </p:nvGrpSpPr>
        <p:grpSpPr>
          <a:xfrm>
            <a:off x="2341662" y="1428745"/>
            <a:ext cx="234360" cy="200055"/>
            <a:chOff x="1152270" y="11706839"/>
            <a:chExt cx="234360" cy="200055"/>
          </a:xfrm>
        </p:grpSpPr>
        <p:sp>
          <p:nvSpPr>
            <p:cNvPr id="391" name="모서리가 둥근 직사각형 39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2" name="직사각형 39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93" name="그룹 392"/>
          <p:cNvGrpSpPr/>
          <p:nvPr/>
        </p:nvGrpSpPr>
        <p:grpSpPr>
          <a:xfrm>
            <a:off x="5582022" y="1384201"/>
            <a:ext cx="234360" cy="200055"/>
            <a:chOff x="1152270" y="11706839"/>
            <a:chExt cx="234360" cy="200055"/>
          </a:xfrm>
        </p:grpSpPr>
        <p:sp>
          <p:nvSpPr>
            <p:cNvPr id="394" name="모서리가 둥근 직사각형 3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5" name="직사각형 39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96" name="그룹 395"/>
          <p:cNvGrpSpPr/>
          <p:nvPr/>
        </p:nvGrpSpPr>
        <p:grpSpPr>
          <a:xfrm>
            <a:off x="7084665" y="1384201"/>
            <a:ext cx="234360" cy="200055"/>
            <a:chOff x="1152270" y="11706839"/>
            <a:chExt cx="234360" cy="200055"/>
          </a:xfrm>
        </p:grpSpPr>
        <p:sp>
          <p:nvSpPr>
            <p:cNvPr id="397" name="모서리가 둥근 직사각형 3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8" name="직사각형 39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02" name="그룹 401"/>
          <p:cNvGrpSpPr/>
          <p:nvPr/>
        </p:nvGrpSpPr>
        <p:grpSpPr>
          <a:xfrm>
            <a:off x="8798713" y="1385312"/>
            <a:ext cx="234360" cy="200055"/>
            <a:chOff x="1152270" y="11706839"/>
            <a:chExt cx="234360" cy="200055"/>
          </a:xfrm>
        </p:grpSpPr>
        <p:sp>
          <p:nvSpPr>
            <p:cNvPr id="403" name="모서리가 둥근 직사각형 4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4" name="직사각형 40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405" name="그룹 404"/>
          <p:cNvGrpSpPr/>
          <p:nvPr/>
        </p:nvGrpSpPr>
        <p:grpSpPr>
          <a:xfrm>
            <a:off x="8996401" y="1384201"/>
            <a:ext cx="234360" cy="200055"/>
            <a:chOff x="1152270" y="11706839"/>
            <a:chExt cx="234360" cy="200055"/>
          </a:xfrm>
        </p:grpSpPr>
        <p:sp>
          <p:nvSpPr>
            <p:cNvPr id="406" name="모서리가 둥근 직사각형 40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7" name="직사각형 40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408" name="그룹 407"/>
          <p:cNvGrpSpPr/>
          <p:nvPr/>
        </p:nvGrpSpPr>
        <p:grpSpPr>
          <a:xfrm>
            <a:off x="9158753" y="1384201"/>
            <a:ext cx="234360" cy="200055"/>
            <a:chOff x="1152270" y="11706839"/>
            <a:chExt cx="234360" cy="200055"/>
          </a:xfrm>
        </p:grpSpPr>
        <p:sp>
          <p:nvSpPr>
            <p:cNvPr id="409" name="모서리가 둥근 직사각형 4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0" name="직사각형 40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2" name="그룹 1"/>
          <p:cNvGrpSpPr/>
          <p:nvPr/>
        </p:nvGrpSpPr>
        <p:grpSpPr>
          <a:xfrm>
            <a:off x="4460711" y="3477873"/>
            <a:ext cx="2451592" cy="1447394"/>
            <a:chOff x="4458469" y="1960265"/>
            <a:chExt cx="2451592" cy="1447394"/>
          </a:xfrm>
        </p:grpSpPr>
        <p:grpSp>
          <p:nvGrpSpPr>
            <p:cNvPr id="6" name="그룹 5"/>
            <p:cNvGrpSpPr/>
            <p:nvPr/>
          </p:nvGrpSpPr>
          <p:grpSpPr>
            <a:xfrm>
              <a:off x="4458469" y="1960265"/>
              <a:ext cx="2451592" cy="1447394"/>
              <a:chOff x="4458469" y="4024114"/>
              <a:chExt cx="2451592" cy="1447394"/>
            </a:xfrm>
          </p:grpSpPr>
          <p:grpSp>
            <p:nvGrpSpPr>
              <p:cNvPr id="218" name="그룹 217"/>
              <p:cNvGrpSpPr/>
              <p:nvPr/>
            </p:nvGrpSpPr>
            <p:grpSpPr>
              <a:xfrm>
                <a:off x="4458469" y="4024114"/>
                <a:ext cx="2451592" cy="1447394"/>
                <a:chOff x="6925810" y="3897247"/>
                <a:chExt cx="2451592" cy="1447394"/>
              </a:xfrm>
            </p:grpSpPr>
            <p:sp>
              <p:nvSpPr>
                <p:cNvPr id="219" name="직사각형 218"/>
                <p:cNvSpPr/>
                <p:nvPr/>
              </p:nvSpPr>
              <p:spPr>
                <a:xfrm>
                  <a:off x="6965402" y="3897247"/>
                  <a:ext cx="24120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932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일본어 기초 </a:t>
                    </a:r>
                    <a:r>
                      <a:rPr lang="en-US" altLang="ko-KR" sz="700" dirty="0" smtClean="0">
                        <a:solidFill>
                          <a:srgbClr val="0070C0"/>
                        </a:solidFill>
                        <a:latin typeface="+mn-ea"/>
                        <a:ea typeface="+mn-ea"/>
                      </a:rPr>
                      <a:t>2</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컴퓨터 입문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75955"/>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384"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64385" y="203723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grpSp>
        <p:nvGrpSpPr>
          <p:cNvPr id="42" name="그룹 41"/>
          <p:cNvGrpSpPr/>
          <p:nvPr/>
        </p:nvGrpSpPr>
        <p:grpSpPr>
          <a:xfrm>
            <a:off x="4450728" y="1874596"/>
            <a:ext cx="2451592" cy="1529874"/>
            <a:chOff x="1987827" y="6419428"/>
            <a:chExt cx="2451592" cy="1529874"/>
          </a:xfrm>
        </p:grpSpPr>
        <p:grpSp>
          <p:nvGrpSpPr>
            <p:cNvPr id="33" name="그룹 32"/>
            <p:cNvGrpSpPr/>
            <p:nvPr/>
          </p:nvGrpSpPr>
          <p:grpSpPr>
            <a:xfrm>
              <a:off x="1987827" y="6419428"/>
              <a:ext cx="2451592" cy="1529874"/>
              <a:chOff x="4445624" y="2425080"/>
              <a:chExt cx="2451592" cy="1529874"/>
            </a:xfrm>
          </p:grpSpPr>
          <p:sp>
            <p:nvSpPr>
              <p:cNvPr id="471" name="직사각형 470"/>
              <p:cNvSpPr/>
              <p:nvPr/>
            </p:nvSpPr>
            <p:spPr>
              <a:xfrm>
                <a:off x="4485216" y="2507754"/>
                <a:ext cx="2412000" cy="1447200"/>
              </a:xfrm>
              <a:prstGeom prst="rect">
                <a:avLst/>
              </a:prstGeom>
              <a:solidFill>
                <a:srgbClr val="F4C40E"/>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72" name="TextBox 471"/>
              <p:cNvSpPr txBox="1"/>
              <p:nvPr/>
            </p:nvSpPr>
            <p:spPr>
              <a:xfrm>
                <a:off x="4445624" y="2577456"/>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이달의 학</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사</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일정</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96" name="직사각형 495"/>
              <p:cNvSpPr/>
              <p:nvPr/>
            </p:nvSpPr>
            <p:spPr>
              <a:xfrm rot="5400000">
                <a:off x="6067363" y="2578955"/>
                <a:ext cx="481572" cy="246221"/>
              </a:xfrm>
              <a:prstGeom prst="rect">
                <a:avLst/>
              </a:prstGeom>
            </p:spPr>
            <p:txBody>
              <a:bodyPr wrap="square">
                <a:spAutoFit/>
              </a:bodyPr>
              <a:lstStyle/>
              <a:p>
                <a:r>
                  <a:rPr lang="ko-KR" altLang="en-US" sz="1000" b="1" dirty="0" smtClean="0">
                    <a:solidFill>
                      <a:schemeClr val="tx1">
                        <a:lumMod val="75000"/>
                        <a:lumOff val="25000"/>
                      </a:schemeClr>
                    </a:solidFill>
                    <a:latin typeface="+mn-ea"/>
                    <a:ea typeface="+mn-ea"/>
                  </a:rPr>
                  <a:t>  ⌵</a:t>
                </a:r>
                <a:endParaRPr lang="ko-KR" altLang="en-US" sz="1000" b="1" dirty="0">
                  <a:solidFill>
                    <a:schemeClr val="tx1">
                      <a:lumMod val="75000"/>
                      <a:lumOff val="25000"/>
                    </a:schemeClr>
                  </a:solidFill>
                  <a:latin typeface="+mn-ea"/>
                  <a:ea typeface="+mn-ea"/>
                </a:endParaRPr>
              </a:p>
            </p:txBody>
          </p:sp>
          <p:sp>
            <p:nvSpPr>
              <p:cNvPr id="550" name="직사각형 549"/>
              <p:cNvSpPr/>
              <p:nvPr/>
            </p:nvSpPr>
            <p:spPr>
              <a:xfrm rot="16200000">
                <a:off x="6470836" y="2542755"/>
                <a:ext cx="481572" cy="246221"/>
              </a:xfrm>
              <a:prstGeom prst="rect">
                <a:avLst/>
              </a:prstGeom>
            </p:spPr>
            <p:txBody>
              <a:bodyPr wrap="square">
                <a:spAutoFit/>
              </a:bodyPr>
              <a:lstStyle/>
              <a:p>
                <a:r>
                  <a:rPr lang="ko-KR" altLang="en-US" sz="1000" b="1" dirty="0" smtClean="0">
                    <a:solidFill>
                      <a:schemeClr val="tx1">
                        <a:lumMod val="75000"/>
                        <a:lumOff val="25000"/>
                      </a:schemeClr>
                    </a:solidFill>
                    <a:latin typeface="+mn-ea"/>
                    <a:ea typeface="+mn-ea"/>
                  </a:rPr>
                  <a:t>  ⌵</a:t>
                </a:r>
                <a:endParaRPr lang="ko-KR" altLang="en-US" sz="1000" b="1" dirty="0">
                  <a:solidFill>
                    <a:schemeClr val="tx1">
                      <a:lumMod val="75000"/>
                      <a:lumOff val="25000"/>
                    </a:schemeClr>
                  </a:solidFill>
                  <a:latin typeface="+mn-ea"/>
                  <a:ea typeface="+mn-ea"/>
                </a:endParaRPr>
              </a:p>
            </p:txBody>
          </p:sp>
          <p:sp>
            <p:nvSpPr>
              <p:cNvPr id="470" name="직사각형 469"/>
              <p:cNvSpPr/>
              <p:nvPr/>
            </p:nvSpPr>
            <p:spPr>
              <a:xfrm>
                <a:off x="4556984" y="2811180"/>
                <a:ext cx="2286000" cy="1080000"/>
              </a:xfrm>
              <a:prstGeom prst="rect">
                <a:avLst/>
              </a:prstGeom>
              <a:solidFill>
                <a:srgbClr val="F5D167"/>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74" name="TextBox 473"/>
              <p:cNvSpPr txBox="1"/>
              <p:nvPr/>
            </p:nvSpPr>
            <p:spPr>
              <a:xfrm>
                <a:off x="4529364" y="2871986"/>
                <a:ext cx="2160000" cy="338554"/>
              </a:xfrm>
              <a:prstGeom prst="rect">
                <a:avLst/>
              </a:prstGeom>
              <a:noFill/>
            </p:spPr>
            <p:txBody>
              <a:bodyPr wrap="square" rtlCol="0">
                <a:spAutoFit/>
              </a:bodyPr>
              <a:lstStyle/>
              <a:p>
                <a:r>
                  <a:rPr lang="en-US" altLang="ko-KR" sz="700" b="1" dirty="0" smtClean="0">
                    <a:solidFill>
                      <a:srgbClr val="0070C0"/>
                    </a:solidFill>
                    <a:latin typeface="+mn-ea"/>
                    <a:ea typeface="+mn-ea"/>
                  </a:rPr>
                  <a:t>03.16~04.02</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중간고사 시험문제등록</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출제</a:t>
                </a:r>
                <a:endParaRPr lang="en-US" altLang="ko-KR" sz="800" dirty="0" smtClean="0">
                  <a:solidFill>
                    <a:schemeClr val="tx1">
                      <a:lumMod val="75000"/>
                      <a:lumOff val="25000"/>
                    </a:schemeClr>
                  </a:solidFill>
                  <a:latin typeface="+mn-ea"/>
                  <a:ea typeface="+mn-ea"/>
                </a:endParaRPr>
              </a:p>
              <a:p>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en-US" altLang="ko-KR" sz="700" dirty="0" smtClean="0">
                    <a:solidFill>
                      <a:schemeClr val="tx1">
                        <a:lumMod val="50000"/>
                        <a:lumOff val="50000"/>
                      </a:schemeClr>
                    </a:solidFill>
                    <a:latin typeface="+mn-ea"/>
                    <a:ea typeface="+mn-ea"/>
                  </a:rPr>
                  <a:t>[</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tx1">
                      <a:lumMod val="50000"/>
                      <a:lumOff val="50000"/>
                    </a:schemeClr>
                  </a:solidFill>
                  <a:latin typeface="+mn-ea"/>
                  <a:ea typeface="+mn-ea"/>
                </a:endParaRPr>
              </a:p>
            </p:txBody>
          </p:sp>
          <p:grpSp>
            <p:nvGrpSpPr>
              <p:cNvPr id="475" name="그룹 474"/>
              <p:cNvGrpSpPr/>
              <p:nvPr/>
            </p:nvGrpSpPr>
            <p:grpSpPr>
              <a:xfrm>
                <a:off x="6750930" y="2926539"/>
                <a:ext cx="22192" cy="837525"/>
                <a:chOff x="2777986" y="4005064"/>
                <a:chExt cx="22192" cy="837525"/>
              </a:xfrm>
            </p:grpSpPr>
            <p:sp>
              <p:nvSpPr>
                <p:cNvPr id="488" name="직사각형 487"/>
                <p:cNvSpPr/>
                <p:nvPr/>
              </p:nvSpPr>
              <p:spPr bwMode="auto">
                <a:xfrm>
                  <a:off x="2777986" y="4014589"/>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89" name="직사각형 488"/>
                <p:cNvSpPr/>
                <p:nvPr/>
              </p:nvSpPr>
              <p:spPr bwMode="auto">
                <a:xfrm>
                  <a:off x="2782178" y="4005064"/>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84" name="TextBox 483"/>
              <p:cNvSpPr txBox="1"/>
              <p:nvPr/>
            </p:nvSpPr>
            <p:spPr>
              <a:xfrm>
                <a:off x="4529364" y="320969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04.05~06.12</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승인</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sp>
            <p:nvSpPr>
              <p:cNvPr id="485" name="TextBox 484"/>
              <p:cNvSpPr txBox="1"/>
              <p:nvPr/>
            </p:nvSpPr>
            <p:spPr>
              <a:xfrm>
                <a:off x="4529364" y="352958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04.08~04.11</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학기 중간고사</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grpSp>
            <p:nvGrpSpPr>
              <p:cNvPr id="4" name="그룹 3"/>
              <p:cNvGrpSpPr/>
              <p:nvPr/>
            </p:nvGrpSpPr>
            <p:grpSpPr>
              <a:xfrm>
                <a:off x="6297543" y="2480978"/>
                <a:ext cx="431274" cy="434071"/>
                <a:chOff x="6278493" y="2461928"/>
                <a:chExt cx="431274" cy="434071"/>
              </a:xfrm>
            </p:grpSpPr>
            <p:sp>
              <p:nvSpPr>
                <p:cNvPr id="551" name="Rectangle 1"/>
                <p:cNvSpPr>
                  <a:spLocks noChangeArrowheads="1"/>
                </p:cNvSpPr>
                <p:nvPr/>
              </p:nvSpPr>
              <p:spPr bwMode="auto">
                <a:xfrm>
                  <a:off x="6278493" y="2461928"/>
                  <a:ext cx="303168" cy="434071"/>
                </a:xfrm>
                <a:prstGeom prst="rect">
                  <a:avLst/>
                </a:prstGeom>
                <a:noFill/>
                <a:ln>
                  <a:noFill/>
                </a:ln>
                <a:effectLst/>
                <a:extLst/>
              </p:spPr>
              <p:txBody>
                <a:bodyPr vert="horz" wrap="square" lIns="0" tIns="23805" rIns="0" bIns="47610" numCol="1" anchor="b" anchorCtr="0" compatLnSpc="1">
                  <a:prstTxWarp prst="textNoShape">
                    <a:avLst/>
                  </a:prstTxWarp>
                  <a:spAutoFit/>
                </a:bodyPr>
                <a:lstStyle/>
                <a:p>
                  <a:pPr algn="ctr" defTabSz="685800" eaLnBrk="0" latinLnBrk="0" hangingPunct="0">
                    <a:lnSpc>
                      <a:spcPct val="150000"/>
                    </a:lnSpc>
                  </a:pPr>
                  <a:r>
                    <a:rPr lang="en-US" altLang="ko-KR" b="1" dirty="0" smtClean="0">
                      <a:solidFill>
                        <a:srgbClr val="0070C0"/>
                      </a:solidFill>
                      <a:latin typeface="맑은 고딕" panose="020B0503020000020004" pitchFamily="50" charset="-127"/>
                      <a:ea typeface="맑은 고딕" panose="020B0503020000020004" pitchFamily="50" charset="-127"/>
                    </a:rPr>
                    <a:t>4</a:t>
                  </a:r>
                  <a:endPar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 name="직사각형 2"/>
                <p:cNvSpPr/>
                <p:nvPr/>
              </p:nvSpPr>
              <p:spPr>
                <a:xfrm>
                  <a:off x="6422509" y="2567668"/>
                  <a:ext cx="287258" cy="215444"/>
                </a:xfrm>
                <a:prstGeom prst="rect">
                  <a:avLst/>
                </a:prstGeom>
              </p:spPr>
              <p:txBody>
                <a:bodyPr wrap="none">
                  <a:spAutoFit/>
                </a:bodyPr>
                <a:lstStyle/>
                <a:p>
                  <a:r>
                    <a:rPr lang="ko-KR" altLang="en-US" sz="800" dirty="0">
                      <a:solidFill>
                        <a:srgbClr val="0070C0"/>
                      </a:solidFill>
                      <a:latin typeface="맑은 고딕" panose="020B0503020000020004" pitchFamily="50" charset="-127"/>
                      <a:ea typeface="맑은 고딕" panose="020B0503020000020004" pitchFamily="50" charset="-127"/>
                    </a:rPr>
                    <a:t>월</a:t>
                  </a:r>
                  <a:endParaRPr lang="ko-KR" altLang="en-US" sz="800" dirty="0">
                    <a:solidFill>
                      <a:srgbClr val="0070C0"/>
                    </a:solidFill>
                  </a:endParaRPr>
                </a:p>
              </p:txBody>
            </p:sp>
          </p:grpSp>
        </p:grpSp>
        <p:pic>
          <p:nvPicPr>
            <p:cNvPr id="43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6604793"/>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 name="그룹 44"/>
          <p:cNvGrpSpPr/>
          <p:nvPr/>
        </p:nvGrpSpPr>
        <p:grpSpPr>
          <a:xfrm>
            <a:off x="1991147" y="3472433"/>
            <a:ext cx="2451071" cy="1454400"/>
            <a:chOff x="1991147" y="3481958"/>
            <a:chExt cx="2451071" cy="1454400"/>
          </a:xfrm>
        </p:grpSpPr>
        <p:grpSp>
          <p:nvGrpSpPr>
            <p:cNvPr id="44" name="그룹 43"/>
            <p:cNvGrpSpPr/>
            <p:nvPr/>
          </p:nvGrpSpPr>
          <p:grpSpPr>
            <a:xfrm>
              <a:off x="1991147" y="3481958"/>
              <a:ext cx="2451071" cy="1454400"/>
              <a:chOff x="1991147" y="3481958"/>
              <a:chExt cx="2451071" cy="1454400"/>
            </a:xfrm>
          </p:grpSpPr>
          <p:grpSp>
            <p:nvGrpSpPr>
              <p:cNvPr id="43" name="그룹 42"/>
              <p:cNvGrpSpPr/>
              <p:nvPr/>
            </p:nvGrpSpPr>
            <p:grpSpPr>
              <a:xfrm>
                <a:off x="1991147" y="3481958"/>
                <a:ext cx="2451071" cy="1454400"/>
                <a:chOff x="1991147" y="3481958"/>
                <a:chExt cx="2451071" cy="1454400"/>
              </a:xfrm>
            </p:grpSpPr>
            <p:grpSp>
              <p:nvGrpSpPr>
                <p:cNvPr id="40" name="그룹 39"/>
                <p:cNvGrpSpPr/>
                <p:nvPr/>
              </p:nvGrpSpPr>
              <p:grpSpPr>
                <a:xfrm>
                  <a:off x="1991147" y="3481958"/>
                  <a:ext cx="2440575" cy="1454400"/>
                  <a:chOff x="1991147" y="3481958"/>
                  <a:chExt cx="2440575" cy="1454400"/>
                </a:xfrm>
              </p:grpSpPr>
              <p:grpSp>
                <p:nvGrpSpPr>
                  <p:cNvPr id="30" name="그룹 29"/>
                  <p:cNvGrpSpPr/>
                  <p:nvPr/>
                </p:nvGrpSpPr>
                <p:grpSpPr>
                  <a:xfrm>
                    <a:off x="1991147" y="3481958"/>
                    <a:ext cx="2440575" cy="1454400"/>
                    <a:chOff x="1981622" y="4437113"/>
                    <a:chExt cx="2440575" cy="1454400"/>
                  </a:xfrm>
                </p:grpSpPr>
                <p:sp>
                  <p:nvSpPr>
                    <p:cNvPr id="301" name="직사각형 300"/>
                    <p:cNvSpPr/>
                    <p:nvPr/>
                  </p:nvSpPr>
                  <p:spPr bwMode="auto">
                    <a:xfrm>
                      <a:off x="2010197" y="4437113"/>
                      <a:ext cx="2412000" cy="1454400"/>
                    </a:xfrm>
                    <a:prstGeom prst="rect">
                      <a:avLst/>
                    </a:prstGeom>
                    <a:solidFill>
                      <a:srgbClr val="ED823F"/>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02" name="TextBox 301"/>
                    <p:cNvSpPr txBox="1"/>
                    <p:nvPr/>
                  </p:nvSpPr>
                  <p:spPr>
                    <a:xfrm>
                      <a:off x="1981622" y="4494262"/>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알림</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23" name="직사각형 322"/>
                    <p:cNvSpPr/>
                    <p:nvPr/>
                  </p:nvSpPr>
                  <p:spPr>
                    <a:xfrm>
                      <a:off x="2071886" y="4744194"/>
                      <a:ext cx="2286000" cy="1080000"/>
                    </a:xfrm>
                    <a:prstGeom prst="rect">
                      <a:avLst/>
                    </a:prstGeom>
                    <a:solidFill>
                      <a:srgbClr val="F6B48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grpSp>
                  <p:nvGrpSpPr>
                    <p:cNvPr id="21" name="그룹 20"/>
                    <p:cNvGrpSpPr/>
                    <p:nvPr/>
                  </p:nvGrpSpPr>
                  <p:grpSpPr>
                    <a:xfrm>
                      <a:off x="2148880" y="4783073"/>
                      <a:ext cx="2174048" cy="925803"/>
                      <a:chOff x="2082205" y="6797293"/>
                      <a:chExt cx="2174048" cy="925803"/>
                    </a:xfrm>
                  </p:grpSpPr>
                  <p:grpSp>
                    <p:nvGrpSpPr>
                      <p:cNvPr id="304" name="그룹 303"/>
                      <p:cNvGrpSpPr/>
                      <p:nvPr/>
                    </p:nvGrpSpPr>
                    <p:grpSpPr>
                      <a:xfrm>
                        <a:off x="4238253" y="6801722"/>
                        <a:ext cx="18000" cy="921374"/>
                        <a:chOff x="2815059" y="5208272"/>
                        <a:chExt cx="18000" cy="882983"/>
                      </a:xfrm>
                    </p:grpSpPr>
                    <p:sp>
                      <p:nvSpPr>
                        <p:cNvPr id="320" name="직사각형 319"/>
                        <p:cNvSpPr/>
                        <p:nvPr/>
                      </p:nvSpPr>
                      <p:spPr bwMode="auto">
                        <a:xfrm>
                          <a:off x="2815059" y="5297755"/>
                          <a:ext cx="18000" cy="7935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21" name="직사각형 320"/>
                        <p:cNvSpPr/>
                        <p:nvPr/>
                      </p:nvSpPr>
                      <p:spPr bwMode="auto">
                        <a:xfrm>
                          <a:off x="2816093" y="5208272"/>
                          <a:ext cx="144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315" name="TextBox 314"/>
                      <p:cNvSpPr txBox="1"/>
                      <p:nvPr/>
                    </p:nvSpPr>
                    <p:spPr>
                      <a:xfrm>
                        <a:off x="2082205" y="6797293"/>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경영수리</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tx1">
                                <a:lumMod val="75000"/>
                                <a:lumOff val="25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grpSp>
                  <p:nvGrpSpPr>
                    <p:cNvPr id="23" name="그룹 22"/>
                    <p:cNvGrpSpPr/>
                    <p:nvPr/>
                  </p:nvGrpSpPr>
                  <p:grpSpPr>
                    <a:xfrm>
                      <a:off x="2332137" y="4490651"/>
                      <a:ext cx="1924966" cy="215444"/>
                      <a:chOff x="2332137" y="4365105"/>
                      <a:chExt cx="1924966" cy="215444"/>
                    </a:xfrm>
                  </p:grpSpPr>
                  <p:cxnSp>
                    <p:nvCxnSpPr>
                      <p:cNvPr id="306" name="직선 연결선 305"/>
                      <p:cNvCxnSpPr/>
                      <p:nvPr/>
                    </p:nvCxnSpPr>
                    <p:spPr>
                      <a:xfrm>
                        <a:off x="2567211" y="4552553"/>
                        <a:ext cx="452755" cy="2254"/>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22" name="그룹 21"/>
                      <p:cNvGrpSpPr/>
                      <p:nvPr/>
                    </p:nvGrpSpPr>
                    <p:grpSpPr>
                      <a:xfrm>
                        <a:off x="2332137" y="4365105"/>
                        <a:ext cx="1924966" cy="215444"/>
                        <a:chOff x="4780409" y="7399546"/>
                        <a:chExt cx="1924966" cy="215444"/>
                      </a:xfrm>
                    </p:grpSpPr>
                    <p:sp>
                      <p:nvSpPr>
                        <p:cNvPr id="317" name="TextBox 316"/>
                        <p:cNvSpPr txBox="1"/>
                        <p:nvPr/>
                      </p:nvSpPr>
                      <p:spPr>
                        <a:xfrm>
                          <a:off x="4780409" y="7399546"/>
                          <a:ext cx="1800000" cy="215444"/>
                        </a:xfrm>
                        <a:prstGeom prst="rect">
                          <a:avLst/>
                        </a:prstGeom>
                        <a:noFill/>
                      </p:spPr>
                      <p:txBody>
                        <a:bodyPr wrap="square" lIns="0" rIns="0" rtlCol="0">
                          <a:spAutoFit/>
                        </a:bodyPr>
                        <a:lstStyle/>
                        <a:p>
                          <a:pPr algn="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PUSH</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SMS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쪽지     알림톡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18" name="타원 317"/>
                        <p:cNvSpPr/>
                        <p:nvPr/>
                      </p:nvSpPr>
                      <p:spPr bwMode="auto">
                        <a:xfrm>
                          <a:off x="5333031" y="7443742"/>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3</a:t>
                          </a:r>
                          <a:endParaRPr kumimoji="1" lang="ko-KR" altLang="en-US" sz="700" dirty="0">
                            <a:solidFill>
                              <a:schemeClr val="bg1"/>
                            </a:solidFill>
                            <a:latin typeface="+mn-ea"/>
                            <a:cs typeface="Calibri" pitchFamily="34" charset="0"/>
                          </a:endParaRPr>
                        </a:p>
                      </p:txBody>
                    </p:sp>
                    <p:sp>
                      <p:nvSpPr>
                        <p:cNvPr id="319" name="타원 318"/>
                        <p:cNvSpPr/>
                        <p:nvPr/>
                      </p:nvSpPr>
                      <p:spPr bwMode="auto">
                        <a:xfrm>
                          <a:off x="5716313" y="7440724"/>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sp>
                      <p:nvSpPr>
                        <p:cNvPr id="324" name="타원 323"/>
                        <p:cNvSpPr/>
                        <p:nvPr/>
                      </p:nvSpPr>
                      <p:spPr bwMode="auto">
                        <a:xfrm>
                          <a:off x="6089127"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1</a:t>
                          </a:r>
                          <a:endParaRPr kumimoji="1" lang="ko-KR" altLang="en-US" sz="700" dirty="0">
                            <a:solidFill>
                              <a:schemeClr val="bg1"/>
                            </a:solidFill>
                            <a:latin typeface="+mn-ea"/>
                            <a:cs typeface="Calibri" pitchFamily="34" charset="0"/>
                          </a:endParaRPr>
                        </a:p>
                      </p:txBody>
                    </p:sp>
                    <p:sp>
                      <p:nvSpPr>
                        <p:cNvPr id="325" name="타원 324"/>
                        <p:cNvSpPr/>
                        <p:nvPr/>
                      </p:nvSpPr>
                      <p:spPr bwMode="auto">
                        <a:xfrm>
                          <a:off x="6597375"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pic>
                <p:nvPicPr>
                  <p:cNvPr id="43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357512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8" name="직사각형 437"/>
                <p:cNvSpPr/>
                <p:nvPr/>
              </p:nvSpPr>
              <p:spPr>
                <a:xfrm>
                  <a:off x="4262218" y="3553966"/>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43" name="TextBox 442"/>
              <p:cNvSpPr txBox="1"/>
              <p:nvPr/>
            </p:nvSpPr>
            <p:spPr>
              <a:xfrm>
                <a:off x="2154213" y="4156239"/>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관리자</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sp>
            <p:nvSpPr>
              <p:cNvPr id="447" name="TextBox 446"/>
              <p:cNvSpPr txBox="1"/>
              <p:nvPr/>
            </p:nvSpPr>
            <p:spPr>
              <a:xfrm>
                <a:off x="2154213" y="4475212"/>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a:solidFill>
                      <a:srgbClr val="0070C0"/>
                    </a:solidFill>
                    <a:latin typeface="+mn-ea"/>
                    <a:ea typeface="+mn-ea"/>
                  </a:rPr>
                  <a:t>이</a:t>
                </a:r>
                <a:r>
                  <a:rPr lang="ko-KR" altLang="en-US" sz="700" dirty="0" smtClean="0">
                    <a:solidFill>
                      <a:srgbClr val="0070C0"/>
                    </a:solidFill>
                    <a:latin typeface="+mn-ea"/>
                    <a:ea typeface="+mn-ea"/>
                  </a:rPr>
                  <a:t>학생</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sp>
          <p:nvSpPr>
            <p:cNvPr id="448" name="순서도: 대체 처리 447"/>
            <p:cNvSpPr/>
            <p:nvPr/>
          </p:nvSpPr>
          <p:spPr bwMode="auto">
            <a:xfrm>
              <a:off x="3891930" y="3923531"/>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0" name="타원 449"/>
            <p:cNvSpPr/>
            <p:nvPr/>
          </p:nvSpPr>
          <p:spPr>
            <a:xfrm>
              <a:off x="2101271" y="391653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1" name="타원 450"/>
            <p:cNvSpPr/>
            <p:nvPr/>
          </p:nvSpPr>
          <p:spPr>
            <a:xfrm>
              <a:off x="2101255" y="423910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3" name="타원 452"/>
            <p:cNvSpPr/>
            <p:nvPr/>
          </p:nvSpPr>
          <p:spPr>
            <a:xfrm>
              <a:off x="2106588" y="4570569"/>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5" name="순서도: 대체 처리 454"/>
            <p:cNvSpPr/>
            <p:nvPr/>
          </p:nvSpPr>
          <p:spPr bwMode="auto">
            <a:xfrm>
              <a:off x="3887738" y="4255012"/>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56" name="순서도: 대체 처리 455"/>
            <p:cNvSpPr/>
            <p:nvPr/>
          </p:nvSpPr>
          <p:spPr bwMode="auto">
            <a:xfrm>
              <a:off x="3891930" y="4571619"/>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46" name="그룹 45"/>
          <p:cNvGrpSpPr/>
          <p:nvPr/>
        </p:nvGrpSpPr>
        <p:grpSpPr>
          <a:xfrm>
            <a:off x="6922471" y="1954798"/>
            <a:ext cx="2451592" cy="1447200"/>
            <a:chOff x="1973294" y="4993571"/>
            <a:chExt cx="2451592" cy="1447200"/>
          </a:xfrm>
        </p:grpSpPr>
        <p:grpSp>
          <p:nvGrpSpPr>
            <p:cNvPr id="41" name="그룹 40"/>
            <p:cNvGrpSpPr/>
            <p:nvPr/>
          </p:nvGrpSpPr>
          <p:grpSpPr>
            <a:xfrm>
              <a:off x="1973294" y="4993571"/>
              <a:ext cx="2451592" cy="1447200"/>
              <a:chOff x="1973294" y="4993571"/>
              <a:chExt cx="2451592" cy="1447200"/>
            </a:xfrm>
          </p:grpSpPr>
          <p:grpSp>
            <p:nvGrpSpPr>
              <p:cNvPr id="8" name="그룹 7"/>
              <p:cNvGrpSpPr/>
              <p:nvPr/>
            </p:nvGrpSpPr>
            <p:grpSpPr>
              <a:xfrm>
                <a:off x="1973294" y="4993571"/>
                <a:ext cx="2451592" cy="1447200"/>
                <a:chOff x="6925791" y="2502421"/>
                <a:chExt cx="2451592" cy="1447200"/>
              </a:xfrm>
            </p:grpSpPr>
            <p:grpSp>
              <p:nvGrpSpPr>
                <p:cNvPr id="586" name="그룹 585"/>
                <p:cNvGrpSpPr/>
                <p:nvPr/>
              </p:nvGrpSpPr>
              <p:grpSpPr>
                <a:xfrm>
                  <a:off x="6925791" y="2502421"/>
                  <a:ext cx="2451592" cy="1447200"/>
                  <a:chOff x="1976289" y="3438525"/>
                  <a:chExt cx="2451592" cy="1447200"/>
                </a:xfrm>
              </p:grpSpPr>
              <p:sp>
                <p:nvSpPr>
                  <p:cNvPr id="587" name="직사각형 586"/>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88" name="TextBox 587"/>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공지사항</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90" name="TextBox 589"/>
                  <p:cNvSpPr txBox="1"/>
                  <p:nvPr/>
                </p:nvSpPr>
                <p:spPr>
                  <a:xfrm>
                    <a:off x="2931443" y="3506147"/>
                    <a:ext cx="1333372" cy="215444"/>
                  </a:xfrm>
                  <a:prstGeom prst="rect">
                    <a:avLst/>
                  </a:prstGeom>
                  <a:noFill/>
                </p:spPr>
                <p:txBody>
                  <a:bodyPr wrap="square" rtlCol="0">
                    <a:spAutoFit/>
                  </a:bodyPr>
                  <a:lstStyle/>
                  <a:p>
                    <a:pPr algn="r"/>
                    <a:r>
                      <a:rPr lang="ko-KR" altLang="en-US" sz="800" dirty="0" smtClean="0">
                        <a:solidFill>
                          <a:srgbClr val="0070C0"/>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전체공지  과목공지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1" name="그룹 590"/>
                  <p:cNvGrpSpPr/>
                  <p:nvPr/>
                </p:nvGrpSpPr>
                <p:grpSpPr>
                  <a:xfrm>
                    <a:off x="2088727" y="3738512"/>
                    <a:ext cx="2286000" cy="1080000"/>
                    <a:chOff x="4709384" y="2912571"/>
                    <a:chExt cx="2286000" cy="1080000"/>
                  </a:xfrm>
                </p:grpSpPr>
                <p:sp>
                  <p:nvSpPr>
                    <p:cNvPr id="601" name="직사각형 60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602" name="직사각형 60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03" name="직사각형 60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592" name="그룹 591"/>
                  <p:cNvGrpSpPr/>
                  <p:nvPr/>
                </p:nvGrpSpPr>
                <p:grpSpPr>
                  <a:xfrm>
                    <a:off x="2124532" y="4442593"/>
                    <a:ext cx="1977371" cy="323165"/>
                    <a:chOff x="7066718" y="3366517"/>
                    <a:chExt cx="1977371" cy="323165"/>
                  </a:xfrm>
                </p:grpSpPr>
                <p:sp>
                  <p:nvSpPr>
                    <p:cNvPr id="599" name="TextBox 598"/>
                    <p:cNvSpPr txBox="1"/>
                    <p:nvPr/>
                  </p:nvSpPr>
                  <p:spPr>
                    <a:xfrm>
                      <a:off x="7285594" y="3366517"/>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600" name="순서도: 대체 처리 599"/>
                    <p:cNvSpPr/>
                    <p:nvPr/>
                  </p:nvSpPr>
                  <p:spPr bwMode="auto">
                    <a:xfrm>
                      <a:off x="7066718" y="3409323"/>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nvGrpSpPr>
                  <p:cNvPr id="593" name="그룹 592"/>
                  <p:cNvGrpSpPr/>
                  <p:nvPr/>
                </p:nvGrpSpPr>
                <p:grpSpPr>
                  <a:xfrm>
                    <a:off x="2125781" y="3824237"/>
                    <a:ext cx="1923915" cy="323165"/>
                    <a:chOff x="7067967" y="2852936"/>
                    <a:chExt cx="1923915" cy="323165"/>
                  </a:xfrm>
                </p:grpSpPr>
                <p:sp>
                  <p:nvSpPr>
                    <p:cNvPr id="597" name="TextBox 596"/>
                    <p:cNvSpPr txBox="1"/>
                    <p:nvPr/>
                  </p:nvSpPr>
                  <p:spPr>
                    <a:xfrm>
                      <a:off x="7277318" y="2852936"/>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598" name="순서도: 대체 처리 597"/>
                    <p:cNvSpPr/>
                    <p:nvPr/>
                  </p:nvSpPr>
                  <p:spPr bwMode="auto">
                    <a:xfrm>
                      <a:off x="7067967" y="2905267"/>
                      <a:ext cx="252000" cy="144000"/>
                    </a:xfrm>
                    <a:prstGeom prst="flowChartAlternateProcess">
                      <a:avLst/>
                    </a:prstGeom>
                    <a:solidFill>
                      <a:srgbClr val="2C71D8"/>
                    </a:solidFill>
                    <a:ln w="6350" cap="flat" cmpd="sng" algn="ctr">
                      <a:solidFill>
                        <a:srgbClr val="2C71D8"/>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전체</a:t>
                      </a:r>
                      <a:endParaRPr kumimoji="1" lang="ko-KR" altLang="en-US" sz="750" dirty="0">
                        <a:solidFill>
                          <a:schemeClr val="bg1"/>
                        </a:solidFill>
                        <a:latin typeface="+mn-ea"/>
                        <a:ea typeface="+mn-ea"/>
                        <a:cs typeface="Calibri" pitchFamily="34" charset="0"/>
                      </a:endParaRPr>
                    </a:p>
                  </p:txBody>
                </p:sp>
              </p:grpSp>
              <p:grpSp>
                <p:nvGrpSpPr>
                  <p:cNvPr id="594" name="그룹 593"/>
                  <p:cNvGrpSpPr/>
                  <p:nvPr/>
                </p:nvGrpSpPr>
                <p:grpSpPr>
                  <a:xfrm>
                    <a:off x="2127797" y="4124761"/>
                    <a:ext cx="2268642" cy="323165"/>
                    <a:chOff x="7069983" y="3105835"/>
                    <a:chExt cx="2268642" cy="323165"/>
                  </a:xfrm>
                </p:grpSpPr>
                <p:sp>
                  <p:nvSpPr>
                    <p:cNvPr id="595" name="TextBox 594"/>
                    <p:cNvSpPr txBox="1"/>
                    <p:nvPr/>
                  </p:nvSpPr>
                  <p:spPr>
                    <a:xfrm>
                      <a:off x="7286939" y="3105835"/>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sp>
                  <p:nvSpPr>
                    <p:cNvPr id="596" name="순서도: 대체 처리 595"/>
                    <p:cNvSpPr/>
                    <p:nvPr/>
                  </p:nvSpPr>
                  <p:spPr bwMode="auto">
                    <a:xfrm>
                      <a:off x="7069983" y="3162309"/>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sp>
              <p:nvSpPr>
                <p:cNvPr id="633" name="직사각형 63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43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508518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58" name="순서도: 대체 처리 457"/>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9" name="순서도: 대체 처리 458"/>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60" name="순서도: 대체 처리 459"/>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51" name="그룹 50"/>
          <p:cNvGrpSpPr/>
          <p:nvPr/>
        </p:nvGrpSpPr>
        <p:grpSpPr>
          <a:xfrm>
            <a:off x="4487044" y="5062984"/>
            <a:ext cx="1569022" cy="215444"/>
            <a:chOff x="2140227" y="6724204"/>
            <a:chExt cx="1569022" cy="215444"/>
          </a:xfrm>
        </p:grpSpPr>
        <p:sp>
          <p:nvSpPr>
            <p:cNvPr id="567" name="TextBox 566"/>
            <p:cNvSpPr txBox="1"/>
            <p:nvPr/>
          </p:nvSpPr>
          <p:spPr>
            <a:xfrm>
              <a:off x="2140227" y="6724204"/>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수강과목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69"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4130" y="6766718"/>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 name="그룹 51"/>
          <p:cNvGrpSpPr/>
          <p:nvPr/>
        </p:nvGrpSpPr>
        <p:grpSpPr>
          <a:xfrm>
            <a:off x="8582119" y="1695475"/>
            <a:ext cx="849617" cy="276999"/>
            <a:chOff x="8563069" y="1695475"/>
            <a:chExt cx="849617" cy="276999"/>
          </a:xfrm>
        </p:grpSpPr>
        <p:grpSp>
          <p:nvGrpSpPr>
            <p:cNvPr id="29" name="그룹 28"/>
            <p:cNvGrpSpPr/>
            <p:nvPr/>
          </p:nvGrpSpPr>
          <p:grpSpPr>
            <a:xfrm>
              <a:off x="8563069" y="1761166"/>
              <a:ext cx="792000" cy="162000"/>
              <a:chOff x="8779069" y="1761166"/>
              <a:chExt cx="792000" cy="162000"/>
            </a:xfrm>
          </p:grpSpPr>
          <p:sp>
            <p:nvSpPr>
              <p:cNvPr id="14" name="직사각형 13"/>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1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 name="그룹 23"/>
            <p:cNvGrpSpPr/>
            <p:nvPr/>
          </p:nvGrpSpPr>
          <p:grpSpPr>
            <a:xfrm>
              <a:off x="8728739" y="1695475"/>
              <a:ext cx="247184" cy="276999"/>
              <a:chOff x="7672972" y="1671999"/>
              <a:chExt cx="247184" cy="276999"/>
            </a:xfrm>
          </p:grpSpPr>
          <p:sp>
            <p:nvSpPr>
              <p:cNvPr id="19" name="타원 1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0" name="직사각형 19"/>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617" name="그룹 616"/>
            <p:cNvGrpSpPr/>
            <p:nvPr/>
          </p:nvGrpSpPr>
          <p:grpSpPr>
            <a:xfrm>
              <a:off x="9138252" y="1714525"/>
              <a:ext cx="274434" cy="246221"/>
              <a:chOff x="7663447" y="1691049"/>
              <a:chExt cx="274434" cy="246221"/>
            </a:xfrm>
          </p:grpSpPr>
          <p:sp>
            <p:nvSpPr>
              <p:cNvPr id="618" name="타원 61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619" name="직사각형 618"/>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620" name="직사각형 619"/>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53" name="직사각형 52"/>
          <p:cNvSpPr/>
          <p:nvPr/>
        </p:nvSpPr>
        <p:spPr>
          <a:xfrm>
            <a:off x="8239029" y="433279"/>
            <a:ext cx="1260000" cy="360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1000" b="1" dirty="0" smtClean="0">
                <a:solidFill>
                  <a:schemeClr val="bg1"/>
                </a:solidFill>
                <a:latin typeface="+mn-ea"/>
              </a:rPr>
              <a:t>전체</a:t>
            </a:r>
            <a:endParaRPr lang="ko-KR" altLang="en-US" sz="1000" b="1" dirty="0">
              <a:solidFill>
                <a:schemeClr val="bg1"/>
              </a:solidFill>
              <a:latin typeface="+mn-ea"/>
            </a:endParaRPr>
          </a:p>
        </p:txBody>
      </p:sp>
      <p:grpSp>
        <p:nvGrpSpPr>
          <p:cNvPr id="34" name="그룹 33"/>
          <p:cNvGrpSpPr/>
          <p:nvPr/>
        </p:nvGrpSpPr>
        <p:grpSpPr>
          <a:xfrm>
            <a:off x="6931996" y="3469371"/>
            <a:ext cx="2451592" cy="1447394"/>
            <a:chOff x="6931996" y="3478896"/>
            <a:chExt cx="2451592" cy="1447394"/>
          </a:xfrm>
        </p:grpSpPr>
        <p:grpSp>
          <p:nvGrpSpPr>
            <p:cNvPr id="36" name="그룹 35"/>
            <p:cNvGrpSpPr/>
            <p:nvPr/>
          </p:nvGrpSpPr>
          <p:grpSpPr>
            <a:xfrm>
              <a:off x="6931996" y="3478896"/>
              <a:ext cx="2451592" cy="1447394"/>
              <a:chOff x="6925810" y="1953449"/>
              <a:chExt cx="2451592" cy="1447394"/>
            </a:xfrm>
          </p:grpSpPr>
          <p:grpSp>
            <p:nvGrpSpPr>
              <p:cNvPr id="32" name="그룹 31"/>
              <p:cNvGrpSpPr/>
              <p:nvPr/>
            </p:nvGrpSpPr>
            <p:grpSpPr>
              <a:xfrm>
                <a:off x="6925810" y="1953449"/>
                <a:ext cx="2451592" cy="1447394"/>
                <a:chOff x="6925810" y="1953449"/>
                <a:chExt cx="2451592" cy="1447394"/>
              </a:xfrm>
            </p:grpSpPr>
            <p:grpSp>
              <p:nvGrpSpPr>
                <p:cNvPr id="13" name="그룹 12"/>
                <p:cNvGrpSpPr/>
                <p:nvPr/>
              </p:nvGrpSpPr>
              <p:grpSpPr>
                <a:xfrm>
                  <a:off x="6925810" y="1953449"/>
                  <a:ext cx="2451592" cy="1447394"/>
                  <a:chOff x="6925810" y="3897247"/>
                  <a:chExt cx="2451592" cy="1447394"/>
                </a:xfrm>
              </p:grpSpPr>
              <p:sp>
                <p:nvSpPr>
                  <p:cNvPr id="682" name="직사각형 681"/>
                  <p:cNvSpPr/>
                  <p:nvPr/>
                </p:nvSpPr>
                <p:spPr>
                  <a:xfrm>
                    <a:off x="6965402" y="3897247"/>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35105"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95" name="TextBox 694"/>
                  <p:cNvSpPr txBox="1"/>
                  <p:nvPr/>
                </p:nvSpPr>
                <p:spPr>
                  <a:xfrm>
                    <a:off x="7015996" y="4253425"/>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학위과정</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grpSp>
                <p:nvGrpSpPr>
                  <p:cNvPr id="686" name="그룹 685"/>
                  <p:cNvGrpSpPr/>
                  <p:nvPr/>
                </p:nvGrpSpPr>
                <p:grpSpPr>
                  <a:xfrm>
                    <a:off x="7016092" y="4579557"/>
                    <a:ext cx="2200230" cy="323165"/>
                    <a:chOff x="5608473" y="2286397"/>
                    <a:chExt cx="2200230" cy="323165"/>
                  </a:xfrm>
                </p:grpSpPr>
                <p:sp>
                  <p:nvSpPr>
                    <p:cNvPr id="693" name="TextBox 692"/>
                    <p:cNvSpPr txBox="1"/>
                    <p:nvPr/>
                  </p:nvSpPr>
                  <p:spPr>
                    <a:xfrm>
                      <a:off x="5608473" y="2286397"/>
                      <a:ext cx="1831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실전 </a:t>
                      </a:r>
                      <a:r>
                        <a:rPr lang="en-US" altLang="ko-KR" sz="800" dirty="0" smtClean="0">
                          <a:solidFill>
                            <a:schemeClr val="tx1">
                              <a:lumMod val="75000"/>
                              <a:lumOff val="25000"/>
                            </a:schemeClr>
                          </a:solidFill>
                          <a:latin typeface="+mn-ea"/>
                          <a:ea typeface="+mn-ea"/>
                        </a:rPr>
                        <a:t>NoSql </a:t>
                      </a:r>
                      <a:r>
                        <a:rPr lang="ko-KR" altLang="en-US" sz="800" dirty="0" smtClean="0">
                          <a:solidFill>
                            <a:schemeClr val="tx1">
                              <a:lumMod val="75000"/>
                              <a:lumOff val="25000"/>
                            </a:schemeClr>
                          </a:solidFill>
                          <a:latin typeface="+mn-ea"/>
                          <a:ea typeface="+mn-ea"/>
                        </a:rPr>
                        <a:t>데이터베이스 활용 자</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sp>
                  <p:nvSpPr>
                    <p:cNvPr id="694" name="순서도: 대체 처리 693"/>
                    <p:cNvSpPr/>
                    <p:nvPr/>
                  </p:nvSpPr>
                  <p:spPr bwMode="auto">
                    <a:xfrm>
                      <a:off x="7376703" y="2348253"/>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sp>
                <p:nvSpPr>
                  <p:cNvPr id="691" name="TextBox 690"/>
                  <p:cNvSpPr txBox="1"/>
                  <p:nvPr/>
                </p:nvSpPr>
                <p:spPr>
                  <a:xfrm>
                    <a:off x="7016092" y="4894939"/>
                    <a:ext cx="1840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기출문제집 정리 파일</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grpSp>
            <p:sp>
              <p:nvSpPr>
                <p:cNvPr id="382" name="직사각형 381"/>
                <p:cNvSpPr/>
                <p:nvPr/>
              </p:nvSpPr>
              <p:spPr>
                <a:xfrm>
                  <a:off x="9175013" y="2014289"/>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38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6453" y="203810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51" name="순서도: 대체 처리 750"/>
            <p:cNvSpPr/>
            <p:nvPr/>
          </p:nvSpPr>
          <p:spPr bwMode="auto">
            <a:xfrm>
              <a:off x="8793807" y="389495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752" name="순서도: 대체 처리 751"/>
            <p:cNvSpPr/>
            <p:nvPr/>
          </p:nvSpPr>
          <p:spPr bwMode="auto">
            <a:xfrm>
              <a:off x="8797999" y="454723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grpSp>
        <p:nvGrpSpPr>
          <p:cNvPr id="54" name="그룹 53"/>
          <p:cNvGrpSpPr/>
          <p:nvPr/>
        </p:nvGrpSpPr>
        <p:grpSpPr>
          <a:xfrm>
            <a:off x="2021833" y="4996611"/>
            <a:ext cx="2420619" cy="1447200"/>
            <a:chOff x="2021833" y="4987086"/>
            <a:chExt cx="2420619" cy="1447200"/>
          </a:xfrm>
        </p:grpSpPr>
        <p:sp>
          <p:nvSpPr>
            <p:cNvPr id="756" name="직사각형 755"/>
            <p:cNvSpPr/>
            <p:nvPr/>
          </p:nvSpPr>
          <p:spPr>
            <a:xfrm>
              <a:off x="2021833" y="4987086"/>
              <a:ext cx="2412000" cy="14472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75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5078522"/>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5" name="TextBox 754"/>
            <p:cNvSpPr txBox="1"/>
            <p:nvPr/>
          </p:nvSpPr>
          <p:spPr>
            <a:xfrm>
              <a:off x="2076872" y="5029378"/>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 이어듣기                                  </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a:solidFill>
                    <a:schemeClr val="bg1">
                      <a:lumMod val="75000"/>
                    </a:schemeClr>
                  </a:solidFill>
                  <a:latin typeface="맑은 고딕" panose="020B0503020000020004" pitchFamily="50" charset="-127"/>
                  <a:ea typeface="맑은 고딕" panose="020B0503020000020004" pitchFamily="50" charset="-127"/>
                </a:rPr>
                <a:t>•</a:t>
              </a:r>
              <a:endParaRPr lang="ko-KR" altLang="en-US" sz="800" b="1" dirty="0">
                <a:solidFill>
                  <a:schemeClr val="bg1">
                    <a:lumMod val="75000"/>
                  </a:schemeClr>
                </a:solidFill>
                <a:latin typeface="맑은 고딕" panose="020B0503020000020004" pitchFamily="50" charset="-127"/>
                <a:ea typeface="맑은 고딕" panose="020B0503020000020004" pitchFamily="50" charset="-127"/>
              </a:endParaRPr>
            </a:p>
          </p:txBody>
        </p:sp>
        <p:grpSp>
          <p:nvGrpSpPr>
            <p:cNvPr id="37" name="그룹 36"/>
            <p:cNvGrpSpPr/>
            <p:nvPr/>
          </p:nvGrpSpPr>
          <p:grpSpPr>
            <a:xfrm>
              <a:off x="2028935" y="5291683"/>
              <a:ext cx="2407872" cy="362541"/>
              <a:chOff x="2028935" y="5373796"/>
              <a:chExt cx="2407872" cy="362541"/>
            </a:xfrm>
          </p:grpSpPr>
          <p:sp>
            <p:nvSpPr>
              <p:cNvPr id="766" name="TextBox 765"/>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대학원</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반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20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2"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0" name="TextBox 77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주변의 데이터베이스</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1" name="그룹 780"/>
            <p:cNvGrpSpPr/>
            <p:nvPr/>
          </p:nvGrpSpPr>
          <p:grpSpPr>
            <a:xfrm>
              <a:off x="2029247" y="5660668"/>
              <a:ext cx="2407872" cy="362541"/>
              <a:chOff x="2028935" y="5373796"/>
              <a:chExt cx="2407872" cy="362541"/>
            </a:xfrm>
          </p:grpSpPr>
          <p:sp>
            <p:nvSpPr>
              <p:cNvPr id="782" name="TextBox 781"/>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평생교육</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TEPS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실전연습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기본편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5" name="TextBox 784"/>
              <p:cNvSpPr txBox="1"/>
              <p:nvPr/>
            </p:nvSpPr>
            <p:spPr>
              <a:xfrm>
                <a:off x="2200385" y="5536282"/>
                <a:ext cx="2186076" cy="200055"/>
              </a:xfrm>
              <a:prstGeom prst="rect">
                <a:avLst/>
              </a:prstGeom>
              <a:noFill/>
            </p:spPr>
            <p:txBody>
              <a:bodyPr wrap="square" rtlCol="0">
                <a:spAutoFit/>
              </a:bodyPr>
              <a:lstStyle/>
              <a:p>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Test 1</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화 </a:t>
                </a:r>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Listening Comprehension</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6" name="그룹 785"/>
            <p:cNvGrpSpPr/>
            <p:nvPr/>
          </p:nvGrpSpPr>
          <p:grpSpPr>
            <a:xfrm>
              <a:off x="2034580" y="6018787"/>
              <a:ext cx="2407872" cy="362541"/>
              <a:chOff x="2028935" y="5373796"/>
              <a:chExt cx="2407872" cy="362541"/>
            </a:xfrm>
          </p:grpSpPr>
          <p:sp>
            <p:nvSpPr>
              <p:cNvPr id="787" name="TextBox 786"/>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학위과정</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광고이미지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8"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9"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0" name="TextBox 78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생활 속의 광고 </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794" name="그룹 793"/>
          <p:cNvGrpSpPr/>
          <p:nvPr/>
        </p:nvGrpSpPr>
        <p:grpSpPr>
          <a:xfrm>
            <a:off x="2600707" y="2019433"/>
            <a:ext cx="284052" cy="200055"/>
            <a:chOff x="1133220" y="11716364"/>
            <a:chExt cx="284052" cy="200055"/>
          </a:xfrm>
        </p:grpSpPr>
        <p:sp>
          <p:nvSpPr>
            <p:cNvPr id="795" name="모서리가 둥근 직사각형 7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96" name="직사각형 795"/>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21</a:t>
              </a:r>
              <a:endParaRPr lang="ko-KR" altLang="en-US" sz="700" dirty="0">
                <a:solidFill>
                  <a:schemeClr val="bg1"/>
                </a:solidFill>
                <a:latin typeface="+mn-ea"/>
                <a:ea typeface="+mn-ea"/>
              </a:endParaRPr>
            </a:p>
          </p:txBody>
        </p:sp>
      </p:grpSp>
      <p:grpSp>
        <p:nvGrpSpPr>
          <p:cNvPr id="31" name="그룹 30"/>
          <p:cNvGrpSpPr/>
          <p:nvPr/>
        </p:nvGrpSpPr>
        <p:grpSpPr>
          <a:xfrm>
            <a:off x="1996480" y="1975123"/>
            <a:ext cx="2437353" cy="1425600"/>
            <a:chOff x="1996480" y="1975123"/>
            <a:chExt cx="2437353" cy="1425600"/>
          </a:xfrm>
        </p:grpSpPr>
        <p:sp>
          <p:nvSpPr>
            <p:cNvPr id="355" name="직사각형 354"/>
            <p:cNvSpPr/>
            <p:nvPr/>
          </p:nvSpPr>
          <p:spPr>
            <a:xfrm>
              <a:off x="2021833" y="1975123"/>
              <a:ext cx="2412000" cy="14256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102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2066559"/>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9" name="TextBox 748"/>
            <p:cNvSpPr txBox="1"/>
            <p:nvPr/>
          </p:nvSpPr>
          <p:spPr>
            <a:xfrm>
              <a:off x="1996480" y="2017415"/>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TODAY</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8" name="그룹 17"/>
            <p:cNvGrpSpPr/>
            <p:nvPr/>
          </p:nvGrpSpPr>
          <p:grpSpPr>
            <a:xfrm>
              <a:off x="2068488" y="2289679"/>
              <a:ext cx="890110" cy="900000"/>
              <a:chOff x="2116113" y="2289679"/>
              <a:chExt cx="890110" cy="900000"/>
            </a:xfrm>
          </p:grpSpPr>
          <p:pic>
            <p:nvPicPr>
              <p:cNvPr id="20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16113" y="2289679"/>
                <a:ext cx="890110" cy="90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직사각형 8"/>
              <p:cNvSpPr/>
              <p:nvPr/>
            </p:nvSpPr>
            <p:spPr>
              <a:xfrm>
                <a:off x="2308763" y="2503929"/>
                <a:ext cx="498855" cy="276999"/>
              </a:xfrm>
              <a:prstGeom prst="rect">
                <a:avLst/>
              </a:prstGeom>
            </p:spPr>
            <p:txBody>
              <a:bodyPr wrap="none">
                <a:spAutoFit/>
              </a:bodyPr>
              <a:lstStyle/>
              <a:p>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endParaRPr lang="ko-KR" altLang="en-US" sz="1200" dirty="0"/>
              </a:p>
            </p:txBody>
          </p:sp>
          <p:sp>
            <p:nvSpPr>
              <p:cNvPr id="15" name="직사각형 14"/>
              <p:cNvSpPr/>
              <p:nvPr/>
            </p:nvSpPr>
            <p:spPr>
              <a:xfrm>
                <a:off x="2197646" y="2749042"/>
                <a:ext cx="755335" cy="200055"/>
              </a:xfrm>
              <a:prstGeom prst="rect">
                <a:avLst/>
              </a:prstGeom>
            </p:spPr>
            <p:txBody>
              <a:bodyPr wrap="none">
                <a:spAutoFit/>
              </a:bodyPr>
              <a:lstStyle/>
              <a:p>
                <a:r>
                  <a:rPr lang="ko-KR" altLang="en-US" sz="700" dirty="0" smtClean="0">
                    <a:solidFill>
                      <a:schemeClr val="tx1">
                        <a:lumMod val="75000"/>
                        <a:lumOff val="25000"/>
                      </a:schemeClr>
                    </a:solidFill>
                    <a:latin typeface="+mn-ea"/>
                    <a:ea typeface="+mn-ea"/>
                  </a:rPr>
                  <a:t>강의 전체출석</a:t>
                </a:r>
                <a:endParaRPr lang="ko-KR" altLang="en-US" sz="700" dirty="0">
                  <a:solidFill>
                    <a:schemeClr val="tx1">
                      <a:lumMod val="75000"/>
                      <a:lumOff val="25000"/>
                    </a:schemeClr>
                  </a:solidFill>
                  <a:latin typeface="+mn-ea"/>
                  <a:ea typeface="+mn-ea"/>
                </a:endParaRPr>
              </a:p>
            </p:txBody>
          </p:sp>
        </p:grpSp>
      </p:grpSp>
      <p:grpSp>
        <p:nvGrpSpPr>
          <p:cNvPr id="554" name="그룹 553"/>
          <p:cNvGrpSpPr/>
          <p:nvPr/>
        </p:nvGrpSpPr>
        <p:grpSpPr>
          <a:xfrm>
            <a:off x="4308659" y="3273732"/>
            <a:ext cx="284052" cy="200055"/>
            <a:chOff x="1116590" y="11706839"/>
            <a:chExt cx="284052" cy="200055"/>
          </a:xfrm>
        </p:grpSpPr>
        <p:sp>
          <p:nvSpPr>
            <p:cNvPr id="555" name="모서리가 둥근 직사각형 55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1" name="직사각형 560"/>
            <p:cNvSpPr/>
            <p:nvPr/>
          </p:nvSpPr>
          <p:spPr>
            <a:xfrm>
              <a:off x="1116590" y="11706839"/>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562" name="그룹 561"/>
          <p:cNvGrpSpPr/>
          <p:nvPr/>
        </p:nvGrpSpPr>
        <p:grpSpPr>
          <a:xfrm>
            <a:off x="4515407" y="3277677"/>
            <a:ext cx="284052" cy="200055"/>
            <a:chOff x="1116590" y="11706839"/>
            <a:chExt cx="284052" cy="200055"/>
          </a:xfrm>
        </p:grpSpPr>
        <p:sp>
          <p:nvSpPr>
            <p:cNvPr id="563" name="모서리가 둥근 직사각형 56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4" name="직사각형 563"/>
            <p:cNvSpPr/>
            <p:nvPr/>
          </p:nvSpPr>
          <p:spPr>
            <a:xfrm>
              <a:off x="1116590" y="11706839"/>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grpSp>
        <p:nvGrpSpPr>
          <p:cNvPr id="717" name="그룹 716"/>
          <p:cNvGrpSpPr/>
          <p:nvPr/>
        </p:nvGrpSpPr>
        <p:grpSpPr>
          <a:xfrm>
            <a:off x="8406911" y="1787743"/>
            <a:ext cx="650545" cy="1042962"/>
            <a:chOff x="8226959" y="1787743"/>
            <a:chExt cx="650545" cy="1042962"/>
          </a:xfrm>
        </p:grpSpPr>
        <p:grpSp>
          <p:nvGrpSpPr>
            <p:cNvPr id="718" name="그룹 717"/>
            <p:cNvGrpSpPr/>
            <p:nvPr/>
          </p:nvGrpSpPr>
          <p:grpSpPr>
            <a:xfrm>
              <a:off x="8226959" y="1787743"/>
              <a:ext cx="650545" cy="1042962"/>
              <a:chOff x="8226959" y="1787743"/>
              <a:chExt cx="650545" cy="1042962"/>
            </a:xfrm>
          </p:grpSpPr>
          <p:grpSp>
            <p:nvGrpSpPr>
              <p:cNvPr id="758" name="그룹 757"/>
              <p:cNvGrpSpPr/>
              <p:nvPr/>
            </p:nvGrpSpPr>
            <p:grpSpPr>
              <a:xfrm>
                <a:off x="8226959" y="1787743"/>
                <a:ext cx="650545" cy="1042962"/>
                <a:chOff x="2295865" y="1789860"/>
                <a:chExt cx="650545" cy="1042962"/>
              </a:xfrm>
            </p:grpSpPr>
            <p:sp>
              <p:nvSpPr>
                <p:cNvPr id="760" name="직사각형 759"/>
                <p:cNvSpPr/>
                <p:nvPr/>
              </p:nvSpPr>
              <p:spPr>
                <a:xfrm>
                  <a:off x="2295865" y="1854737"/>
                  <a:ext cx="648000" cy="978085"/>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nSpc>
                      <a:spcPct val="150000"/>
                    </a:lnSpc>
                  </a:pPr>
                  <a:r>
                    <a:rPr lang="ko-KR" altLang="en-US" sz="800" dirty="0" smtClean="0">
                      <a:solidFill>
                        <a:schemeClr val="tx1"/>
                      </a:solidFill>
                      <a:latin typeface="+mn-ea"/>
                    </a:rPr>
                    <a:t> 한국어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영어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일본어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중국어</a:t>
                  </a:r>
                  <a:endParaRPr lang="ko-KR" altLang="en-US" sz="800" dirty="0">
                    <a:solidFill>
                      <a:schemeClr val="tx1"/>
                    </a:solidFill>
                    <a:latin typeface="+mn-ea"/>
                  </a:endParaRPr>
                </a:p>
              </p:txBody>
            </p:sp>
            <p:grpSp>
              <p:nvGrpSpPr>
                <p:cNvPr id="761" name="그룹 760"/>
                <p:cNvGrpSpPr/>
                <p:nvPr/>
              </p:nvGrpSpPr>
              <p:grpSpPr>
                <a:xfrm>
                  <a:off x="2298410" y="1789860"/>
                  <a:ext cx="648000" cy="215444"/>
                  <a:chOff x="992560" y="4484834"/>
                  <a:chExt cx="648000" cy="215444"/>
                </a:xfrm>
              </p:grpSpPr>
              <p:sp>
                <p:nvSpPr>
                  <p:cNvPr id="762" name="직사각형 761"/>
                  <p:cNvSpPr/>
                  <p:nvPr/>
                </p:nvSpPr>
                <p:spPr>
                  <a:xfrm>
                    <a:off x="992560" y="4492524"/>
                    <a:ext cx="648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763" name="직사각형 762"/>
                  <p:cNvSpPr/>
                  <p:nvPr/>
                </p:nvSpPr>
                <p:spPr>
                  <a:xfrm>
                    <a:off x="1018899" y="4484834"/>
                    <a:ext cx="595035" cy="215444"/>
                  </a:xfrm>
                  <a:prstGeom prst="rect">
                    <a:avLst/>
                  </a:prstGeom>
                </p:spPr>
                <p:txBody>
                  <a:bodyPr wrap="none">
                    <a:spAutoFit/>
                  </a:bodyPr>
                  <a:lstStyle/>
                  <a:p>
                    <a:pPr algn="ctr"/>
                    <a:r>
                      <a:rPr lang="ko-KR" altLang="en-US" sz="800" dirty="0" smtClean="0">
                        <a:solidFill>
                          <a:schemeClr val="bg1"/>
                        </a:solidFill>
                        <a:latin typeface="+mn-ea"/>
                        <a:ea typeface="+mn-ea"/>
                      </a:rPr>
                      <a:t>언어변경</a:t>
                    </a:r>
                    <a:endParaRPr lang="ko-KR" altLang="en-US" sz="800" dirty="0">
                      <a:solidFill>
                        <a:schemeClr val="bg1"/>
                      </a:solidFill>
                      <a:latin typeface="+mn-ea"/>
                      <a:ea typeface="+mn-ea"/>
                    </a:endParaRPr>
                  </a:p>
                </p:txBody>
              </p:sp>
            </p:grpSp>
          </p:grpSp>
          <p:sp>
            <p:nvSpPr>
              <p:cNvPr id="759" name="타원 758"/>
              <p:cNvSpPr/>
              <p:nvPr/>
            </p:nvSpPr>
            <p:spPr bwMode="auto">
              <a:xfrm>
                <a:off x="8264309" y="2060856"/>
                <a:ext cx="72000" cy="72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719" name="타원 718"/>
            <p:cNvSpPr/>
            <p:nvPr/>
          </p:nvSpPr>
          <p:spPr bwMode="auto">
            <a:xfrm>
              <a:off x="8265368" y="2248297"/>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753" name="타원 752"/>
            <p:cNvSpPr/>
            <p:nvPr/>
          </p:nvSpPr>
          <p:spPr bwMode="auto">
            <a:xfrm>
              <a:off x="8265368" y="2429272"/>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754" name="타원 753"/>
            <p:cNvSpPr/>
            <p:nvPr/>
          </p:nvSpPr>
          <p:spPr bwMode="auto">
            <a:xfrm>
              <a:off x="8265368" y="2608345"/>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graphicFrame>
        <p:nvGraphicFramePr>
          <p:cNvPr id="764" name="Group 175"/>
          <p:cNvGraphicFramePr>
            <a:graphicFrameLocks noGrp="1"/>
          </p:cNvGraphicFramePr>
          <p:nvPr>
            <p:extLst>
              <p:ext uri="{D42A27DB-BD31-4B8C-83A1-F6EECF244321}">
                <p14:modId xmlns:p14="http://schemas.microsoft.com/office/powerpoint/2010/main" val="40727817"/>
              </p:ext>
            </p:extLst>
          </p:nvPr>
        </p:nvGraphicFramePr>
        <p:xfrm>
          <a:off x="9496933" y="1494927"/>
          <a:ext cx="1404156" cy="60262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로고</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소속 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목록 </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클릭시 해당 기관의 모든</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데이터로 변경 </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파라미너 </a:t>
                      </a:r>
                      <a:r>
                        <a:rPr lang="en-US" altLang="ko-KR" sz="800" kern="1200" baseline="0" dirty="0" smtClean="0">
                          <a:solidFill>
                            <a:srgbClr val="0070C0"/>
                          </a:solidFill>
                          <a:latin typeface="+mn-ea"/>
                          <a:ea typeface="+mn-ea"/>
                          <a:cs typeface="+mn-cs"/>
                        </a:rPr>
                        <a:t>: </a:t>
                      </a:r>
                      <a:r>
                        <a:rPr lang="ko-KR" altLang="en-US" sz="800" kern="1200" baseline="0" dirty="0" smtClean="0">
                          <a:solidFill>
                            <a:srgbClr val="0070C0"/>
                          </a:solidFill>
                          <a:latin typeface="+mn-ea"/>
                          <a:ea typeface="+mn-ea"/>
                          <a:cs typeface="+mn-cs"/>
                        </a:rPr>
                        <a:t>과정코드</a:t>
                      </a:r>
                      <a:r>
                        <a:rPr lang="en-US" altLang="ko-KR" sz="800" kern="1200" baseline="0" dirty="0" smtClean="0">
                          <a:solidFill>
                            <a:srgbClr val="0070C0"/>
                          </a:solidFill>
                          <a:latin typeface="+mn-ea"/>
                          <a:ea typeface="+mn-ea"/>
                          <a:cs typeface="+mn-cs"/>
                        </a:rPr>
                        <a:t>&amp;</a:t>
                      </a:r>
                      <a:r>
                        <a:rPr lang="ko-KR" altLang="en-US" sz="800" kern="1200" baseline="0" dirty="0" smtClean="0">
                          <a:solidFill>
                            <a:srgbClr val="0070C0"/>
                          </a:solidFill>
                          <a:latin typeface="+mn-ea"/>
                          <a:ea typeface="+mn-ea"/>
                          <a:cs typeface="+mn-cs"/>
                        </a:rPr>
                        <a:t>사용자그룹코드</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위젯설정 및 칼라선택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마지막 로그인정보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메시지함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언어변경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다크모드</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화이트모드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로그아웃</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나의학습현황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알림 바로 보내기</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indent="0" algn="l" defTabSz="914400" rtl="0" eaLnBrk="1" latinLnBrk="1" hangingPunct="1">
                        <a:lnSpc>
                          <a:spcPct val="150000"/>
                        </a:lnSpc>
                        <a:buFont typeface="Arial" panose="020B0604020202020204" pitchFamily="34" charset="0"/>
                        <a:buNone/>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5" name="그룹 4"/>
          <p:cNvGrpSpPr/>
          <p:nvPr/>
        </p:nvGrpSpPr>
        <p:grpSpPr>
          <a:xfrm>
            <a:off x="4972050" y="1799782"/>
            <a:ext cx="2124881" cy="2547207"/>
            <a:chOff x="4972050" y="1799782"/>
            <a:chExt cx="2124881" cy="2547207"/>
          </a:xfrm>
        </p:grpSpPr>
        <p:grpSp>
          <p:nvGrpSpPr>
            <p:cNvPr id="572" name="그룹 571"/>
            <p:cNvGrpSpPr/>
            <p:nvPr/>
          </p:nvGrpSpPr>
          <p:grpSpPr>
            <a:xfrm>
              <a:off x="4972050" y="1799782"/>
              <a:ext cx="2124881" cy="2547207"/>
              <a:chOff x="4943011" y="1753700"/>
              <a:chExt cx="2124881" cy="2547207"/>
            </a:xfrm>
          </p:grpSpPr>
          <p:sp>
            <p:nvSpPr>
              <p:cNvPr id="573" name="직사각형 572"/>
              <p:cNvSpPr/>
              <p:nvPr/>
            </p:nvSpPr>
            <p:spPr>
              <a:xfrm>
                <a:off x="4943011" y="1753700"/>
                <a:ext cx="2037600" cy="2547207"/>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t"/>
              <a:lstStyle/>
              <a:p>
                <a:pPr>
                  <a:lnSpc>
                    <a:spcPct val="200000"/>
                  </a:lnSpc>
                </a:pPr>
                <a:endParaRPr lang="ko-KR" altLang="en-US" sz="800" dirty="0">
                  <a:solidFill>
                    <a:schemeClr val="tx1"/>
                  </a:solidFill>
                  <a:latin typeface="+mn-ea"/>
                </a:endParaRPr>
              </a:p>
            </p:txBody>
          </p:sp>
          <p:grpSp>
            <p:nvGrpSpPr>
              <p:cNvPr id="574" name="그룹 573"/>
              <p:cNvGrpSpPr/>
              <p:nvPr/>
            </p:nvGrpSpPr>
            <p:grpSpPr>
              <a:xfrm>
                <a:off x="4996433" y="1788884"/>
                <a:ext cx="2071459" cy="2424100"/>
                <a:chOff x="4996433" y="1797268"/>
                <a:chExt cx="2071459" cy="2424100"/>
              </a:xfrm>
            </p:grpSpPr>
            <p:grpSp>
              <p:nvGrpSpPr>
                <p:cNvPr id="575" name="그룹 574"/>
                <p:cNvGrpSpPr/>
                <p:nvPr/>
              </p:nvGrpSpPr>
              <p:grpSpPr>
                <a:xfrm>
                  <a:off x="4996433" y="1797268"/>
                  <a:ext cx="1262545" cy="2004103"/>
                  <a:chOff x="4996433" y="1797268"/>
                  <a:chExt cx="1262545" cy="2004103"/>
                </a:xfrm>
              </p:grpSpPr>
              <p:grpSp>
                <p:nvGrpSpPr>
                  <p:cNvPr id="635" name="그룹 634"/>
                  <p:cNvGrpSpPr/>
                  <p:nvPr/>
                </p:nvGrpSpPr>
                <p:grpSpPr>
                  <a:xfrm>
                    <a:off x="4996433" y="1797268"/>
                    <a:ext cx="1262545" cy="2004103"/>
                    <a:chOff x="2295865" y="1780335"/>
                    <a:chExt cx="1262545" cy="2004103"/>
                  </a:xfrm>
                </p:grpSpPr>
                <p:sp>
                  <p:nvSpPr>
                    <p:cNvPr id="696" name="직사각형 695"/>
                    <p:cNvSpPr/>
                    <p:nvPr/>
                  </p:nvSpPr>
                  <p:spPr>
                    <a:xfrm>
                      <a:off x="2295865" y="1854738"/>
                      <a:ext cx="1260000" cy="1929700"/>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t"/>
                    <a:lstStyle/>
                    <a:p>
                      <a:pPr>
                        <a:lnSpc>
                          <a:spcPct val="200000"/>
                        </a:lnSpc>
                      </a:pPr>
                      <a:endParaRPr lang="ko-KR" altLang="en-US" sz="800" dirty="0">
                        <a:solidFill>
                          <a:schemeClr val="tx1"/>
                        </a:solidFill>
                        <a:latin typeface="+mn-ea"/>
                      </a:endParaRPr>
                    </a:p>
                  </p:txBody>
                </p:sp>
                <p:grpSp>
                  <p:nvGrpSpPr>
                    <p:cNvPr id="698" name="그룹 697"/>
                    <p:cNvGrpSpPr/>
                    <p:nvPr/>
                  </p:nvGrpSpPr>
                  <p:grpSpPr>
                    <a:xfrm>
                      <a:off x="2298410" y="1780335"/>
                      <a:ext cx="1260000" cy="215444"/>
                      <a:chOff x="992560" y="4475309"/>
                      <a:chExt cx="1260000" cy="215444"/>
                    </a:xfrm>
                  </p:grpSpPr>
                  <p:sp>
                    <p:nvSpPr>
                      <p:cNvPr id="705" name="직사각형 704"/>
                      <p:cNvSpPr/>
                      <p:nvPr/>
                    </p:nvSpPr>
                    <p:spPr>
                      <a:xfrm>
                        <a:off x="992560" y="4492524"/>
                        <a:ext cx="1260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706" name="직사각형 705"/>
                      <p:cNvSpPr/>
                      <p:nvPr/>
                    </p:nvSpPr>
                    <p:spPr>
                      <a:xfrm>
                        <a:off x="1359233" y="4475309"/>
                        <a:ext cx="595035" cy="215444"/>
                      </a:xfrm>
                      <a:prstGeom prst="rect">
                        <a:avLst/>
                      </a:prstGeom>
                    </p:spPr>
                    <p:txBody>
                      <a:bodyPr wrap="none">
                        <a:spAutoFit/>
                      </a:bodyPr>
                      <a:lstStyle/>
                      <a:p>
                        <a:pPr algn="ctr"/>
                        <a:r>
                          <a:rPr lang="ko-KR" altLang="en-US" sz="800" dirty="0" smtClean="0">
                            <a:solidFill>
                              <a:schemeClr val="bg1"/>
                            </a:solidFill>
                            <a:latin typeface="+mn-ea"/>
                            <a:ea typeface="+mn-ea"/>
                          </a:rPr>
                          <a:t>위젯설정</a:t>
                        </a:r>
                        <a:endParaRPr lang="ko-KR" altLang="en-US" sz="800" dirty="0">
                          <a:solidFill>
                            <a:schemeClr val="bg1"/>
                          </a:solidFill>
                          <a:latin typeface="+mn-ea"/>
                          <a:ea typeface="+mn-ea"/>
                        </a:endParaRPr>
                      </a:p>
                    </p:txBody>
                  </p:sp>
                </p:grpSp>
              </p:grpSp>
              <p:grpSp>
                <p:nvGrpSpPr>
                  <p:cNvPr id="636" name="그룹 635"/>
                  <p:cNvGrpSpPr/>
                  <p:nvPr/>
                </p:nvGrpSpPr>
                <p:grpSpPr>
                  <a:xfrm>
                    <a:off x="5097016" y="1960265"/>
                    <a:ext cx="490191" cy="299377"/>
                    <a:chOff x="-1895336" y="1826391"/>
                    <a:chExt cx="490191" cy="299377"/>
                  </a:xfrm>
                </p:grpSpPr>
                <p:sp>
                  <p:nvSpPr>
                    <p:cNvPr id="669" name="직사각형 668"/>
                    <p:cNvSpPr/>
                    <p:nvPr/>
                  </p:nvSpPr>
                  <p:spPr>
                    <a:xfrm>
                      <a:off x="-1738570" y="1826391"/>
                      <a:ext cx="333425" cy="299377"/>
                    </a:xfrm>
                    <a:prstGeom prst="rect">
                      <a:avLst/>
                    </a:prstGeom>
                  </p:spPr>
                  <p:txBody>
                    <a:bodyPr wrap="none" lIns="0" rIns="0">
                      <a:spAutoFit/>
                    </a:bodyPr>
                    <a:lstStyle/>
                    <a:p>
                      <a:pPr>
                        <a:lnSpc>
                          <a:spcPct val="200000"/>
                        </a:lnSpc>
                      </a:pPr>
                      <a:r>
                        <a:rPr lang="en-US" altLang="ko-KR" sz="800" dirty="0" smtClean="0">
                          <a:latin typeface="+mn-ea"/>
                          <a:ea typeface="+mn-ea"/>
                        </a:rPr>
                        <a:t>TODAY</a:t>
                      </a:r>
                      <a:endParaRPr lang="en-US" altLang="ko-KR" sz="800" dirty="0">
                        <a:latin typeface="+mn-ea"/>
                        <a:ea typeface="+mn-ea"/>
                      </a:endParaRPr>
                    </a:p>
                  </p:txBody>
                </p:sp>
                <p:grpSp>
                  <p:nvGrpSpPr>
                    <p:cNvPr id="684" name="그룹 151"/>
                    <p:cNvGrpSpPr>
                      <a:grpSpLocks/>
                    </p:cNvGrpSpPr>
                    <p:nvPr/>
                  </p:nvGrpSpPr>
                  <p:grpSpPr bwMode="auto">
                    <a:xfrm>
                      <a:off x="-1895336" y="1960265"/>
                      <a:ext cx="132542" cy="105109"/>
                      <a:chOff x="4336256" y="1677263"/>
                      <a:chExt cx="152156" cy="126137"/>
                    </a:xfrm>
                  </p:grpSpPr>
                  <p:sp>
                    <p:nvSpPr>
                      <p:cNvPr id="687" name="직사각형 686"/>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692" name="1/2 액자 691"/>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637" name="그룹 636"/>
                  <p:cNvGrpSpPr/>
                  <p:nvPr/>
                </p:nvGrpSpPr>
                <p:grpSpPr>
                  <a:xfrm>
                    <a:off x="5097016" y="2173392"/>
                    <a:ext cx="361950" cy="299377"/>
                    <a:chOff x="-1895336" y="1826391"/>
                    <a:chExt cx="361950" cy="299377"/>
                  </a:xfrm>
                </p:grpSpPr>
                <p:sp>
                  <p:nvSpPr>
                    <p:cNvPr id="665" name="직사각형 664"/>
                    <p:cNvSpPr/>
                    <p:nvPr/>
                  </p:nvSpPr>
                  <p:spPr>
                    <a:xfrm>
                      <a:off x="-1738570" y="1826391"/>
                      <a:ext cx="205184" cy="299377"/>
                    </a:xfrm>
                    <a:prstGeom prst="rect">
                      <a:avLst/>
                    </a:prstGeom>
                  </p:spPr>
                  <p:txBody>
                    <a:bodyPr wrap="none" lIns="0" rIns="0">
                      <a:spAutoFit/>
                    </a:bodyPr>
                    <a:lstStyle/>
                    <a:p>
                      <a:pPr>
                        <a:lnSpc>
                          <a:spcPct val="200000"/>
                        </a:lnSpc>
                      </a:pPr>
                      <a:r>
                        <a:rPr lang="ko-KR" altLang="en-US" sz="800" dirty="0" smtClean="0">
                          <a:latin typeface="+mn-ea"/>
                          <a:ea typeface="+mn-ea"/>
                        </a:rPr>
                        <a:t>알림</a:t>
                      </a:r>
                      <a:endParaRPr lang="en-US" altLang="ko-KR" sz="800" dirty="0">
                        <a:latin typeface="+mn-ea"/>
                        <a:ea typeface="+mn-ea"/>
                      </a:endParaRPr>
                    </a:p>
                  </p:txBody>
                </p:sp>
                <p:grpSp>
                  <p:nvGrpSpPr>
                    <p:cNvPr id="666" name="그룹 151"/>
                    <p:cNvGrpSpPr>
                      <a:grpSpLocks/>
                    </p:cNvGrpSpPr>
                    <p:nvPr/>
                  </p:nvGrpSpPr>
                  <p:grpSpPr bwMode="auto">
                    <a:xfrm>
                      <a:off x="-1895336" y="1960265"/>
                      <a:ext cx="132542" cy="105109"/>
                      <a:chOff x="4336256" y="1677263"/>
                      <a:chExt cx="152156" cy="126137"/>
                    </a:xfrm>
                  </p:grpSpPr>
                  <p:sp>
                    <p:nvSpPr>
                      <p:cNvPr id="667" name="직사각형 666"/>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668" name="1/2 액자 667"/>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638" name="그룹 637"/>
                  <p:cNvGrpSpPr/>
                  <p:nvPr/>
                </p:nvGrpSpPr>
                <p:grpSpPr>
                  <a:xfrm>
                    <a:off x="5097016" y="2378596"/>
                    <a:ext cx="567135" cy="299377"/>
                    <a:chOff x="-1895336" y="1826391"/>
                    <a:chExt cx="567135" cy="299377"/>
                  </a:xfrm>
                </p:grpSpPr>
                <p:sp>
                  <p:nvSpPr>
                    <p:cNvPr id="661" name="직사각형 660"/>
                    <p:cNvSpPr/>
                    <p:nvPr/>
                  </p:nvSpPr>
                  <p:spPr>
                    <a:xfrm>
                      <a:off x="-1738570" y="1826391"/>
                      <a:ext cx="410369" cy="299377"/>
                    </a:xfrm>
                    <a:prstGeom prst="rect">
                      <a:avLst/>
                    </a:prstGeom>
                  </p:spPr>
                  <p:txBody>
                    <a:bodyPr wrap="none" lIns="0" rIns="0">
                      <a:spAutoFit/>
                    </a:bodyPr>
                    <a:lstStyle/>
                    <a:p>
                      <a:pPr>
                        <a:lnSpc>
                          <a:spcPct val="200000"/>
                        </a:lnSpc>
                      </a:pPr>
                      <a:r>
                        <a:rPr lang="ko-KR" altLang="en-US" sz="800" dirty="0" smtClean="0">
                          <a:latin typeface="+mn-ea"/>
                          <a:ea typeface="+mn-ea"/>
                        </a:rPr>
                        <a:t>공지사항</a:t>
                      </a:r>
                      <a:endParaRPr lang="en-US" altLang="ko-KR" sz="800" dirty="0">
                        <a:latin typeface="+mn-ea"/>
                        <a:ea typeface="+mn-ea"/>
                      </a:endParaRPr>
                    </a:p>
                  </p:txBody>
                </p:sp>
                <p:grpSp>
                  <p:nvGrpSpPr>
                    <p:cNvPr id="662" name="그룹 151"/>
                    <p:cNvGrpSpPr>
                      <a:grpSpLocks/>
                    </p:cNvGrpSpPr>
                    <p:nvPr/>
                  </p:nvGrpSpPr>
                  <p:grpSpPr bwMode="auto">
                    <a:xfrm>
                      <a:off x="-1895336" y="1960265"/>
                      <a:ext cx="132542" cy="105109"/>
                      <a:chOff x="4336256" y="1677263"/>
                      <a:chExt cx="152156" cy="126137"/>
                    </a:xfrm>
                  </p:grpSpPr>
                  <p:sp>
                    <p:nvSpPr>
                      <p:cNvPr id="663" name="직사각형 662"/>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664" name="1/2 액자 663"/>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639" name="그룹 638"/>
                  <p:cNvGrpSpPr/>
                  <p:nvPr/>
                </p:nvGrpSpPr>
                <p:grpSpPr>
                  <a:xfrm>
                    <a:off x="5097016" y="2591723"/>
                    <a:ext cx="911781" cy="299377"/>
                    <a:chOff x="-1895336" y="1826391"/>
                    <a:chExt cx="911781" cy="299377"/>
                  </a:xfrm>
                </p:grpSpPr>
                <p:sp>
                  <p:nvSpPr>
                    <p:cNvPr id="657" name="직사각형 656"/>
                    <p:cNvSpPr/>
                    <p:nvPr/>
                  </p:nvSpPr>
                  <p:spPr>
                    <a:xfrm>
                      <a:off x="-1738570" y="1826391"/>
                      <a:ext cx="755015" cy="299377"/>
                    </a:xfrm>
                    <a:prstGeom prst="rect">
                      <a:avLst/>
                    </a:prstGeom>
                  </p:spPr>
                  <p:txBody>
                    <a:bodyPr wrap="none" lIns="0" rIns="0">
                      <a:spAutoFit/>
                    </a:bodyPr>
                    <a:lstStyle/>
                    <a:p>
                      <a:pPr>
                        <a:lnSpc>
                          <a:spcPct val="200000"/>
                        </a:lnSpc>
                      </a:pPr>
                      <a:r>
                        <a:rPr lang="ko-KR" altLang="en-US" sz="800" dirty="0" smtClean="0">
                          <a:latin typeface="+mn-ea"/>
                          <a:ea typeface="+mn-ea"/>
                        </a:rPr>
                        <a:t>이달의 학사일정</a:t>
                      </a:r>
                      <a:endParaRPr lang="en-US" altLang="ko-KR" sz="800" dirty="0">
                        <a:latin typeface="+mn-ea"/>
                        <a:ea typeface="+mn-ea"/>
                      </a:endParaRPr>
                    </a:p>
                  </p:txBody>
                </p:sp>
                <p:grpSp>
                  <p:nvGrpSpPr>
                    <p:cNvPr id="658" name="그룹 151"/>
                    <p:cNvGrpSpPr>
                      <a:grpSpLocks/>
                    </p:cNvGrpSpPr>
                    <p:nvPr/>
                  </p:nvGrpSpPr>
                  <p:grpSpPr bwMode="auto">
                    <a:xfrm>
                      <a:off x="-1895336" y="1960265"/>
                      <a:ext cx="132542" cy="105109"/>
                      <a:chOff x="4336256" y="1677263"/>
                      <a:chExt cx="152156" cy="126137"/>
                    </a:xfrm>
                  </p:grpSpPr>
                  <p:sp>
                    <p:nvSpPr>
                      <p:cNvPr id="659" name="직사각형 658"/>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660" name="1/2 액자 659"/>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640" name="그룹 639"/>
                  <p:cNvGrpSpPr/>
                  <p:nvPr/>
                </p:nvGrpSpPr>
                <p:grpSpPr>
                  <a:xfrm>
                    <a:off x="5097016" y="2805311"/>
                    <a:ext cx="629652" cy="299377"/>
                    <a:chOff x="-1895336" y="1826391"/>
                    <a:chExt cx="629652" cy="299377"/>
                  </a:xfrm>
                </p:grpSpPr>
                <p:sp>
                  <p:nvSpPr>
                    <p:cNvPr id="653" name="직사각형 652"/>
                    <p:cNvSpPr/>
                    <p:nvPr/>
                  </p:nvSpPr>
                  <p:spPr>
                    <a:xfrm>
                      <a:off x="-1738570" y="1826391"/>
                      <a:ext cx="472886" cy="299377"/>
                    </a:xfrm>
                    <a:prstGeom prst="rect">
                      <a:avLst/>
                    </a:prstGeom>
                  </p:spPr>
                  <p:txBody>
                    <a:bodyPr wrap="none" lIns="0" rIns="0">
                      <a:spAutoFit/>
                    </a:bodyPr>
                    <a:lstStyle/>
                    <a:p>
                      <a:pPr>
                        <a:lnSpc>
                          <a:spcPct val="200000"/>
                        </a:lnSpc>
                      </a:pPr>
                      <a:r>
                        <a:rPr lang="ko-KR" altLang="en-US" sz="800" dirty="0" smtClean="0">
                          <a:latin typeface="+mn-ea"/>
                          <a:ea typeface="+mn-ea"/>
                        </a:rPr>
                        <a:t>강의</a:t>
                      </a:r>
                      <a:r>
                        <a:rPr lang="en-US" altLang="ko-KR" sz="800" dirty="0" smtClean="0">
                          <a:latin typeface="+mn-ea"/>
                          <a:ea typeface="+mn-ea"/>
                        </a:rPr>
                        <a:t>Q&amp;A</a:t>
                      </a:r>
                      <a:r>
                        <a:rPr lang="ko-KR" altLang="en-US" sz="800" dirty="0" smtClean="0">
                          <a:latin typeface="+mn-ea"/>
                          <a:ea typeface="+mn-ea"/>
                        </a:rPr>
                        <a:t> </a:t>
                      </a:r>
                      <a:endParaRPr lang="en-US" altLang="ko-KR" sz="800" dirty="0">
                        <a:latin typeface="+mn-ea"/>
                        <a:ea typeface="+mn-ea"/>
                      </a:endParaRPr>
                    </a:p>
                  </p:txBody>
                </p:sp>
                <p:grpSp>
                  <p:nvGrpSpPr>
                    <p:cNvPr id="654" name="그룹 151"/>
                    <p:cNvGrpSpPr>
                      <a:grpSpLocks/>
                    </p:cNvGrpSpPr>
                    <p:nvPr/>
                  </p:nvGrpSpPr>
                  <p:grpSpPr bwMode="auto">
                    <a:xfrm>
                      <a:off x="-1895336" y="1960265"/>
                      <a:ext cx="132542" cy="105109"/>
                      <a:chOff x="4336256" y="1677263"/>
                      <a:chExt cx="152156" cy="126137"/>
                    </a:xfrm>
                  </p:grpSpPr>
                  <p:sp>
                    <p:nvSpPr>
                      <p:cNvPr id="655" name="직사각형 654"/>
                      <p:cNvSpPr/>
                      <p:nvPr/>
                    </p:nvSpPr>
                    <p:spPr bwMode="auto">
                      <a:xfrm>
                        <a:off x="4336256" y="1677263"/>
                        <a:ext cx="126221" cy="126137"/>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656" name="1/2 액자 655"/>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641" name="그룹 640"/>
                  <p:cNvGrpSpPr/>
                  <p:nvPr/>
                </p:nvGrpSpPr>
                <p:grpSpPr>
                  <a:xfrm>
                    <a:off x="5097016" y="3018438"/>
                    <a:ext cx="706597" cy="299377"/>
                    <a:chOff x="-1895336" y="1826391"/>
                    <a:chExt cx="706597" cy="299377"/>
                  </a:xfrm>
                </p:grpSpPr>
                <p:sp>
                  <p:nvSpPr>
                    <p:cNvPr id="649" name="직사각형 648"/>
                    <p:cNvSpPr/>
                    <p:nvPr/>
                  </p:nvSpPr>
                  <p:spPr>
                    <a:xfrm>
                      <a:off x="-1738570" y="1826391"/>
                      <a:ext cx="549831" cy="299377"/>
                    </a:xfrm>
                    <a:prstGeom prst="rect">
                      <a:avLst/>
                    </a:prstGeom>
                  </p:spPr>
                  <p:txBody>
                    <a:bodyPr wrap="none" lIns="0" rIns="0">
                      <a:spAutoFit/>
                    </a:bodyPr>
                    <a:lstStyle/>
                    <a:p>
                      <a:pPr>
                        <a:lnSpc>
                          <a:spcPct val="200000"/>
                        </a:lnSpc>
                      </a:pPr>
                      <a:r>
                        <a:rPr lang="ko-KR" altLang="en-US" sz="800" dirty="0" smtClean="0">
                          <a:latin typeface="+mn-ea"/>
                          <a:ea typeface="+mn-ea"/>
                        </a:rPr>
                        <a:t>강의자료실 </a:t>
                      </a:r>
                      <a:endParaRPr lang="en-US" altLang="ko-KR" sz="800" dirty="0">
                        <a:latin typeface="+mn-ea"/>
                        <a:ea typeface="+mn-ea"/>
                      </a:endParaRPr>
                    </a:p>
                  </p:txBody>
                </p:sp>
                <p:grpSp>
                  <p:nvGrpSpPr>
                    <p:cNvPr id="650" name="그룹 151"/>
                    <p:cNvGrpSpPr>
                      <a:grpSpLocks/>
                    </p:cNvGrpSpPr>
                    <p:nvPr/>
                  </p:nvGrpSpPr>
                  <p:grpSpPr bwMode="auto">
                    <a:xfrm>
                      <a:off x="-1895336" y="1960265"/>
                      <a:ext cx="132542" cy="105109"/>
                      <a:chOff x="4336256" y="1677263"/>
                      <a:chExt cx="152156" cy="126137"/>
                    </a:xfrm>
                  </p:grpSpPr>
                  <p:sp>
                    <p:nvSpPr>
                      <p:cNvPr id="651" name="직사각형 650"/>
                      <p:cNvSpPr/>
                      <p:nvPr/>
                    </p:nvSpPr>
                    <p:spPr bwMode="auto">
                      <a:xfrm>
                        <a:off x="4336256" y="1677263"/>
                        <a:ext cx="126221" cy="126137"/>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652" name="1/2 액자 651"/>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642" name="그룹 641"/>
                  <p:cNvGrpSpPr/>
                  <p:nvPr/>
                </p:nvGrpSpPr>
                <p:grpSpPr>
                  <a:xfrm>
                    <a:off x="5097016" y="3242692"/>
                    <a:ext cx="809189" cy="299377"/>
                    <a:chOff x="-1895336" y="1826391"/>
                    <a:chExt cx="809189" cy="299377"/>
                  </a:xfrm>
                </p:grpSpPr>
                <p:sp>
                  <p:nvSpPr>
                    <p:cNvPr id="645" name="직사각형 644"/>
                    <p:cNvSpPr/>
                    <p:nvPr/>
                  </p:nvSpPr>
                  <p:spPr>
                    <a:xfrm>
                      <a:off x="-1738570" y="1826391"/>
                      <a:ext cx="652423" cy="299377"/>
                    </a:xfrm>
                    <a:prstGeom prst="rect">
                      <a:avLst/>
                    </a:prstGeom>
                  </p:spPr>
                  <p:txBody>
                    <a:bodyPr wrap="none" lIns="0" rIns="0">
                      <a:spAutoFit/>
                    </a:bodyPr>
                    <a:lstStyle/>
                    <a:p>
                      <a:pPr>
                        <a:lnSpc>
                          <a:spcPct val="200000"/>
                        </a:lnSpc>
                      </a:pPr>
                      <a:r>
                        <a:rPr lang="ko-KR" altLang="en-US" sz="800" dirty="0" smtClean="0">
                          <a:latin typeface="+mn-ea"/>
                          <a:ea typeface="+mn-ea"/>
                        </a:rPr>
                        <a:t>강의이어듣기 </a:t>
                      </a:r>
                      <a:endParaRPr lang="en-US" altLang="ko-KR" sz="800" dirty="0">
                        <a:latin typeface="+mn-ea"/>
                        <a:ea typeface="+mn-ea"/>
                      </a:endParaRPr>
                    </a:p>
                  </p:txBody>
                </p:sp>
                <p:grpSp>
                  <p:nvGrpSpPr>
                    <p:cNvPr id="646" name="그룹 151"/>
                    <p:cNvGrpSpPr>
                      <a:grpSpLocks/>
                    </p:cNvGrpSpPr>
                    <p:nvPr/>
                  </p:nvGrpSpPr>
                  <p:grpSpPr bwMode="auto">
                    <a:xfrm>
                      <a:off x="-1895336" y="1960265"/>
                      <a:ext cx="132542" cy="105109"/>
                      <a:chOff x="4336256" y="1677263"/>
                      <a:chExt cx="152156" cy="126137"/>
                    </a:xfrm>
                  </p:grpSpPr>
                  <p:sp>
                    <p:nvSpPr>
                      <p:cNvPr id="647" name="직사각형 646"/>
                      <p:cNvSpPr/>
                      <p:nvPr/>
                    </p:nvSpPr>
                    <p:spPr bwMode="auto">
                      <a:xfrm>
                        <a:off x="4336256" y="1677263"/>
                        <a:ext cx="126221" cy="126137"/>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648" name="1/2 액자 647"/>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grpSp>
              <p:nvGrpSpPr>
                <p:cNvPr id="576" name="그룹 575"/>
                <p:cNvGrpSpPr/>
                <p:nvPr/>
              </p:nvGrpSpPr>
              <p:grpSpPr>
                <a:xfrm>
                  <a:off x="6278223" y="1801291"/>
                  <a:ext cx="650545" cy="2009901"/>
                  <a:chOff x="6278223" y="1801291"/>
                  <a:chExt cx="650545" cy="2009901"/>
                </a:xfrm>
              </p:grpSpPr>
              <p:grpSp>
                <p:nvGrpSpPr>
                  <p:cNvPr id="581" name="그룹 580"/>
                  <p:cNvGrpSpPr/>
                  <p:nvPr/>
                </p:nvGrpSpPr>
                <p:grpSpPr>
                  <a:xfrm>
                    <a:off x="6278223" y="1801291"/>
                    <a:ext cx="650545" cy="2009901"/>
                    <a:chOff x="8226959" y="1787743"/>
                    <a:chExt cx="650545" cy="2009901"/>
                  </a:xfrm>
                </p:grpSpPr>
                <p:grpSp>
                  <p:nvGrpSpPr>
                    <p:cNvPr id="607" name="그룹 606"/>
                    <p:cNvGrpSpPr/>
                    <p:nvPr/>
                  </p:nvGrpSpPr>
                  <p:grpSpPr>
                    <a:xfrm>
                      <a:off x="8226959" y="1787743"/>
                      <a:ext cx="650545" cy="2009901"/>
                      <a:chOff x="2295865" y="1789860"/>
                      <a:chExt cx="650545" cy="2009901"/>
                    </a:xfrm>
                  </p:grpSpPr>
                  <p:sp>
                    <p:nvSpPr>
                      <p:cNvPr id="609" name="직사각형 608"/>
                      <p:cNvSpPr/>
                      <p:nvPr/>
                    </p:nvSpPr>
                    <p:spPr>
                      <a:xfrm>
                        <a:off x="2295865" y="1965665"/>
                        <a:ext cx="648000" cy="1834096"/>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t"/>
                      <a:lstStyle/>
                      <a:p>
                        <a:pPr>
                          <a:lnSpc>
                            <a:spcPct val="150000"/>
                          </a:lnSpc>
                        </a:pPr>
                        <a:r>
                          <a:rPr lang="ko-KR" altLang="en-US" sz="800" dirty="0" smtClean="0">
                            <a:solidFill>
                              <a:schemeClr val="tx1"/>
                            </a:solidFill>
                            <a:latin typeface="+mn-ea"/>
                          </a:rPr>
                          <a:t> </a:t>
                        </a:r>
                        <a:r>
                          <a:rPr lang="en-US" altLang="ko-KR" sz="800" dirty="0" smtClean="0">
                            <a:solidFill>
                              <a:schemeClr val="tx1"/>
                            </a:solidFill>
                            <a:latin typeface="+mn-ea"/>
                          </a:rPr>
                          <a:t> </a:t>
                        </a:r>
                        <a:r>
                          <a:rPr lang="ko-KR" altLang="en-US" sz="800" dirty="0" smtClean="0">
                            <a:solidFill>
                              <a:schemeClr val="tx1"/>
                            </a:solidFill>
                            <a:latin typeface="+mn-ea"/>
                          </a:rPr>
                          <a:t>기본</a:t>
                        </a:r>
                        <a:endParaRPr lang="en-US" altLang="ko-KR" sz="800" dirty="0" smtClean="0">
                          <a:solidFill>
                            <a:schemeClr val="tx1"/>
                          </a:solidFill>
                          <a:latin typeface="+mn-ea"/>
                        </a:endParaRPr>
                      </a:p>
                      <a:p>
                        <a:pPr>
                          <a:lnSpc>
                            <a:spcPct val="150000"/>
                          </a:lnSpc>
                        </a:pPr>
                        <a:r>
                          <a:rPr lang="en-US" altLang="ko-KR" sz="800" dirty="0">
                            <a:solidFill>
                              <a:schemeClr val="tx1"/>
                            </a:solidFill>
                            <a:latin typeface="+mn-ea"/>
                          </a:rPr>
                          <a:t> </a:t>
                        </a:r>
                        <a:r>
                          <a:rPr lang="ko-KR" altLang="en-US" sz="800" dirty="0" smtClean="0">
                            <a:solidFill>
                              <a:schemeClr val="tx1"/>
                            </a:solidFill>
                            <a:latin typeface="+mn-ea"/>
                          </a:rPr>
                          <a:t>블루</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민트</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오렌지</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레드</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퍼플</a:t>
                        </a:r>
                        <a:endParaRPr lang="en-US" altLang="ko-KR" sz="800" dirty="0" smtClean="0">
                          <a:solidFill>
                            <a:schemeClr val="tx1"/>
                          </a:solidFill>
                          <a:latin typeface="+mn-ea"/>
                        </a:endParaRPr>
                      </a:p>
                      <a:p>
                        <a:pPr>
                          <a:lnSpc>
                            <a:spcPct val="150000"/>
                          </a:lnSpc>
                        </a:pPr>
                        <a:endParaRPr lang="en-US" altLang="ko-KR" sz="800" dirty="0">
                          <a:solidFill>
                            <a:schemeClr val="tx1"/>
                          </a:solidFill>
                          <a:latin typeface="+mn-ea"/>
                        </a:endParaRPr>
                      </a:p>
                      <a:p>
                        <a:pPr>
                          <a:lnSpc>
                            <a:spcPct val="150000"/>
                          </a:lnSpc>
                        </a:pPr>
                        <a:endParaRPr lang="en-US" altLang="ko-KR" sz="800" dirty="0" smtClean="0">
                          <a:solidFill>
                            <a:schemeClr val="tx1"/>
                          </a:solidFill>
                          <a:latin typeface="+mn-ea"/>
                        </a:endParaRPr>
                      </a:p>
                    </p:txBody>
                  </p:sp>
                  <p:grpSp>
                    <p:nvGrpSpPr>
                      <p:cNvPr id="610" name="그룹 609"/>
                      <p:cNvGrpSpPr/>
                      <p:nvPr/>
                    </p:nvGrpSpPr>
                    <p:grpSpPr>
                      <a:xfrm>
                        <a:off x="2298410" y="1789860"/>
                        <a:ext cx="648000" cy="215444"/>
                        <a:chOff x="992560" y="4484834"/>
                        <a:chExt cx="648000" cy="215444"/>
                      </a:xfrm>
                    </p:grpSpPr>
                    <p:sp>
                      <p:nvSpPr>
                        <p:cNvPr id="611" name="직사각형 610"/>
                        <p:cNvSpPr/>
                        <p:nvPr/>
                      </p:nvSpPr>
                      <p:spPr>
                        <a:xfrm>
                          <a:off x="992560" y="4492524"/>
                          <a:ext cx="648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34" name="직사각형 633"/>
                        <p:cNvSpPr/>
                        <p:nvPr/>
                      </p:nvSpPr>
                      <p:spPr>
                        <a:xfrm>
                          <a:off x="1018900" y="4484834"/>
                          <a:ext cx="595035" cy="215444"/>
                        </a:xfrm>
                        <a:prstGeom prst="rect">
                          <a:avLst/>
                        </a:prstGeom>
                      </p:spPr>
                      <p:txBody>
                        <a:bodyPr wrap="none">
                          <a:spAutoFit/>
                        </a:bodyPr>
                        <a:lstStyle/>
                        <a:p>
                          <a:pPr algn="ctr"/>
                          <a:r>
                            <a:rPr lang="ko-KR" altLang="en-US" sz="800" dirty="0" smtClean="0">
                              <a:solidFill>
                                <a:schemeClr val="bg1"/>
                              </a:solidFill>
                              <a:latin typeface="+mn-ea"/>
                              <a:ea typeface="+mn-ea"/>
                            </a:rPr>
                            <a:t>칼라선택</a:t>
                          </a:r>
                          <a:endParaRPr lang="ko-KR" altLang="en-US" sz="800" dirty="0">
                            <a:solidFill>
                              <a:schemeClr val="bg1"/>
                            </a:solidFill>
                            <a:latin typeface="+mn-ea"/>
                            <a:ea typeface="+mn-ea"/>
                          </a:endParaRPr>
                        </a:p>
                      </p:txBody>
                    </p:sp>
                  </p:grpSp>
                </p:grpSp>
                <p:sp>
                  <p:nvSpPr>
                    <p:cNvPr id="608" name="타원 607"/>
                    <p:cNvSpPr/>
                    <p:nvPr/>
                  </p:nvSpPr>
                  <p:spPr bwMode="auto">
                    <a:xfrm>
                      <a:off x="8264309" y="2060856"/>
                      <a:ext cx="72000" cy="72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585" name="타원 584"/>
                  <p:cNvSpPr/>
                  <p:nvPr/>
                </p:nvSpPr>
                <p:spPr bwMode="auto">
                  <a:xfrm>
                    <a:off x="6311627" y="2267355"/>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589" name="타원 588"/>
                  <p:cNvSpPr/>
                  <p:nvPr/>
                </p:nvSpPr>
                <p:spPr bwMode="auto">
                  <a:xfrm>
                    <a:off x="6311627" y="2454804"/>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04" name="타원 603"/>
                  <p:cNvSpPr/>
                  <p:nvPr/>
                </p:nvSpPr>
                <p:spPr bwMode="auto">
                  <a:xfrm>
                    <a:off x="6311627" y="2626254"/>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05" name="타원 604"/>
                  <p:cNvSpPr/>
                  <p:nvPr/>
                </p:nvSpPr>
                <p:spPr bwMode="auto">
                  <a:xfrm>
                    <a:off x="6311627" y="2814844"/>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06" name="타원 605"/>
                  <p:cNvSpPr/>
                  <p:nvPr/>
                </p:nvSpPr>
                <p:spPr bwMode="auto">
                  <a:xfrm>
                    <a:off x="6311627" y="2987435"/>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577" name="모서리가 둥근 직사각형 576"/>
                <p:cNvSpPr/>
                <p:nvPr/>
              </p:nvSpPr>
              <p:spPr>
                <a:xfrm>
                  <a:off x="5620122" y="4037449"/>
                  <a:ext cx="360000" cy="180000"/>
                </a:xfrm>
                <a:prstGeom prst="roundRect">
                  <a:avLst/>
                </a:prstGeom>
                <a:solidFill>
                  <a:srgbClr val="00B0F0"/>
                </a:solidFill>
                <a:ln w="317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78" name="모서리가 둥근 직사각형 577"/>
                <p:cNvSpPr/>
                <p:nvPr/>
              </p:nvSpPr>
              <p:spPr>
                <a:xfrm>
                  <a:off x="6035598" y="4041368"/>
                  <a:ext cx="360000" cy="180000"/>
                </a:xfrm>
                <a:prstGeom prst="round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579"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8819" y="386343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0" name="직사각형 579"/>
                <p:cNvSpPr/>
                <p:nvPr/>
              </p:nvSpPr>
              <p:spPr>
                <a:xfrm>
                  <a:off x="5049391" y="3832875"/>
                  <a:ext cx="2018501" cy="200055"/>
                </a:xfrm>
                <a:prstGeom prst="rect">
                  <a:avLst/>
                </a:prstGeom>
              </p:spPr>
              <p:txBody>
                <a:bodyPr wrap="none">
                  <a:spAutoFit/>
                </a:bodyPr>
                <a:lstStyle/>
                <a:p>
                  <a:r>
                    <a:rPr lang="ko-KR" altLang="en-US" sz="700" dirty="0" smtClean="0">
                      <a:solidFill>
                        <a:schemeClr val="tx1">
                          <a:lumMod val="65000"/>
                          <a:lumOff val="35000"/>
                        </a:schemeClr>
                      </a:solidFill>
                      <a:latin typeface="+mn-ea"/>
                      <a:ea typeface="+mn-ea"/>
                    </a:rPr>
                    <a:t>드래그하여 위젯을 원하는 위치로 이동하세요</a:t>
                  </a:r>
                  <a:endParaRPr lang="ko-KR" altLang="en-US" sz="700" dirty="0">
                    <a:solidFill>
                      <a:schemeClr val="tx1">
                        <a:lumMod val="65000"/>
                        <a:lumOff val="35000"/>
                      </a:schemeClr>
                    </a:solidFill>
                    <a:latin typeface="+mn-ea"/>
                    <a:ea typeface="+mn-ea"/>
                  </a:endParaRPr>
                </a:p>
              </p:txBody>
            </p:sp>
          </p:grpSp>
        </p:grpSp>
        <p:sp>
          <p:nvSpPr>
            <p:cNvPr id="765" name="직사각형 764"/>
            <p:cNvSpPr/>
            <p:nvPr/>
          </p:nvSpPr>
          <p:spPr>
            <a:xfrm>
              <a:off x="5287690" y="3518238"/>
              <a:ext cx="447238" cy="299377"/>
            </a:xfrm>
            <a:prstGeom prst="rect">
              <a:avLst/>
            </a:prstGeom>
          </p:spPr>
          <p:txBody>
            <a:bodyPr wrap="none" lIns="0" rIns="0">
              <a:spAutoFit/>
            </a:bodyPr>
            <a:lstStyle/>
            <a:p>
              <a:pPr>
                <a:lnSpc>
                  <a:spcPct val="200000"/>
                </a:lnSpc>
              </a:pPr>
              <a:r>
                <a:rPr lang="ko-KR" altLang="en-US" sz="800" dirty="0" smtClean="0">
                  <a:latin typeface="+mn-ea"/>
                  <a:ea typeface="+mn-ea"/>
                </a:rPr>
                <a:t>강의목록 </a:t>
              </a:r>
              <a:endParaRPr lang="en-US" altLang="ko-KR" sz="800" dirty="0">
                <a:latin typeface="+mn-ea"/>
                <a:ea typeface="+mn-ea"/>
              </a:endParaRPr>
            </a:p>
          </p:txBody>
        </p:sp>
        <p:sp>
          <p:nvSpPr>
            <p:cNvPr id="767" name="직사각형 766"/>
            <p:cNvSpPr/>
            <p:nvPr/>
          </p:nvSpPr>
          <p:spPr bwMode="auto">
            <a:xfrm>
              <a:off x="5130924" y="3652112"/>
              <a:ext cx="109950" cy="105109"/>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768" name="1/2 액자 767"/>
            <p:cNvSpPr/>
            <p:nvPr/>
          </p:nvSpPr>
          <p:spPr bwMode="auto">
            <a:xfrm rot="13500000">
              <a:off x="5185938" y="3624166"/>
              <a:ext cx="48955" cy="121998"/>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nvGrpSpPr>
          <p:cNvPr id="445" name="그룹 444"/>
          <p:cNvGrpSpPr/>
          <p:nvPr/>
        </p:nvGrpSpPr>
        <p:grpSpPr>
          <a:xfrm>
            <a:off x="8626836" y="1318637"/>
            <a:ext cx="234360" cy="200055"/>
            <a:chOff x="1152270" y="11706839"/>
            <a:chExt cx="234360" cy="200055"/>
          </a:xfrm>
        </p:grpSpPr>
        <p:sp>
          <p:nvSpPr>
            <p:cNvPr id="449" name="모서리가 둥근 직사각형 44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4" name="직사각형 4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65" name="그룹 464"/>
          <p:cNvGrpSpPr/>
          <p:nvPr/>
        </p:nvGrpSpPr>
        <p:grpSpPr>
          <a:xfrm>
            <a:off x="5622478" y="1485584"/>
            <a:ext cx="3761110" cy="261068"/>
            <a:chOff x="5622478" y="1485584"/>
            <a:chExt cx="3761110" cy="261068"/>
          </a:xfrm>
        </p:grpSpPr>
        <p:grpSp>
          <p:nvGrpSpPr>
            <p:cNvPr id="466" name="그룹 465"/>
            <p:cNvGrpSpPr/>
            <p:nvPr/>
          </p:nvGrpSpPr>
          <p:grpSpPr>
            <a:xfrm>
              <a:off x="5622478" y="1579923"/>
              <a:ext cx="3761110" cy="166729"/>
              <a:chOff x="5665911" y="1579923"/>
              <a:chExt cx="3761110" cy="166729"/>
            </a:xfrm>
          </p:grpSpPr>
          <p:pic>
            <p:nvPicPr>
              <p:cNvPr id="473"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3"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6"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94" name="그룹 493"/>
              <p:cNvGrpSpPr/>
              <p:nvPr/>
            </p:nvGrpSpPr>
            <p:grpSpPr>
              <a:xfrm>
                <a:off x="5665911" y="1583291"/>
                <a:ext cx="648000" cy="162000"/>
                <a:chOff x="4953000" y="2780928"/>
                <a:chExt cx="648000" cy="162000"/>
              </a:xfrm>
            </p:grpSpPr>
            <p:sp>
              <p:nvSpPr>
                <p:cNvPr id="498" name="모서리가 둥근 직사각형 497"/>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99" name="Picture 10"/>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7" name="모서리가 둥근 직사각형 496"/>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469" name="타원 468"/>
            <p:cNvSpPr/>
            <p:nvPr/>
          </p:nvSpPr>
          <p:spPr bwMode="auto">
            <a:xfrm>
              <a:off x="870937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aphicFrame>
        <p:nvGraphicFramePr>
          <p:cNvPr id="522" name="표 521"/>
          <p:cNvGraphicFramePr>
            <a:graphicFrameLocks noGrp="1"/>
          </p:cNvGraphicFramePr>
          <p:nvPr>
            <p:extLst>
              <p:ext uri="{D42A27DB-BD31-4B8C-83A1-F6EECF244321}">
                <p14:modId xmlns:p14="http://schemas.microsoft.com/office/powerpoint/2010/main" val="2876397140"/>
              </p:ext>
            </p:extLst>
          </p:nvPr>
        </p:nvGraphicFramePr>
        <p:xfrm>
          <a:off x="3048838" y="2147608"/>
          <a:ext cx="1328098" cy="1108600"/>
        </p:xfrm>
        <a:graphic>
          <a:graphicData uri="http://schemas.openxmlformats.org/drawingml/2006/table">
            <a:tbl>
              <a:tblPr firstRow="1" bandRow="1">
                <a:tableStyleId>{5C22544A-7EE6-4342-B048-85BDC9FD1C3A}</a:tableStyleId>
              </a:tblPr>
              <a:tblGrid>
                <a:gridCol w="747713"/>
                <a:gridCol w="580385"/>
              </a:tblGrid>
              <a:tr h="221720">
                <a:tc>
                  <a:txBody>
                    <a:bodyPr/>
                    <a:lstStyle/>
                    <a:p>
                      <a:pPr algn="l" latinLnBrk="1"/>
                      <a:r>
                        <a:rPr lang="en-US" altLang="ko-KR" sz="800" b="0" dirty="0" smtClean="0">
                          <a:solidFill>
                            <a:schemeClr val="tx1">
                              <a:lumMod val="75000"/>
                              <a:lumOff val="25000"/>
                            </a:schemeClr>
                          </a:solidFill>
                          <a:latin typeface="+mn-ea"/>
                          <a:ea typeface="+mn-ea"/>
                        </a:rPr>
                        <a:t>Today</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0" dirty="0" smtClean="0">
                          <a:solidFill>
                            <a:schemeClr val="tx1">
                              <a:lumMod val="50000"/>
                              <a:lumOff val="50000"/>
                            </a:schemeClr>
                          </a:solidFill>
                          <a:latin typeface="+mn-ea"/>
                          <a:ea typeface="+mn-ea"/>
                        </a:rPr>
                        <a:t>2025.05.20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접속</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37</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250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err="1" smtClean="0">
                          <a:solidFill>
                            <a:schemeClr val="tx1">
                              <a:lumMod val="75000"/>
                              <a:lumOff val="25000"/>
                            </a:schemeClr>
                          </a:solidFill>
                          <a:latin typeface="+mn-ea"/>
                          <a:ea typeface="+mn-ea"/>
                        </a:rPr>
                        <a:t>결시신청신청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2</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10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장애인지원신청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5</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성적이의신청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a:t>
                      </a:r>
                      <a:r>
                        <a:rPr lang="en-US" altLang="ko-KR" sz="750" b="0" baseline="0" dirty="0" smtClean="0">
                          <a:solidFill>
                            <a:schemeClr val="tx1">
                              <a:lumMod val="75000"/>
                              <a:lumOff val="25000"/>
                            </a:schemeClr>
                          </a:solidFill>
                          <a:latin typeface="+mn-ea"/>
                          <a:ea typeface="+mn-ea"/>
                        </a:rPr>
                        <a:t> </a:t>
                      </a:r>
                      <a:r>
                        <a:rPr lang="en-US" altLang="ko-KR" sz="750" b="0" baseline="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414" name="그룹 413"/>
          <p:cNvGrpSpPr/>
          <p:nvPr/>
        </p:nvGrpSpPr>
        <p:grpSpPr>
          <a:xfrm>
            <a:off x="626748" y="2104281"/>
            <a:ext cx="1245456" cy="3960440"/>
            <a:chOff x="626748" y="2104281"/>
            <a:chExt cx="1245456" cy="3960440"/>
          </a:xfrm>
        </p:grpSpPr>
        <p:grpSp>
          <p:nvGrpSpPr>
            <p:cNvPr id="415" name="그룹 414"/>
            <p:cNvGrpSpPr/>
            <p:nvPr/>
          </p:nvGrpSpPr>
          <p:grpSpPr>
            <a:xfrm>
              <a:off x="629956" y="3318264"/>
              <a:ext cx="1188000" cy="180000"/>
              <a:chOff x="666428" y="3785432"/>
              <a:chExt cx="1188000" cy="180000"/>
            </a:xfrm>
          </p:grpSpPr>
          <p:sp>
            <p:nvSpPr>
              <p:cNvPr id="543" name="모서리가 둥근 직사각형 54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547"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6" name="그룹 415"/>
            <p:cNvGrpSpPr/>
            <p:nvPr/>
          </p:nvGrpSpPr>
          <p:grpSpPr>
            <a:xfrm>
              <a:off x="629956" y="3568824"/>
              <a:ext cx="1188000" cy="180000"/>
              <a:chOff x="666428" y="4310612"/>
              <a:chExt cx="1188000" cy="180000"/>
            </a:xfrm>
          </p:grpSpPr>
          <p:sp>
            <p:nvSpPr>
              <p:cNvPr id="541" name="모서리가 둥근 직사각형 54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54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7" name="그룹 416"/>
            <p:cNvGrpSpPr/>
            <p:nvPr/>
          </p:nvGrpSpPr>
          <p:grpSpPr>
            <a:xfrm>
              <a:off x="629955" y="3042501"/>
              <a:ext cx="1188000" cy="180000"/>
              <a:chOff x="666427" y="3266516"/>
              <a:chExt cx="1188000" cy="180000"/>
            </a:xfrm>
          </p:grpSpPr>
          <p:sp>
            <p:nvSpPr>
              <p:cNvPr id="526" name="모서리가 둥근 직사각형 52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53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8" name="그룹 417"/>
            <p:cNvGrpSpPr/>
            <p:nvPr/>
          </p:nvGrpSpPr>
          <p:grpSpPr>
            <a:xfrm>
              <a:off x="629956" y="4106828"/>
              <a:ext cx="1188000" cy="180000"/>
              <a:chOff x="666428" y="4570824"/>
              <a:chExt cx="1188000" cy="180000"/>
            </a:xfrm>
          </p:grpSpPr>
          <p:sp>
            <p:nvSpPr>
              <p:cNvPr id="524" name="모서리가 둥근 직사각형 52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52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9" name="그룹 418"/>
            <p:cNvGrpSpPr/>
            <p:nvPr/>
          </p:nvGrpSpPr>
          <p:grpSpPr>
            <a:xfrm>
              <a:off x="629956" y="5568923"/>
              <a:ext cx="1188000" cy="180000"/>
              <a:chOff x="666428" y="5096004"/>
              <a:chExt cx="1188000" cy="180000"/>
            </a:xfrm>
          </p:grpSpPr>
          <p:sp>
            <p:nvSpPr>
              <p:cNvPr id="478" name="모서리가 둥근 직사각형 47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523"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1" name="그룹 420"/>
            <p:cNvGrpSpPr/>
            <p:nvPr/>
          </p:nvGrpSpPr>
          <p:grpSpPr>
            <a:xfrm>
              <a:off x="631150" y="4387873"/>
              <a:ext cx="1188000" cy="180000"/>
              <a:chOff x="666428" y="4570824"/>
              <a:chExt cx="1188000" cy="180000"/>
            </a:xfrm>
          </p:grpSpPr>
          <p:sp>
            <p:nvSpPr>
              <p:cNvPr id="464" name="모서리가 둥근 직사각형 46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467"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2" name="그룹 421"/>
            <p:cNvGrpSpPr/>
            <p:nvPr/>
          </p:nvGrpSpPr>
          <p:grpSpPr>
            <a:xfrm>
              <a:off x="629956" y="4675443"/>
              <a:ext cx="1188000" cy="180000"/>
              <a:chOff x="666428" y="4310612"/>
              <a:chExt cx="1188000" cy="180000"/>
            </a:xfrm>
          </p:grpSpPr>
          <p:sp>
            <p:nvSpPr>
              <p:cNvPr id="462" name="모서리가 둥근 직사각형 46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46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3" name="그룹 422"/>
            <p:cNvGrpSpPr/>
            <p:nvPr/>
          </p:nvGrpSpPr>
          <p:grpSpPr>
            <a:xfrm>
              <a:off x="626748" y="2104281"/>
              <a:ext cx="1245456" cy="442923"/>
              <a:chOff x="468506" y="2320305"/>
              <a:chExt cx="1245456" cy="442923"/>
            </a:xfrm>
          </p:grpSpPr>
          <p:sp>
            <p:nvSpPr>
              <p:cNvPr id="446" name="직사각형 445"/>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452"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1" name="TextBox 46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424" name="그룹 423"/>
            <p:cNvGrpSpPr/>
            <p:nvPr/>
          </p:nvGrpSpPr>
          <p:grpSpPr>
            <a:xfrm>
              <a:off x="632520" y="4975116"/>
              <a:ext cx="1188000" cy="180000"/>
              <a:chOff x="666428" y="4310612"/>
              <a:chExt cx="1188000" cy="180000"/>
            </a:xfrm>
          </p:grpSpPr>
          <p:sp>
            <p:nvSpPr>
              <p:cNvPr id="442" name="모서리가 둥근 직사각형 44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44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5" name="그룹 424"/>
            <p:cNvGrpSpPr/>
            <p:nvPr/>
          </p:nvGrpSpPr>
          <p:grpSpPr>
            <a:xfrm>
              <a:off x="632520" y="2752353"/>
              <a:ext cx="1188000" cy="180000"/>
              <a:chOff x="666427" y="3266516"/>
              <a:chExt cx="1188000" cy="180000"/>
            </a:xfrm>
          </p:grpSpPr>
          <p:sp>
            <p:nvSpPr>
              <p:cNvPr id="440" name="모서리가 둥근 직사각형 439"/>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대시보드</a:t>
                </a:r>
                <a:endParaRPr kumimoji="1" lang="ko-KR" altLang="en-US" sz="800" dirty="0">
                  <a:solidFill>
                    <a:schemeClr val="tx1">
                      <a:lumMod val="75000"/>
                      <a:lumOff val="25000"/>
                    </a:schemeClr>
                  </a:solidFill>
                  <a:latin typeface="+mn-ea"/>
                  <a:ea typeface="+mn-ea"/>
                  <a:cs typeface="Calibri" pitchFamily="34" charset="0"/>
                </a:endParaRPr>
              </a:p>
            </p:txBody>
          </p:sp>
          <p:pic>
            <p:nvPicPr>
              <p:cNvPr id="44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6" name="그룹 425"/>
            <p:cNvGrpSpPr/>
            <p:nvPr/>
          </p:nvGrpSpPr>
          <p:grpSpPr>
            <a:xfrm>
              <a:off x="632520" y="5257815"/>
              <a:ext cx="1188000" cy="180000"/>
              <a:chOff x="666428" y="4310612"/>
              <a:chExt cx="1188000" cy="180000"/>
            </a:xfrm>
          </p:grpSpPr>
          <p:sp>
            <p:nvSpPr>
              <p:cNvPr id="434" name="모서리가 둥근 직사각형 43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3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7" name="그룹 426"/>
            <p:cNvGrpSpPr/>
            <p:nvPr/>
          </p:nvGrpSpPr>
          <p:grpSpPr>
            <a:xfrm>
              <a:off x="632520" y="5884721"/>
              <a:ext cx="1188000" cy="180000"/>
              <a:chOff x="666428" y="4570824"/>
              <a:chExt cx="1188000" cy="180000"/>
            </a:xfrm>
          </p:grpSpPr>
          <p:sp>
            <p:nvSpPr>
              <p:cNvPr id="432" name="모서리가 둥근 직사각형 43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43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8" name="그룹 427"/>
            <p:cNvGrpSpPr/>
            <p:nvPr/>
          </p:nvGrpSpPr>
          <p:grpSpPr>
            <a:xfrm>
              <a:off x="632520" y="3825064"/>
              <a:ext cx="1188000" cy="180000"/>
              <a:chOff x="666428" y="4310612"/>
              <a:chExt cx="1188000" cy="180000"/>
            </a:xfrm>
          </p:grpSpPr>
          <p:sp>
            <p:nvSpPr>
              <p:cNvPr id="429" name="모서리가 둥근 직사각형 42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43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548" name="그룹 547"/>
          <p:cNvGrpSpPr/>
          <p:nvPr/>
        </p:nvGrpSpPr>
        <p:grpSpPr>
          <a:xfrm>
            <a:off x="507554" y="1602349"/>
            <a:ext cx="3075218" cy="252000"/>
            <a:chOff x="507554" y="1537742"/>
            <a:chExt cx="3075218" cy="252000"/>
          </a:xfrm>
        </p:grpSpPr>
        <p:pic>
          <p:nvPicPr>
            <p:cNvPr id="549" name="Picture 4"/>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52" name="그룹 551"/>
            <p:cNvGrpSpPr/>
            <p:nvPr/>
          </p:nvGrpSpPr>
          <p:grpSpPr>
            <a:xfrm>
              <a:off x="2288704" y="1581175"/>
              <a:ext cx="1294068" cy="166725"/>
              <a:chOff x="2288704" y="1581175"/>
              <a:chExt cx="1294068" cy="166725"/>
            </a:xfrm>
          </p:grpSpPr>
          <p:sp>
            <p:nvSpPr>
              <p:cNvPr id="553" name="직사각형 55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82" name="직사각형 58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565" name="그룹 564"/>
          <p:cNvGrpSpPr/>
          <p:nvPr/>
        </p:nvGrpSpPr>
        <p:grpSpPr>
          <a:xfrm>
            <a:off x="1758309" y="1844824"/>
            <a:ext cx="1260000" cy="767318"/>
            <a:chOff x="2298410" y="1789860"/>
            <a:chExt cx="1260000" cy="767318"/>
          </a:xfrm>
        </p:grpSpPr>
        <p:sp>
          <p:nvSpPr>
            <p:cNvPr id="566" name="직사각형 565"/>
            <p:cNvSpPr/>
            <p:nvPr/>
          </p:nvSpPr>
          <p:spPr>
            <a:xfrm>
              <a:off x="2305390" y="1930937"/>
              <a:ext cx="1252800" cy="626241"/>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nSpc>
                  <a:spcPct val="150000"/>
                </a:lnSpc>
              </a:pPr>
              <a:r>
                <a:rPr lang="ko-KR" altLang="en-US" sz="800" dirty="0" smtClean="0">
                  <a:solidFill>
                    <a:schemeClr val="tx1"/>
                  </a:solidFill>
                  <a:latin typeface="+mn-ea"/>
                </a:rPr>
                <a:t>전체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대학원</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학위과정</a:t>
              </a:r>
              <a:endParaRPr lang="ko-KR" altLang="en-US" sz="800" dirty="0">
                <a:solidFill>
                  <a:schemeClr val="tx1"/>
                </a:solidFill>
                <a:latin typeface="+mn-ea"/>
              </a:endParaRPr>
            </a:p>
          </p:txBody>
        </p:sp>
        <p:grpSp>
          <p:nvGrpSpPr>
            <p:cNvPr id="568" name="그룹 567"/>
            <p:cNvGrpSpPr/>
            <p:nvPr/>
          </p:nvGrpSpPr>
          <p:grpSpPr>
            <a:xfrm>
              <a:off x="2298410" y="1789860"/>
              <a:ext cx="1260000" cy="215444"/>
              <a:chOff x="992560" y="4484834"/>
              <a:chExt cx="1260000" cy="215444"/>
            </a:xfrm>
          </p:grpSpPr>
          <p:sp>
            <p:nvSpPr>
              <p:cNvPr id="570" name="직사각형 569"/>
              <p:cNvSpPr/>
              <p:nvPr/>
            </p:nvSpPr>
            <p:spPr>
              <a:xfrm>
                <a:off x="992560" y="4492524"/>
                <a:ext cx="1260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71" name="직사각형 570"/>
              <p:cNvSpPr/>
              <p:nvPr/>
            </p:nvSpPr>
            <p:spPr>
              <a:xfrm>
                <a:off x="1461825" y="4484834"/>
                <a:ext cx="389851" cy="215444"/>
              </a:xfrm>
              <a:prstGeom prst="rect">
                <a:avLst/>
              </a:prstGeom>
            </p:spPr>
            <p:txBody>
              <a:bodyPr wrap="none">
                <a:spAutoFit/>
              </a:bodyPr>
              <a:lstStyle/>
              <a:p>
                <a:pPr algn="ctr"/>
                <a:r>
                  <a:rPr lang="ko-KR" altLang="en-US" sz="800" dirty="0" smtClean="0">
                    <a:solidFill>
                      <a:schemeClr val="bg1"/>
                    </a:solidFill>
                    <a:latin typeface="+mn-ea"/>
                    <a:ea typeface="+mn-ea"/>
                  </a:rPr>
                  <a:t>기관</a:t>
                </a:r>
                <a:endParaRPr lang="ko-KR" altLang="en-US" sz="800" dirty="0">
                  <a:solidFill>
                    <a:schemeClr val="bg1"/>
                  </a:solidFill>
                  <a:latin typeface="+mn-ea"/>
                  <a:ea typeface="+mn-ea"/>
                </a:endParaRPr>
              </a:p>
            </p:txBody>
          </p:sp>
        </p:grpSp>
      </p:grpSp>
      <p:grpSp>
        <p:nvGrpSpPr>
          <p:cNvPr id="501" name="그룹 500"/>
          <p:cNvGrpSpPr/>
          <p:nvPr/>
        </p:nvGrpSpPr>
        <p:grpSpPr>
          <a:xfrm>
            <a:off x="4705759" y="5383081"/>
            <a:ext cx="2157549" cy="2238893"/>
            <a:chOff x="4635878" y="4007549"/>
            <a:chExt cx="2157549" cy="2238893"/>
          </a:xfrm>
        </p:grpSpPr>
        <p:sp>
          <p:nvSpPr>
            <p:cNvPr id="512" name="직사각형 511"/>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13" name="그룹 512"/>
            <p:cNvGrpSpPr/>
            <p:nvPr/>
          </p:nvGrpSpPr>
          <p:grpSpPr>
            <a:xfrm>
              <a:off x="4782829" y="4091317"/>
              <a:ext cx="1860263" cy="405943"/>
              <a:chOff x="4592074" y="4091317"/>
              <a:chExt cx="1860263" cy="405943"/>
            </a:xfrm>
          </p:grpSpPr>
          <p:sp>
            <p:nvSpPr>
              <p:cNvPr id="614" name="순서도: 대체 처리 613"/>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621" name="TextBox 620"/>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22" name="TextBox 621"/>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이해와 활용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514" name="TextBox 513"/>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15" name="그룹 514"/>
            <p:cNvGrpSpPr/>
            <p:nvPr/>
          </p:nvGrpSpPr>
          <p:grpSpPr>
            <a:xfrm>
              <a:off x="4686334" y="5022701"/>
              <a:ext cx="1915441" cy="219199"/>
              <a:chOff x="4612010" y="5022701"/>
              <a:chExt cx="1915441" cy="219199"/>
            </a:xfrm>
          </p:grpSpPr>
          <p:grpSp>
            <p:nvGrpSpPr>
              <p:cNvPr id="583" name="그룹 582"/>
              <p:cNvGrpSpPr/>
              <p:nvPr/>
            </p:nvGrpSpPr>
            <p:grpSpPr>
              <a:xfrm>
                <a:off x="4715079" y="5022701"/>
                <a:ext cx="1812372" cy="36789"/>
                <a:chOff x="4724604" y="5192411"/>
                <a:chExt cx="1812372" cy="36789"/>
              </a:xfrm>
            </p:grpSpPr>
            <p:sp>
              <p:nvSpPr>
                <p:cNvPr id="612" name="직사각형 611"/>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613" name="직사각형 612"/>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584" name="TextBox 583"/>
              <p:cNvSpPr txBox="1"/>
              <p:nvPr/>
            </p:nvSpPr>
            <p:spPr>
              <a:xfrm>
                <a:off x="4612010" y="5041845"/>
                <a:ext cx="1912750"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623" name="표 622"/>
          <p:cNvGraphicFramePr>
            <a:graphicFrameLocks noGrp="1"/>
          </p:cNvGraphicFramePr>
          <p:nvPr>
            <p:extLst>
              <p:ext uri="{D42A27DB-BD31-4B8C-83A1-F6EECF244321}">
                <p14:modId xmlns:p14="http://schemas.microsoft.com/office/powerpoint/2010/main" val="330859829"/>
              </p:ext>
            </p:extLst>
          </p:nvPr>
        </p:nvGraphicFramePr>
        <p:xfrm>
          <a:off x="4891911" y="667674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r>
                        <a:rPr lang="en-US" altLang="ko-KR" sz="800" b="0" dirty="0" smtClean="0">
                          <a:solidFill>
                            <a:schemeClr val="bg1">
                              <a:lumMod val="65000"/>
                            </a:schemeClr>
                          </a:solidFill>
                          <a:latin typeface="+mn-ea"/>
                          <a:ea typeface="+mn-ea"/>
                        </a:rPr>
                        <a:t>/6</a:t>
                      </a:r>
                      <a:endParaRPr lang="ko-KR" altLang="en-US" sz="800" b="0" dirty="0">
                        <a:solidFill>
                          <a:schemeClr val="bg1">
                            <a:lumMod val="6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/5</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624" name="그룹 623"/>
          <p:cNvGrpSpPr/>
          <p:nvPr/>
        </p:nvGrpSpPr>
        <p:grpSpPr>
          <a:xfrm>
            <a:off x="7027744" y="5390121"/>
            <a:ext cx="2058706" cy="2238893"/>
            <a:chOff x="4672657" y="4007549"/>
            <a:chExt cx="2058706" cy="2238893"/>
          </a:xfrm>
        </p:grpSpPr>
        <p:sp>
          <p:nvSpPr>
            <p:cNvPr id="625" name="직사각형 624"/>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26" name="그룹 625"/>
            <p:cNvGrpSpPr/>
            <p:nvPr/>
          </p:nvGrpSpPr>
          <p:grpSpPr>
            <a:xfrm>
              <a:off x="4782829" y="4091317"/>
              <a:ext cx="1948534" cy="405943"/>
              <a:chOff x="4592074" y="4091317"/>
              <a:chExt cx="1948534" cy="405943"/>
            </a:xfrm>
          </p:grpSpPr>
          <p:sp>
            <p:nvSpPr>
              <p:cNvPr id="670" name="순서도: 대체 처리 669"/>
              <p:cNvSpPr/>
              <p:nvPr/>
            </p:nvSpPr>
            <p:spPr bwMode="auto">
              <a:xfrm>
                <a:off x="4600520" y="4115024"/>
                <a:ext cx="396000" cy="144000"/>
              </a:xfrm>
              <a:prstGeom prst="flowChartAlternateProcess">
                <a:avLst/>
              </a:prstGeom>
              <a:solidFill>
                <a:schemeClr val="accent2">
                  <a:lumMod val="75000"/>
                </a:schemeClr>
              </a:solidFill>
              <a:ln w="6350" cap="flat" cmpd="sng" algn="ctr">
                <a:solidFill>
                  <a:srgbClr val="00B05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평생교육</a:t>
                </a:r>
                <a:endParaRPr kumimoji="1" lang="ko-KR" altLang="en-US" sz="700" dirty="0">
                  <a:solidFill>
                    <a:schemeClr val="bg1"/>
                  </a:solidFill>
                  <a:latin typeface="+mn-ea"/>
                  <a:ea typeface="+mn-ea"/>
                  <a:cs typeface="Calibri" pitchFamily="34" charset="0"/>
                </a:endParaRPr>
              </a:p>
            </p:txBody>
          </p:sp>
          <p:sp>
            <p:nvSpPr>
              <p:cNvPr id="672" name="TextBox 671"/>
              <p:cNvSpPr txBox="1"/>
              <p:nvPr/>
            </p:nvSpPr>
            <p:spPr>
              <a:xfrm>
                <a:off x="4953000" y="4091317"/>
                <a:ext cx="1587608"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100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온라인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80" name="TextBox 679"/>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광고와 이미지 마케팅</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27" name="TextBox 626"/>
            <p:cNvSpPr txBox="1"/>
            <p:nvPr/>
          </p:nvSpPr>
          <p:spPr>
            <a:xfrm>
              <a:off x="4789420" y="4524900"/>
              <a:ext cx="1917734" cy="438582"/>
            </a:xfrm>
            <a:prstGeom prst="rect">
              <a:avLst/>
            </a:prstGeom>
            <a:noFill/>
          </p:spPr>
          <p:txBody>
            <a:bodyPr wrap="square" lIns="0" rtlCol="0">
              <a:spAutoFit/>
            </a:bodyPr>
            <a:lstStyle/>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과제제출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628" name="그룹 627"/>
            <p:cNvGrpSpPr/>
            <p:nvPr/>
          </p:nvGrpSpPr>
          <p:grpSpPr>
            <a:xfrm>
              <a:off x="4686333" y="5022701"/>
              <a:ext cx="1923799" cy="219199"/>
              <a:chOff x="4612009" y="5022701"/>
              <a:chExt cx="1923799" cy="219199"/>
            </a:xfrm>
          </p:grpSpPr>
          <p:grpSp>
            <p:nvGrpSpPr>
              <p:cNvPr id="629" name="그룹 628"/>
              <p:cNvGrpSpPr/>
              <p:nvPr/>
            </p:nvGrpSpPr>
            <p:grpSpPr>
              <a:xfrm>
                <a:off x="4715079" y="5022701"/>
                <a:ext cx="1812372" cy="36789"/>
                <a:chOff x="4724604" y="5192411"/>
                <a:chExt cx="1812372" cy="36789"/>
              </a:xfrm>
            </p:grpSpPr>
            <p:sp>
              <p:nvSpPr>
                <p:cNvPr id="631" name="직사각형 630"/>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632" name="직사각형 631"/>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630" name="TextBox 629"/>
              <p:cNvSpPr txBox="1"/>
              <p:nvPr/>
            </p:nvSpPr>
            <p:spPr>
              <a:xfrm>
                <a:off x="4612009" y="5041845"/>
                <a:ext cx="1923799"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681" name="표 680"/>
          <p:cNvGraphicFramePr>
            <a:graphicFrameLocks noGrp="1"/>
          </p:cNvGraphicFramePr>
          <p:nvPr>
            <p:extLst>
              <p:ext uri="{D42A27DB-BD31-4B8C-83A1-F6EECF244321}">
                <p14:modId xmlns:p14="http://schemas.microsoft.com/office/powerpoint/2010/main" val="1428306063"/>
              </p:ext>
            </p:extLst>
          </p:nvPr>
        </p:nvGraphicFramePr>
        <p:xfrm>
          <a:off x="7177117" y="668378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685" name="그룹 684"/>
          <p:cNvGrpSpPr/>
          <p:nvPr/>
        </p:nvGrpSpPr>
        <p:grpSpPr>
          <a:xfrm>
            <a:off x="4703068" y="7724125"/>
            <a:ext cx="2157549" cy="2238893"/>
            <a:chOff x="4635878" y="4007549"/>
            <a:chExt cx="2157549" cy="2238893"/>
          </a:xfrm>
        </p:grpSpPr>
        <p:sp>
          <p:nvSpPr>
            <p:cNvPr id="688" name="직사각형 687"/>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89" name="그룹 688"/>
            <p:cNvGrpSpPr/>
            <p:nvPr/>
          </p:nvGrpSpPr>
          <p:grpSpPr>
            <a:xfrm>
              <a:off x="4782829" y="4091317"/>
              <a:ext cx="1898363" cy="405943"/>
              <a:chOff x="4592074" y="4091317"/>
              <a:chExt cx="1898363" cy="405943"/>
            </a:xfrm>
          </p:grpSpPr>
          <p:sp>
            <p:nvSpPr>
              <p:cNvPr id="703" name="순서도: 대체 처리 702"/>
              <p:cNvSpPr/>
              <p:nvPr/>
            </p:nvSpPr>
            <p:spPr bwMode="auto">
              <a:xfrm>
                <a:off x="4600520" y="4115024"/>
                <a:ext cx="396000" cy="144000"/>
              </a:xfrm>
              <a:prstGeom prst="flowChartAlternateProcess">
                <a:avLst/>
              </a:prstGeom>
              <a:solidFill>
                <a:srgbClr val="7030A0"/>
              </a:solidFill>
              <a:ln w="6350" cap="flat" cmpd="sng" algn="ctr">
                <a:solidFill>
                  <a:srgbClr val="7030A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학위과정</a:t>
                </a:r>
                <a:endParaRPr kumimoji="1" lang="ko-KR" altLang="en-US" sz="700" dirty="0">
                  <a:solidFill>
                    <a:schemeClr val="bg1"/>
                  </a:solidFill>
                  <a:latin typeface="+mn-ea"/>
                  <a:ea typeface="+mn-ea"/>
                  <a:cs typeface="Calibri" pitchFamily="34" charset="0"/>
                </a:endParaRPr>
              </a:p>
            </p:txBody>
          </p:sp>
          <p:sp>
            <p:nvSpPr>
              <p:cNvPr id="704" name="TextBox 703"/>
              <p:cNvSpPr txBox="1"/>
              <p:nvPr/>
            </p:nvSpPr>
            <p:spPr>
              <a:xfrm>
                <a:off x="49625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707" name="TextBox 706"/>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AI</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와 빅데이터 경영입문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반</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90" name="TextBox 689"/>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697" name="그룹 696"/>
            <p:cNvGrpSpPr/>
            <p:nvPr/>
          </p:nvGrpSpPr>
          <p:grpSpPr>
            <a:xfrm>
              <a:off x="4686333" y="5022701"/>
              <a:ext cx="1915442" cy="219199"/>
              <a:chOff x="4612009" y="5022701"/>
              <a:chExt cx="1915442" cy="219199"/>
            </a:xfrm>
          </p:grpSpPr>
          <p:grpSp>
            <p:nvGrpSpPr>
              <p:cNvPr id="699" name="그룹 698"/>
              <p:cNvGrpSpPr/>
              <p:nvPr/>
            </p:nvGrpSpPr>
            <p:grpSpPr>
              <a:xfrm>
                <a:off x="4715079" y="5022701"/>
                <a:ext cx="1812372" cy="36789"/>
                <a:chOff x="4724604" y="5192411"/>
                <a:chExt cx="1812372" cy="36789"/>
              </a:xfrm>
            </p:grpSpPr>
            <p:sp>
              <p:nvSpPr>
                <p:cNvPr id="701" name="직사각형 700"/>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702" name="직사각형 701"/>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700" name="TextBox 699"/>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708" name="표 707"/>
          <p:cNvGraphicFramePr>
            <a:graphicFrameLocks noGrp="1"/>
          </p:cNvGraphicFramePr>
          <p:nvPr>
            <p:extLst>
              <p:ext uri="{D42A27DB-BD31-4B8C-83A1-F6EECF244321}">
                <p14:modId xmlns:p14="http://schemas.microsoft.com/office/powerpoint/2010/main" val="2048071606"/>
              </p:ext>
            </p:extLst>
          </p:nvPr>
        </p:nvGraphicFramePr>
        <p:xfrm>
          <a:off x="4889220" y="901778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709" name="그룹 708"/>
          <p:cNvGrpSpPr/>
          <p:nvPr/>
        </p:nvGrpSpPr>
        <p:grpSpPr>
          <a:xfrm>
            <a:off x="6988274" y="7731165"/>
            <a:ext cx="2157549" cy="2238893"/>
            <a:chOff x="4635878" y="4007549"/>
            <a:chExt cx="2157549" cy="2238893"/>
          </a:xfrm>
        </p:grpSpPr>
        <p:sp>
          <p:nvSpPr>
            <p:cNvPr id="710" name="직사각형 709"/>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711" name="그룹 710"/>
            <p:cNvGrpSpPr/>
            <p:nvPr/>
          </p:nvGrpSpPr>
          <p:grpSpPr>
            <a:xfrm>
              <a:off x="4782829" y="4091317"/>
              <a:ext cx="1860263" cy="405943"/>
              <a:chOff x="4592074" y="4091317"/>
              <a:chExt cx="1860263" cy="405943"/>
            </a:xfrm>
          </p:grpSpPr>
          <p:sp>
            <p:nvSpPr>
              <p:cNvPr id="721" name="순서도: 대체 처리 720"/>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722" name="TextBox 721"/>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723" name="TextBox 722"/>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New TEPS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실전 연습</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기본편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712" name="TextBox 711"/>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713" name="그룹 712"/>
            <p:cNvGrpSpPr/>
            <p:nvPr/>
          </p:nvGrpSpPr>
          <p:grpSpPr>
            <a:xfrm>
              <a:off x="4686333" y="5022701"/>
              <a:ext cx="1915442" cy="219199"/>
              <a:chOff x="4612009" y="5022701"/>
              <a:chExt cx="1915442" cy="219199"/>
            </a:xfrm>
          </p:grpSpPr>
          <p:grpSp>
            <p:nvGrpSpPr>
              <p:cNvPr id="714" name="그룹 713"/>
              <p:cNvGrpSpPr/>
              <p:nvPr/>
            </p:nvGrpSpPr>
            <p:grpSpPr>
              <a:xfrm>
                <a:off x="4715079" y="5022701"/>
                <a:ext cx="1812372" cy="36789"/>
                <a:chOff x="4724604" y="5192411"/>
                <a:chExt cx="1812372" cy="36789"/>
              </a:xfrm>
            </p:grpSpPr>
            <p:sp>
              <p:nvSpPr>
                <p:cNvPr id="716" name="직사각형 715"/>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720" name="직사각형 719"/>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715" name="TextBox 714"/>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724" name="표 723"/>
          <p:cNvGraphicFramePr>
            <a:graphicFrameLocks noGrp="1"/>
          </p:cNvGraphicFramePr>
          <p:nvPr>
            <p:extLst>
              <p:ext uri="{D42A27DB-BD31-4B8C-83A1-F6EECF244321}">
                <p14:modId xmlns:p14="http://schemas.microsoft.com/office/powerpoint/2010/main" val="636420784"/>
              </p:ext>
            </p:extLst>
          </p:nvPr>
        </p:nvGraphicFramePr>
        <p:xfrm>
          <a:off x="7174426" y="902482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25" name="순서도: 대체 처리 724"/>
          <p:cNvSpPr/>
          <p:nvPr/>
        </p:nvSpPr>
        <p:spPr bwMode="auto">
          <a:xfrm>
            <a:off x="8509933" y="8033589"/>
            <a:ext cx="252000" cy="126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복습</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726" name="그룹 725"/>
          <p:cNvGrpSpPr/>
          <p:nvPr/>
        </p:nvGrpSpPr>
        <p:grpSpPr>
          <a:xfrm>
            <a:off x="9311182" y="5439826"/>
            <a:ext cx="24026" cy="4580002"/>
            <a:chOff x="7946472" y="5449416"/>
            <a:chExt cx="24026" cy="4580002"/>
          </a:xfrm>
        </p:grpSpPr>
        <p:sp>
          <p:nvSpPr>
            <p:cNvPr id="727" name="직사각형 726"/>
            <p:cNvSpPr/>
            <p:nvPr/>
          </p:nvSpPr>
          <p:spPr bwMode="auto">
            <a:xfrm>
              <a:off x="7946472" y="5457418"/>
              <a:ext cx="21600" cy="4572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728" name="직사각형 727"/>
            <p:cNvSpPr/>
            <p:nvPr/>
          </p:nvSpPr>
          <p:spPr bwMode="auto">
            <a:xfrm>
              <a:off x="7952498" y="5449416"/>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476" name="그룹 475"/>
          <p:cNvGrpSpPr/>
          <p:nvPr/>
        </p:nvGrpSpPr>
        <p:grpSpPr>
          <a:xfrm>
            <a:off x="634148" y="6172753"/>
            <a:ext cx="1188000" cy="180000"/>
            <a:chOff x="666428" y="3785432"/>
            <a:chExt cx="1188000" cy="180000"/>
          </a:xfrm>
        </p:grpSpPr>
        <p:sp>
          <p:nvSpPr>
            <p:cNvPr id="479" name="모서리가 둥근 직사각형 47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480"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620431" y="6415236"/>
            <a:ext cx="1188000" cy="180000"/>
            <a:chOff x="666428" y="5881828"/>
            <a:chExt cx="1188000" cy="180000"/>
          </a:xfrm>
        </p:grpSpPr>
        <p:sp>
          <p:nvSpPr>
            <p:cNvPr id="482" name="모서리가 둥근 직사각형 481"/>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490"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485383125"/>
      </p:ext>
    </p:extLst>
  </p:cSld>
  <p:clrMapOvr>
    <a:masterClrMapping/>
  </p:clrMapOvr>
  <p:transition>
    <p:wipe dir="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그룹 10"/>
          <p:cNvGrpSpPr/>
          <p:nvPr/>
        </p:nvGrpSpPr>
        <p:grpSpPr>
          <a:xfrm>
            <a:off x="1967772" y="1979315"/>
            <a:ext cx="7489822" cy="326132"/>
            <a:chOff x="1967772" y="1979315"/>
            <a:chExt cx="7489822" cy="326132"/>
          </a:xfrm>
        </p:grpSpPr>
        <p:sp>
          <p:nvSpPr>
            <p:cNvPr id="328" name="직사각형 327"/>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29" name="그룹 328"/>
            <p:cNvGrpSpPr/>
            <p:nvPr/>
          </p:nvGrpSpPr>
          <p:grpSpPr>
            <a:xfrm>
              <a:off x="4290164" y="2031278"/>
              <a:ext cx="1040981" cy="215444"/>
              <a:chOff x="1618412" y="2762216"/>
              <a:chExt cx="1440000" cy="215444"/>
            </a:xfrm>
          </p:grpSpPr>
          <p:sp>
            <p:nvSpPr>
              <p:cNvPr id="330" name="직사각형 32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331" name="직사각형 330"/>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32" name="그룹 331"/>
            <p:cNvGrpSpPr/>
            <p:nvPr/>
          </p:nvGrpSpPr>
          <p:grpSpPr>
            <a:xfrm>
              <a:off x="5351027" y="2031278"/>
              <a:ext cx="1040981" cy="215444"/>
              <a:chOff x="1618412" y="2762216"/>
              <a:chExt cx="1440000" cy="215444"/>
            </a:xfrm>
          </p:grpSpPr>
          <p:sp>
            <p:nvSpPr>
              <p:cNvPr id="333" name="직사각형 33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35" name="직사각형 334"/>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41" name="그룹 340"/>
            <p:cNvGrpSpPr/>
            <p:nvPr/>
          </p:nvGrpSpPr>
          <p:grpSpPr>
            <a:xfrm>
              <a:off x="6413117" y="2031278"/>
              <a:ext cx="1040981" cy="215444"/>
              <a:chOff x="1618412" y="2762216"/>
              <a:chExt cx="1440000" cy="215444"/>
            </a:xfrm>
          </p:grpSpPr>
          <p:sp>
            <p:nvSpPr>
              <p:cNvPr id="342" name="직사각형 34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44" name="직사각형 343"/>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3" name="그룹 352"/>
            <p:cNvGrpSpPr/>
            <p:nvPr/>
          </p:nvGrpSpPr>
          <p:grpSpPr>
            <a:xfrm>
              <a:off x="7474187" y="2031278"/>
              <a:ext cx="1040981" cy="215444"/>
              <a:chOff x="1618412" y="2762216"/>
              <a:chExt cx="1440000" cy="215444"/>
            </a:xfrm>
          </p:grpSpPr>
          <p:sp>
            <p:nvSpPr>
              <p:cNvPr id="354" name="직사각형 35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55" name="직사각형 354"/>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6" name="그룹 355"/>
            <p:cNvGrpSpPr/>
            <p:nvPr/>
          </p:nvGrpSpPr>
          <p:grpSpPr>
            <a:xfrm>
              <a:off x="3224705" y="2032273"/>
              <a:ext cx="1040982" cy="215444"/>
              <a:chOff x="1618412" y="2762216"/>
              <a:chExt cx="1440000" cy="215444"/>
            </a:xfrm>
          </p:grpSpPr>
          <p:sp>
            <p:nvSpPr>
              <p:cNvPr id="357" name="직사각형 356"/>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358" name="직사각형 357"/>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9" name="그룹 358"/>
            <p:cNvGrpSpPr/>
            <p:nvPr/>
          </p:nvGrpSpPr>
          <p:grpSpPr>
            <a:xfrm>
              <a:off x="2172387" y="2026940"/>
              <a:ext cx="1040981" cy="215444"/>
              <a:chOff x="1618412" y="2762216"/>
              <a:chExt cx="1440000" cy="215444"/>
            </a:xfrm>
          </p:grpSpPr>
          <p:sp>
            <p:nvSpPr>
              <p:cNvPr id="360" name="직사각형 35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361" name="직사각형 360"/>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362" name="직사각형 361"/>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90" name="직사각형 389"/>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391" name="그룹 390"/>
            <p:cNvGrpSpPr/>
            <p:nvPr/>
          </p:nvGrpSpPr>
          <p:grpSpPr>
            <a:xfrm>
              <a:off x="9120844" y="1979315"/>
              <a:ext cx="162000" cy="288000"/>
              <a:chOff x="9447994" y="2133019"/>
              <a:chExt cx="162000" cy="288000"/>
            </a:xfrm>
          </p:grpSpPr>
          <p:sp>
            <p:nvSpPr>
              <p:cNvPr id="392" name="직사각형 391"/>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93" name="1/2 액자 392"/>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394" name="그룹 393"/>
            <p:cNvGrpSpPr/>
            <p:nvPr/>
          </p:nvGrpSpPr>
          <p:grpSpPr>
            <a:xfrm>
              <a:off x="1973163" y="1979315"/>
              <a:ext cx="162000" cy="288000"/>
              <a:chOff x="10860" y="2122356"/>
              <a:chExt cx="162000" cy="288000"/>
            </a:xfrm>
          </p:grpSpPr>
          <p:sp>
            <p:nvSpPr>
              <p:cNvPr id="395" name="직사각형 394"/>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01" name="1/2 액자 400"/>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249186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95869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577968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533" name="Rectangle 122"/>
          <p:cNvSpPr>
            <a:spLocks noChangeArrowheads="1"/>
          </p:cNvSpPr>
          <p:nvPr/>
        </p:nvSpPr>
        <p:spPr bwMode="auto">
          <a:xfrm>
            <a:off x="9059596" y="3974928"/>
            <a:ext cx="396000" cy="1728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34" name="직사각형 533"/>
          <p:cNvSpPr/>
          <p:nvPr/>
        </p:nvSpPr>
        <p:spPr>
          <a:xfrm>
            <a:off x="1979567" y="2675011"/>
            <a:ext cx="7462883" cy="11232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 name="그룹 2"/>
          <p:cNvGrpSpPr/>
          <p:nvPr/>
        </p:nvGrpSpPr>
        <p:grpSpPr>
          <a:xfrm>
            <a:off x="2031684" y="3259162"/>
            <a:ext cx="3583105" cy="226485"/>
            <a:chOff x="2939213" y="3009230"/>
            <a:chExt cx="3583105" cy="226485"/>
          </a:xfrm>
        </p:grpSpPr>
        <p:sp>
          <p:nvSpPr>
            <p:cNvPr id="535" name="직사각형 534"/>
            <p:cNvSpPr/>
            <p:nvPr/>
          </p:nvSpPr>
          <p:spPr>
            <a:xfrm>
              <a:off x="2939213" y="3020271"/>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요청 일시</a:t>
              </a:r>
              <a:endParaRPr lang="ko-KR" altLang="en-US" sz="800" dirty="0">
                <a:solidFill>
                  <a:srgbClr val="FF0000"/>
                </a:solidFill>
                <a:latin typeface="+mn-ea"/>
                <a:ea typeface="+mn-ea"/>
              </a:endParaRPr>
            </a:p>
          </p:txBody>
        </p:sp>
        <p:grpSp>
          <p:nvGrpSpPr>
            <p:cNvPr id="537" name="그룹 536"/>
            <p:cNvGrpSpPr/>
            <p:nvPr/>
          </p:nvGrpSpPr>
          <p:grpSpPr>
            <a:xfrm>
              <a:off x="3856267" y="3009230"/>
              <a:ext cx="2666051" cy="215444"/>
              <a:chOff x="3745956" y="12051048"/>
              <a:chExt cx="2666051" cy="215444"/>
            </a:xfrm>
          </p:grpSpPr>
          <p:pic>
            <p:nvPicPr>
              <p:cNvPr id="538" name="그림 53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75826" y="12068831"/>
                <a:ext cx="165115" cy="180000"/>
              </a:xfrm>
              <a:prstGeom prst="rect">
                <a:avLst/>
              </a:prstGeom>
            </p:spPr>
          </p:pic>
          <p:sp>
            <p:nvSpPr>
              <p:cNvPr id="539" name="직사각형 538"/>
              <p:cNvSpPr/>
              <p:nvPr/>
            </p:nvSpPr>
            <p:spPr>
              <a:xfrm>
                <a:off x="3745956" y="12065231"/>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시작 일시</a:t>
                </a:r>
                <a:endParaRPr lang="en-US" altLang="ko-KR" sz="800" dirty="0">
                  <a:solidFill>
                    <a:schemeClr val="tx1">
                      <a:lumMod val="75000"/>
                      <a:lumOff val="25000"/>
                    </a:schemeClr>
                  </a:solidFill>
                  <a:latin typeface="+mn-ea"/>
                </a:endParaRPr>
              </a:p>
            </p:txBody>
          </p:sp>
          <p:pic>
            <p:nvPicPr>
              <p:cNvPr id="540" name="그림 53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81217" y="12068559"/>
                <a:ext cx="165115" cy="180000"/>
              </a:xfrm>
              <a:prstGeom prst="rect">
                <a:avLst/>
              </a:prstGeom>
            </p:spPr>
          </p:pic>
          <p:sp>
            <p:nvSpPr>
              <p:cNvPr id="544" name="직사각형 543"/>
              <p:cNvSpPr/>
              <p:nvPr/>
            </p:nvSpPr>
            <p:spPr>
              <a:xfrm>
                <a:off x="5151347" y="12064959"/>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종료 일시</a:t>
                </a:r>
                <a:endParaRPr lang="en-US" altLang="ko-KR" sz="800" dirty="0">
                  <a:solidFill>
                    <a:schemeClr val="tx1">
                      <a:lumMod val="75000"/>
                      <a:lumOff val="25000"/>
                    </a:schemeClr>
                  </a:solidFill>
                  <a:latin typeface="+mn-ea"/>
                </a:endParaRPr>
              </a:p>
            </p:txBody>
          </p:sp>
          <p:pic>
            <p:nvPicPr>
              <p:cNvPr id="545" name="그림 54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857151" y="12077685"/>
                <a:ext cx="148604" cy="162000"/>
              </a:xfrm>
              <a:prstGeom prst="rect">
                <a:avLst/>
              </a:prstGeom>
            </p:spPr>
          </p:pic>
          <p:pic>
            <p:nvPicPr>
              <p:cNvPr id="546" name="그림 54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63403" y="12077413"/>
                <a:ext cx="148604" cy="162000"/>
              </a:xfrm>
              <a:prstGeom prst="rect">
                <a:avLst/>
              </a:prstGeom>
            </p:spPr>
          </p:pic>
          <p:sp>
            <p:nvSpPr>
              <p:cNvPr id="556" name="직사각형 555"/>
              <p:cNvSpPr/>
              <p:nvPr/>
            </p:nvSpPr>
            <p:spPr>
              <a:xfrm>
                <a:off x="4957448" y="12051048"/>
                <a:ext cx="256802" cy="215444"/>
              </a:xfrm>
              <a:prstGeom prst="rect">
                <a:avLst/>
              </a:prstGeom>
            </p:spPr>
            <p:txBody>
              <a:bodyPr wrap="none">
                <a:spAutoFit/>
              </a:bodyPr>
              <a:lstStyle/>
              <a:p>
                <a:r>
                  <a:rPr lang="en-US" altLang="ko-KR" sz="800" dirty="0" smtClean="0">
                    <a:latin typeface="+mj-ea"/>
                  </a:rPr>
                  <a:t>~</a:t>
                </a:r>
                <a:endParaRPr lang="en-US" altLang="ko-KR" sz="800" dirty="0">
                  <a:latin typeface="+mj-ea"/>
                </a:endParaRPr>
              </a:p>
            </p:txBody>
          </p:sp>
        </p:grpSp>
      </p:grpSp>
      <p:grpSp>
        <p:nvGrpSpPr>
          <p:cNvPr id="4" name="그룹 3"/>
          <p:cNvGrpSpPr/>
          <p:nvPr/>
        </p:nvGrpSpPr>
        <p:grpSpPr>
          <a:xfrm>
            <a:off x="2031684" y="3533400"/>
            <a:ext cx="3588438" cy="217540"/>
            <a:chOff x="2939213" y="3283468"/>
            <a:chExt cx="3588438" cy="217540"/>
          </a:xfrm>
        </p:grpSpPr>
        <p:sp>
          <p:nvSpPr>
            <p:cNvPr id="557" name="직사각형 556"/>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 조건</a:t>
              </a:r>
              <a:endParaRPr lang="ko-KR" altLang="en-US" sz="800" dirty="0">
                <a:solidFill>
                  <a:srgbClr val="FF0000"/>
                </a:solidFill>
                <a:latin typeface="+mn-ea"/>
                <a:ea typeface="+mn-ea"/>
              </a:endParaRPr>
            </a:p>
          </p:txBody>
        </p:sp>
        <p:sp>
          <p:nvSpPr>
            <p:cNvPr id="558" name="Rectangle 122"/>
            <p:cNvSpPr>
              <a:spLocks noChangeArrowheads="1"/>
            </p:cNvSpPr>
            <p:nvPr/>
          </p:nvSpPr>
          <p:spPr bwMode="auto">
            <a:xfrm>
              <a:off x="3853272" y="328556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발신자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9" name="Rectangle 122"/>
            <p:cNvSpPr>
              <a:spLocks noChangeArrowheads="1"/>
            </p:cNvSpPr>
            <p:nvPr/>
          </p:nvSpPr>
          <p:spPr bwMode="auto">
            <a:xfrm>
              <a:off x="4612451" y="3283468"/>
              <a:ext cx="1915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검색어입력</a:t>
              </a:r>
              <a:endParaRPr lang="ko-KR" altLang="en-US" sz="800" kern="0" dirty="0">
                <a:solidFill>
                  <a:schemeClr val="tx1">
                    <a:lumMod val="50000"/>
                    <a:lumOff val="50000"/>
                  </a:schemeClr>
                </a:solidFill>
                <a:latin typeface="+mn-ea"/>
                <a:ea typeface="+mn-ea"/>
              </a:endParaRPr>
            </a:p>
          </p:txBody>
        </p:sp>
      </p:grpSp>
      <p:sp>
        <p:nvSpPr>
          <p:cNvPr id="560" name="직사각형 559"/>
          <p:cNvSpPr/>
          <p:nvPr/>
        </p:nvSpPr>
        <p:spPr>
          <a:xfrm>
            <a:off x="1881039" y="3948494"/>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PUSH </a:t>
            </a:r>
            <a:r>
              <a:rPr lang="ko-KR" altLang="en-US" sz="800" b="1" dirty="0" smtClean="0">
                <a:solidFill>
                  <a:schemeClr val="tx1">
                    <a:lumMod val="75000"/>
                    <a:lumOff val="25000"/>
                  </a:schemeClr>
                </a:solidFill>
                <a:latin typeface="+mn-ea"/>
                <a:ea typeface="+mn-ea"/>
              </a:rPr>
              <a:t>수신 목록 </a:t>
            </a:r>
            <a:r>
              <a:rPr lang="en-US" altLang="ko-KR" sz="800" b="1" dirty="0" smtClean="0">
                <a:solidFill>
                  <a:schemeClr val="tx1">
                    <a:lumMod val="75000"/>
                    <a:lumOff val="25000"/>
                  </a:schemeClr>
                </a:solidFill>
                <a:latin typeface="+mn-ea"/>
                <a:ea typeface="+mn-ea"/>
              </a:rPr>
              <a:t>[ </a:t>
            </a:r>
            <a:r>
              <a:rPr lang="ko-KR" altLang="en-US" sz="800" b="1" dirty="0" smtClean="0">
                <a:solidFill>
                  <a:srgbClr val="0070C0"/>
                </a:solidFill>
                <a:latin typeface="+mn-ea"/>
                <a:ea typeface="+mn-ea"/>
              </a:rPr>
              <a:t>총건수 </a:t>
            </a:r>
            <a:r>
              <a:rPr lang="en-US" altLang="ko-KR" sz="800" b="1" dirty="0" smtClean="0">
                <a:solidFill>
                  <a:srgbClr val="0070C0"/>
                </a:solidFill>
                <a:latin typeface="+mn-ea"/>
                <a:ea typeface="+mn-ea"/>
              </a:rPr>
              <a:t>: 90 </a:t>
            </a:r>
            <a:r>
              <a:rPr lang="en-US" altLang="ko-KR" sz="800" b="1" dirty="0" smtClean="0">
                <a:solidFill>
                  <a:schemeClr val="tx1">
                    <a:lumMod val="75000"/>
                    <a:lumOff val="25000"/>
                  </a:schemeClr>
                </a:solidFill>
                <a:latin typeface="+mn-ea"/>
                <a:ea typeface="+mn-ea"/>
              </a:rPr>
              <a:t>]</a:t>
            </a:r>
            <a:endParaRPr lang="ko-KR" altLang="en-US" sz="800" b="1" dirty="0">
              <a:solidFill>
                <a:srgbClr val="FF0000"/>
              </a:solidFill>
              <a:latin typeface="+mn-ea"/>
              <a:ea typeface="+mn-ea"/>
            </a:endParaRPr>
          </a:p>
        </p:txBody>
      </p:sp>
      <p:pic>
        <p:nvPicPr>
          <p:cNvPr id="56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17427" y="3977979"/>
            <a:ext cx="18620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66" name="직사각형 565"/>
          <p:cNvSpPr/>
          <p:nvPr/>
        </p:nvSpPr>
        <p:spPr>
          <a:xfrm>
            <a:off x="8632881" y="3969080"/>
            <a:ext cx="396000" cy="1728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삭제</a:t>
            </a:r>
            <a:endParaRPr lang="en-US" altLang="ko-KR" sz="800" dirty="0">
              <a:solidFill>
                <a:schemeClr val="tx1">
                  <a:lumMod val="65000"/>
                  <a:lumOff val="35000"/>
                </a:schemeClr>
              </a:solidFill>
              <a:latin typeface="+mn-ea"/>
            </a:endParaRPr>
          </a:p>
        </p:txBody>
      </p:sp>
      <p:sp>
        <p:nvSpPr>
          <p:cNvPr id="193" name="모서리가 둥근 직사각형 192"/>
          <p:cNvSpPr/>
          <p:nvPr/>
        </p:nvSpPr>
        <p:spPr>
          <a:xfrm>
            <a:off x="8488749" y="353703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 name="그룹 4"/>
          <p:cNvGrpSpPr/>
          <p:nvPr/>
        </p:nvGrpSpPr>
        <p:grpSpPr>
          <a:xfrm>
            <a:off x="2029247"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326" name="그룹 325"/>
          <p:cNvGrpSpPr/>
          <p:nvPr/>
        </p:nvGrpSpPr>
        <p:grpSpPr>
          <a:xfrm>
            <a:off x="8668462" y="1695475"/>
            <a:ext cx="849617" cy="276999"/>
            <a:chOff x="8563069" y="1695475"/>
            <a:chExt cx="849617" cy="276999"/>
          </a:xfrm>
        </p:grpSpPr>
        <p:grpSp>
          <p:nvGrpSpPr>
            <p:cNvPr id="327" name="그룹 326"/>
            <p:cNvGrpSpPr/>
            <p:nvPr/>
          </p:nvGrpSpPr>
          <p:grpSpPr>
            <a:xfrm>
              <a:off x="8563069" y="1761166"/>
              <a:ext cx="792000" cy="162000"/>
              <a:chOff x="8779069" y="1761166"/>
              <a:chExt cx="792000" cy="162000"/>
            </a:xfrm>
          </p:grpSpPr>
          <p:sp>
            <p:nvSpPr>
              <p:cNvPr id="370" name="직사각형 369"/>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7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8728739" y="1695475"/>
              <a:ext cx="247184" cy="276999"/>
              <a:chOff x="7672972" y="1671999"/>
              <a:chExt cx="247184" cy="276999"/>
            </a:xfrm>
          </p:grpSpPr>
          <p:sp>
            <p:nvSpPr>
              <p:cNvPr id="368" name="타원 36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9" name="직사각형 36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64" name="그룹 363"/>
            <p:cNvGrpSpPr/>
            <p:nvPr/>
          </p:nvGrpSpPr>
          <p:grpSpPr>
            <a:xfrm>
              <a:off x="9138252" y="1714525"/>
              <a:ext cx="274434" cy="246221"/>
              <a:chOff x="7663447" y="1691049"/>
              <a:chExt cx="274434" cy="246221"/>
            </a:xfrm>
          </p:grpSpPr>
          <p:sp>
            <p:nvSpPr>
              <p:cNvPr id="366" name="타원 36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7" name="직사각형 36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65" name="직사각형 36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419" name="그룹 418"/>
          <p:cNvGrpSpPr/>
          <p:nvPr/>
        </p:nvGrpSpPr>
        <p:grpSpPr>
          <a:xfrm>
            <a:off x="1972097" y="2358429"/>
            <a:ext cx="7488000" cy="216000"/>
            <a:chOff x="559370" y="2267347"/>
            <a:chExt cx="7488000" cy="216000"/>
          </a:xfrm>
        </p:grpSpPr>
        <p:sp>
          <p:nvSpPr>
            <p:cNvPr id="420" name="직사각형 419"/>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21" name="그룹 420"/>
            <p:cNvGrpSpPr/>
            <p:nvPr/>
          </p:nvGrpSpPr>
          <p:grpSpPr>
            <a:xfrm>
              <a:off x="596648" y="2286397"/>
              <a:ext cx="1800000" cy="180000"/>
              <a:chOff x="524640" y="2276872"/>
              <a:chExt cx="1800000" cy="180000"/>
            </a:xfrm>
          </p:grpSpPr>
          <p:sp>
            <p:nvSpPr>
              <p:cNvPr id="422" name="모서리가 둥근 직사각형 421"/>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PUSH</a:t>
                </a:r>
                <a:endParaRPr kumimoji="1" lang="ko-KR" altLang="en-US" sz="900" dirty="0">
                  <a:solidFill>
                    <a:schemeClr val="tx1">
                      <a:lumMod val="75000"/>
                      <a:lumOff val="25000"/>
                    </a:schemeClr>
                  </a:solidFill>
                  <a:latin typeface="+mn-ea"/>
                  <a:ea typeface="+mn-ea"/>
                  <a:cs typeface="Calibri" pitchFamily="34" charset="0"/>
                </a:endParaRPr>
              </a:p>
            </p:txBody>
          </p:sp>
          <p:pic>
            <p:nvPicPr>
              <p:cNvPr id="42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24" name="그룹 423"/>
          <p:cNvGrpSpPr/>
          <p:nvPr/>
        </p:nvGrpSpPr>
        <p:grpSpPr>
          <a:xfrm>
            <a:off x="5709344" y="1485584"/>
            <a:ext cx="3761110" cy="261068"/>
            <a:chOff x="4948808" y="1485584"/>
            <a:chExt cx="3761110" cy="261068"/>
          </a:xfrm>
        </p:grpSpPr>
        <p:grpSp>
          <p:nvGrpSpPr>
            <p:cNvPr id="425" name="그룹 424"/>
            <p:cNvGrpSpPr/>
            <p:nvPr/>
          </p:nvGrpSpPr>
          <p:grpSpPr>
            <a:xfrm>
              <a:off x="4948808" y="1579923"/>
              <a:ext cx="3761110" cy="166729"/>
              <a:chOff x="5665911" y="1579923"/>
              <a:chExt cx="3761110" cy="166729"/>
            </a:xfrm>
          </p:grpSpPr>
          <p:pic>
            <p:nvPicPr>
              <p:cNvPr id="42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1" name="그룹 430"/>
              <p:cNvGrpSpPr/>
              <p:nvPr/>
            </p:nvGrpSpPr>
            <p:grpSpPr>
              <a:xfrm>
                <a:off x="5665911" y="1583291"/>
                <a:ext cx="648000" cy="162000"/>
                <a:chOff x="4953000" y="2780928"/>
                <a:chExt cx="648000" cy="162000"/>
              </a:xfrm>
            </p:grpSpPr>
            <p:sp>
              <p:nvSpPr>
                <p:cNvPr id="433" name="모서리가 둥근 직사각형 43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34"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2" name="모서리가 둥근 직사각형 43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426" name="타원 425"/>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92" name="그룹 191"/>
          <p:cNvGrpSpPr/>
          <p:nvPr/>
        </p:nvGrpSpPr>
        <p:grpSpPr>
          <a:xfrm>
            <a:off x="3782536" y="2041798"/>
            <a:ext cx="234360" cy="200055"/>
            <a:chOff x="1152270" y="11706839"/>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00" name="그룹 199"/>
          <p:cNvGrpSpPr/>
          <p:nvPr/>
        </p:nvGrpSpPr>
        <p:grpSpPr>
          <a:xfrm>
            <a:off x="5131638" y="1923276"/>
            <a:ext cx="234360" cy="200055"/>
            <a:chOff x="1152270" y="11706839"/>
            <a:chExt cx="234360" cy="200055"/>
          </a:xfrm>
        </p:grpSpPr>
        <p:sp>
          <p:nvSpPr>
            <p:cNvPr id="201" name="모서리가 둥근 직사각형 2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2" name="직사각형 20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03" name="그룹 202"/>
          <p:cNvGrpSpPr/>
          <p:nvPr/>
        </p:nvGrpSpPr>
        <p:grpSpPr>
          <a:xfrm>
            <a:off x="2683366" y="2364849"/>
            <a:ext cx="234360" cy="200055"/>
            <a:chOff x="1152270" y="11706839"/>
            <a:chExt cx="234360" cy="200055"/>
          </a:xfrm>
        </p:grpSpPr>
        <p:sp>
          <p:nvSpPr>
            <p:cNvPr id="204" name="모서리가 둥근 직사각형 2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5" name="직사각형 2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206" name="직사각형 205"/>
          <p:cNvSpPr/>
          <p:nvPr/>
        </p:nvSpPr>
        <p:spPr>
          <a:xfrm>
            <a:off x="1964256" y="2640304"/>
            <a:ext cx="7517039" cy="5109175"/>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07" name="그룹 206"/>
          <p:cNvGrpSpPr/>
          <p:nvPr/>
        </p:nvGrpSpPr>
        <p:grpSpPr>
          <a:xfrm>
            <a:off x="4919092" y="2526804"/>
            <a:ext cx="234360" cy="200055"/>
            <a:chOff x="1152270" y="11706839"/>
            <a:chExt cx="234360" cy="200055"/>
          </a:xfrm>
        </p:grpSpPr>
        <p:sp>
          <p:nvSpPr>
            <p:cNvPr id="208" name="모서리가 둥근 직사각형 2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9" name="직사각형 20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10" name="그룹 209"/>
          <p:cNvGrpSpPr/>
          <p:nvPr/>
        </p:nvGrpSpPr>
        <p:grpSpPr>
          <a:xfrm>
            <a:off x="1583092" y="3300953"/>
            <a:ext cx="234360" cy="200055"/>
            <a:chOff x="1152270" y="11706839"/>
            <a:chExt cx="234360" cy="200055"/>
          </a:xfrm>
        </p:grpSpPr>
        <p:sp>
          <p:nvSpPr>
            <p:cNvPr id="211" name="모서리가 둥근 직사각형 21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9" name="그룹 218"/>
          <p:cNvGrpSpPr/>
          <p:nvPr/>
        </p:nvGrpSpPr>
        <p:grpSpPr>
          <a:xfrm>
            <a:off x="5025008" y="7893496"/>
            <a:ext cx="234360" cy="200055"/>
            <a:chOff x="1152270" y="11706839"/>
            <a:chExt cx="234360" cy="200055"/>
          </a:xfrm>
        </p:grpSpPr>
        <p:sp>
          <p:nvSpPr>
            <p:cNvPr id="220" name="모서리가 둥근 직사각형 2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4" name="직사각형 2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aphicFrame>
        <p:nvGraphicFramePr>
          <p:cNvPr id="227" name="Group 175"/>
          <p:cNvGraphicFramePr>
            <a:graphicFrameLocks noGrp="1"/>
          </p:cNvGraphicFramePr>
          <p:nvPr>
            <p:extLst>
              <p:ext uri="{D42A27DB-BD31-4B8C-83A1-F6EECF244321}">
                <p14:modId xmlns:p14="http://schemas.microsoft.com/office/powerpoint/2010/main" val="3174062389"/>
              </p:ext>
            </p:extLst>
          </p:nvPr>
        </p:nvGraphicFramePr>
        <p:xfrm>
          <a:off x="9499029" y="1492213"/>
          <a:ext cx="1404156" cy="40923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선택 메뉴 활성화</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선택 메뉴 삭제 및 레이어 삭제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글로벌메뉴 타이틀 영역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Body</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영역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Bottom</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영역</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190" name="TextBox 189"/>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 메뉴 레이아웃</a:t>
            </a:r>
            <a:endParaRPr lang="ko-KR" altLang="en-US" sz="800" spc="-60" dirty="0">
              <a:latin typeface="+mn-ea"/>
              <a:ea typeface="+mn-ea"/>
            </a:endParaRPr>
          </a:p>
        </p:txBody>
      </p:sp>
      <p:sp>
        <p:nvSpPr>
          <p:cNvPr id="191" name="TextBox 190"/>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a:latin typeface="+mn-ea"/>
                <a:ea typeface="+mn-ea"/>
              </a:rPr>
              <a:t>글로벌 메뉴 레이아웃</a:t>
            </a:r>
          </a:p>
        </p:txBody>
      </p:sp>
      <p:sp>
        <p:nvSpPr>
          <p:cNvPr id="194" name="TextBox 19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a:t>
            </a:r>
            <a:endParaRPr lang="ko-KR" altLang="en-US" sz="800" spc="-60" dirty="0">
              <a:latin typeface="+mn-ea"/>
            </a:endParaRPr>
          </a:p>
        </p:txBody>
      </p:sp>
      <p:sp>
        <p:nvSpPr>
          <p:cNvPr id="195" name="직사각형 194"/>
          <p:cNvSpPr/>
          <p:nvPr/>
        </p:nvSpPr>
        <p:spPr>
          <a:xfrm>
            <a:off x="8239029" y="433279"/>
            <a:ext cx="1260000" cy="360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1000" b="1" dirty="0" smtClean="0">
                <a:solidFill>
                  <a:schemeClr val="bg1"/>
                </a:solidFill>
                <a:latin typeface="+mn-ea"/>
              </a:rPr>
              <a:t>전체</a:t>
            </a:r>
            <a:endParaRPr lang="ko-KR" altLang="en-US" sz="1000" b="1" dirty="0">
              <a:solidFill>
                <a:schemeClr val="bg1"/>
              </a:solidFill>
              <a:latin typeface="+mn-ea"/>
            </a:endParaRPr>
          </a:p>
        </p:txBody>
      </p:sp>
      <p:grpSp>
        <p:nvGrpSpPr>
          <p:cNvPr id="197" name="그룹 196"/>
          <p:cNvGrpSpPr/>
          <p:nvPr/>
        </p:nvGrpSpPr>
        <p:grpSpPr>
          <a:xfrm>
            <a:off x="2029247" y="3007057"/>
            <a:ext cx="4597216" cy="215444"/>
            <a:chOff x="2029247" y="3007057"/>
            <a:chExt cx="4597216" cy="215444"/>
          </a:xfrm>
        </p:grpSpPr>
        <p:sp>
          <p:nvSpPr>
            <p:cNvPr id="212"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3" name="직사각형 212"/>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14"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5"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aphicFrame>
        <p:nvGraphicFramePr>
          <p:cNvPr id="196" name="Group 37"/>
          <p:cNvGraphicFramePr>
            <a:graphicFrameLocks noGrp="1"/>
          </p:cNvGraphicFramePr>
          <p:nvPr>
            <p:extLst>
              <p:ext uri="{D42A27DB-BD31-4B8C-83A1-F6EECF244321}">
                <p14:modId xmlns:p14="http://schemas.microsoft.com/office/powerpoint/2010/main" val="1011923989"/>
              </p:ext>
            </p:extLst>
          </p:nvPr>
        </p:nvGraphicFramePr>
        <p:xfrm>
          <a:off x="1986137" y="4221088"/>
          <a:ext cx="7446787" cy="2644543"/>
        </p:xfrm>
        <a:graphic>
          <a:graphicData uri="http://schemas.openxmlformats.org/drawingml/2006/table">
            <a:tbl>
              <a:tblPr/>
              <a:tblGrid>
                <a:gridCol w="279044">
                  <a:extLst>
                    <a:ext uri="{9D8B030D-6E8A-4147-A177-3AD203B41FA5}">
                      <a16:colId xmlns="" xmlns:a16="http://schemas.microsoft.com/office/drawing/2014/main" val="20000"/>
                    </a:ext>
                  </a:extLst>
                </a:gridCol>
                <a:gridCol w="410549">
                  <a:extLst>
                    <a:ext uri="{9D8B030D-6E8A-4147-A177-3AD203B41FA5}">
                      <a16:colId xmlns="" xmlns:a16="http://schemas.microsoft.com/office/drawing/2014/main" val="20001"/>
                    </a:ext>
                  </a:extLst>
                </a:gridCol>
                <a:gridCol w="533950"/>
                <a:gridCol w="413281"/>
                <a:gridCol w="637228"/>
                <a:gridCol w="486346"/>
                <a:gridCol w="713366"/>
                <a:gridCol w="413282"/>
                <a:gridCol w="514898"/>
                <a:gridCol w="1554601"/>
                <a:gridCol w="980108"/>
                <a:gridCol w="510134"/>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수강과목</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발신일시</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읽음</a:t>
                      </a:r>
                      <a:r>
                        <a:rPr lang="ko-KR" altLang="en-US" sz="800" b="0" i="0" kern="1200" dirty="0" smtClean="0">
                          <a:solidFill>
                            <a:schemeClr val="tx1">
                              <a:lumMod val="75000"/>
                              <a:lumOff val="25000"/>
                            </a:schemeClr>
                          </a:solidFill>
                          <a:effectLst/>
                          <a:latin typeface="+mn-lt"/>
                          <a:ea typeface="+mn-ea"/>
                          <a:cs typeface="+mn-cs"/>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독일어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한국사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한국사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세계사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세계사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하*동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세계사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경제학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경제학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인문학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서*동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627" name="Track"/>
          <p:cNvSpPr>
            <a:spLocks/>
          </p:cNvSpPr>
          <p:nvPr>
            <p:custDataLst>
              <p:tags r:id="rId1"/>
            </p:custDataLst>
          </p:nvPr>
        </p:nvSpPr>
        <p:spPr bwMode="auto">
          <a:xfrm>
            <a:off x="9383821" y="4464902"/>
            <a:ext cx="43200" cy="23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sp>
        <p:nvSpPr>
          <p:cNvPr id="582" name="직사각형 581"/>
          <p:cNvSpPr/>
          <p:nvPr/>
        </p:nvSpPr>
        <p:spPr>
          <a:xfrm>
            <a:off x="2057491" y="428257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583" name="직사각형 582"/>
          <p:cNvSpPr/>
          <p:nvPr/>
        </p:nvSpPr>
        <p:spPr>
          <a:xfrm>
            <a:off x="2058978" y="451765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584" name="직사각형 583"/>
          <p:cNvSpPr/>
          <p:nvPr/>
        </p:nvSpPr>
        <p:spPr>
          <a:xfrm>
            <a:off x="2058978" y="476758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585" name="직사각형 584"/>
          <p:cNvSpPr/>
          <p:nvPr/>
        </p:nvSpPr>
        <p:spPr>
          <a:xfrm>
            <a:off x="2051549" y="500265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5" name="직사각형 604"/>
          <p:cNvSpPr/>
          <p:nvPr/>
        </p:nvSpPr>
        <p:spPr>
          <a:xfrm>
            <a:off x="2061074" y="523773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6" name="직사각형 605"/>
          <p:cNvSpPr/>
          <p:nvPr/>
        </p:nvSpPr>
        <p:spPr>
          <a:xfrm>
            <a:off x="2058978" y="5487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7" name="직사각형 606"/>
          <p:cNvSpPr/>
          <p:nvPr/>
        </p:nvSpPr>
        <p:spPr>
          <a:xfrm>
            <a:off x="2058978" y="572273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8" name="직사각형 607"/>
          <p:cNvSpPr/>
          <p:nvPr/>
        </p:nvSpPr>
        <p:spPr>
          <a:xfrm>
            <a:off x="2052489" y="5965253"/>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9" name="직사각형 608"/>
          <p:cNvSpPr/>
          <p:nvPr/>
        </p:nvSpPr>
        <p:spPr>
          <a:xfrm>
            <a:off x="2062014" y="6200327"/>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16" name="직사각형 215"/>
          <p:cNvSpPr/>
          <p:nvPr/>
        </p:nvSpPr>
        <p:spPr>
          <a:xfrm>
            <a:off x="2063155" y="645125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17" name="직사각형 216"/>
          <p:cNvSpPr/>
          <p:nvPr/>
        </p:nvSpPr>
        <p:spPr>
          <a:xfrm>
            <a:off x="2063155" y="668632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nvGrpSpPr>
          <p:cNvPr id="7" name="그룹 6"/>
          <p:cNvGrpSpPr/>
          <p:nvPr/>
        </p:nvGrpSpPr>
        <p:grpSpPr>
          <a:xfrm>
            <a:off x="626748" y="2104281"/>
            <a:ext cx="1245456" cy="4536504"/>
            <a:chOff x="626748" y="2104281"/>
            <a:chExt cx="1245456" cy="4536504"/>
          </a:xfrm>
        </p:grpSpPr>
        <p:grpSp>
          <p:nvGrpSpPr>
            <p:cNvPr id="251" name="그룹 250"/>
            <p:cNvGrpSpPr/>
            <p:nvPr/>
          </p:nvGrpSpPr>
          <p:grpSpPr>
            <a:xfrm>
              <a:off x="629955" y="3042501"/>
              <a:ext cx="1188000" cy="180000"/>
              <a:chOff x="666427" y="3266516"/>
              <a:chExt cx="1188000" cy="180000"/>
            </a:xfrm>
          </p:grpSpPr>
          <p:sp>
            <p:nvSpPr>
              <p:cNvPr id="285" name="모서리가 둥근 직사각형 28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26748" y="2104281"/>
              <a:ext cx="1245456" cy="442923"/>
              <a:chOff x="468506" y="2320305"/>
              <a:chExt cx="1245456" cy="442923"/>
            </a:xfrm>
          </p:grpSpPr>
          <p:sp>
            <p:nvSpPr>
              <p:cNvPr id="270" name="직사각형 269"/>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1"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2" name="TextBox 271"/>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61" name="그룹 260"/>
            <p:cNvGrpSpPr/>
            <p:nvPr/>
          </p:nvGrpSpPr>
          <p:grpSpPr>
            <a:xfrm>
              <a:off x="632520" y="2752353"/>
              <a:ext cx="1188000" cy="180000"/>
              <a:chOff x="666427" y="3266516"/>
              <a:chExt cx="1188000" cy="180000"/>
            </a:xfrm>
          </p:grpSpPr>
          <p:sp>
            <p:nvSpPr>
              <p:cNvPr id="262" name="모서리가 둥근 직사각형 26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 name="그룹 8"/>
            <p:cNvGrpSpPr/>
            <p:nvPr/>
          </p:nvGrpSpPr>
          <p:grpSpPr>
            <a:xfrm>
              <a:off x="629956" y="3318264"/>
              <a:ext cx="1188000" cy="668891"/>
              <a:chOff x="629956" y="3318264"/>
              <a:chExt cx="1188000" cy="668891"/>
            </a:xfrm>
          </p:grpSpPr>
          <p:grpSp>
            <p:nvGrpSpPr>
              <p:cNvPr id="249" name="그룹 248"/>
              <p:cNvGrpSpPr/>
              <p:nvPr/>
            </p:nvGrpSpPr>
            <p:grpSpPr>
              <a:xfrm>
                <a:off x="629956" y="3318264"/>
                <a:ext cx="1188000" cy="180000"/>
                <a:chOff x="666428" y="3785432"/>
                <a:chExt cx="1188000" cy="180000"/>
              </a:xfrm>
            </p:grpSpPr>
            <p:sp>
              <p:nvSpPr>
                <p:cNvPr id="388" name="모서리가 둥근 직사각형 387"/>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38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 name="직사각형 7"/>
              <p:cNvSpPr/>
              <p:nvPr/>
            </p:nvSpPr>
            <p:spPr>
              <a:xfrm>
                <a:off x="632520" y="3507789"/>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225" name="직사각형 224"/>
              <p:cNvSpPr/>
              <p:nvPr/>
            </p:nvSpPr>
            <p:spPr>
              <a:xfrm>
                <a:off x="632520" y="366971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226" name="직사각형 225"/>
              <p:cNvSpPr/>
              <p:nvPr/>
            </p:nvSpPr>
            <p:spPr>
              <a:xfrm>
                <a:off x="632520" y="3825155"/>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314" name="그룹 313"/>
            <p:cNvGrpSpPr/>
            <p:nvPr/>
          </p:nvGrpSpPr>
          <p:grpSpPr>
            <a:xfrm>
              <a:off x="635889" y="4127954"/>
              <a:ext cx="1188000" cy="180000"/>
              <a:chOff x="666428" y="4310612"/>
              <a:chExt cx="1188000" cy="180000"/>
            </a:xfrm>
          </p:grpSpPr>
          <p:sp>
            <p:nvSpPr>
              <p:cNvPr id="415" name="모서리가 둥근 직사각형 41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41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5" name="그룹 344"/>
            <p:cNvGrpSpPr/>
            <p:nvPr/>
          </p:nvGrpSpPr>
          <p:grpSpPr>
            <a:xfrm>
              <a:off x="635889" y="4682892"/>
              <a:ext cx="1188000" cy="180000"/>
              <a:chOff x="666428" y="4570824"/>
              <a:chExt cx="1188000" cy="180000"/>
            </a:xfrm>
          </p:grpSpPr>
          <p:sp>
            <p:nvSpPr>
              <p:cNvPr id="411" name="모서리가 둥근 직사각형 41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1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35889" y="6144987"/>
              <a:ext cx="1188000" cy="180000"/>
              <a:chOff x="666428" y="5096004"/>
              <a:chExt cx="1188000" cy="180000"/>
            </a:xfrm>
          </p:grpSpPr>
          <p:sp>
            <p:nvSpPr>
              <p:cNvPr id="409" name="모서리가 둥근 직사각형 40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410"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8" name="그룹 347"/>
            <p:cNvGrpSpPr/>
            <p:nvPr/>
          </p:nvGrpSpPr>
          <p:grpSpPr>
            <a:xfrm>
              <a:off x="637083" y="4963937"/>
              <a:ext cx="1188000" cy="180000"/>
              <a:chOff x="666428" y="4570824"/>
              <a:chExt cx="1188000" cy="180000"/>
            </a:xfrm>
          </p:grpSpPr>
          <p:sp>
            <p:nvSpPr>
              <p:cNvPr id="405" name="모서리가 둥근 직사각형 40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40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9" name="그룹 348"/>
            <p:cNvGrpSpPr/>
            <p:nvPr/>
          </p:nvGrpSpPr>
          <p:grpSpPr>
            <a:xfrm>
              <a:off x="635889" y="5251507"/>
              <a:ext cx="1188000" cy="180000"/>
              <a:chOff x="666428" y="4310612"/>
              <a:chExt cx="1188000" cy="180000"/>
            </a:xfrm>
          </p:grpSpPr>
          <p:sp>
            <p:nvSpPr>
              <p:cNvPr id="403" name="모서리가 둥근 직사각형 40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40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1" name="그룹 350"/>
            <p:cNvGrpSpPr/>
            <p:nvPr/>
          </p:nvGrpSpPr>
          <p:grpSpPr>
            <a:xfrm>
              <a:off x="638453" y="5551180"/>
              <a:ext cx="1188000" cy="180000"/>
              <a:chOff x="666428" y="4310612"/>
              <a:chExt cx="1188000" cy="180000"/>
            </a:xfrm>
          </p:grpSpPr>
          <p:sp>
            <p:nvSpPr>
              <p:cNvPr id="383" name="모서리가 둥근 직사각형 38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2" name="그룹 371"/>
            <p:cNvGrpSpPr/>
            <p:nvPr/>
          </p:nvGrpSpPr>
          <p:grpSpPr>
            <a:xfrm>
              <a:off x="638453" y="5833879"/>
              <a:ext cx="1188000" cy="180000"/>
              <a:chOff x="666428" y="4310612"/>
              <a:chExt cx="1188000" cy="180000"/>
            </a:xfrm>
          </p:grpSpPr>
          <p:sp>
            <p:nvSpPr>
              <p:cNvPr id="379" name="모서리가 둥근 직사각형 37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8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5" name="그룹 374"/>
            <p:cNvGrpSpPr/>
            <p:nvPr/>
          </p:nvGrpSpPr>
          <p:grpSpPr>
            <a:xfrm>
              <a:off x="638453" y="6460785"/>
              <a:ext cx="1188000" cy="180000"/>
              <a:chOff x="666428" y="4570824"/>
              <a:chExt cx="1188000" cy="180000"/>
            </a:xfrm>
          </p:grpSpPr>
          <p:sp>
            <p:nvSpPr>
              <p:cNvPr id="376" name="모서리가 둥근 직사각형 37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378"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4391603"/>
              <a:ext cx="1188000" cy="180000"/>
              <a:chOff x="666428" y="4310612"/>
              <a:chExt cx="1188000" cy="180000"/>
            </a:xfrm>
          </p:grpSpPr>
          <p:sp>
            <p:nvSpPr>
              <p:cNvPr id="187" name="모서리가 둥근 직사각형 18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18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89" name="그룹 188"/>
          <p:cNvGrpSpPr/>
          <p:nvPr/>
        </p:nvGrpSpPr>
        <p:grpSpPr>
          <a:xfrm>
            <a:off x="507554" y="1602349"/>
            <a:ext cx="3075218" cy="252000"/>
            <a:chOff x="507554" y="1537742"/>
            <a:chExt cx="3075218" cy="252000"/>
          </a:xfrm>
        </p:grpSpPr>
        <p:pic>
          <p:nvPicPr>
            <p:cNvPr id="221"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2" name="그룹 221"/>
            <p:cNvGrpSpPr/>
            <p:nvPr/>
          </p:nvGrpSpPr>
          <p:grpSpPr>
            <a:xfrm>
              <a:off x="2288704" y="1581175"/>
              <a:ext cx="1294068" cy="166725"/>
              <a:chOff x="2288704" y="1581175"/>
              <a:chExt cx="1294068" cy="166725"/>
            </a:xfrm>
          </p:grpSpPr>
          <p:sp>
            <p:nvSpPr>
              <p:cNvPr id="223" name="직사각형 22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8" name="직사각형 22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29" name="그룹 228"/>
          <p:cNvGrpSpPr/>
          <p:nvPr/>
        </p:nvGrpSpPr>
        <p:grpSpPr>
          <a:xfrm>
            <a:off x="634148" y="6731883"/>
            <a:ext cx="1188000" cy="180000"/>
            <a:chOff x="666428" y="3785432"/>
            <a:chExt cx="1188000" cy="180000"/>
          </a:xfrm>
        </p:grpSpPr>
        <p:sp>
          <p:nvSpPr>
            <p:cNvPr id="230" name="모서리가 둥근 직사각형 22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20431" y="6974366"/>
            <a:ext cx="1188000" cy="180000"/>
            <a:chOff x="666428" y="5881828"/>
            <a:chExt cx="1188000" cy="180000"/>
          </a:xfrm>
        </p:grpSpPr>
        <p:sp>
          <p:nvSpPr>
            <p:cNvPr id="237" name="모서리가 둥근 직사각형 236"/>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38"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83587794"/>
      </p:ext>
    </p:extLst>
  </p:cSld>
  <p:clrMapOvr>
    <a:masterClrMapping/>
  </p:clrMapOvr>
  <p:transition>
    <p:wipe dir="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 name="TextBox 614"/>
          <p:cNvSpPr txBox="1"/>
          <p:nvPr/>
        </p:nvSpPr>
        <p:spPr>
          <a:xfrm>
            <a:off x="1981622" y="2007890"/>
            <a:ext cx="2360394" cy="215444"/>
          </a:xfrm>
          <a:prstGeom prst="rect">
            <a:avLst/>
          </a:prstGeom>
          <a:noFill/>
        </p:spPr>
        <p:txBody>
          <a:bodyPr wrap="square" rtlCol="0">
            <a:spAutoFit/>
          </a:bodyPr>
          <a:lstStyle/>
          <a:p>
            <a:r>
              <a:rPr lang="ko-KR" altLang="en-US" sz="800" b="1" dirty="0" smtClean="0">
                <a:solidFill>
                  <a:schemeClr val="bg1"/>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TODAY</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nvGrpSpPr>
          <p:cNvPr id="310" name="그룹 309"/>
          <p:cNvGrpSpPr/>
          <p:nvPr/>
        </p:nvGrpSpPr>
        <p:grpSpPr>
          <a:xfrm>
            <a:off x="406970" y="6380361"/>
            <a:ext cx="9082533" cy="5041528"/>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643" name="직사각형 642"/>
          <p:cNvSpPr/>
          <p:nvPr/>
        </p:nvSpPr>
        <p:spPr>
          <a:xfrm>
            <a:off x="4498811" y="5000503"/>
            <a:ext cx="4881600" cy="5077616"/>
          </a:xfrm>
          <a:prstGeom prst="rect">
            <a:avLst/>
          </a:prstGeom>
          <a:solidFill>
            <a:srgbClr val="C7D5B3"/>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71" name="TextBox 670"/>
          <p:cNvSpPr txBox="1"/>
          <p:nvPr/>
        </p:nvSpPr>
        <p:spPr>
          <a:xfrm>
            <a:off x="5135116" y="5059432"/>
            <a:ext cx="2019335" cy="215444"/>
          </a:xfrm>
          <a:prstGeom prst="rect">
            <a:avLst/>
          </a:prstGeom>
          <a:noFill/>
        </p:spPr>
        <p:txBody>
          <a:bodyPr wrap="square" lIns="72000" rtlCol="0">
            <a:spAutoFit/>
          </a:bodyPr>
          <a:lstStyle/>
          <a:p>
            <a:r>
              <a:rPr lang="ko-KR" altLang="en-US" sz="800" b="1" dirty="0" smtClean="0">
                <a:solidFill>
                  <a:srgbClr val="0070C0"/>
                </a:solidFill>
                <a:latin typeface="맑은 고딕" panose="020B0503020000020004" pitchFamily="50" charset="-127"/>
                <a:ea typeface="맑은 고딕" panose="020B0503020000020004" pitchFamily="50" charset="-127"/>
              </a:rPr>
              <a:t>   </a:t>
            </a:r>
            <a:r>
              <a:rPr lang="ko-KR" altLang="en-US" sz="700" b="1" dirty="0" smtClean="0">
                <a:solidFill>
                  <a:srgbClr val="0070C0"/>
                </a:solidFill>
                <a:latin typeface="맑은 고딕" panose="020B0503020000020004" pitchFamily="50" charset="-127"/>
                <a:ea typeface="맑은 고딕" panose="020B0503020000020004" pitchFamily="50" charset="-127"/>
              </a:rPr>
              <a:t>전체    </a:t>
            </a:r>
            <a:r>
              <a:rPr lang="ko-KR" altLang="en-US" sz="700" b="1" dirty="0" smtClean="0">
                <a:solidFill>
                  <a:schemeClr val="tx1">
                    <a:lumMod val="75000"/>
                    <a:lumOff val="25000"/>
                  </a:schemeClr>
                </a:solidFill>
                <a:latin typeface="맑은 고딕" panose="020B0503020000020004" pitchFamily="50" charset="-127"/>
                <a:ea typeface="맑은 고딕" panose="020B0503020000020004" pitchFamily="50" charset="-127"/>
              </a:rPr>
              <a:t>대학원    학위과정    평생교육        </a:t>
            </a:r>
            <a:endParaRPr lang="ko-KR" altLang="en-US" sz="7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7815140" y="5054404"/>
            <a:ext cx="1512250" cy="183324"/>
            <a:chOff x="6450430" y="5007836"/>
            <a:chExt cx="1512250" cy="183324"/>
          </a:xfrm>
        </p:grpSpPr>
        <p:sp>
          <p:nvSpPr>
            <p:cNvPr id="674" name="직사각형 673"/>
            <p:cNvSpPr/>
            <p:nvPr/>
          </p:nvSpPr>
          <p:spPr>
            <a:xfrm>
              <a:off x="6450430" y="5017323"/>
              <a:ext cx="1080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5" name="그룹 674"/>
            <p:cNvGrpSpPr/>
            <p:nvPr/>
          </p:nvGrpSpPr>
          <p:grpSpPr>
            <a:xfrm>
              <a:off x="7600510" y="5007836"/>
              <a:ext cx="362170" cy="183324"/>
              <a:chOff x="7562410" y="5007836"/>
              <a:chExt cx="362170" cy="183324"/>
            </a:xfrm>
          </p:grpSpPr>
          <p:pic>
            <p:nvPicPr>
              <p:cNvPr id="67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62410" y="5007836"/>
                <a:ext cx="17145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77" name="Picture 3"/>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66180" y="5010185"/>
                <a:ext cx="15840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과정 </a:t>
            </a:r>
            <a:r>
              <a:rPr lang="en-US" altLang="ko-KR" sz="800" spc="-60" dirty="0" smtClean="0">
                <a:latin typeface="+mn-ea"/>
                <a:ea typeface="+mn-ea"/>
              </a:rPr>
              <a:t>: </a:t>
            </a:r>
            <a:r>
              <a:rPr lang="ko-KR" altLang="en-US" sz="800" spc="-60" dirty="0" smtClean="0">
                <a:latin typeface="+mn-ea"/>
                <a:ea typeface="+mn-ea"/>
              </a:rPr>
              <a:t>기본 위젯</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KNOU_UI_C01010000_01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과정 </a:t>
            </a:r>
            <a:r>
              <a:rPr lang="en-US" altLang="ko-KR" sz="800" spc="-60" dirty="0" smtClean="0">
                <a:latin typeface="+mn-ea"/>
                <a:ea typeface="+mn-ea"/>
              </a:rPr>
              <a:t>: </a:t>
            </a:r>
            <a:r>
              <a:rPr lang="ko-KR" altLang="en-US" sz="800" spc="-60" dirty="0" smtClean="0">
                <a:latin typeface="+mn-ea"/>
                <a:ea typeface="+mn-ea"/>
              </a:rPr>
              <a:t>기본 위젯</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026976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810832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과정</a:t>
            </a:r>
            <a:endParaRPr lang="ko-KR" altLang="en-US" sz="800" spc="-60" dirty="0">
              <a:latin typeface="+mn-ea"/>
              <a:ea typeface="+mn-ea"/>
            </a:endParaRPr>
          </a:p>
        </p:txBody>
      </p:sp>
      <p:grpSp>
        <p:nvGrpSpPr>
          <p:cNvPr id="2" name="그룹 1"/>
          <p:cNvGrpSpPr/>
          <p:nvPr/>
        </p:nvGrpSpPr>
        <p:grpSpPr>
          <a:xfrm>
            <a:off x="4460711" y="3477873"/>
            <a:ext cx="2451592" cy="1447394"/>
            <a:chOff x="4458469" y="1960265"/>
            <a:chExt cx="2451592" cy="1447394"/>
          </a:xfrm>
        </p:grpSpPr>
        <p:grpSp>
          <p:nvGrpSpPr>
            <p:cNvPr id="6" name="그룹 5"/>
            <p:cNvGrpSpPr/>
            <p:nvPr/>
          </p:nvGrpSpPr>
          <p:grpSpPr>
            <a:xfrm>
              <a:off x="4458469" y="1960265"/>
              <a:ext cx="2451592" cy="1447394"/>
              <a:chOff x="4458469" y="4024114"/>
              <a:chExt cx="2451592" cy="1447394"/>
            </a:xfrm>
          </p:grpSpPr>
          <p:grpSp>
            <p:nvGrpSpPr>
              <p:cNvPr id="218" name="그룹 217"/>
              <p:cNvGrpSpPr/>
              <p:nvPr/>
            </p:nvGrpSpPr>
            <p:grpSpPr>
              <a:xfrm>
                <a:off x="4458469" y="4024114"/>
                <a:ext cx="2451592" cy="1447394"/>
                <a:chOff x="6925810" y="3897247"/>
                <a:chExt cx="2451592" cy="1447394"/>
              </a:xfrm>
            </p:grpSpPr>
            <p:sp>
              <p:nvSpPr>
                <p:cNvPr id="219" name="직사각형 218"/>
                <p:cNvSpPr/>
                <p:nvPr/>
              </p:nvSpPr>
              <p:spPr>
                <a:xfrm>
                  <a:off x="6965402" y="3897247"/>
                  <a:ext cx="24120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932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일본어 기초 </a:t>
                    </a:r>
                    <a:r>
                      <a:rPr lang="en-US" altLang="ko-KR" sz="700" dirty="0" smtClean="0">
                        <a:solidFill>
                          <a:srgbClr val="0070C0"/>
                        </a:solidFill>
                        <a:latin typeface="+mn-ea"/>
                        <a:ea typeface="+mn-ea"/>
                      </a:rPr>
                      <a:t>2</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컴퓨터 입문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75955"/>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384"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64385" y="203723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grpSp>
        <p:nvGrpSpPr>
          <p:cNvPr id="42" name="그룹 41"/>
          <p:cNvGrpSpPr/>
          <p:nvPr/>
        </p:nvGrpSpPr>
        <p:grpSpPr>
          <a:xfrm>
            <a:off x="4450728" y="1930494"/>
            <a:ext cx="2451592" cy="1473976"/>
            <a:chOff x="1987827" y="6475326"/>
            <a:chExt cx="2451592" cy="1473976"/>
          </a:xfrm>
        </p:grpSpPr>
        <p:grpSp>
          <p:nvGrpSpPr>
            <p:cNvPr id="33" name="그룹 32"/>
            <p:cNvGrpSpPr/>
            <p:nvPr/>
          </p:nvGrpSpPr>
          <p:grpSpPr>
            <a:xfrm>
              <a:off x="1987827" y="6475326"/>
              <a:ext cx="2451592" cy="1473976"/>
              <a:chOff x="4445624" y="2480978"/>
              <a:chExt cx="2451592" cy="1473976"/>
            </a:xfrm>
          </p:grpSpPr>
          <p:sp>
            <p:nvSpPr>
              <p:cNvPr id="471" name="직사각형 470"/>
              <p:cNvSpPr/>
              <p:nvPr/>
            </p:nvSpPr>
            <p:spPr>
              <a:xfrm>
                <a:off x="4485216" y="2507754"/>
                <a:ext cx="2412000" cy="1447200"/>
              </a:xfrm>
              <a:prstGeom prst="rect">
                <a:avLst/>
              </a:prstGeom>
              <a:solidFill>
                <a:srgbClr val="F4C40E"/>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72" name="TextBox 471"/>
              <p:cNvSpPr txBox="1"/>
              <p:nvPr/>
            </p:nvSpPr>
            <p:spPr>
              <a:xfrm>
                <a:off x="4445624" y="2577456"/>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이달의 학</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사</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일정</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0" name="직사각형 469"/>
              <p:cNvSpPr/>
              <p:nvPr/>
            </p:nvSpPr>
            <p:spPr>
              <a:xfrm>
                <a:off x="4556984" y="2811180"/>
                <a:ext cx="2286000" cy="1080000"/>
              </a:xfrm>
              <a:prstGeom prst="rect">
                <a:avLst/>
              </a:prstGeom>
              <a:solidFill>
                <a:srgbClr val="F5D167"/>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74" name="TextBox 473"/>
              <p:cNvSpPr txBox="1"/>
              <p:nvPr/>
            </p:nvSpPr>
            <p:spPr>
              <a:xfrm>
                <a:off x="4529364" y="2871986"/>
                <a:ext cx="2160000" cy="338554"/>
              </a:xfrm>
              <a:prstGeom prst="rect">
                <a:avLst/>
              </a:prstGeom>
              <a:noFill/>
            </p:spPr>
            <p:txBody>
              <a:bodyPr wrap="square" rtlCol="0">
                <a:spAutoFit/>
              </a:bodyPr>
              <a:lstStyle/>
              <a:p>
                <a:r>
                  <a:rPr lang="en-US" altLang="ko-KR" sz="700" b="1" dirty="0" smtClean="0">
                    <a:solidFill>
                      <a:srgbClr val="0070C0"/>
                    </a:solidFill>
                    <a:latin typeface="+mn-ea"/>
                    <a:ea typeface="+mn-ea"/>
                  </a:rPr>
                  <a:t>03.16~04.02</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중간고사 시험문제등록</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출제</a:t>
                </a:r>
                <a:endParaRPr lang="en-US" altLang="ko-KR" sz="800" dirty="0" smtClean="0">
                  <a:solidFill>
                    <a:schemeClr val="tx1">
                      <a:lumMod val="75000"/>
                      <a:lumOff val="25000"/>
                    </a:schemeClr>
                  </a:solidFill>
                  <a:latin typeface="+mn-ea"/>
                  <a:ea typeface="+mn-ea"/>
                </a:endParaRPr>
              </a:p>
              <a:p>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en-US" altLang="ko-KR" sz="700" dirty="0" smtClean="0">
                    <a:solidFill>
                      <a:schemeClr val="tx1">
                        <a:lumMod val="50000"/>
                        <a:lumOff val="50000"/>
                      </a:schemeClr>
                    </a:solidFill>
                    <a:latin typeface="+mn-ea"/>
                    <a:ea typeface="+mn-ea"/>
                  </a:rPr>
                  <a:t>[</a:t>
                </a:r>
                <a:r>
                  <a:rPr lang="ko-KR" altLang="en-US" sz="700" dirty="0" smtClean="0">
                    <a:solidFill>
                      <a:schemeClr val="tx1">
                        <a:lumMod val="50000"/>
                        <a:lumOff val="50000"/>
                      </a:schemeClr>
                    </a:solidFill>
                    <a:latin typeface="+mn-ea"/>
                    <a:ea typeface="+mn-ea"/>
                  </a:rPr>
                  <a:t>대학원</a:t>
                </a:r>
                <a:r>
                  <a:rPr lang="en-US" altLang="ko-KR" sz="700" dirty="0" smtClean="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tx1">
                      <a:lumMod val="50000"/>
                      <a:lumOff val="50000"/>
                    </a:schemeClr>
                  </a:solidFill>
                  <a:latin typeface="+mn-ea"/>
                  <a:ea typeface="+mn-ea"/>
                </a:endParaRPr>
              </a:p>
            </p:txBody>
          </p:sp>
          <p:grpSp>
            <p:nvGrpSpPr>
              <p:cNvPr id="475" name="그룹 474"/>
              <p:cNvGrpSpPr/>
              <p:nvPr/>
            </p:nvGrpSpPr>
            <p:grpSpPr>
              <a:xfrm>
                <a:off x="6750930" y="2926539"/>
                <a:ext cx="22192" cy="837525"/>
                <a:chOff x="2777986" y="4005064"/>
                <a:chExt cx="22192" cy="837525"/>
              </a:xfrm>
            </p:grpSpPr>
            <p:sp>
              <p:nvSpPr>
                <p:cNvPr id="488" name="직사각형 487"/>
                <p:cNvSpPr/>
                <p:nvPr/>
              </p:nvSpPr>
              <p:spPr bwMode="auto">
                <a:xfrm>
                  <a:off x="2777986" y="4014589"/>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89" name="직사각형 488"/>
                <p:cNvSpPr/>
                <p:nvPr/>
              </p:nvSpPr>
              <p:spPr bwMode="auto">
                <a:xfrm>
                  <a:off x="2782178" y="4005064"/>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84" name="TextBox 483"/>
              <p:cNvSpPr txBox="1"/>
              <p:nvPr/>
            </p:nvSpPr>
            <p:spPr>
              <a:xfrm>
                <a:off x="4529364" y="320969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04.05~06.12</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승인</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sp>
            <p:nvSpPr>
              <p:cNvPr id="485" name="TextBox 484"/>
              <p:cNvSpPr txBox="1"/>
              <p:nvPr/>
            </p:nvSpPr>
            <p:spPr>
              <a:xfrm>
                <a:off x="4529364" y="352958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04.08~04.11</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학기 중간고사</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grpSp>
            <p:nvGrpSpPr>
              <p:cNvPr id="4" name="그룹 3"/>
              <p:cNvGrpSpPr/>
              <p:nvPr/>
            </p:nvGrpSpPr>
            <p:grpSpPr>
              <a:xfrm>
                <a:off x="6297543" y="2480978"/>
                <a:ext cx="431274" cy="434071"/>
                <a:chOff x="6278493" y="2461928"/>
                <a:chExt cx="431274" cy="434071"/>
              </a:xfrm>
            </p:grpSpPr>
            <p:sp>
              <p:nvSpPr>
                <p:cNvPr id="551" name="Rectangle 1"/>
                <p:cNvSpPr>
                  <a:spLocks noChangeArrowheads="1"/>
                </p:cNvSpPr>
                <p:nvPr/>
              </p:nvSpPr>
              <p:spPr bwMode="auto">
                <a:xfrm>
                  <a:off x="6278493" y="2461928"/>
                  <a:ext cx="303168" cy="434071"/>
                </a:xfrm>
                <a:prstGeom prst="rect">
                  <a:avLst/>
                </a:prstGeom>
                <a:noFill/>
                <a:ln>
                  <a:noFill/>
                </a:ln>
                <a:effectLst/>
                <a:extLst/>
              </p:spPr>
              <p:txBody>
                <a:bodyPr vert="horz" wrap="square" lIns="0" tIns="23805" rIns="0" bIns="47610" numCol="1" anchor="b" anchorCtr="0" compatLnSpc="1">
                  <a:prstTxWarp prst="textNoShape">
                    <a:avLst/>
                  </a:prstTxWarp>
                  <a:spAutoFit/>
                </a:bodyPr>
                <a:lstStyle/>
                <a:p>
                  <a:pPr algn="ctr" defTabSz="685800" eaLnBrk="0" latinLnBrk="0" hangingPunct="0">
                    <a:lnSpc>
                      <a:spcPct val="150000"/>
                    </a:lnSpc>
                  </a:pPr>
                  <a:r>
                    <a:rPr lang="en-US" altLang="ko-KR" b="1" dirty="0" smtClean="0">
                      <a:solidFill>
                        <a:srgbClr val="0070C0"/>
                      </a:solidFill>
                      <a:latin typeface="맑은 고딕" panose="020B0503020000020004" pitchFamily="50" charset="-127"/>
                      <a:ea typeface="맑은 고딕" panose="020B0503020000020004" pitchFamily="50" charset="-127"/>
                    </a:rPr>
                    <a:t>4</a:t>
                  </a:r>
                  <a:endPar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 name="직사각형 2"/>
                <p:cNvSpPr/>
                <p:nvPr/>
              </p:nvSpPr>
              <p:spPr>
                <a:xfrm>
                  <a:off x="6422509" y="2567668"/>
                  <a:ext cx="287258" cy="215444"/>
                </a:xfrm>
                <a:prstGeom prst="rect">
                  <a:avLst/>
                </a:prstGeom>
              </p:spPr>
              <p:txBody>
                <a:bodyPr wrap="none">
                  <a:spAutoFit/>
                </a:bodyPr>
                <a:lstStyle/>
                <a:p>
                  <a:r>
                    <a:rPr lang="ko-KR" altLang="en-US" sz="800" dirty="0">
                      <a:solidFill>
                        <a:srgbClr val="0070C0"/>
                      </a:solidFill>
                      <a:latin typeface="맑은 고딕" panose="020B0503020000020004" pitchFamily="50" charset="-127"/>
                      <a:ea typeface="맑은 고딕" panose="020B0503020000020004" pitchFamily="50" charset="-127"/>
                    </a:rPr>
                    <a:t>월</a:t>
                  </a:r>
                  <a:endParaRPr lang="ko-KR" altLang="en-US" sz="800" dirty="0">
                    <a:solidFill>
                      <a:srgbClr val="0070C0"/>
                    </a:solidFill>
                  </a:endParaRPr>
                </a:p>
              </p:txBody>
            </p:sp>
          </p:grpSp>
        </p:grpSp>
        <p:pic>
          <p:nvPicPr>
            <p:cNvPr id="43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6604793"/>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 name="그룹 44"/>
          <p:cNvGrpSpPr/>
          <p:nvPr/>
        </p:nvGrpSpPr>
        <p:grpSpPr>
          <a:xfrm>
            <a:off x="1991147" y="3472433"/>
            <a:ext cx="2451071" cy="1454400"/>
            <a:chOff x="1991147" y="3481958"/>
            <a:chExt cx="2451071" cy="1454400"/>
          </a:xfrm>
        </p:grpSpPr>
        <p:grpSp>
          <p:nvGrpSpPr>
            <p:cNvPr id="44" name="그룹 43"/>
            <p:cNvGrpSpPr/>
            <p:nvPr/>
          </p:nvGrpSpPr>
          <p:grpSpPr>
            <a:xfrm>
              <a:off x="1991147" y="3481958"/>
              <a:ext cx="2451071" cy="1454400"/>
              <a:chOff x="1991147" y="3481958"/>
              <a:chExt cx="2451071" cy="1454400"/>
            </a:xfrm>
          </p:grpSpPr>
          <p:grpSp>
            <p:nvGrpSpPr>
              <p:cNvPr id="43" name="그룹 42"/>
              <p:cNvGrpSpPr/>
              <p:nvPr/>
            </p:nvGrpSpPr>
            <p:grpSpPr>
              <a:xfrm>
                <a:off x="1991147" y="3481958"/>
                <a:ext cx="2451071" cy="1454400"/>
                <a:chOff x="1991147" y="3481958"/>
                <a:chExt cx="2451071" cy="1454400"/>
              </a:xfrm>
            </p:grpSpPr>
            <p:grpSp>
              <p:nvGrpSpPr>
                <p:cNvPr id="40" name="그룹 39"/>
                <p:cNvGrpSpPr/>
                <p:nvPr/>
              </p:nvGrpSpPr>
              <p:grpSpPr>
                <a:xfrm>
                  <a:off x="1991147" y="3481958"/>
                  <a:ext cx="2440575" cy="1454400"/>
                  <a:chOff x="1991147" y="3481958"/>
                  <a:chExt cx="2440575" cy="1454400"/>
                </a:xfrm>
              </p:grpSpPr>
              <p:grpSp>
                <p:nvGrpSpPr>
                  <p:cNvPr id="30" name="그룹 29"/>
                  <p:cNvGrpSpPr/>
                  <p:nvPr/>
                </p:nvGrpSpPr>
                <p:grpSpPr>
                  <a:xfrm>
                    <a:off x="1991147" y="3481958"/>
                    <a:ext cx="2440575" cy="1454400"/>
                    <a:chOff x="1981622" y="4437113"/>
                    <a:chExt cx="2440575" cy="1454400"/>
                  </a:xfrm>
                </p:grpSpPr>
                <p:sp>
                  <p:nvSpPr>
                    <p:cNvPr id="301" name="직사각형 300"/>
                    <p:cNvSpPr/>
                    <p:nvPr/>
                  </p:nvSpPr>
                  <p:spPr bwMode="auto">
                    <a:xfrm>
                      <a:off x="2010197" y="4437113"/>
                      <a:ext cx="2412000" cy="1454400"/>
                    </a:xfrm>
                    <a:prstGeom prst="rect">
                      <a:avLst/>
                    </a:prstGeom>
                    <a:solidFill>
                      <a:srgbClr val="ED823F"/>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02" name="TextBox 301"/>
                    <p:cNvSpPr txBox="1"/>
                    <p:nvPr/>
                  </p:nvSpPr>
                  <p:spPr>
                    <a:xfrm>
                      <a:off x="1981622" y="4494262"/>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알림</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23" name="직사각형 322"/>
                    <p:cNvSpPr/>
                    <p:nvPr/>
                  </p:nvSpPr>
                  <p:spPr>
                    <a:xfrm>
                      <a:off x="2071886" y="4744194"/>
                      <a:ext cx="2286000" cy="1080000"/>
                    </a:xfrm>
                    <a:prstGeom prst="rect">
                      <a:avLst/>
                    </a:prstGeom>
                    <a:solidFill>
                      <a:srgbClr val="F6B48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grpSp>
                  <p:nvGrpSpPr>
                    <p:cNvPr id="21" name="그룹 20"/>
                    <p:cNvGrpSpPr/>
                    <p:nvPr/>
                  </p:nvGrpSpPr>
                  <p:grpSpPr>
                    <a:xfrm>
                      <a:off x="2148880" y="4783073"/>
                      <a:ext cx="2174048" cy="925803"/>
                      <a:chOff x="2082205" y="6797293"/>
                      <a:chExt cx="2174048" cy="925803"/>
                    </a:xfrm>
                  </p:grpSpPr>
                  <p:grpSp>
                    <p:nvGrpSpPr>
                      <p:cNvPr id="304" name="그룹 303"/>
                      <p:cNvGrpSpPr/>
                      <p:nvPr/>
                    </p:nvGrpSpPr>
                    <p:grpSpPr>
                      <a:xfrm>
                        <a:off x="4238253" y="6801722"/>
                        <a:ext cx="18000" cy="921374"/>
                        <a:chOff x="2815059" y="5208272"/>
                        <a:chExt cx="18000" cy="882983"/>
                      </a:xfrm>
                    </p:grpSpPr>
                    <p:sp>
                      <p:nvSpPr>
                        <p:cNvPr id="320" name="직사각형 319"/>
                        <p:cNvSpPr/>
                        <p:nvPr/>
                      </p:nvSpPr>
                      <p:spPr bwMode="auto">
                        <a:xfrm>
                          <a:off x="2815059" y="5297755"/>
                          <a:ext cx="18000" cy="7935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21" name="직사각형 320"/>
                        <p:cNvSpPr/>
                        <p:nvPr/>
                      </p:nvSpPr>
                      <p:spPr bwMode="auto">
                        <a:xfrm>
                          <a:off x="2816093" y="5208272"/>
                          <a:ext cx="144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315" name="TextBox 314"/>
                      <p:cNvSpPr txBox="1"/>
                      <p:nvPr/>
                    </p:nvSpPr>
                    <p:spPr>
                      <a:xfrm>
                        <a:off x="2082205" y="6797293"/>
                        <a:ext cx="2122140" cy="323165"/>
                      </a:xfrm>
                      <a:prstGeom prst="rect">
                        <a:avLst/>
                      </a:prstGeom>
                      <a:noFill/>
                    </p:spPr>
                    <p:txBody>
                      <a:bodyPr wrap="square" rtlCol="0">
                        <a:spAutoFit/>
                      </a:bodyPr>
                      <a:lstStyle/>
                      <a:p>
                        <a:r>
                          <a:rPr lang="ko-KR" altLang="en-US" sz="700" dirty="0" smtClean="0">
                            <a:solidFill>
                              <a:srgbClr val="0070C0"/>
                            </a:solidFill>
                            <a:latin typeface="+mn-ea"/>
                            <a:ea typeface="+mn-ea"/>
                          </a:rPr>
                          <a:t>경영수리</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tx1">
                                <a:lumMod val="75000"/>
                                <a:lumOff val="25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grpSp>
                  <p:nvGrpSpPr>
                    <p:cNvPr id="23" name="그룹 22"/>
                    <p:cNvGrpSpPr/>
                    <p:nvPr/>
                  </p:nvGrpSpPr>
                  <p:grpSpPr>
                    <a:xfrm>
                      <a:off x="2332137" y="4490651"/>
                      <a:ext cx="1924966" cy="215444"/>
                      <a:chOff x="2332137" y="4365105"/>
                      <a:chExt cx="1924966" cy="215444"/>
                    </a:xfrm>
                  </p:grpSpPr>
                  <p:cxnSp>
                    <p:nvCxnSpPr>
                      <p:cNvPr id="306" name="직선 연결선 305"/>
                      <p:cNvCxnSpPr/>
                      <p:nvPr/>
                    </p:nvCxnSpPr>
                    <p:spPr>
                      <a:xfrm>
                        <a:off x="2567211" y="4552553"/>
                        <a:ext cx="452755" cy="2254"/>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22" name="그룹 21"/>
                      <p:cNvGrpSpPr/>
                      <p:nvPr/>
                    </p:nvGrpSpPr>
                    <p:grpSpPr>
                      <a:xfrm>
                        <a:off x="2332137" y="4365105"/>
                        <a:ext cx="1924966" cy="215444"/>
                        <a:chOff x="4780409" y="7399546"/>
                        <a:chExt cx="1924966" cy="215444"/>
                      </a:xfrm>
                    </p:grpSpPr>
                    <p:sp>
                      <p:nvSpPr>
                        <p:cNvPr id="317" name="TextBox 316"/>
                        <p:cNvSpPr txBox="1"/>
                        <p:nvPr/>
                      </p:nvSpPr>
                      <p:spPr>
                        <a:xfrm>
                          <a:off x="4780409" y="7399546"/>
                          <a:ext cx="1800000" cy="215444"/>
                        </a:xfrm>
                        <a:prstGeom prst="rect">
                          <a:avLst/>
                        </a:prstGeom>
                        <a:noFill/>
                      </p:spPr>
                      <p:txBody>
                        <a:bodyPr wrap="square" lIns="0" rIns="0" rtlCol="0">
                          <a:spAutoFit/>
                        </a:bodyPr>
                        <a:lstStyle/>
                        <a:p>
                          <a:pPr algn="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PUSH</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SMS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쪽지     알림톡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18" name="타원 317"/>
                        <p:cNvSpPr/>
                        <p:nvPr/>
                      </p:nvSpPr>
                      <p:spPr bwMode="auto">
                        <a:xfrm>
                          <a:off x="5333031" y="7443742"/>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3</a:t>
                          </a:r>
                          <a:endParaRPr kumimoji="1" lang="ko-KR" altLang="en-US" sz="700" dirty="0">
                            <a:solidFill>
                              <a:schemeClr val="bg1"/>
                            </a:solidFill>
                            <a:latin typeface="+mn-ea"/>
                            <a:cs typeface="Calibri" pitchFamily="34" charset="0"/>
                          </a:endParaRPr>
                        </a:p>
                      </p:txBody>
                    </p:sp>
                    <p:sp>
                      <p:nvSpPr>
                        <p:cNvPr id="319" name="타원 318"/>
                        <p:cNvSpPr/>
                        <p:nvPr/>
                      </p:nvSpPr>
                      <p:spPr bwMode="auto">
                        <a:xfrm>
                          <a:off x="5716313" y="7440724"/>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sp>
                      <p:nvSpPr>
                        <p:cNvPr id="324" name="타원 323"/>
                        <p:cNvSpPr/>
                        <p:nvPr/>
                      </p:nvSpPr>
                      <p:spPr bwMode="auto">
                        <a:xfrm>
                          <a:off x="6089127"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1</a:t>
                          </a:r>
                          <a:endParaRPr kumimoji="1" lang="ko-KR" altLang="en-US" sz="700" dirty="0">
                            <a:solidFill>
                              <a:schemeClr val="bg1"/>
                            </a:solidFill>
                            <a:latin typeface="+mn-ea"/>
                            <a:cs typeface="Calibri" pitchFamily="34" charset="0"/>
                          </a:endParaRPr>
                        </a:p>
                      </p:txBody>
                    </p:sp>
                    <p:sp>
                      <p:nvSpPr>
                        <p:cNvPr id="325" name="타원 324"/>
                        <p:cNvSpPr/>
                        <p:nvPr/>
                      </p:nvSpPr>
                      <p:spPr bwMode="auto">
                        <a:xfrm>
                          <a:off x="6597375"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pic>
                <p:nvPicPr>
                  <p:cNvPr id="43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357512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8" name="직사각형 437"/>
                <p:cNvSpPr/>
                <p:nvPr/>
              </p:nvSpPr>
              <p:spPr>
                <a:xfrm>
                  <a:off x="4262218" y="3553966"/>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43" name="TextBox 442"/>
              <p:cNvSpPr txBox="1"/>
              <p:nvPr/>
            </p:nvSpPr>
            <p:spPr>
              <a:xfrm>
                <a:off x="2154213" y="4156239"/>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관리자</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sp>
            <p:nvSpPr>
              <p:cNvPr id="447" name="TextBox 446"/>
              <p:cNvSpPr txBox="1"/>
              <p:nvPr/>
            </p:nvSpPr>
            <p:spPr>
              <a:xfrm>
                <a:off x="2154213" y="4475212"/>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a:solidFill>
                      <a:srgbClr val="0070C0"/>
                    </a:solidFill>
                    <a:latin typeface="+mn-ea"/>
                    <a:ea typeface="+mn-ea"/>
                  </a:rPr>
                  <a:t>이</a:t>
                </a:r>
                <a:r>
                  <a:rPr lang="ko-KR" altLang="en-US" sz="700" dirty="0" smtClean="0">
                    <a:solidFill>
                      <a:srgbClr val="0070C0"/>
                    </a:solidFill>
                    <a:latin typeface="+mn-ea"/>
                    <a:ea typeface="+mn-ea"/>
                  </a:rPr>
                  <a:t>학생</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sp>
          <p:nvSpPr>
            <p:cNvPr id="448" name="순서도: 대체 처리 447"/>
            <p:cNvSpPr/>
            <p:nvPr/>
          </p:nvSpPr>
          <p:spPr bwMode="auto">
            <a:xfrm>
              <a:off x="3891930" y="3923531"/>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0" name="타원 449"/>
            <p:cNvSpPr/>
            <p:nvPr/>
          </p:nvSpPr>
          <p:spPr>
            <a:xfrm>
              <a:off x="2101271" y="391653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1" name="타원 450"/>
            <p:cNvSpPr/>
            <p:nvPr/>
          </p:nvSpPr>
          <p:spPr>
            <a:xfrm>
              <a:off x="2101255" y="423910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3" name="타원 452"/>
            <p:cNvSpPr/>
            <p:nvPr/>
          </p:nvSpPr>
          <p:spPr>
            <a:xfrm>
              <a:off x="2106588" y="4570569"/>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5" name="순서도: 대체 처리 454"/>
            <p:cNvSpPr/>
            <p:nvPr/>
          </p:nvSpPr>
          <p:spPr bwMode="auto">
            <a:xfrm>
              <a:off x="3887738" y="4255012"/>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56" name="순서도: 대체 처리 455"/>
            <p:cNvSpPr/>
            <p:nvPr/>
          </p:nvSpPr>
          <p:spPr bwMode="auto">
            <a:xfrm>
              <a:off x="3891930" y="4571619"/>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46" name="그룹 45"/>
          <p:cNvGrpSpPr/>
          <p:nvPr/>
        </p:nvGrpSpPr>
        <p:grpSpPr>
          <a:xfrm>
            <a:off x="6922471" y="1954798"/>
            <a:ext cx="2451592" cy="1447200"/>
            <a:chOff x="1973294" y="4993571"/>
            <a:chExt cx="2451592" cy="1447200"/>
          </a:xfrm>
        </p:grpSpPr>
        <p:grpSp>
          <p:nvGrpSpPr>
            <p:cNvPr id="41" name="그룹 40"/>
            <p:cNvGrpSpPr/>
            <p:nvPr/>
          </p:nvGrpSpPr>
          <p:grpSpPr>
            <a:xfrm>
              <a:off x="1973294" y="4993571"/>
              <a:ext cx="2451592" cy="1447200"/>
              <a:chOff x="1973294" y="4993571"/>
              <a:chExt cx="2451592" cy="1447200"/>
            </a:xfrm>
          </p:grpSpPr>
          <p:grpSp>
            <p:nvGrpSpPr>
              <p:cNvPr id="8" name="그룹 7"/>
              <p:cNvGrpSpPr/>
              <p:nvPr/>
            </p:nvGrpSpPr>
            <p:grpSpPr>
              <a:xfrm>
                <a:off x="1973294" y="4993571"/>
                <a:ext cx="2451592" cy="1447200"/>
                <a:chOff x="6925791" y="2502421"/>
                <a:chExt cx="2451592" cy="1447200"/>
              </a:xfrm>
            </p:grpSpPr>
            <p:grpSp>
              <p:nvGrpSpPr>
                <p:cNvPr id="586" name="그룹 585"/>
                <p:cNvGrpSpPr/>
                <p:nvPr/>
              </p:nvGrpSpPr>
              <p:grpSpPr>
                <a:xfrm>
                  <a:off x="6925791" y="2502421"/>
                  <a:ext cx="2451592" cy="1447200"/>
                  <a:chOff x="1976289" y="3438525"/>
                  <a:chExt cx="2451592" cy="1447200"/>
                </a:xfrm>
              </p:grpSpPr>
              <p:sp>
                <p:nvSpPr>
                  <p:cNvPr id="587" name="직사각형 586"/>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88" name="TextBox 587"/>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공지사항</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90" name="TextBox 589"/>
                  <p:cNvSpPr txBox="1"/>
                  <p:nvPr/>
                </p:nvSpPr>
                <p:spPr>
                  <a:xfrm>
                    <a:off x="2931443" y="3506147"/>
                    <a:ext cx="1333372" cy="215444"/>
                  </a:xfrm>
                  <a:prstGeom prst="rect">
                    <a:avLst/>
                  </a:prstGeom>
                  <a:noFill/>
                </p:spPr>
                <p:txBody>
                  <a:bodyPr wrap="square" rtlCol="0">
                    <a:spAutoFit/>
                  </a:bodyPr>
                  <a:lstStyle/>
                  <a:p>
                    <a:pPr algn="r"/>
                    <a:r>
                      <a:rPr lang="ko-KR" altLang="en-US" sz="800" dirty="0" smtClean="0">
                        <a:solidFill>
                          <a:srgbClr val="0070C0"/>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전체공지  과목공지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1" name="그룹 590"/>
                  <p:cNvGrpSpPr/>
                  <p:nvPr/>
                </p:nvGrpSpPr>
                <p:grpSpPr>
                  <a:xfrm>
                    <a:off x="2088727" y="3738512"/>
                    <a:ext cx="2286000" cy="1080000"/>
                    <a:chOff x="4709384" y="2912571"/>
                    <a:chExt cx="2286000" cy="1080000"/>
                  </a:xfrm>
                </p:grpSpPr>
                <p:sp>
                  <p:nvSpPr>
                    <p:cNvPr id="601" name="직사각형 60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602" name="직사각형 60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03" name="직사각형 60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592" name="그룹 591"/>
                  <p:cNvGrpSpPr/>
                  <p:nvPr/>
                </p:nvGrpSpPr>
                <p:grpSpPr>
                  <a:xfrm>
                    <a:off x="2124532" y="4442593"/>
                    <a:ext cx="1977371" cy="323165"/>
                    <a:chOff x="7066718" y="3366517"/>
                    <a:chExt cx="1977371" cy="323165"/>
                  </a:xfrm>
                </p:grpSpPr>
                <p:sp>
                  <p:nvSpPr>
                    <p:cNvPr id="599" name="TextBox 598"/>
                    <p:cNvSpPr txBox="1"/>
                    <p:nvPr/>
                  </p:nvSpPr>
                  <p:spPr>
                    <a:xfrm>
                      <a:off x="7285594" y="3366517"/>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600" name="순서도: 대체 처리 599"/>
                    <p:cNvSpPr/>
                    <p:nvPr/>
                  </p:nvSpPr>
                  <p:spPr bwMode="auto">
                    <a:xfrm>
                      <a:off x="7066718" y="3409323"/>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nvGrpSpPr>
                  <p:cNvPr id="593" name="그룹 592"/>
                  <p:cNvGrpSpPr/>
                  <p:nvPr/>
                </p:nvGrpSpPr>
                <p:grpSpPr>
                  <a:xfrm>
                    <a:off x="2125781" y="3824237"/>
                    <a:ext cx="1923915" cy="323165"/>
                    <a:chOff x="7067967" y="2852936"/>
                    <a:chExt cx="1923915" cy="323165"/>
                  </a:xfrm>
                </p:grpSpPr>
                <p:sp>
                  <p:nvSpPr>
                    <p:cNvPr id="597" name="TextBox 596"/>
                    <p:cNvSpPr txBox="1"/>
                    <p:nvPr/>
                  </p:nvSpPr>
                  <p:spPr>
                    <a:xfrm>
                      <a:off x="7277318" y="2852936"/>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598" name="순서도: 대체 처리 597"/>
                    <p:cNvSpPr/>
                    <p:nvPr/>
                  </p:nvSpPr>
                  <p:spPr bwMode="auto">
                    <a:xfrm>
                      <a:off x="7067967" y="2905267"/>
                      <a:ext cx="252000" cy="144000"/>
                    </a:xfrm>
                    <a:prstGeom prst="flowChartAlternateProcess">
                      <a:avLst/>
                    </a:prstGeom>
                    <a:solidFill>
                      <a:srgbClr val="2C71D8"/>
                    </a:solidFill>
                    <a:ln w="6350" cap="flat" cmpd="sng" algn="ctr">
                      <a:solidFill>
                        <a:srgbClr val="2C71D8"/>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전체</a:t>
                      </a:r>
                      <a:endParaRPr kumimoji="1" lang="ko-KR" altLang="en-US" sz="750" dirty="0">
                        <a:solidFill>
                          <a:schemeClr val="bg1"/>
                        </a:solidFill>
                        <a:latin typeface="+mn-ea"/>
                        <a:ea typeface="+mn-ea"/>
                        <a:cs typeface="Calibri" pitchFamily="34" charset="0"/>
                      </a:endParaRPr>
                    </a:p>
                  </p:txBody>
                </p:sp>
              </p:grpSp>
              <p:grpSp>
                <p:nvGrpSpPr>
                  <p:cNvPr id="594" name="그룹 593"/>
                  <p:cNvGrpSpPr/>
                  <p:nvPr/>
                </p:nvGrpSpPr>
                <p:grpSpPr>
                  <a:xfrm>
                    <a:off x="2127797" y="4124761"/>
                    <a:ext cx="2268642" cy="323165"/>
                    <a:chOff x="7069983" y="3105835"/>
                    <a:chExt cx="2268642" cy="323165"/>
                  </a:xfrm>
                </p:grpSpPr>
                <p:sp>
                  <p:nvSpPr>
                    <p:cNvPr id="595" name="TextBox 594"/>
                    <p:cNvSpPr txBox="1"/>
                    <p:nvPr/>
                  </p:nvSpPr>
                  <p:spPr>
                    <a:xfrm>
                      <a:off x="7286939" y="3105835"/>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sp>
                  <p:nvSpPr>
                    <p:cNvPr id="596" name="순서도: 대체 처리 595"/>
                    <p:cNvSpPr/>
                    <p:nvPr/>
                  </p:nvSpPr>
                  <p:spPr bwMode="auto">
                    <a:xfrm>
                      <a:off x="7069983" y="3162309"/>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sp>
              <p:nvSpPr>
                <p:cNvPr id="633" name="직사각형 63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43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508518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58" name="순서도: 대체 처리 457"/>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9" name="순서도: 대체 처리 458"/>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60" name="순서도: 대체 처리 459"/>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51" name="그룹 50"/>
          <p:cNvGrpSpPr/>
          <p:nvPr/>
        </p:nvGrpSpPr>
        <p:grpSpPr>
          <a:xfrm>
            <a:off x="4487044" y="5062984"/>
            <a:ext cx="1569022" cy="215444"/>
            <a:chOff x="2140227" y="6724204"/>
            <a:chExt cx="1569022" cy="215444"/>
          </a:xfrm>
        </p:grpSpPr>
        <p:sp>
          <p:nvSpPr>
            <p:cNvPr id="567" name="TextBox 566"/>
            <p:cNvSpPr txBox="1"/>
            <p:nvPr/>
          </p:nvSpPr>
          <p:spPr>
            <a:xfrm>
              <a:off x="2140227" y="6724204"/>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수강과목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69"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4130" y="6766718"/>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 name="그룹 51"/>
          <p:cNvGrpSpPr/>
          <p:nvPr/>
        </p:nvGrpSpPr>
        <p:grpSpPr>
          <a:xfrm>
            <a:off x="8582119" y="1695475"/>
            <a:ext cx="849617" cy="276999"/>
            <a:chOff x="8563069" y="1695475"/>
            <a:chExt cx="849617" cy="276999"/>
          </a:xfrm>
        </p:grpSpPr>
        <p:grpSp>
          <p:nvGrpSpPr>
            <p:cNvPr id="29" name="그룹 28"/>
            <p:cNvGrpSpPr/>
            <p:nvPr/>
          </p:nvGrpSpPr>
          <p:grpSpPr>
            <a:xfrm>
              <a:off x="8563069" y="1761166"/>
              <a:ext cx="792000" cy="162000"/>
              <a:chOff x="8779069" y="1761166"/>
              <a:chExt cx="792000" cy="162000"/>
            </a:xfrm>
          </p:grpSpPr>
          <p:sp>
            <p:nvSpPr>
              <p:cNvPr id="14" name="직사각형 13"/>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1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 name="그룹 23"/>
            <p:cNvGrpSpPr/>
            <p:nvPr/>
          </p:nvGrpSpPr>
          <p:grpSpPr>
            <a:xfrm>
              <a:off x="8728739" y="1695475"/>
              <a:ext cx="247184" cy="276999"/>
              <a:chOff x="7672972" y="1671999"/>
              <a:chExt cx="247184" cy="276999"/>
            </a:xfrm>
          </p:grpSpPr>
          <p:sp>
            <p:nvSpPr>
              <p:cNvPr id="19" name="타원 1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0" name="직사각형 19"/>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617" name="그룹 616"/>
            <p:cNvGrpSpPr/>
            <p:nvPr/>
          </p:nvGrpSpPr>
          <p:grpSpPr>
            <a:xfrm>
              <a:off x="9138252" y="1714525"/>
              <a:ext cx="274434" cy="246221"/>
              <a:chOff x="7663447" y="1691049"/>
              <a:chExt cx="274434" cy="246221"/>
            </a:xfrm>
          </p:grpSpPr>
          <p:sp>
            <p:nvSpPr>
              <p:cNvPr id="618" name="타원 61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619" name="직사각형 618"/>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620" name="직사각형 619"/>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 name="그룹 33"/>
          <p:cNvGrpSpPr/>
          <p:nvPr/>
        </p:nvGrpSpPr>
        <p:grpSpPr>
          <a:xfrm>
            <a:off x="6931996" y="3469371"/>
            <a:ext cx="2451592" cy="1447394"/>
            <a:chOff x="6931996" y="3478896"/>
            <a:chExt cx="2451592" cy="1447394"/>
          </a:xfrm>
        </p:grpSpPr>
        <p:grpSp>
          <p:nvGrpSpPr>
            <p:cNvPr id="36" name="그룹 35"/>
            <p:cNvGrpSpPr/>
            <p:nvPr/>
          </p:nvGrpSpPr>
          <p:grpSpPr>
            <a:xfrm>
              <a:off x="6931996" y="3478896"/>
              <a:ext cx="2451592" cy="1447394"/>
              <a:chOff x="6925810" y="1953449"/>
              <a:chExt cx="2451592" cy="1447394"/>
            </a:xfrm>
          </p:grpSpPr>
          <p:grpSp>
            <p:nvGrpSpPr>
              <p:cNvPr id="32" name="그룹 31"/>
              <p:cNvGrpSpPr/>
              <p:nvPr/>
            </p:nvGrpSpPr>
            <p:grpSpPr>
              <a:xfrm>
                <a:off x="6925810" y="1953449"/>
                <a:ext cx="2451592" cy="1447394"/>
                <a:chOff x="6925810" y="1953449"/>
                <a:chExt cx="2451592" cy="1447394"/>
              </a:xfrm>
            </p:grpSpPr>
            <p:grpSp>
              <p:nvGrpSpPr>
                <p:cNvPr id="13" name="그룹 12"/>
                <p:cNvGrpSpPr/>
                <p:nvPr/>
              </p:nvGrpSpPr>
              <p:grpSpPr>
                <a:xfrm>
                  <a:off x="6925810" y="1953449"/>
                  <a:ext cx="2451592" cy="1447394"/>
                  <a:chOff x="6925810" y="3897247"/>
                  <a:chExt cx="2451592" cy="1447394"/>
                </a:xfrm>
              </p:grpSpPr>
              <p:sp>
                <p:nvSpPr>
                  <p:cNvPr id="682" name="직사각형 681"/>
                  <p:cNvSpPr/>
                  <p:nvPr/>
                </p:nvSpPr>
                <p:spPr>
                  <a:xfrm>
                    <a:off x="6965402" y="3897247"/>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35105"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95" name="TextBox 694"/>
                  <p:cNvSpPr txBox="1"/>
                  <p:nvPr/>
                </p:nvSpPr>
                <p:spPr>
                  <a:xfrm>
                    <a:off x="7015996" y="4253425"/>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 </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grpSp>
                <p:nvGrpSpPr>
                  <p:cNvPr id="686" name="그룹 685"/>
                  <p:cNvGrpSpPr/>
                  <p:nvPr/>
                </p:nvGrpSpPr>
                <p:grpSpPr>
                  <a:xfrm>
                    <a:off x="7016092" y="4579557"/>
                    <a:ext cx="2200230" cy="323165"/>
                    <a:chOff x="5608473" y="2286397"/>
                    <a:chExt cx="2200230" cy="323165"/>
                  </a:xfrm>
                </p:grpSpPr>
                <p:sp>
                  <p:nvSpPr>
                    <p:cNvPr id="693" name="TextBox 692"/>
                    <p:cNvSpPr txBox="1"/>
                    <p:nvPr/>
                  </p:nvSpPr>
                  <p:spPr>
                    <a:xfrm>
                      <a:off x="5608473" y="2286397"/>
                      <a:ext cx="1831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실전 </a:t>
                      </a:r>
                      <a:r>
                        <a:rPr lang="en-US" altLang="ko-KR" sz="800" dirty="0" smtClean="0">
                          <a:solidFill>
                            <a:schemeClr val="tx1">
                              <a:lumMod val="75000"/>
                              <a:lumOff val="25000"/>
                            </a:schemeClr>
                          </a:solidFill>
                          <a:latin typeface="+mn-ea"/>
                          <a:ea typeface="+mn-ea"/>
                        </a:rPr>
                        <a:t>NoSql </a:t>
                      </a:r>
                      <a:r>
                        <a:rPr lang="ko-KR" altLang="en-US" sz="800" dirty="0" smtClean="0">
                          <a:solidFill>
                            <a:schemeClr val="tx1">
                              <a:lumMod val="75000"/>
                              <a:lumOff val="25000"/>
                            </a:schemeClr>
                          </a:solidFill>
                          <a:latin typeface="+mn-ea"/>
                          <a:ea typeface="+mn-ea"/>
                        </a:rPr>
                        <a:t>데이터베이스 활용 자</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데이터베이스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sp>
                  <p:nvSpPr>
                    <p:cNvPr id="694" name="순서도: 대체 처리 693"/>
                    <p:cNvSpPr/>
                    <p:nvPr/>
                  </p:nvSpPr>
                  <p:spPr bwMode="auto">
                    <a:xfrm>
                      <a:off x="7376703" y="2348253"/>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sp>
                <p:nvSpPr>
                  <p:cNvPr id="691" name="TextBox 690"/>
                  <p:cNvSpPr txBox="1"/>
                  <p:nvPr/>
                </p:nvSpPr>
                <p:spPr>
                  <a:xfrm>
                    <a:off x="7016092" y="4894939"/>
                    <a:ext cx="1840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기출문제집 정리 파일</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사진과 여행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grpSp>
            <p:sp>
              <p:nvSpPr>
                <p:cNvPr id="382" name="직사각형 381"/>
                <p:cNvSpPr/>
                <p:nvPr/>
              </p:nvSpPr>
              <p:spPr>
                <a:xfrm>
                  <a:off x="9175013" y="2014289"/>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38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6453" y="203810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51" name="순서도: 대체 처리 750"/>
            <p:cNvSpPr/>
            <p:nvPr/>
          </p:nvSpPr>
          <p:spPr bwMode="auto">
            <a:xfrm>
              <a:off x="8793807" y="389495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752" name="순서도: 대체 처리 751"/>
            <p:cNvSpPr/>
            <p:nvPr/>
          </p:nvSpPr>
          <p:spPr bwMode="auto">
            <a:xfrm>
              <a:off x="8797999" y="454723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grpSp>
        <p:nvGrpSpPr>
          <p:cNvPr id="54" name="그룹 53"/>
          <p:cNvGrpSpPr/>
          <p:nvPr/>
        </p:nvGrpSpPr>
        <p:grpSpPr>
          <a:xfrm>
            <a:off x="2021833" y="4996611"/>
            <a:ext cx="2420619" cy="1447200"/>
            <a:chOff x="2021833" y="4987086"/>
            <a:chExt cx="2420619" cy="1447200"/>
          </a:xfrm>
        </p:grpSpPr>
        <p:sp>
          <p:nvSpPr>
            <p:cNvPr id="756" name="직사각형 755"/>
            <p:cNvSpPr/>
            <p:nvPr/>
          </p:nvSpPr>
          <p:spPr>
            <a:xfrm>
              <a:off x="2021833" y="4987086"/>
              <a:ext cx="2412000" cy="14472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75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5078522"/>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5" name="TextBox 754"/>
            <p:cNvSpPr txBox="1"/>
            <p:nvPr/>
          </p:nvSpPr>
          <p:spPr>
            <a:xfrm>
              <a:off x="2076872" y="5029378"/>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 이어듣기                                  </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a:solidFill>
                    <a:schemeClr val="bg1">
                      <a:lumMod val="75000"/>
                    </a:schemeClr>
                  </a:solidFill>
                  <a:latin typeface="맑은 고딕" panose="020B0503020000020004" pitchFamily="50" charset="-127"/>
                  <a:ea typeface="맑은 고딕" panose="020B0503020000020004" pitchFamily="50" charset="-127"/>
                </a:rPr>
                <a:t>•</a:t>
              </a:r>
              <a:endParaRPr lang="ko-KR" altLang="en-US" sz="800" b="1" dirty="0">
                <a:solidFill>
                  <a:schemeClr val="bg1">
                    <a:lumMod val="75000"/>
                  </a:schemeClr>
                </a:solidFill>
                <a:latin typeface="맑은 고딕" panose="020B0503020000020004" pitchFamily="50" charset="-127"/>
                <a:ea typeface="맑은 고딕" panose="020B0503020000020004" pitchFamily="50" charset="-127"/>
              </a:endParaRPr>
            </a:p>
          </p:txBody>
        </p:sp>
        <p:grpSp>
          <p:nvGrpSpPr>
            <p:cNvPr id="37" name="그룹 36"/>
            <p:cNvGrpSpPr/>
            <p:nvPr/>
          </p:nvGrpSpPr>
          <p:grpSpPr>
            <a:xfrm>
              <a:off x="2028935" y="5291683"/>
              <a:ext cx="2407872" cy="362541"/>
              <a:chOff x="2028935" y="5373796"/>
              <a:chExt cx="2407872" cy="362541"/>
            </a:xfrm>
          </p:grpSpPr>
          <p:sp>
            <p:nvSpPr>
              <p:cNvPr id="766" name="TextBox 765"/>
              <p:cNvSpPr txBox="1"/>
              <p:nvPr/>
            </p:nvSpPr>
            <p:spPr>
              <a:xfrm>
                <a:off x="2028935" y="5373796"/>
                <a:ext cx="2407872"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반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20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2"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0" name="TextBox 77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주변의 데이터베이스</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1" name="그룹 780"/>
            <p:cNvGrpSpPr/>
            <p:nvPr/>
          </p:nvGrpSpPr>
          <p:grpSpPr>
            <a:xfrm>
              <a:off x="2029247" y="5660668"/>
              <a:ext cx="2407872" cy="362541"/>
              <a:chOff x="2028935" y="5373796"/>
              <a:chExt cx="2407872" cy="362541"/>
            </a:xfrm>
          </p:grpSpPr>
          <p:sp>
            <p:nvSpPr>
              <p:cNvPr id="782" name="TextBox 781"/>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TEPS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실전연습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기본편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5" name="TextBox 784"/>
              <p:cNvSpPr txBox="1"/>
              <p:nvPr/>
            </p:nvSpPr>
            <p:spPr>
              <a:xfrm>
                <a:off x="2200385" y="5536282"/>
                <a:ext cx="2186076" cy="200055"/>
              </a:xfrm>
              <a:prstGeom prst="rect">
                <a:avLst/>
              </a:prstGeom>
              <a:noFill/>
            </p:spPr>
            <p:txBody>
              <a:bodyPr wrap="square" rtlCol="0">
                <a:spAutoFit/>
              </a:bodyPr>
              <a:lstStyle/>
              <a:p>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Test 1</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화 </a:t>
                </a:r>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Listening Comprehension</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6" name="그룹 785"/>
            <p:cNvGrpSpPr/>
            <p:nvPr/>
          </p:nvGrpSpPr>
          <p:grpSpPr>
            <a:xfrm>
              <a:off x="2034580" y="6018787"/>
              <a:ext cx="2407872" cy="362541"/>
              <a:chOff x="2028935" y="5373796"/>
              <a:chExt cx="2407872" cy="362541"/>
            </a:xfrm>
          </p:grpSpPr>
          <p:sp>
            <p:nvSpPr>
              <p:cNvPr id="787" name="TextBox 786"/>
              <p:cNvSpPr txBox="1"/>
              <p:nvPr/>
            </p:nvSpPr>
            <p:spPr>
              <a:xfrm>
                <a:off x="2028935" y="5373796"/>
                <a:ext cx="2407872"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광고이미지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8"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9"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0" name="TextBox 78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생활 속의 광고 </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794" name="그룹 793"/>
          <p:cNvGrpSpPr/>
          <p:nvPr/>
        </p:nvGrpSpPr>
        <p:grpSpPr>
          <a:xfrm>
            <a:off x="2600707" y="2019433"/>
            <a:ext cx="284052" cy="200055"/>
            <a:chOff x="1133220" y="11716364"/>
            <a:chExt cx="284052" cy="200055"/>
          </a:xfrm>
        </p:grpSpPr>
        <p:sp>
          <p:nvSpPr>
            <p:cNvPr id="795" name="모서리가 둥근 직사각형 7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96" name="직사각형 795"/>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21</a:t>
              </a:r>
              <a:endParaRPr lang="ko-KR" altLang="en-US" sz="700" dirty="0">
                <a:solidFill>
                  <a:schemeClr val="bg1"/>
                </a:solidFill>
                <a:latin typeface="+mn-ea"/>
                <a:ea typeface="+mn-ea"/>
              </a:endParaRPr>
            </a:p>
          </p:txBody>
        </p:sp>
      </p:grpSp>
      <p:grpSp>
        <p:nvGrpSpPr>
          <p:cNvPr id="55" name="그룹 54"/>
          <p:cNvGrpSpPr/>
          <p:nvPr/>
        </p:nvGrpSpPr>
        <p:grpSpPr>
          <a:xfrm>
            <a:off x="1996480" y="1975123"/>
            <a:ext cx="2437353" cy="1425600"/>
            <a:chOff x="1996480" y="1975123"/>
            <a:chExt cx="2437353" cy="1425600"/>
          </a:xfrm>
        </p:grpSpPr>
        <p:grpSp>
          <p:nvGrpSpPr>
            <p:cNvPr id="31" name="그룹 30"/>
            <p:cNvGrpSpPr/>
            <p:nvPr/>
          </p:nvGrpSpPr>
          <p:grpSpPr>
            <a:xfrm>
              <a:off x="1996480" y="1975123"/>
              <a:ext cx="2437353" cy="1425600"/>
              <a:chOff x="1996480" y="1975123"/>
              <a:chExt cx="2437353" cy="1425600"/>
            </a:xfrm>
          </p:grpSpPr>
          <p:sp>
            <p:nvSpPr>
              <p:cNvPr id="355" name="직사각형 354"/>
              <p:cNvSpPr/>
              <p:nvPr/>
            </p:nvSpPr>
            <p:spPr>
              <a:xfrm>
                <a:off x="2021833" y="1975123"/>
                <a:ext cx="2412000" cy="14256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102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2066559"/>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9" name="TextBox 748"/>
              <p:cNvSpPr txBox="1"/>
              <p:nvPr/>
            </p:nvSpPr>
            <p:spPr>
              <a:xfrm>
                <a:off x="1996480" y="2017415"/>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TODAY</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8" name="그룹 17"/>
              <p:cNvGrpSpPr/>
              <p:nvPr/>
            </p:nvGrpSpPr>
            <p:grpSpPr>
              <a:xfrm>
                <a:off x="2068488" y="2289679"/>
                <a:ext cx="890110" cy="900000"/>
                <a:chOff x="2116113" y="2289679"/>
                <a:chExt cx="890110" cy="900000"/>
              </a:xfrm>
            </p:grpSpPr>
            <p:pic>
              <p:nvPicPr>
                <p:cNvPr id="20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16113" y="2289679"/>
                  <a:ext cx="890110" cy="90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직사각형 8"/>
                <p:cNvSpPr/>
                <p:nvPr/>
              </p:nvSpPr>
              <p:spPr>
                <a:xfrm>
                  <a:off x="2308763" y="2503929"/>
                  <a:ext cx="498855" cy="276999"/>
                </a:xfrm>
                <a:prstGeom prst="rect">
                  <a:avLst/>
                </a:prstGeom>
              </p:spPr>
              <p:txBody>
                <a:bodyPr wrap="none">
                  <a:spAutoFit/>
                </a:bodyPr>
                <a:lstStyle/>
                <a:p>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endParaRPr lang="ko-KR" altLang="en-US" sz="1200" dirty="0"/>
                </a:p>
              </p:txBody>
            </p:sp>
            <p:sp>
              <p:nvSpPr>
                <p:cNvPr id="15" name="직사각형 14"/>
                <p:cNvSpPr/>
                <p:nvPr/>
              </p:nvSpPr>
              <p:spPr>
                <a:xfrm>
                  <a:off x="2197646" y="2749042"/>
                  <a:ext cx="755335" cy="200055"/>
                </a:xfrm>
                <a:prstGeom prst="rect">
                  <a:avLst/>
                </a:prstGeom>
              </p:spPr>
              <p:txBody>
                <a:bodyPr wrap="none">
                  <a:spAutoFit/>
                </a:bodyPr>
                <a:lstStyle/>
                <a:p>
                  <a:r>
                    <a:rPr lang="ko-KR" altLang="en-US" sz="700" dirty="0" smtClean="0">
                      <a:solidFill>
                        <a:schemeClr val="tx1">
                          <a:lumMod val="75000"/>
                          <a:lumOff val="25000"/>
                        </a:schemeClr>
                      </a:solidFill>
                      <a:latin typeface="+mn-ea"/>
                      <a:ea typeface="+mn-ea"/>
                    </a:rPr>
                    <a:t>강의 전체출석</a:t>
                  </a:r>
                  <a:endParaRPr lang="ko-KR" altLang="en-US" sz="700" dirty="0">
                    <a:solidFill>
                      <a:schemeClr val="tx1">
                        <a:lumMod val="75000"/>
                        <a:lumOff val="25000"/>
                      </a:schemeClr>
                    </a:solidFill>
                    <a:latin typeface="+mn-ea"/>
                    <a:ea typeface="+mn-ea"/>
                  </a:endParaRPr>
                </a:p>
              </p:txBody>
            </p:sp>
          </p:grpSp>
        </p:grpSp>
        <p:sp>
          <p:nvSpPr>
            <p:cNvPr id="818" name="직사각형 817"/>
            <p:cNvSpPr/>
            <p:nvPr/>
          </p:nvSpPr>
          <p:spPr>
            <a:xfrm>
              <a:off x="3133750" y="2322344"/>
              <a:ext cx="481572" cy="261610"/>
            </a:xfrm>
            <a:prstGeom prst="rect">
              <a:avLst/>
            </a:prstGeom>
          </p:spPr>
          <p:txBody>
            <a:bodyPr wrap="square">
              <a:spAutoFit/>
            </a:bodyPr>
            <a:lstStyle/>
            <a:p>
              <a:r>
                <a:rPr lang="ko-KR" altLang="en-US" sz="1100" b="1" dirty="0" smtClean="0">
                  <a:solidFill>
                    <a:schemeClr val="tx1">
                      <a:lumMod val="50000"/>
                      <a:lumOff val="50000"/>
                    </a:schemeClr>
                  </a:solidFill>
                  <a:latin typeface="+mn-ea"/>
                  <a:ea typeface="+mn-ea"/>
                </a:rPr>
                <a:t>  ⌵</a:t>
              </a:r>
              <a:endParaRPr lang="ko-KR" altLang="en-US" sz="1100" b="1" dirty="0">
                <a:solidFill>
                  <a:schemeClr val="tx1">
                    <a:lumMod val="50000"/>
                    <a:lumOff val="50000"/>
                  </a:schemeClr>
                </a:solidFill>
                <a:latin typeface="+mn-ea"/>
                <a:ea typeface="+mn-ea"/>
              </a:endParaRPr>
            </a:p>
          </p:txBody>
        </p:sp>
      </p:grpSp>
      <p:graphicFrame>
        <p:nvGraphicFramePr>
          <p:cNvPr id="750" name="표 749"/>
          <p:cNvGraphicFramePr>
            <a:graphicFrameLocks noGrp="1"/>
          </p:cNvGraphicFramePr>
          <p:nvPr>
            <p:extLst>
              <p:ext uri="{D42A27DB-BD31-4B8C-83A1-F6EECF244321}">
                <p14:modId xmlns:p14="http://schemas.microsoft.com/office/powerpoint/2010/main" val="2198115308"/>
              </p:ext>
            </p:extLst>
          </p:nvPr>
        </p:nvGraphicFramePr>
        <p:xfrm>
          <a:off x="3048838" y="2147608"/>
          <a:ext cx="1328098" cy="1108600"/>
        </p:xfrm>
        <a:graphic>
          <a:graphicData uri="http://schemas.openxmlformats.org/drawingml/2006/table">
            <a:tbl>
              <a:tblPr firstRow="1" bandRow="1">
                <a:tableStyleId>{5C22544A-7EE6-4342-B048-85BDC9FD1C3A}</a:tableStyleId>
              </a:tblPr>
              <a:tblGrid>
                <a:gridCol w="747713"/>
                <a:gridCol w="580385"/>
              </a:tblGrid>
              <a:tr h="221720">
                <a:tc>
                  <a:txBody>
                    <a:bodyPr/>
                    <a:lstStyle/>
                    <a:p>
                      <a:pPr algn="l" latinLnBrk="1"/>
                      <a:r>
                        <a:rPr lang="en-US" altLang="ko-KR" sz="800" b="0" dirty="0" smtClean="0">
                          <a:solidFill>
                            <a:schemeClr val="tx1">
                              <a:lumMod val="75000"/>
                              <a:lumOff val="25000"/>
                            </a:schemeClr>
                          </a:solidFill>
                          <a:latin typeface="+mn-ea"/>
                          <a:ea typeface="+mn-ea"/>
                        </a:rPr>
                        <a:t>Today</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0" dirty="0" smtClean="0">
                          <a:solidFill>
                            <a:schemeClr val="tx1">
                              <a:lumMod val="50000"/>
                              <a:lumOff val="50000"/>
                            </a:schemeClr>
                          </a:solidFill>
                          <a:latin typeface="+mn-ea"/>
                          <a:ea typeface="+mn-ea"/>
                        </a:rPr>
                        <a:t>2025.05.20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접속</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37</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250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err="1" smtClean="0">
                          <a:solidFill>
                            <a:schemeClr val="tx1">
                              <a:lumMod val="75000"/>
                              <a:lumOff val="25000"/>
                            </a:schemeClr>
                          </a:solidFill>
                          <a:latin typeface="+mn-ea"/>
                          <a:ea typeface="+mn-ea"/>
                        </a:rPr>
                        <a:t>결시신청신청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2</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10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장애인지원신청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5</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성적이의신청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a:t>
                      </a:r>
                      <a:r>
                        <a:rPr lang="en-US" altLang="ko-KR" sz="750" b="0" baseline="0" dirty="0" smtClean="0">
                          <a:solidFill>
                            <a:schemeClr val="tx1">
                              <a:lumMod val="75000"/>
                              <a:lumOff val="25000"/>
                            </a:schemeClr>
                          </a:solidFill>
                          <a:latin typeface="+mn-ea"/>
                          <a:ea typeface="+mn-ea"/>
                        </a:rPr>
                        <a:t> </a:t>
                      </a:r>
                      <a:r>
                        <a:rPr lang="en-US" altLang="ko-KR" sz="750" b="0" baseline="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414" name="직사각형 413"/>
          <p:cNvSpPr/>
          <p:nvPr/>
        </p:nvSpPr>
        <p:spPr>
          <a:xfrm>
            <a:off x="8239029" y="433279"/>
            <a:ext cx="1260000" cy="360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1000" b="1" dirty="0" smtClean="0">
                <a:solidFill>
                  <a:schemeClr val="bg1"/>
                </a:solidFill>
                <a:latin typeface="+mn-ea"/>
              </a:rPr>
              <a:t>과정</a:t>
            </a:r>
            <a:endParaRPr lang="ko-KR" altLang="en-US" sz="1000" b="1" dirty="0">
              <a:solidFill>
                <a:schemeClr val="bg1"/>
              </a:solidFill>
              <a:latin typeface="+mn-ea"/>
            </a:endParaRPr>
          </a:p>
        </p:txBody>
      </p:sp>
      <p:grpSp>
        <p:nvGrpSpPr>
          <p:cNvPr id="303" name="그룹 302"/>
          <p:cNvGrpSpPr/>
          <p:nvPr/>
        </p:nvGrpSpPr>
        <p:grpSpPr>
          <a:xfrm>
            <a:off x="5622478" y="1485584"/>
            <a:ext cx="3761110" cy="261068"/>
            <a:chOff x="5622478" y="1485584"/>
            <a:chExt cx="3761110" cy="261068"/>
          </a:xfrm>
        </p:grpSpPr>
        <p:grpSp>
          <p:nvGrpSpPr>
            <p:cNvPr id="305" name="그룹 304"/>
            <p:cNvGrpSpPr/>
            <p:nvPr/>
          </p:nvGrpSpPr>
          <p:grpSpPr>
            <a:xfrm>
              <a:off x="5622478" y="1579923"/>
              <a:ext cx="3761110" cy="166729"/>
              <a:chOff x="5665911" y="1579923"/>
              <a:chExt cx="3761110" cy="166729"/>
            </a:xfrm>
          </p:grpSpPr>
          <p:pic>
            <p:nvPicPr>
              <p:cNvPr id="30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1"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14" name="그룹 313"/>
              <p:cNvGrpSpPr/>
              <p:nvPr/>
            </p:nvGrpSpPr>
            <p:grpSpPr>
              <a:xfrm>
                <a:off x="5665911" y="1583291"/>
                <a:ext cx="648000" cy="162000"/>
                <a:chOff x="4953000" y="2780928"/>
                <a:chExt cx="648000" cy="162000"/>
              </a:xfrm>
            </p:grpSpPr>
            <p:sp>
              <p:nvSpPr>
                <p:cNvPr id="322" name="모서리가 둥근 직사각형 321"/>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26" name="Picture 10"/>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16" name="모서리가 둥근 직사각형 315"/>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307" name="타원 306"/>
            <p:cNvSpPr/>
            <p:nvPr/>
          </p:nvSpPr>
          <p:spPr bwMode="auto">
            <a:xfrm>
              <a:off x="870937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333" name="그룹 332"/>
          <p:cNvGrpSpPr/>
          <p:nvPr/>
        </p:nvGrpSpPr>
        <p:grpSpPr>
          <a:xfrm>
            <a:off x="626748" y="2104281"/>
            <a:ext cx="1245456" cy="3960440"/>
            <a:chOff x="626748" y="2104281"/>
            <a:chExt cx="1245456" cy="3960440"/>
          </a:xfrm>
        </p:grpSpPr>
        <p:grpSp>
          <p:nvGrpSpPr>
            <p:cNvPr id="335" name="그룹 334"/>
            <p:cNvGrpSpPr/>
            <p:nvPr/>
          </p:nvGrpSpPr>
          <p:grpSpPr>
            <a:xfrm>
              <a:off x="629956" y="3318264"/>
              <a:ext cx="1188000" cy="180000"/>
              <a:chOff x="666428" y="3785432"/>
              <a:chExt cx="1188000" cy="180000"/>
            </a:xfrm>
          </p:grpSpPr>
          <p:sp>
            <p:nvSpPr>
              <p:cNvPr id="388" name="모서리가 둥근 직사각형 38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89"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1" name="그룹 340"/>
            <p:cNvGrpSpPr/>
            <p:nvPr/>
          </p:nvGrpSpPr>
          <p:grpSpPr>
            <a:xfrm>
              <a:off x="629956" y="3568824"/>
              <a:ext cx="1188000" cy="180000"/>
              <a:chOff x="666428" y="4310612"/>
              <a:chExt cx="1188000" cy="180000"/>
            </a:xfrm>
          </p:grpSpPr>
          <p:sp>
            <p:nvSpPr>
              <p:cNvPr id="386" name="모서리가 둥근 직사각형 3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8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2" name="그룹 341"/>
            <p:cNvGrpSpPr/>
            <p:nvPr/>
          </p:nvGrpSpPr>
          <p:grpSpPr>
            <a:xfrm>
              <a:off x="629955" y="3042501"/>
              <a:ext cx="1188000" cy="180000"/>
              <a:chOff x="666427" y="3266516"/>
              <a:chExt cx="1188000" cy="180000"/>
            </a:xfrm>
          </p:grpSpPr>
          <p:sp>
            <p:nvSpPr>
              <p:cNvPr id="381" name="모서리가 둥근 직사각형 38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8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3" name="그룹 342"/>
            <p:cNvGrpSpPr/>
            <p:nvPr/>
          </p:nvGrpSpPr>
          <p:grpSpPr>
            <a:xfrm>
              <a:off x="629956" y="4106828"/>
              <a:ext cx="1188000" cy="180000"/>
              <a:chOff x="666428" y="4570824"/>
              <a:chExt cx="1188000" cy="180000"/>
            </a:xfrm>
          </p:grpSpPr>
          <p:sp>
            <p:nvSpPr>
              <p:cNvPr id="379" name="모서리가 둥근 직사각형 37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4" name="그룹 343"/>
            <p:cNvGrpSpPr/>
            <p:nvPr/>
          </p:nvGrpSpPr>
          <p:grpSpPr>
            <a:xfrm>
              <a:off x="629956" y="5568923"/>
              <a:ext cx="1188000" cy="180000"/>
              <a:chOff x="666428" y="5096004"/>
              <a:chExt cx="1188000" cy="180000"/>
            </a:xfrm>
          </p:grpSpPr>
          <p:sp>
            <p:nvSpPr>
              <p:cNvPr id="376" name="모서리가 둥근 직사각형 375"/>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377"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31150" y="4387873"/>
              <a:ext cx="1188000" cy="180000"/>
              <a:chOff x="666428" y="4570824"/>
              <a:chExt cx="1188000" cy="180000"/>
            </a:xfrm>
          </p:grpSpPr>
          <p:sp>
            <p:nvSpPr>
              <p:cNvPr id="370" name="모서리가 둥근 직사각형 36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7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29956" y="4675443"/>
              <a:ext cx="1188000" cy="180000"/>
              <a:chOff x="666428" y="4310612"/>
              <a:chExt cx="1188000" cy="180000"/>
            </a:xfrm>
          </p:grpSpPr>
          <p:sp>
            <p:nvSpPr>
              <p:cNvPr id="368" name="모서리가 둥근 직사각형 36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6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8" name="그룹 347"/>
            <p:cNvGrpSpPr/>
            <p:nvPr/>
          </p:nvGrpSpPr>
          <p:grpSpPr>
            <a:xfrm>
              <a:off x="626748" y="2104281"/>
              <a:ext cx="1245456" cy="442923"/>
              <a:chOff x="468506" y="2320305"/>
              <a:chExt cx="1245456" cy="442923"/>
            </a:xfrm>
          </p:grpSpPr>
          <p:sp>
            <p:nvSpPr>
              <p:cNvPr id="365" name="직사각형 364"/>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6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TextBox 366"/>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349" name="그룹 348"/>
            <p:cNvGrpSpPr/>
            <p:nvPr/>
          </p:nvGrpSpPr>
          <p:grpSpPr>
            <a:xfrm>
              <a:off x="632520" y="4975116"/>
              <a:ext cx="1188000" cy="180000"/>
              <a:chOff x="666428" y="4310612"/>
              <a:chExt cx="1188000" cy="180000"/>
            </a:xfrm>
          </p:grpSpPr>
          <p:sp>
            <p:nvSpPr>
              <p:cNvPr id="363" name="모서리가 둥근 직사각형 3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0" name="그룹 349"/>
            <p:cNvGrpSpPr/>
            <p:nvPr/>
          </p:nvGrpSpPr>
          <p:grpSpPr>
            <a:xfrm>
              <a:off x="632520" y="2752353"/>
              <a:ext cx="1188000" cy="180000"/>
              <a:chOff x="666427" y="3266516"/>
              <a:chExt cx="1188000" cy="180000"/>
            </a:xfrm>
          </p:grpSpPr>
          <p:sp>
            <p:nvSpPr>
              <p:cNvPr id="361" name="모서리가 둥근 직사각형 360"/>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대시보드</a:t>
                </a:r>
                <a:endParaRPr kumimoji="1" lang="ko-KR" altLang="en-US" sz="800" dirty="0">
                  <a:solidFill>
                    <a:schemeClr val="tx1">
                      <a:lumMod val="75000"/>
                      <a:lumOff val="25000"/>
                    </a:schemeClr>
                  </a:solidFill>
                  <a:latin typeface="+mn-ea"/>
                  <a:ea typeface="+mn-ea"/>
                  <a:cs typeface="Calibri" pitchFamily="34" charset="0"/>
                </a:endParaRPr>
              </a:p>
            </p:txBody>
          </p:sp>
          <p:pic>
            <p:nvPicPr>
              <p:cNvPr id="3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1" name="그룹 350"/>
            <p:cNvGrpSpPr/>
            <p:nvPr/>
          </p:nvGrpSpPr>
          <p:grpSpPr>
            <a:xfrm>
              <a:off x="632520" y="5257815"/>
              <a:ext cx="1188000" cy="180000"/>
              <a:chOff x="666428" y="4310612"/>
              <a:chExt cx="1188000" cy="180000"/>
            </a:xfrm>
          </p:grpSpPr>
          <p:sp>
            <p:nvSpPr>
              <p:cNvPr id="359" name="모서리가 둥근 직사각형 35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6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632520" y="5884721"/>
              <a:ext cx="1188000" cy="180000"/>
              <a:chOff x="666428" y="4570824"/>
              <a:chExt cx="1188000" cy="180000"/>
            </a:xfrm>
          </p:grpSpPr>
          <p:sp>
            <p:nvSpPr>
              <p:cNvPr id="357" name="모서리가 둥근 직사각형 35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358"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3" name="그룹 352"/>
            <p:cNvGrpSpPr/>
            <p:nvPr/>
          </p:nvGrpSpPr>
          <p:grpSpPr>
            <a:xfrm>
              <a:off x="632520" y="3825064"/>
              <a:ext cx="1188000" cy="180000"/>
              <a:chOff x="666428" y="4310612"/>
              <a:chExt cx="1188000" cy="180000"/>
            </a:xfrm>
          </p:grpSpPr>
          <p:sp>
            <p:nvSpPr>
              <p:cNvPr id="354" name="모서리가 둥근 직사각형 3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5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390" name="그룹 389"/>
          <p:cNvGrpSpPr/>
          <p:nvPr/>
        </p:nvGrpSpPr>
        <p:grpSpPr>
          <a:xfrm>
            <a:off x="507554" y="1602349"/>
            <a:ext cx="3075218" cy="252000"/>
            <a:chOff x="507554" y="1537742"/>
            <a:chExt cx="3075218" cy="252000"/>
          </a:xfrm>
        </p:grpSpPr>
        <p:pic>
          <p:nvPicPr>
            <p:cNvPr id="391" name="Picture 4"/>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92" name="그룹 391"/>
            <p:cNvGrpSpPr/>
            <p:nvPr/>
          </p:nvGrpSpPr>
          <p:grpSpPr>
            <a:xfrm>
              <a:off x="2288704" y="1581175"/>
              <a:ext cx="1294068" cy="166725"/>
              <a:chOff x="2288704" y="1581175"/>
              <a:chExt cx="1294068" cy="166725"/>
            </a:xfrm>
          </p:grpSpPr>
          <p:sp>
            <p:nvSpPr>
              <p:cNvPr id="393" name="직사각형 39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94" name="직사각형 39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327" name="자유형 326"/>
          <p:cNvSpPr/>
          <p:nvPr/>
        </p:nvSpPr>
        <p:spPr>
          <a:xfrm>
            <a:off x="6717939" y="2070373"/>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8" name="자유형 327"/>
          <p:cNvSpPr/>
          <p:nvPr/>
        </p:nvSpPr>
        <p:spPr>
          <a:xfrm flipH="1">
            <a:off x="6249144" y="2070533"/>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29" name="그룹 328"/>
          <p:cNvGrpSpPr/>
          <p:nvPr/>
        </p:nvGrpSpPr>
        <p:grpSpPr>
          <a:xfrm>
            <a:off x="4705759" y="5383081"/>
            <a:ext cx="2157549" cy="2238893"/>
            <a:chOff x="4635878" y="4007549"/>
            <a:chExt cx="2157549" cy="2238893"/>
          </a:xfrm>
        </p:grpSpPr>
        <p:sp>
          <p:nvSpPr>
            <p:cNvPr id="330" name="직사각형 329"/>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31" name="그룹 330"/>
            <p:cNvGrpSpPr/>
            <p:nvPr/>
          </p:nvGrpSpPr>
          <p:grpSpPr>
            <a:xfrm>
              <a:off x="4782829" y="4091317"/>
              <a:ext cx="1860263" cy="405943"/>
              <a:chOff x="4592074" y="4091317"/>
              <a:chExt cx="1860263" cy="405943"/>
            </a:xfrm>
          </p:grpSpPr>
          <p:sp>
            <p:nvSpPr>
              <p:cNvPr id="401" name="순서도: 대체 처리 400"/>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402" name="TextBox 401"/>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03" name="TextBox 402"/>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이해와 활용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395" name="TextBox 394"/>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396" name="그룹 395"/>
            <p:cNvGrpSpPr/>
            <p:nvPr/>
          </p:nvGrpSpPr>
          <p:grpSpPr>
            <a:xfrm>
              <a:off x="4686334" y="5022701"/>
              <a:ext cx="1915441" cy="219199"/>
              <a:chOff x="4612010" y="5022701"/>
              <a:chExt cx="1915441" cy="219199"/>
            </a:xfrm>
          </p:grpSpPr>
          <p:grpSp>
            <p:nvGrpSpPr>
              <p:cNvPr id="397" name="그룹 396"/>
              <p:cNvGrpSpPr/>
              <p:nvPr/>
            </p:nvGrpSpPr>
            <p:grpSpPr>
              <a:xfrm>
                <a:off x="4715079" y="5022701"/>
                <a:ext cx="1812372" cy="36789"/>
                <a:chOff x="4724604" y="5192411"/>
                <a:chExt cx="1812372" cy="36789"/>
              </a:xfrm>
            </p:grpSpPr>
            <p:sp>
              <p:nvSpPr>
                <p:cNvPr id="399" name="직사각형 398"/>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400" name="직사각형 399"/>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398" name="TextBox 397"/>
              <p:cNvSpPr txBox="1"/>
              <p:nvPr/>
            </p:nvSpPr>
            <p:spPr>
              <a:xfrm>
                <a:off x="4612010" y="5041845"/>
                <a:ext cx="1912750"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404" name="표 403"/>
          <p:cNvGraphicFramePr>
            <a:graphicFrameLocks noGrp="1"/>
          </p:cNvGraphicFramePr>
          <p:nvPr>
            <p:extLst>
              <p:ext uri="{D42A27DB-BD31-4B8C-83A1-F6EECF244321}">
                <p14:modId xmlns:p14="http://schemas.microsoft.com/office/powerpoint/2010/main" val="330859829"/>
              </p:ext>
            </p:extLst>
          </p:nvPr>
        </p:nvGraphicFramePr>
        <p:xfrm>
          <a:off x="4891911" y="667674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r>
                        <a:rPr lang="en-US" altLang="ko-KR" sz="800" b="0" dirty="0" smtClean="0">
                          <a:solidFill>
                            <a:schemeClr val="bg1">
                              <a:lumMod val="65000"/>
                            </a:schemeClr>
                          </a:solidFill>
                          <a:latin typeface="+mn-ea"/>
                          <a:ea typeface="+mn-ea"/>
                        </a:rPr>
                        <a:t>/6</a:t>
                      </a:r>
                      <a:endParaRPr lang="ko-KR" altLang="en-US" sz="800" b="0" dirty="0">
                        <a:solidFill>
                          <a:schemeClr val="bg1">
                            <a:lumMod val="6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/5</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405" name="그룹 404"/>
          <p:cNvGrpSpPr/>
          <p:nvPr/>
        </p:nvGrpSpPr>
        <p:grpSpPr>
          <a:xfrm>
            <a:off x="7027744" y="5390121"/>
            <a:ext cx="2058706" cy="2238893"/>
            <a:chOff x="4672657" y="4007549"/>
            <a:chExt cx="2058706" cy="2238893"/>
          </a:xfrm>
        </p:grpSpPr>
        <p:sp>
          <p:nvSpPr>
            <p:cNvPr id="406" name="직사각형 405"/>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7" name="그룹 406"/>
            <p:cNvGrpSpPr/>
            <p:nvPr/>
          </p:nvGrpSpPr>
          <p:grpSpPr>
            <a:xfrm>
              <a:off x="4782829" y="4091317"/>
              <a:ext cx="1948534" cy="405943"/>
              <a:chOff x="4592074" y="4091317"/>
              <a:chExt cx="1948534" cy="405943"/>
            </a:xfrm>
          </p:grpSpPr>
          <p:sp>
            <p:nvSpPr>
              <p:cNvPr id="417" name="순서도: 대체 처리 416"/>
              <p:cNvSpPr/>
              <p:nvPr/>
            </p:nvSpPr>
            <p:spPr bwMode="auto">
              <a:xfrm>
                <a:off x="4600520" y="4115024"/>
                <a:ext cx="396000" cy="144000"/>
              </a:xfrm>
              <a:prstGeom prst="flowChartAlternateProcess">
                <a:avLst/>
              </a:prstGeom>
              <a:solidFill>
                <a:schemeClr val="accent2">
                  <a:lumMod val="75000"/>
                </a:schemeClr>
              </a:solidFill>
              <a:ln w="6350" cap="flat" cmpd="sng" algn="ctr">
                <a:solidFill>
                  <a:srgbClr val="00B05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평생교육</a:t>
                </a:r>
                <a:endParaRPr kumimoji="1" lang="ko-KR" altLang="en-US" sz="700" dirty="0">
                  <a:solidFill>
                    <a:schemeClr val="bg1"/>
                  </a:solidFill>
                  <a:latin typeface="+mn-ea"/>
                  <a:ea typeface="+mn-ea"/>
                  <a:cs typeface="Calibri" pitchFamily="34" charset="0"/>
                </a:endParaRPr>
              </a:p>
            </p:txBody>
          </p:sp>
          <p:sp>
            <p:nvSpPr>
              <p:cNvPr id="418" name="TextBox 417"/>
              <p:cNvSpPr txBox="1"/>
              <p:nvPr/>
            </p:nvSpPr>
            <p:spPr>
              <a:xfrm>
                <a:off x="4953000" y="4091317"/>
                <a:ext cx="1587608"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100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온라인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19" name="TextBox 418"/>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광고와 이미지 마케팅</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8" name="TextBox 407"/>
            <p:cNvSpPr txBox="1"/>
            <p:nvPr/>
          </p:nvSpPr>
          <p:spPr>
            <a:xfrm>
              <a:off x="4789420" y="4524900"/>
              <a:ext cx="1917734" cy="438582"/>
            </a:xfrm>
            <a:prstGeom prst="rect">
              <a:avLst/>
            </a:prstGeom>
            <a:noFill/>
          </p:spPr>
          <p:txBody>
            <a:bodyPr wrap="square" lIns="0" rtlCol="0">
              <a:spAutoFit/>
            </a:bodyPr>
            <a:lstStyle/>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과제제출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09" name="그룹 408"/>
            <p:cNvGrpSpPr/>
            <p:nvPr/>
          </p:nvGrpSpPr>
          <p:grpSpPr>
            <a:xfrm>
              <a:off x="4686333" y="5022701"/>
              <a:ext cx="1923799" cy="219199"/>
              <a:chOff x="4612009" y="5022701"/>
              <a:chExt cx="1923799" cy="219199"/>
            </a:xfrm>
          </p:grpSpPr>
          <p:grpSp>
            <p:nvGrpSpPr>
              <p:cNvPr id="410" name="그룹 409"/>
              <p:cNvGrpSpPr/>
              <p:nvPr/>
            </p:nvGrpSpPr>
            <p:grpSpPr>
              <a:xfrm>
                <a:off x="4715079" y="5022701"/>
                <a:ext cx="1812372" cy="36789"/>
                <a:chOff x="4724604" y="5192411"/>
                <a:chExt cx="1812372" cy="36789"/>
              </a:xfrm>
            </p:grpSpPr>
            <p:sp>
              <p:nvSpPr>
                <p:cNvPr id="415" name="직사각형 414"/>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416" name="직사각형 415"/>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413" name="TextBox 412"/>
              <p:cNvSpPr txBox="1"/>
              <p:nvPr/>
            </p:nvSpPr>
            <p:spPr>
              <a:xfrm>
                <a:off x="4612009" y="5041845"/>
                <a:ext cx="1923799"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420" name="표 419"/>
          <p:cNvGraphicFramePr>
            <a:graphicFrameLocks noGrp="1"/>
          </p:cNvGraphicFramePr>
          <p:nvPr>
            <p:extLst>
              <p:ext uri="{D42A27DB-BD31-4B8C-83A1-F6EECF244321}">
                <p14:modId xmlns:p14="http://schemas.microsoft.com/office/powerpoint/2010/main" val="1428306063"/>
              </p:ext>
            </p:extLst>
          </p:nvPr>
        </p:nvGraphicFramePr>
        <p:xfrm>
          <a:off x="7177117" y="668378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421" name="그룹 420"/>
          <p:cNvGrpSpPr/>
          <p:nvPr/>
        </p:nvGrpSpPr>
        <p:grpSpPr>
          <a:xfrm>
            <a:off x="4703068" y="7724125"/>
            <a:ext cx="2157549" cy="2238893"/>
            <a:chOff x="4635878" y="4007549"/>
            <a:chExt cx="2157549" cy="2238893"/>
          </a:xfrm>
        </p:grpSpPr>
        <p:sp>
          <p:nvSpPr>
            <p:cNvPr id="422" name="직사각형 421"/>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23" name="그룹 422"/>
            <p:cNvGrpSpPr/>
            <p:nvPr/>
          </p:nvGrpSpPr>
          <p:grpSpPr>
            <a:xfrm>
              <a:off x="4782829" y="4091317"/>
              <a:ext cx="1898363" cy="405943"/>
              <a:chOff x="4592074" y="4091317"/>
              <a:chExt cx="1898363" cy="405943"/>
            </a:xfrm>
          </p:grpSpPr>
          <p:sp>
            <p:nvSpPr>
              <p:cNvPr id="430" name="순서도: 대체 처리 429"/>
              <p:cNvSpPr/>
              <p:nvPr/>
            </p:nvSpPr>
            <p:spPr bwMode="auto">
              <a:xfrm>
                <a:off x="4600520" y="4115024"/>
                <a:ext cx="396000" cy="144000"/>
              </a:xfrm>
              <a:prstGeom prst="flowChartAlternateProcess">
                <a:avLst/>
              </a:prstGeom>
              <a:solidFill>
                <a:srgbClr val="7030A0"/>
              </a:solidFill>
              <a:ln w="6350" cap="flat" cmpd="sng" algn="ctr">
                <a:solidFill>
                  <a:srgbClr val="7030A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학위과정</a:t>
                </a:r>
                <a:endParaRPr kumimoji="1" lang="ko-KR" altLang="en-US" sz="700" dirty="0">
                  <a:solidFill>
                    <a:schemeClr val="bg1"/>
                  </a:solidFill>
                  <a:latin typeface="+mn-ea"/>
                  <a:ea typeface="+mn-ea"/>
                  <a:cs typeface="Calibri" pitchFamily="34" charset="0"/>
                </a:endParaRPr>
              </a:p>
            </p:txBody>
          </p:sp>
          <p:sp>
            <p:nvSpPr>
              <p:cNvPr id="432" name="TextBox 431"/>
              <p:cNvSpPr txBox="1"/>
              <p:nvPr/>
            </p:nvSpPr>
            <p:spPr>
              <a:xfrm>
                <a:off x="49625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33" name="TextBox 432"/>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AI</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와 빅데이터 경영입문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반</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24" name="TextBox 423"/>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25" name="그룹 424"/>
            <p:cNvGrpSpPr/>
            <p:nvPr/>
          </p:nvGrpSpPr>
          <p:grpSpPr>
            <a:xfrm>
              <a:off x="4686333" y="5022701"/>
              <a:ext cx="1915442" cy="219199"/>
              <a:chOff x="4612009" y="5022701"/>
              <a:chExt cx="1915442" cy="219199"/>
            </a:xfrm>
          </p:grpSpPr>
          <p:grpSp>
            <p:nvGrpSpPr>
              <p:cNvPr id="426" name="그룹 425"/>
              <p:cNvGrpSpPr/>
              <p:nvPr/>
            </p:nvGrpSpPr>
            <p:grpSpPr>
              <a:xfrm>
                <a:off x="4715079" y="5022701"/>
                <a:ext cx="1812372" cy="36789"/>
                <a:chOff x="4724604" y="5192411"/>
                <a:chExt cx="1812372" cy="36789"/>
              </a:xfrm>
            </p:grpSpPr>
            <p:sp>
              <p:nvSpPr>
                <p:cNvPr id="428" name="직사각형 427"/>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429" name="직사각형 428"/>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427" name="TextBox 426"/>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434" name="표 433"/>
          <p:cNvGraphicFramePr>
            <a:graphicFrameLocks noGrp="1"/>
          </p:cNvGraphicFramePr>
          <p:nvPr>
            <p:extLst>
              <p:ext uri="{D42A27DB-BD31-4B8C-83A1-F6EECF244321}">
                <p14:modId xmlns:p14="http://schemas.microsoft.com/office/powerpoint/2010/main" val="2048071606"/>
              </p:ext>
            </p:extLst>
          </p:nvPr>
        </p:nvGraphicFramePr>
        <p:xfrm>
          <a:off x="4889220" y="901778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439" name="그룹 438"/>
          <p:cNvGrpSpPr/>
          <p:nvPr/>
        </p:nvGrpSpPr>
        <p:grpSpPr>
          <a:xfrm>
            <a:off x="6988274" y="7731165"/>
            <a:ext cx="2157549" cy="2238893"/>
            <a:chOff x="4635878" y="4007549"/>
            <a:chExt cx="2157549" cy="2238893"/>
          </a:xfrm>
        </p:grpSpPr>
        <p:sp>
          <p:nvSpPr>
            <p:cNvPr id="440" name="직사각형 439"/>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41" name="그룹 440"/>
            <p:cNvGrpSpPr/>
            <p:nvPr/>
          </p:nvGrpSpPr>
          <p:grpSpPr>
            <a:xfrm>
              <a:off x="4782829" y="4091317"/>
              <a:ext cx="1860263" cy="405943"/>
              <a:chOff x="4592074" y="4091317"/>
              <a:chExt cx="1860263" cy="405943"/>
            </a:xfrm>
          </p:grpSpPr>
          <p:sp>
            <p:nvSpPr>
              <p:cNvPr id="454" name="순서도: 대체 처리 453"/>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461" name="TextBox 460"/>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62" name="TextBox 461"/>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New TEPS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실전 연습</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기본편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42" name="TextBox 441"/>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44" name="그룹 443"/>
            <p:cNvGrpSpPr/>
            <p:nvPr/>
          </p:nvGrpSpPr>
          <p:grpSpPr>
            <a:xfrm>
              <a:off x="4686333" y="5022701"/>
              <a:ext cx="1915442" cy="219199"/>
              <a:chOff x="4612009" y="5022701"/>
              <a:chExt cx="1915442" cy="219199"/>
            </a:xfrm>
          </p:grpSpPr>
          <p:grpSp>
            <p:nvGrpSpPr>
              <p:cNvPr id="445" name="그룹 444"/>
              <p:cNvGrpSpPr/>
              <p:nvPr/>
            </p:nvGrpSpPr>
            <p:grpSpPr>
              <a:xfrm>
                <a:off x="4715079" y="5022701"/>
                <a:ext cx="1812372" cy="36789"/>
                <a:chOff x="4724604" y="5192411"/>
                <a:chExt cx="1812372" cy="36789"/>
              </a:xfrm>
            </p:grpSpPr>
            <p:sp>
              <p:nvSpPr>
                <p:cNvPr id="449" name="직사각형 448"/>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452" name="직사각형 451"/>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446" name="TextBox 445"/>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463" name="표 462"/>
          <p:cNvGraphicFramePr>
            <a:graphicFrameLocks noGrp="1"/>
          </p:cNvGraphicFramePr>
          <p:nvPr>
            <p:extLst>
              <p:ext uri="{D42A27DB-BD31-4B8C-83A1-F6EECF244321}">
                <p14:modId xmlns:p14="http://schemas.microsoft.com/office/powerpoint/2010/main" val="636420784"/>
              </p:ext>
            </p:extLst>
          </p:nvPr>
        </p:nvGraphicFramePr>
        <p:xfrm>
          <a:off x="7174426" y="902482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464" name="순서도: 대체 처리 463"/>
          <p:cNvSpPr/>
          <p:nvPr/>
        </p:nvSpPr>
        <p:spPr bwMode="auto">
          <a:xfrm>
            <a:off x="8509933" y="8033589"/>
            <a:ext cx="252000" cy="126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복습</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465" name="그룹 464"/>
          <p:cNvGrpSpPr/>
          <p:nvPr/>
        </p:nvGrpSpPr>
        <p:grpSpPr>
          <a:xfrm>
            <a:off x="9311182" y="5439826"/>
            <a:ext cx="24026" cy="4580002"/>
            <a:chOff x="7946472" y="5449416"/>
            <a:chExt cx="24026" cy="4580002"/>
          </a:xfrm>
        </p:grpSpPr>
        <p:sp>
          <p:nvSpPr>
            <p:cNvPr id="466" name="직사각형 465"/>
            <p:cNvSpPr/>
            <p:nvPr/>
          </p:nvSpPr>
          <p:spPr bwMode="auto">
            <a:xfrm>
              <a:off x="7946472" y="5457418"/>
              <a:ext cx="21600" cy="4572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67" name="직사각형 466"/>
            <p:cNvSpPr/>
            <p:nvPr/>
          </p:nvSpPr>
          <p:spPr bwMode="auto">
            <a:xfrm>
              <a:off x="7952498" y="5449416"/>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332" name="그룹 331"/>
          <p:cNvGrpSpPr/>
          <p:nvPr/>
        </p:nvGrpSpPr>
        <p:grpSpPr>
          <a:xfrm>
            <a:off x="634148" y="6172753"/>
            <a:ext cx="1188000" cy="180000"/>
            <a:chOff x="666428" y="3785432"/>
            <a:chExt cx="1188000" cy="180000"/>
          </a:xfrm>
        </p:grpSpPr>
        <p:sp>
          <p:nvSpPr>
            <p:cNvPr id="468" name="모서리가 둥근 직사각형 46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469"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73" name="그룹 472"/>
          <p:cNvGrpSpPr/>
          <p:nvPr/>
        </p:nvGrpSpPr>
        <p:grpSpPr>
          <a:xfrm>
            <a:off x="620431" y="6415236"/>
            <a:ext cx="1188000" cy="180000"/>
            <a:chOff x="666428" y="5881828"/>
            <a:chExt cx="1188000" cy="180000"/>
          </a:xfrm>
        </p:grpSpPr>
        <p:sp>
          <p:nvSpPr>
            <p:cNvPr id="476" name="모서리가 둥근 직사각형 475"/>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477"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569409106"/>
      </p:ext>
    </p:extLst>
  </p:cSld>
  <p:clrMapOvr>
    <a:masterClrMapping/>
  </p:clrMapOvr>
  <p:transition>
    <p:wipe dir="r"/>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 name="TextBox 614"/>
          <p:cNvSpPr txBox="1"/>
          <p:nvPr/>
        </p:nvSpPr>
        <p:spPr>
          <a:xfrm>
            <a:off x="1981622" y="2007890"/>
            <a:ext cx="2360394" cy="215444"/>
          </a:xfrm>
          <a:prstGeom prst="rect">
            <a:avLst/>
          </a:prstGeom>
          <a:noFill/>
        </p:spPr>
        <p:txBody>
          <a:bodyPr wrap="square" rtlCol="0">
            <a:spAutoFit/>
          </a:bodyPr>
          <a:lstStyle/>
          <a:p>
            <a:r>
              <a:rPr lang="ko-KR" altLang="en-US" sz="800" b="1" dirty="0" smtClean="0">
                <a:solidFill>
                  <a:schemeClr val="bg1"/>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TODAY</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nvGrpSpPr>
          <p:cNvPr id="310" name="그룹 309"/>
          <p:cNvGrpSpPr/>
          <p:nvPr/>
        </p:nvGrpSpPr>
        <p:grpSpPr>
          <a:xfrm>
            <a:off x="406970" y="6380361"/>
            <a:ext cx="9082533" cy="5041528"/>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643" name="직사각형 642"/>
          <p:cNvSpPr/>
          <p:nvPr/>
        </p:nvSpPr>
        <p:spPr>
          <a:xfrm>
            <a:off x="4498811" y="5000503"/>
            <a:ext cx="4881600" cy="5077616"/>
          </a:xfrm>
          <a:prstGeom prst="rect">
            <a:avLst/>
          </a:prstGeom>
          <a:solidFill>
            <a:srgbClr val="C7D5B3"/>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71" name="TextBox 670"/>
          <p:cNvSpPr txBox="1"/>
          <p:nvPr/>
        </p:nvSpPr>
        <p:spPr>
          <a:xfrm>
            <a:off x="5135116" y="5059432"/>
            <a:ext cx="2019335" cy="215444"/>
          </a:xfrm>
          <a:prstGeom prst="rect">
            <a:avLst/>
          </a:prstGeom>
          <a:noFill/>
        </p:spPr>
        <p:txBody>
          <a:bodyPr wrap="square" lIns="72000" rtlCol="0">
            <a:spAutoFit/>
          </a:bodyPr>
          <a:lstStyle/>
          <a:p>
            <a:r>
              <a:rPr lang="ko-KR" altLang="en-US" sz="800" b="1" dirty="0" smtClean="0">
                <a:solidFill>
                  <a:srgbClr val="0070C0"/>
                </a:solidFill>
                <a:latin typeface="맑은 고딕" panose="020B0503020000020004" pitchFamily="50" charset="-127"/>
                <a:ea typeface="맑은 고딕" panose="020B0503020000020004" pitchFamily="50" charset="-127"/>
              </a:rPr>
              <a:t>   </a:t>
            </a:r>
            <a:r>
              <a:rPr lang="ko-KR" altLang="en-US" sz="700" b="1" dirty="0" smtClean="0">
                <a:solidFill>
                  <a:srgbClr val="0070C0"/>
                </a:solidFill>
                <a:latin typeface="맑은 고딕" panose="020B0503020000020004" pitchFamily="50" charset="-127"/>
                <a:ea typeface="맑은 고딕" panose="020B0503020000020004" pitchFamily="50" charset="-127"/>
              </a:rPr>
              <a:t>전체    </a:t>
            </a:r>
            <a:r>
              <a:rPr lang="ko-KR" altLang="en-US" sz="700" b="1" dirty="0" smtClean="0">
                <a:solidFill>
                  <a:schemeClr val="tx1">
                    <a:lumMod val="75000"/>
                    <a:lumOff val="25000"/>
                  </a:schemeClr>
                </a:solidFill>
                <a:latin typeface="맑은 고딕" panose="020B0503020000020004" pitchFamily="50" charset="-127"/>
                <a:ea typeface="맑은 고딕" panose="020B0503020000020004" pitchFamily="50" charset="-127"/>
              </a:rPr>
              <a:t>대학원    학위과정    평생교육        </a:t>
            </a:r>
            <a:endParaRPr lang="ko-KR" altLang="en-US" sz="7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7815140" y="5054404"/>
            <a:ext cx="1512250" cy="183324"/>
            <a:chOff x="6450430" y="5007836"/>
            <a:chExt cx="1512250" cy="183324"/>
          </a:xfrm>
        </p:grpSpPr>
        <p:sp>
          <p:nvSpPr>
            <p:cNvPr id="674" name="직사각형 673"/>
            <p:cNvSpPr/>
            <p:nvPr/>
          </p:nvSpPr>
          <p:spPr>
            <a:xfrm>
              <a:off x="6450430" y="5017323"/>
              <a:ext cx="1080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5" name="그룹 674"/>
            <p:cNvGrpSpPr/>
            <p:nvPr/>
          </p:nvGrpSpPr>
          <p:grpSpPr>
            <a:xfrm>
              <a:off x="7600510" y="5007836"/>
              <a:ext cx="362170" cy="183324"/>
              <a:chOff x="7562410" y="5007836"/>
              <a:chExt cx="362170" cy="183324"/>
            </a:xfrm>
          </p:grpSpPr>
          <p:pic>
            <p:nvPicPr>
              <p:cNvPr id="67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62410" y="5007836"/>
                <a:ext cx="17145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77" name="Picture 3"/>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66180" y="5010185"/>
                <a:ext cx="15840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과정 </a:t>
            </a:r>
            <a:r>
              <a:rPr lang="en-US" altLang="ko-KR" sz="800" spc="-60" dirty="0" smtClean="0">
                <a:latin typeface="+mn-ea"/>
                <a:ea typeface="+mn-ea"/>
              </a:rPr>
              <a:t>: </a:t>
            </a:r>
            <a:r>
              <a:rPr lang="ko-KR" altLang="en-US" sz="800" spc="-60" dirty="0" smtClean="0">
                <a:latin typeface="+mn-ea"/>
                <a:ea typeface="+mn-ea"/>
              </a:rPr>
              <a:t>기본 위젯</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KNOU_UI_C01010000_01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과정 </a:t>
            </a:r>
            <a:r>
              <a:rPr lang="en-US" altLang="ko-KR" sz="800" spc="-60" dirty="0" smtClean="0">
                <a:latin typeface="+mn-ea"/>
                <a:ea typeface="+mn-ea"/>
              </a:rPr>
              <a:t>: </a:t>
            </a:r>
            <a:r>
              <a:rPr lang="ko-KR" altLang="en-US" sz="800" spc="-60" dirty="0" smtClean="0">
                <a:latin typeface="+mn-ea"/>
                <a:ea typeface="+mn-ea"/>
              </a:rPr>
              <a:t>기본 위젯</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026976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810832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과정</a:t>
            </a:r>
            <a:endParaRPr lang="ko-KR" altLang="en-US" sz="800" spc="-60" dirty="0">
              <a:latin typeface="+mn-ea"/>
              <a:ea typeface="+mn-ea"/>
            </a:endParaRPr>
          </a:p>
        </p:txBody>
      </p:sp>
      <p:grpSp>
        <p:nvGrpSpPr>
          <p:cNvPr id="2" name="그룹 1"/>
          <p:cNvGrpSpPr/>
          <p:nvPr/>
        </p:nvGrpSpPr>
        <p:grpSpPr>
          <a:xfrm>
            <a:off x="4460711" y="3477873"/>
            <a:ext cx="2451592" cy="1447394"/>
            <a:chOff x="4458469" y="1960265"/>
            <a:chExt cx="2451592" cy="1447394"/>
          </a:xfrm>
        </p:grpSpPr>
        <p:grpSp>
          <p:nvGrpSpPr>
            <p:cNvPr id="6" name="그룹 5"/>
            <p:cNvGrpSpPr/>
            <p:nvPr/>
          </p:nvGrpSpPr>
          <p:grpSpPr>
            <a:xfrm>
              <a:off x="4458469" y="1960265"/>
              <a:ext cx="2451592" cy="1447394"/>
              <a:chOff x="4458469" y="4024114"/>
              <a:chExt cx="2451592" cy="1447394"/>
            </a:xfrm>
          </p:grpSpPr>
          <p:grpSp>
            <p:nvGrpSpPr>
              <p:cNvPr id="218" name="그룹 217"/>
              <p:cNvGrpSpPr/>
              <p:nvPr/>
            </p:nvGrpSpPr>
            <p:grpSpPr>
              <a:xfrm>
                <a:off x="4458469" y="4024114"/>
                <a:ext cx="2451592" cy="1447394"/>
                <a:chOff x="6925810" y="3897247"/>
                <a:chExt cx="2451592" cy="1447394"/>
              </a:xfrm>
            </p:grpSpPr>
            <p:sp>
              <p:nvSpPr>
                <p:cNvPr id="219" name="직사각형 218"/>
                <p:cNvSpPr/>
                <p:nvPr/>
              </p:nvSpPr>
              <p:spPr>
                <a:xfrm>
                  <a:off x="6965402" y="3897247"/>
                  <a:ext cx="24120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932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일본어 기초 </a:t>
                    </a:r>
                    <a:r>
                      <a:rPr lang="en-US" altLang="ko-KR" sz="700" dirty="0" smtClean="0">
                        <a:solidFill>
                          <a:srgbClr val="0070C0"/>
                        </a:solidFill>
                        <a:latin typeface="+mn-ea"/>
                        <a:ea typeface="+mn-ea"/>
                      </a:rPr>
                      <a:t>2</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컴퓨터 입문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75955"/>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384"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64385" y="203723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grpSp>
        <p:nvGrpSpPr>
          <p:cNvPr id="42" name="그룹 41"/>
          <p:cNvGrpSpPr/>
          <p:nvPr/>
        </p:nvGrpSpPr>
        <p:grpSpPr>
          <a:xfrm>
            <a:off x="4450728" y="1874596"/>
            <a:ext cx="2451592" cy="1529874"/>
            <a:chOff x="1987827" y="6419428"/>
            <a:chExt cx="2451592" cy="1529874"/>
          </a:xfrm>
        </p:grpSpPr>
        <p:grpSp>
          <p:nvGrpSpPr>
            <p:cNvPr id="33" name="그룹 32"/>
            <p:cNvGrpSpPr/>
            <p:nvPr/>
          </p:nvGrpSpPr>
          <p:grpSpPr>
            <a:xfrm>
              <a:off x="1987827" y="6419428"/>
              <a:ext cx="2451592" cy="1529874"/>
              <a:chOff x="4445624" y="2425080"/>
              <a:chExt cx="2451592" cy="1529874"/>
            </a:xfrm>
          </p:grpSpPr>
          <p:sp>
            <p:nvSpPr>
              <p:cNvPr id="471" name="직사각형 470"/>
              <p:cNvSpPr/>
              <p:nvPr/>
            </p:nvSpPr>
            <p:spPr>
              <a:xfrm>
                <a:off x="4485216" y="2507754"/>
                <a:ext cx="2412000" cy="1447200"/>
              </a:xfrm>
              <a:prstGeom prst="rect">
                <a:avLst/>
              </a:prstGeom>
              <a:solidFill>
                <a:srgbClr val="F4C40E"/>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72" name="TextBox 471"/>
              <p:cNvSpPr txBox="1"/>
              <p:nvPr/>
            </p:nvSpPr>
            <p:spPr>
              <a:xfrm>
                <a:off x="4445624" y="2577456"/>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이달의 학</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사</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일정</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96" name="직사각형 495"/>
              <p:cNvSpPr/>
              <p:nvPr/>
            </p:nvSpPr>
            <p:spPr>
              <a:xfrm rot="5400000">
                <a:off x="6067363" y="2578955"/>
                <a:ext cx="481572" cy="246221"/>
              </a:xfrm>
              <a:prstGeom prst="rect">
                <a:avLst/>
              </a:prstGeom>
            </p:spPr>
            <p:txBody>
              <a:bodyPr wrap="square">
                <a:spAutoFit/>
              </a:bodyPr>
              <a:lstStyle/>
              <a:p>
                <a:r>
                  <a:rPr lang="ko-KR" altLang="en-US" sz="1000" b="1" dirty="0" smtClean="0">
                    <a:solidFill>
                      <a:schemeClr val="tx1">
                        <a:lumMod val="75000"/>
                        <a:lumOff val="25000"/>
                      </a:schemeClr>
                    </a:solidFill>
                    <a:latin typeface="+mn-ea"/>
                    <a:ea typeface="+mn-ea"/>
                  </a:rPr>
                  <a:t>  ⌵</a:t>
                </a:r>
                <a:endParaRPr lang="ko-KR" altLang="en-US" sz="1000" b="1" dirty="0">
                  <a:solidFill>
                    <a:schemeClr val="tx1">
                      <a:lumMod val="75000"/>
                      <a:lumOff val="25000"/>
                    </a:schemeClr>
                  </a:solidFill>
                  <a:latin typeface="+mn-ea"/>
                  <a:ea typeface="+mn-ea"/>
                </a:endParaRPr>
              </a:p>
            </p:txBody>
          </p:sp>
          <p:sp>
            <p:nvSpPr>
              <p:cNvPr id="550" name="직사각형 549"/>
              <p:cNvSpPr/>
              <p:nvPr/>
            </p:nvSpPr>
            <p:spPr>
              <a:xfrm rot="16200000">
                <a:off x="6470836" y="2542755"/>
                <a:ext cx="481572" cy="246221"/>
              </a:xfrm>
              <a:prstGeom prst="rect">
                <a:avLst/>
              </a:prstGeom>
            </p:spPr>
            <p:txBody>
              <a:bodyPr wrap="square">
                <a:spAutoFit/>
              </a:bodyPr>
              <a:lstStyle/>
              <a:p>
                <a:r>
                  <a:rPr lang="ko-KR" altLang="en-US" sz="1000" b="1" dirty="0" smtClean="0">
                    <a:solidFill>
                      <a:schemeClr val="tx1">
                        <a:lumMod val="75000"/>
                        <a:lumOff val="25000"/>
                      </a:schemeClr>
                    </a:solidFill>
                    <a:latin typeface="+mn-ea"/>
                    <a:ea typeface="+mn-ea"/>
                  </a:rPr>
                  <a:t>  ⌵</a:t>
                </a:r>
                <a:endParaRPr lang="ko-KR" altLang="en-US" sz="1000" b="1" dirty="0">
                  <a:solidFill>
                    <a:schemeClr val="tx1">
                      <a:lumMod val="75000"/>
                      <a:lumOff val="25000"/>
                    </a:schemeClr>
                  </a:solidFill>
                  <a:latin typeface="+mn-ea"/>
                  <a:ea typeface="+mn-ea"/>
                </a:endParaRPr>
              </a:p>
            </p:txBody>
          </p:sp>
          <p:sp>
            <p:nvSpPr>
              <p:cNvPr id="470" name="직사각형 469"/>
              <p:cNvSpPr/>
              <p:nvPr/>
            </p:nvSpPr>
            <p:spPr>
              <a:xfrm>
                <a:off x="4556984" y="2811180"/>
                <a:ext cx="2286000" cy="1080000"/>
              </a:xfrm>
              <a:prstGeom prst="rect">
                <a:avLst/>
              </a:prstGeom>
              <a:solidFill>
                <a:srgbClr val="F5D167"/>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74" name="TextBox 473"/>
              <p:cNvSpPr txBox="1"/>
              <p:nvPr/>
            </p:nvSpPr>
            <p:spPr>
              <a:xfrm>
                <a:off x="4529364" y="2871986"/>
                <a:ext cx="2160000" cy="338554"/>
              </a:xfrm>
              <a:prstGeom prst="rect">
                <a:avLst/>
              </a:prstGeom>
              <a:noFill/>
            </p:spPr>
            <p:txBody>
              <a:bodyPr wrap="square" rtlCol="0">
                <a:spAutoFit/>
              </a:bodyPr>
              <a:lstStyle/>
              <a:p>
                <a:r>
                  <a:rPr lang="en-US" altLang="ko-KR" sz="700" b="1" dirty="0" smtClean="0">
                    <a:solidFill>
                      <a:srgbClr val="0070C0"/>
                    </a:solidFill>
                    <a:latin typeface="+mn-ea"/>
                    <a:ea typeface="+mn-ea"/>
                  </a:rPr>
                  <a:t>03.16~04.02</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중간고사 시험문제등록</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출제</a:t>
                </a:r>
                <a:endParaRPr lang="en-US" altLang="ko-KR" sz="800" dirty="0" smtClean="0">
                  <a:solidFill>
                    <a:schemeClr val="tx1">
                      <a:lumMod val="75000"/>
                      <a:lumOff val="25000"/>
                    </a:schemeClr>
                  </a:solidFill>
                  <a:latin typeface="+mn-ea"/>
                  <a:ea typeface="+mn-ea"/>
                </a:endParaRPr>
              </a:p>
              <a:p>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en-US" altLang="ko-KR" sz="700" dirty="0" smtClean="0">
                    <a:solidFill>
                      <a:schemeClr val="tx1">
                        <a:lumMod val="50000"/>
                        <a:lumOff val="50000"/>
                      </a:schemeClr>
                    </a:solidFill>
                    <a:latin typeface="+mn-ea"/>
                    <a:ea typeface="+mn-ea"/>
                  </a:rPr>
                  <a:t>[</a:t>
                </a:r>
                <a:r>
                  <a:rPr lang="ko-KR" altLang="en-US" sz="700" dirty="0" smtClean="0">
                    <a:solidFill>
                      <a:schemeClr val="tx1">
                        <a:lumMod val="50000"/>
                        <a:lumOff val="50000"/>
                      </a:schemeClr>
                    </a:solidFill>
                    <a:latin typeface="+mn-ea"/>
                    <a:ea typeface="+mn-ea"/>
                  </a:rPr>
                  <a:t>대학원</a:t>
                </a:r>
                <a:r>
                  <a:rPr lang="en-US" altLang="ko-KR" sz="700" dirty="0" smtClean="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tx1">
                      <a:lumMod val="50000"/>
                      <a:lumOff val="50000"/>
                    </a:schemeClr>
                  </a:solidFill>
                  <a:latin typeface="+mn-ea"/>
                  <a:ea typeface="+mn-ea"/>
                </a:endParaRPr>
              </a:p>
            </p:txBody>
          </p:sp>
          <p:grpSp>
            <p:nvGrpSpPr>
              <p:cNvPr id="475" name="그룹 474"/>
              <p:cNvGrpSpPr/>
              <p:nvPr/>
            </p:nvGrpSpPr>
            <p:grpSpPr>
              <a:xfrm>
                <a:off x="6750930" y="2926539"/>
                <a:ext cx="22192" cy="837525"/>
                <a:chOff x="2777986" y="4005064"/>
                <a:chExt cx="22192" cy="837525"/>
              </a:xfrm>
            </p:grpSpPr>
            <p:sp>
              <p:nvSpPr>
                <p:cNvPr id="488" name="직사각형 487"/>
                <p:cNvSpPr/>
                <p:nvPr/>
              </p:nvSpPr>
              <p:spPr bwMode="auto">
                <a:xfrm>
                  <a:off x="2777986" y="4014589"/>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89" name="직사각형 488"/>
                <p:cNvSpPr/>
                <p:nvPr/>
              </p:nvSpPr>
              <p:spPr bwMode="auto">
                <a:xfrm>
                  <a:off x="2782178" y="4005064"/>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84" name="TextBox 483"/>
              <p:cNvSpPr txBox="1"/>
              <p:nvPr/>
            </p:nvSpPr>
            <p:spPr>
              <a:xfrm>
                <a:off x="4529364" y="320969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04.05~06.12</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승인</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sp>
            <p:nvSpPr>
              <p:cNvPr id="485" name="TextBox 484"/>
              <p:cNvSpPr txBox="1"/>
              <p:nvPr/>
            </p:nvSpPr>
            <p:spPr>
              <a:xfrm>
                <a:off x="4529364" y="352958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04.08~04.11</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학기 중간고사</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grpSp>
            <p:nvGrpSpPr>
              <p:cNvPr id="4" name="그룹 3"/>
              <p:cNvGrpSpPr/>
              <p:nvPr/>
            </p:nvGrpSpPr>
            <p:grpSpPr>
              <a:xfrm>
                <a:off x="6297543" y="2480978"/>
                <a:ext cx="431274" cy="434071"/>
                <a:chOff x="6278493" y="2461928"/>
                <a:chExt cx="431274" cy="434071"/>
              </a:xfrm>
            </p:grpSpPr>
            <p:sp>
              <p:nvSpPr>
                <p:cNvPr id="551" name="Rectangle 1"/>
                <p:cNvSpPr>
                  <a:spLocks noChangeArrowheads="1"/>
                </p:cNvSpPr>
                <p:nvPr/>
              </p:nvSpPr>
              <p:spPr bwMode="auto">
                <a:xfrm>
                  <a:off x="6278493" y="2461928"/>
                  <a:ext cx="303168" cy="434071"/>
                </a:xfrm>
                <a:prstGeom prst="rect">
                  <a:avLst/>
                </a:prstGeom>
                <a:noFill/>
                <a:ln>
                  <a:noFill/>
                </a:ln>
                <a:effectLst/>
                <a:extLst/>
              </p:spPr>
              <p:txBody>
                <a:bodyPr vert="horz" wrap="square" lIns="0" tIns="23805" rIns="0" bIns="47610" numCol="1" anchor="b" anchorCtr="0" compatLnSpc="1">
                  <a:prstTxWarp prst="textNoShape">
                    <a:avLst/>
                  </a:prstTxWarp>
                  <a:spAutoFit/>
                </a:bodyPr>
                <a:lstStyle/>
                <a:p>
                  <a:pPr algn="ctr" defTabSz="685800" eaLnBrk="0" latinLnBrk="0" hangingPunct="0">
                    <a:lnSpc>
                      <a:spcPct val="150000"/>
                    </a:lnSpc>
                  </a:pPr>
                  <a:r>
                    <a:rPr lang="en-US" altLang="ko-KR" b="1" dirty="0" smtClean="0">
                      <a:solidFill>
                        <a:srgbClr val="0070C0"/>
                      </a:solidFill>
                      <a:latin typeface="맑은 고딕" panose="020B0503020000020004" pitchFamily="50" charset="-127"/>
                      <a:ea typeface="맑은 고딕" panose="020B0503020000020004" pitchFamily="50" charset="-127"/>
                    </a:rPr>
                    <a:t>4</a:t>
                  </a:r>
                  <a:endPar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 name="직사각형 2"/>
                <p:cNvSpPr/>
                <p:nvPr/>
              </p:nvSpPr>
              <p:spPr>
                <a:xfrm>
                  <a:off x="6422509" y="2567668"/>
                  <a:ext cx="287258" cy="215444"/>
                </a:xfrm>
                <a:prstGeom prst="rect">
                  <a:avLst/>
                </a:prstGeom>
              </p:spPr>
              <p:txBody>
                <a:bodyPr wrap="none">
                  <a:spAutoFit/>
                </a:bodyPr>
                <a:lstStyle/>
                <a:p>
                  <a:r>
                    <a:rPr lang="ko-KR" altLang="en-US" sz="800" dirty="0">
                      <a:solidFill>
                        <a:srgbClr val="0070C0"/>
                      </a:solidFill>
                      <a:latin typeface="맑은 고딕" panose="020B0503020000020004" pitchFamily="50" charset="-127"/>
                      <a:ea typeface="맑은 고딕" panose="020B0503020000020004" pitchFamily="50" charset="-127"/>
                    </a:rPr>
                    <a:t>월</a:t>
                  </a:r>
                  <a:endParaRPr lang="ko-KR" altLang="en-US" sz="800" dirty="0">
                    <a:solidFill>
                      <a:srgbClr val="0070C0"/>
                    </a:solidFill>
                  </a:endParaRPr>
                </a:p>
              </p:txBody>
            </p:sp>
          </p:grpSp>
        </p:grpSp>
        <p:pic>
          <p:nvPicPr>
            <p:cNvPr id="43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6604793"/>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 name="그룹 44"/>
          <p:cNvGrpSpPr/>
          <p:nvPr/>
        </p:nvGrpSpPr>
        <p:grpSpPr>
          <a:xfrm>
            <a:off x="1991147" y="3472433"/>
            <a:ext cx="2451071" cy="1454400"/>
            <a:chOff x="1991147" y="3481958"/>
            <a:chExt cx="2451071" cy="1454400"/>
          </a:xfrm>
        </p:grpSpPr>
        <p:grpSp>
          <p:nvGrpSpPr>
            <p:cNvPr id="44" name="그룹 43"/>
            <p:cNvGrpSpPr/>
            <p:nvPr/>
          </p:nvGrpSpPr>
          <p:grpSpPr>
            <a:xfrm>
              <a:off x="1991147" y="3481958"/>
              <a:ext cx="2451071" cy="1454400"/>
              <a:chOff x="1991147" y="3481958"/>
              <a:chExt cx="2451071" cy="1454400"/>
            </a:xfrm>
          </p:grpSpPr>
          <p:grpSp>
            <p:nvGrpSpPr>
              <p:cNvPr id="43" name="그룹 42"/>
              <p:cNvGrpSpPr/>
              <p:nvPr/>
            </p:nvGrpSpPr>
            <p:grpSpPr>
              <a:xfrm>
                <a:off x="1991147" y="3481958"/>
                <a:ext cx="2451071" cy="1454400"/>
                <a:chOff x="1991147" y="3481958"/>
                <a:chExt cx="2451071" cy="1454400"/>
              </a:xfrm>
            </p:grpSpPr>
            <p:grpSp>
              <p:nvGrpSpPr>
                <p:cNvPr id="40" name="그룹 39"/>
                <p:cNvGrpSpPr/>
                <p:nvPr/>
              </p:nvGrpSpPr>
              <p:grpSpPr>
                <a:xfrm>
                  <a:off x="1991147" y="3481958"/>
                  <a:ext cx="2440575" cy="1454400"/>
                  <a:chOff x="1991147" y="3481958"/>
                  <a:chExt cx="2440575" cy="1454400"/>
                </a:xfrm>
              </p:grpSpPr>
              <p:grpSp>
                <p:nvGrpSpPr>
                  <p:cNvPr id="30" name="그룹 29"/>
                  <p:cNvGrpSpPr/>
                  <p:nvPr/>
                </p:nvGrpSpPr>
                <p:grpSpPr>
                  <a:xfrm>
                    <a:off x="1991147" y="3481958"/>
                    <a:ext cx="2440575" cy="1454400"/>
                    <a:chOff x="1981622" y="4437113"/>
                    <a:chExt cx="2440575" cy="1454400"/>
                  </a:xfrm>
                </p:grpSpPr>
                <p:sp>
                  <p:nvSpPr>
                    <p:cNvPr id="301" name="직사각형 300"/>
                    <p:cNvSpPr/>
                    <p:nvPr/>
                  </p:nvSpPr>
                  <p:spPr bwMode="auto">
                    <a:xfrm>
                      <a:off x="2010197" y="4437113"/>
                      <a:ext cx="2412000" cy="1454400"/>
                    </a:xfrm>
                    <a:prstGeom prst="rect">
                      <a:avLst/>
                    </a:prstGeom>
                    <a:solidFill>
                      <a:srgbClr val="ED823F"/>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02" name="TextBox 301"/>
                    <p:cNvSpPr txBox="1"/>
                    <p:nvPr/>
                  </p:nvSpPr>
                  <p:spPr>
                    <a:xfrm>
                      <a:off x="1981622" y="4494262"/>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알림</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23" name="직사각형 322"/>
                    <p:cNvSpPr/>
                    <p:nvPr/>
                  </p:nvSpPr>
                  <p:spPr>
                    <a:xfrm>
                      <a:off x="2071886" y="4744194"/>
                      <a:ext cx="2286000" cy="1080000"/>
                    </a:xfrm>
                    <a:prstGeom prst="rect">
                      <a:avLst/>
                    </a:prstGeom>
                    <a:solidFill>
                      <a:srgbClr val="F6B48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grpSp>
                  <p:nvGrpSpPr>
                    <p:cNvPr id="21" name="그룹 20"/>
                    <p:cNvGrpSpPr/>
                    <p:nvPr/>
                  </p:nvGrpSpPr>
                  <p:grpSpPr>
                    <a:xfrm>
                      <a:off x="2148880" y="4783073"/>
                      <a:ext cx="2174048" cy="925803"/>
                      <a:chOff x="2082205" y="6797293"/>
                      <a:chExt cx="2174048" cy="925803"/>
                    </a:xfrm>
                  </p:grpSpPr>
                  <p:grpSp>
                    <p:nvGrpSpPr>
                      <p:cNvPr id="304" name="그룹 303"/>
                      <p:cNvGrpSpPr/>
                      <p:nvPr/>
                    </p:nvGrpSpPr>
                    <p:grpSpPr>
                      <a:xfrm>
                        <a:off x="4238253" y="6801722"/>
                        <a:ext cx="18000" cy="921374"/>
                        <a:chOff x="2815059" y="5208272"/>
                        <a:chExt cx="18000" cy="882983"/>
                      </a:xfrm>
                    </p:grpSpPr>
                    <p:sp>
                      <p:nvSpPr>
                        <p:cNvPr id="320" name="직사각형 319"/>
                        <p:cNvSpPr/>
                        <p:nvPr/>
                      </p:nvSpPr>
                      <p:spPr bwMode="auto">
                        <a:xfrm>
                          <a:off x="2815059" y="5297755"/>
                          <a:ext cx="18000" cy="7935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21" name="직사각형 320"/>
                        <p:cNvSpPr/>
                        <p:nvPr/>
                      </p:nvSpPr>
                      <p:spPr bwMode="auto">
                        <a:xfrm>
                          <a:off x="2816093" y="5208272"/>
                          <a:ext cx="144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315" name="TextBox 314"/>
                      <p:cNvSpPr txBox="1"/>
                      <p:nvPr/>
                    </p:nvSpPr>
                    <p:spPr>
                      <a:xfrm>
                        <a:off x="2082205" y="6797293"/>
                        <a:ext cx="2122140" cy="323165"/>
                      </a:xfrm>
                      <a:prstGeom prst="rect">
                        <a:avLst/>
                      </a:prstGeom>
                      <a:noFill/>
                    </p:spPr>
                    <p:txBody>
                      <a:bodyPr wrap="square" rtlCol="0">
                        <a:spAutoFit/>
                      </a:bodyPr>
                      <a:lstStyle/>
                      <a:p>
                        <a:r>
                          <a:rPr lang="ko-KR" altLang="en-US" sz="700" dirty="0" smtClean="0">
                            <a:solidFill>
                              <a:srgbClr val="0070C0"/>
                            </a:solidFill>
                            <a:latin typeface="+mn-ea"/>
                            <a:ea typeface="+mn-ea"/>
                          </a:rPr>
                          <a:t>경영수리</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tx1">
                                <a:lumMod val="75000"/>
                                <a:lumOff val="25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grpSp>
                  <p:nvGrpSpPr>
                    <p:cNvPr id="23" name="그룹 22"/>
                    <p:cNvGrpSpPr/>
                    <p:nvPr/>
                  </p:nvGrpSpPr>
                  <p:grpSpPr>
                    <a:xfrm>
                      <a:off x="2332137" y="4490651"/>
                      <a:ext cx="1924966" cy="215444"/>
                      <a:chOff x="2332137" y="4365105"/>
                      <a:chExt cx="1924966" cy="215444"/>
                    </a:xfrm>
                  </p:grpSpPr>
                  <p:cxnSp>
                    <p:nvCxnSpPr>
                      <p:cNvPr id="306" name="직선 연결선 305"/>
                      <p:cNvCxnSpPr/>
                      <p:nvPr/>
                    </p:nvCxnSpPr>
                    <p:spPr>
                      <a:xfrm>
                        <a:off x="2567211" y="4552553"/>
                        <a:ext cx="452755" cy="2254"/>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22" name="그룹 21"/>
                      <p:cNvGrpSpPr/>
                      <p:nvPr/>
                    </p:nvGrpSpPr>
                    <p:grpSpPr>
                      <a:xfrm>
                        <a:off x="2332137" y="4365105"/>
                        <a:ext cx="1924966" cy="215444"/>
                        <a:chOff x="4780409" y="7399546"/>
                        <a:chExt cx="1924966" cy="215444"/>
                      </a:xfrm>
                    </p:grpSpPr>
                    <p:sp>
                      <p:nvSpPr>
                        <p:cNvPr id="317" name="TextBox 316"/>
                        <p:cNvSpPr txBox="1"/>
                        <p:nvPr/>
                      </p:nvSpPr>
                      <p:spPr>
                        <a:xfrm>
                          <a:off x="4780409" y="7399546"/>
                          <a:ext cx="1800000" cy="215444"/>
                        </a:xfrm>
                        <a:prstGeom prst="rect">
                          <a:avLst/>
                        </a:prstGeom>
                        <a:noFill/>
                      </p:spPr>
                      <p:txBody>
                        <a:bodyPr wrap="square" lIns="0" rIns="0" rtlCol="0">
                          <a:spAutoFit/>
                        </a:bodyPr>
                        <a:lstStyle/>
                        <a:p>
                          <a:pPr algn="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PUSH</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SMS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쪽지     알림톡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18" name="타원 317"/>
                        <p:cNvSpPr/>
                        <p:nvPr/>
                      </p:nvSpPr>
                      <p:spPr bwMode="auto">
                        <a:xfrm>
                          <a:off x="5333031" y="7443742"/>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3</a:t>
                          </a:r>
                          <a:endParaRPr kumimoji="1" lang="ko-KR" altLang="en-US" sz="700" dirty="0">
                            <a:solidFill>
                              <a:schemeClr val="bg1"/>
                            </a:solidFill>
                            <a:latin typeface="+mn-ea"/>
                            <a:cs typeface="Calibri" pitchFamily="34" charset="0"/>
                          </a:endParaRPr>
                        </a:p>
                      </p:txBody>
                    </p:sp>
                    <p:sp>
                      <p:nvSpPr>
                        <p:cNvPr id="319" name="타원 318"/>
                        <p:cNvSpPr/>
                        <p:nvPr/>
                      </p:nvSpPr>
                      <p:spPr bwMode="auto">
                        <a:xfrm>
                          <a:off x="5716313" y="7440724"/>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sp>
                      <p:nvSpPr>
                        <p:cNvPr id="324" name="타원 323"/>
                        <p:cNvSpPr/>
                        <p:nvPr/>
                      </p:nvSpPr>
                      <p:spPr bwMode="auto">
                        <a:xfrm>
                          <a:off x="6089127"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1</a:t>
                          </a:r>
                          <a:endParaRPr kumimoji="1" lang="ko-KR" altLang="en-US" sz="700" dirty="0">
                            <a:solidFill>
                              <a:schemeClr val="bg1"/>
                            </a:solidFill>
                            <a:latin typeface="+mn-ea"/>
                            <a:cs typeface="Calibri" pitchFamily="34" charset="0"/>
                          </a:endParaRPr>
                        </a:p>
                      </p:txBody>
                    </p:sp>
                    <p:sp>
                      <p:nvSpPr>
                        <p:cNvPr id="325" name="타원 324"/>
                        <p:cNvSpPr/>
                        <p:nvPr/>
                      </p:nvSpPr>
                      <p:spPr bwMode="auto">
                        <a:xfrm>
                          <a:off x="6597375"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pic>
                <p:nvPicPr>
                  <p:cNvPr id="43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357512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8" name="직사각형 437"/>
                <p:cNvSpPr/>
                <p:nvPr/>
              </p:nvSpPr>
              <p:spPr>
                <a:xfrm>
                  <a:off x="4262218" y="3553966"/>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43" name="TextBox 442"/>
              <p:cNvSpPr txBox="1"/>
              <p:nvPr/>
            </p:nvSpPr>
            <p:spPr>
              <a:xfrm>
                <a:off x="2154213" y="4156239"/>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관리자</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sp>
            <p:nvSpPr>
              <p:cNvPr id="447" name="TextBox 446"/>
              <p:cNvSpPr txBox="1"/>
              <p:nvPr/>
            </p:nvSpPr>
            <p:spPr>
              <a:xfrm>
                <a:off x="2154213" y="4475212"/>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a:solidFill>
                      <a:srgbClr val="0070C0"/>
                    </a:solidFill>
                    <a:latin typeface="+mn-ea"/>
                    <a:ea typeface="+mn-ea"/>
                  </a:rPr>
                  <a:t>이</a:t>
                </a:r>
                <a:r>
                  <a:rPr lang="ko-KR" altLang="en-US" sz="700" dirty="0" smtClean="0">
                    <a:solidFill>
                      <a:srgbClr val="0070C0"/>
                    </a:solidFill>
                    <a:latin typeface="+mn-ea"/>
                    <a:ea typeface="+mn-ea"/>
                  </a:rPr>
                  <a:t>학생</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sp>
          <p:nvSpPr>
            <p:cNvPr id="448" name="순서도: 대체 처리 447"/>
            <p:cNvSpPr/>
            <p:nvPr/>
          </p:nvSpPr>
          <p:spPr bwMode="auto">
            <a:xfrm>
              <a:off x="3891930" y="3923531"/>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0" name="타원 449"/>
            <p:cNvSpPr/>
            <p:nvPr/>
          </p:nvSpPr>
          <p:spPr>
            <a:xfrm>
              <a:off x="2101271" y="391653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1" name="타원 450"/>
            <p:cNvSpPr/>
            <p:nvPr/>
          </p:nvSpPr>
          <p:spPr>
            <a:xfrm>
              <a:off x="2101255" y="423910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3" name="타원 452"/>
            <p:cNvSpPr/>
            <p:nvPr/>
          </p:nvSpPr>
          <p:spPr>
            <a:xfrm>
              <a:off x="2106588" y="4570569"/>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5" name="순서도: 대체 처리 454"/>
            <p:cNvSpPr/>
            <p:nvPr/>
          </p:nvSpPr>
          <p:spPr bwMode="auto">
            <a:xfrm>
              <a:off x="3887738" y="4255012"/>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56" name="순서도: 대체 처리 455"/>
            <p:cNvSpPr/>
            <p:nvPr/>
          </p:nvSpPr>
          <p:spPr bwMode="auto">
            <a:xfrm>
              <a:off x="3891930" y="4571619"/>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46" name="그룹 45"/>
          <p:cNvGrpSpPr/>
          <p:nvPr/>
        </p:nvGrpSpPr>
        <p:grpSpPr>
          <a:xfrm>
            <a:off x="6922471" y="1954798"/>
            <a:ext cx="2451592" cy="1447200"/>
            <a:chOff x="1973294" y="4993571"/>
            <a:chExt cx="2451592" cy="1447200"/>
          </a:xfrm>
        </p:grpSpPr>
        <p:grpSp>
          <p:nvGrpSpPr>
            <p:cNvPr id="41" name="그룹 40"/>
            <p:cNvGrpSpPr/>
            <p:nvPr/>
          </p:nvGrpSpPr>
          <p:grpSpPr>
            <a:xfrm>
              <a:off x="1973294" y="4993571"/>
              <a:ext cx="2451592" cy="1447200"/>
              <a:chOff x="1973294" y="4993571"/>
              <a:chExt cx="2451592" cy="1447200"/>
            </a:xfrm>
          </p:grpSpPr>
          <p:grpSp>
            <p:nvGrpSpPr>
              <p:cNvPr id="8" name="그룹 7"/>
              <p:cNvGrpSpPr/>
              <p:nvPr/>
            </p:nvGrpSpPr>
            <p:grpSpPr>
              <a:xfrm>
                <a:off x="1973294" y="4993571"/>
                <a:ext cx="2451592" cy="1447200"/>
                <a:chOff x="6925791" y="2502421"/>
                <a:chExt cx="2451592" cy="1447200"/>
              </a:xfrm>
            </p:grpSpPr>
            <p:grpSp>
              <p:nvGrpSpPr>
                <p:cNvPr id="586" name="그룹 585"/>
                <p:cNvGrpSpPr/>
                <p:nvPr/>
              </p:nvGrpSpPr>
              <p:grpSpPr>
                <a:xfrm>
                  <a:off x="6925791" y="2502421"/>
                  <a:ext cx="2451592" cy="1447200"/>
                  <a:chOff x="1976289" y="3438525"/>
                  <a:chExt cx="2451592" cy="1447200"/>
                </a:xfrm>
              </p:grpSpPr>
              <p:sp>
                <p:nvSpPr>
                  <p:cNvPr id="587" name="직사각형 586"/>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88" name="TextBox 587"/>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공지사항</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90" name="TextBox 589"/>
                  <p:cNvSpPr txBox="1"/>
                  <p:nvPr/>
                </p:nvSpPr>
                <p:spPr>
                  <a:xfrm>
                    <a:off x="2931443" y="3506147"/>
                    <a:ext cx="1333372" cy="215444"/>
                  </a:xfrm>
                  <a:prstGeom prst="rect">
                    <a:avLst/>
                  </a:prstGeom>
                  <a:noFill/>
                </p:spPr>
                <p:txBody>
                  <a:bodyPr wrap="square" rtlCol="0">
                    <a:spAutoFit/>
                  </a:bodyPr>
                  <a:lstStyle/>
                  <a:p>
                    <a:pPr algn="r"/>
                    <a:r>
                      <a:rPr lang="ko-KR" altLang="en-US" sz="800" dirty="0" smtClean="0">
                        <a:solidFill>
                          <a:srgbClr val="0070C0"/>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전체공지  과목공지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1" name="그룹 590"/>
                  <p:cNvGrpSpPr/>
                  <p:nvPr/>
                </p:nvGrpSpPr>
                <p:grpSpPr>
                  <a:xfrm>
                    <a:off x="2088727" y="3738512"/>
                    <a:ext cx="2286000" cy="1080000"/>
                    <a:chOff x="4709384" y="2912571"/>
                    <a:chExt cx="2286000" cy="1080000"/>
                  </a:xfrm>
                </p:grpSpPr>
                <p:sp>
                  <p:nvSpPr>
                    <p:cNvPr id="601" name="직사각형 60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602" name="직사각형 60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03" name="직사각형 60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592" name="그룹 591"/>
                  <p:cNvGrpSpPr/>
                  <p:nvPr/>
                </p:nvGrpSpPr>
                <p:grpSpPr>
                  <a:xfrm>
                    <a:off x="2124532" y="4442593"/>
                    <a:ext cx="1977371" cy="323165"/>
                    <a:chOff x="7066718" y="3366517"/>
                    <a:chExt cx="1977371" cy="323165"/>
                  </a:xfrm>
                </p:grpSpPr>
                <p:sp>
                  <p:nvSpPr>
                    <p:cNvPr id="599" name="TextBox 598"/>
                    <p:cNvSpPr txBox="1"/>
                    <p:nvPr/>
                  </p:nvSpPr>
                  <p:spPr>
                    <a:xfrm>
                      <a:off x="7285594" y="3366517"/>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600" name="순서도: 대체 처리 599"/>
                    <p:cNvSpPr/>
                    <p:nvPr/>
                  </p:nvSpPr>
                  <p:spPr bwMode="auto">
                    <a:xfrm>
                      <a:off x="7066718" y="3409323"/>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nvGrpSpPr>
                  <p:cNvPr id="593" name="그룹 592"/>
                  <p:cNvGrpSpPr/>
                  <p:nvPr/>
                </p:nvGrpSpPr>
                <p:grpSpPr>
                  <a:xfrm>
                    <a:off x="2125781" y="3824237"/>
                    <a:ext cx="1923915" cy="323165"/>
                    <a:chOff x="7067967" y="2852936"/>
                    <a:chExt cx="1923915" cy="323165"/>
                  </a:xfrm>
                </p:grpSpPr>
                <p:sp>
                  <p:nvSpPr>
                    <p:cNvPr id="597" name="TextBox 596"/>
                    <p:cNvSpPr txBox="1"/>
                    <p:nvPr/>
                  </p:nvSpPr>
                  <p:spPr>
                    <a:xfrm>
                      <a:off x="7277318" y="2852936"/>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598" name="순서도: 대체 처리 597"/>
                    <p:cNvSpPr/>
                    <p:nvPr/>
                  </p:nvSpPr>
                  <p:spPr bwMode="auto">
                    <a:xfrm>
                      <a:off x="7067967" y="2905267"/>
                      <a:ext cx="252000" cy="144000"/>
                    </a:xfrm>
                    <a:prstGeom prst="flowChartAlternateProcess">
                      <a:avLst/>
                    </a:prstGeom>
                    <a:solidFill>
                      <a:srgbClr val="2C71D8"/>
                    </a:solidFill>
                    <a:ln w="6350" cap="flat" cmpd="sng" algn="ctr">
                      <a:solidFill>
                        <a:srgbClr val="2C71D8"/>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전체</a:t>
                      </a:r>
                      <a:endParaRPr kumimoji="1" lang="ko-KR" altLang="en-US" sz="750" dirty="0">
                        <a:solidFill>
                          <a:schemeClr val="bg1"/>
                        </a:solidFill>
                        <a:latin typeface="+mn-ea"/>
                        <a:ea typeface="+mn-ea"/>
                        <a:cs typeface="Calibri" pitchFamily="34" charset="0"/>
                      </a:endParaRPr>
                    </a:p>
                  </p:txBody>
                </p:sp>
              </p:grpSp>
              <p:grpSp>
                <p:nvGrpSpPr>
                  <p:cNvPr id="594" name="그룹 593"/>
                  <p:cNvGrpSpPr/>
                  <p:nvPr/>
                </p:nvGrpSpPr>
                <p:grpSpPr>
                  <a:xfrm>
                    <a:off x="2127797" y="4124761"/>
                    <a:ext cx="2268642" cy="323165"/>
                    <a:chOff x="7069983" y="3105835"/>
                    <a:chExt cx="2268642" cy="323165"/>
                  </a:xfrm>
                </p:grpSpPr>
                <p:sp>
                  <p:nvSpPr>
                    <p:cNvPr id="595" name="TextBox 594"/>
                    <p:cNvSpPr txBox="1"/>
                    <p:nvPr/>
                  </p:nvSpPr>
                  <p:spPr>
                    <a:xfrm>
                      <a:off x="7286939" y="3105835"/>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sp>
                  <p:nvSpPr>
                    <p:cNvPr id="596" name="순서도: 대체 처리 595"/>
                    <p:cNvSpPr/>
                    <p:nvPr/>
                  </p:nvSpPr>
                  <p:spPr bwMode="auto">
                    <a:xfrm>
                      <a:off x="7069983" y="3162309"/>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sp>
              <p:nvSpPr>
                <p:cNvPr id="633" name="직사각형 63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43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508518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58" name="순서도: 대체 처리 457"/>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9" name="순서도: 대체 처리 458"/>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60" name="순서도: 대체 처리 459"/>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51" name="그룹 50"/>
          <p:cNvGrpSpPr/>
          <p:nvPr/>
        </p:nvGrpSpPr>
        <p:grpSpPr>
          <a:xfrm>
            <a:off x="4487044" y="5062984"/>
            <a:ext cx="1569022" cy="215444"/>
            <a:chOff x="2140227" y="6724204"/>
            <a:chExt cx="1569022" cy="215444"/>
          </a:xfrm>
        </p:grpSpPr>
        <p:sp>
          <p:nvSpPr>
            <p:cNvPr id="567" name="TextBox 566"/>
            <p:cNvSpPr txBox="1"/>
            <p:nvPr/>
          </p:nvSpPr>
          <p:spPr>
            <a:xfrm>
              <a:off x="2140227" y="6724204"/>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수강과목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69"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4130" y="6766718"/>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 name="그룹 51"/>
          <p:cNvGrpSpPr/>
          <p:nvPr/>
        </p:nvGrpSpPr>
        <p:grpSpPr>
          <a:xfrm>
            <a:off x="8582119" y="1695475"/>
            <a:ext cx="849617" cy="276999"/>
            <a:chOff x="8563069" y="1695475"/>
            <a:chExt cx="849617" cy="276999"/>
          </a:xfrm>
        </p:grpSpPr>
        <p:grpSp>
          <p:nvGrpSpPr>
            <p:cNvPr id="29" name="그룹 28"/>
            <p:cNvGrpSpPr/>
            <p:nvPr/>
          </p:nvGrpSpPr>
          <p:grpSpPr>
            <a:xfrm>
              <a:off x="8563069" y="1761166"/>
              <a:ext cx="792000" cy="162000"/>
              <a:chOff x="8779069" y="1761166"/>
              <a:chExt cx="792000" cy="162000"/>
            </a:xfrm>
          </p:grpSpPr>
          <p:sp>
            <p:nvSpPr>
              <p:cNvPr id="14" name="직사각형 13"/>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1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 name="그룹 23"/>
            <p:cNvGrpSpPr/>
            <p:nvPr/>
          </p:nvGrpSpPr>
          <p:grpSpPr>
            <a:xfrm>
              <a:off x="8728739" y="1695475"/>
              <a:ext cx="247184" cy="276999"/>
              <a:chOff x="7672972" y="1671999"/>
              <a:chExt cx="247184" cy="276999"/>
            </a:xfrm>
          </p:grpSpPr>
          <p:sp>
            <p:nvSpPr>
              <p:cNvPr id="19" name="타원 1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0" name="직사각형 19"/>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617" name="그룹 616"/>
            <p:cNvGrpSpPr/>
            <p:nvPr/>
          </p:nvGrpSpPr>
          <p:grpSpPr>
            <a:xfrm>
              <a:off x="9138252" y="1714525"/>
              <a:ext cx="274434" cy="246221"/>
              <a:chOff x="7663447" y="1691049"/>
              <a:chExt cx="274434" cy="246221"/>
            </a:xfrm>
          </p:grpSpPr>
          <p:sp>
            <p:nvSpPr>
              <p:cNvPr id="618" name="타원 61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619" name="직사각형 618"/>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620" name="직사각형 619"/>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 name="그룹 33"/>
          <p:cNvGrpSpPr/>
          <p:nvPr/>
        </p:nvGrpSpPr>
        <p:grpSpPr>
          <a:xfrm>
            <a:off x="6931996" y="3469371"/>
            <a:ext cx="2451592" cy="1447394"/>
            <a:chOff x="6931996" y="3478896"/>
            <a:chExt cx="2451592" cy="1447394"/>
          </a:xfrm>
        </p:grpSpPr>
        <p:grpSp>
          <p:nvGrpSpPr>
            <p:cNvPr id="36" name="그룹 35"/>
            <p:cNvGrpSpPr/>
            <p:nvPr/>
          </p:nvGrpSpPr>
          <p:grpSpPr>
            <a:xfrm>
              <a:off x="6931996" y="3478896"/>
              <a:ext cx="2451592" cy="1447394"/>
              <a:chOff x="6925810" y="1953449"/>
              <a:chExt cx="2451592" cy="1447394"/>
            </a:xfrm>
          </p:grpSpPr>
          <p:grpSp>
            <p:nvGrpSpPr>
              <p:cNvPr id="32" name="그룹 31"/>
              <p:cNvGrpSpPr/>
              <p:nvPr/>
            </p:nvGrpSpPr>
            <p:grpSpPr>
              <a:xfrm>
                <a:off x="6925810" y="1953449"/>
                <a:ext cx="2451592" cy="1447394"/>
                <a:chOff x="6925810" y="1953449"/>
                <a:chExt cx="2451592" cy="1447394"/>
              </a:xfrm>
            </p:grpSpPr>
            <p:grpSp>
              <p:nvGrpSpPr>
                <p:cNvPr id="13" name="그룹 12"/>
                <p:cNvGrpSpPr/>
                <p:nvPr/>
              </p:nvGrpSpPr>
              <p:grpSpPr>
                <a:xfrm>
                  <a:off x="6925810" y="1953449"/>
                  <a:ext cx="2451592" cy="1447394"/>
                  <a:chOff x="6925810" y="3897247"/>
                  <a:chExt cx="2451592" cy="1447394"/>
                </a:xfrm>
              </p:grpSpPr>
              <p:sp>
                <p:nvSpPr>
                  <p:cNvPr id="682" name="직사각형 681"/>
                  <p:cNvSpPr/>
                  <p:nvPr/>
                </p:nvSpPr>
                <p:spPr>
                  <a:xfrm>
                    <a:off x="6965402" y="3897247"/>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35105"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95" name="TextBox 694"/>
                  <p:cNvSpPr txBox="1"/>
                  <p:nvPr/>
                </p:nvSpPr>
                <p:spPr>
                  <a:xfrm>
                    <a:off x="7015996" y="4253425"/>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 </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grpSp>
                <p:nvGrpSpPr>
                  <p:cNvPr id="686" name="그룹 685"/>
                  <p:cNvGrpSpPr/>
                  <p:nvPr/>
                </p:nvGrpSpPr>
                <p:grpSpPr>
                  <a:xfrm>
                    <a:off x="7016092" y="4579557"/>
                    <a:ext cx="2200230" cy="323165"/>
                    <a:chOff x="5608473" y="2286397"/>
                    <a:chExt cx="2200230" cy="323165"/>
                  </a:xfrm>
                </p:grpSpPr>
                <p:sp>
                  <p:nvSpPr>
                    <p:cNvPr id="693" name="TextBox 692"/>
                    <p:cNvSpPr txBox="1"/>
                    <p:nvPr/>
                  </p:nvSpPr>
                  <p:spPr>
                    <a:xfrm>
                      <a:off x="5608473" y="2286397"/>
                      <a:ext cx="1831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실전 </a:t>
                      </a:r>
                      <a:r>
                        <a:rPr lang="en-US" altLang="ko-KR" sz="800" dirty="0" smtClean="0">
                          <a:solidFill>
                            <a:schemeClr val="tx1">
                              <a:lumMod val="75000"/>
                              <a:lumOff val="25000"/>
                            </a:schemeClr>
                          </a:solidFill>
                          <a:latin typeface="+mn-ea"/>
                          <a:ea typeface="+mn-ea"/>
                        </a:rPr>
                        <a:t>NoSql </a:t>
                      </a:r>
                      <a:r>
                        <a:rPr lang="ko-KR" altLang="en-US" sz="800" dirty="0" smtClean="0">
                          <a:solidFill>
                            <a:schemeClr val="tx1">
                              <a:lumMod val="75000"/>
                              <a:lumOff val="25000"/>
                            </a:schemeClr>
                          </a:solidFill>
                          <a:latin typeface="+mn-ea"/>
                          <a:ea typeface="+mn-ea"/>
                        </a:rPr>
                        <a:t>데이터베이스 활용 자</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데이터베이스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sp>
                  <p:nvSpPr>
                    <p:cNvPr id="694" name="순서도: 대체 처리 693"/>
                    <p:cNvSpPr/>
                    <p:nvPr/>
                  </p:nvSpPr>
                  <p:spPr bwMode="auto">
                    <a:xfrm>
                      <a:off x="7376703" y="2348253"/>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sp>
                <p:nvSpPr>
                  <p:cNvPr id="691" name="TextBox 690"/>
                  <p:cNvSpPr txBox="1"/>
                  <p:nvPr/>
                </p:nvSpPr>
                <p:spPr>
                  <a:xfrm>
                    <a:off x="7016092" y="4894939"/>
                    <a:ext cx="1840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기출문제집 정리 파일</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ko-KR" altLang="en-US" sz="700" dirty="0" smtClean="0">
                        <a:solidFill>
                          <a:srgbClr val="0070C0"/>
                        </a:solidFill>
                        <a:latin typeface="+mn-ea"/>
                        <a:ea typeface="+mn-ea"/>
                      </a:rPr>
                      <a:t>사진과 여행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grpSp>
            <p:sp>
              <p:nvSpPr>
                <p:cNvPr id="382" name="직사각형 381"/>
                <p:cNvSpPr/>
                <p:nvPr/>
              </p:nvSpPr>
              <p:spPr>
                <a:xfrm>
                  <a:off x="9175013" y="2014289"/>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38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6453" y="203810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51" name="순서도: 대체 처리 750"/>
            <p:cNvSpPr/>
            <p:nvPr/>
          </p:nvSpPr>
          <p:spPr bwMode="auto">
            <a:xfrm>
              <a:off x="8793807" y="389495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752" name="순서도: 대체 처리 751"/>
            <p:cNvSpPr/>
            <p:nvPr/>
          </p:nvSpPr>
          <p:spPr bwMode="auto">
            <a:xfrm>
              <a:off x="8797999" y="454723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grpSp>
        <p:nvGrpSpPr>
          <p:cNvPr id="54" name="그룹 53"/>
          <p:cNvGrpSpPr/>
          <p:nvPr/>
        </p:nvGrpSpPr>
        <p:grpSpPr>
          <a:xfrm>
            <a:off x="2021833" y="4996611"/>
            <a:ext cx="2420619" cy="1447200"/>
            <a:chOff x="2021833" y="4987086"/>
            <a:chExt cx="2420619" cy="1447200"/>
          </a:xfrm>
        </p:grpSpPr>
        <p:sp>
          <p:nvSpPr>
            <p:cNvPr id="756" name="직사각형 755"/>
            <p:cNvSpPr/>
            <p:nvPr/>
          </p:nvSpPr>
          <p:spPr>
            <a:xfrm>
              <a:off x="2021833" y="4987086"/>
              <a:ext cx="2412000" cy="14472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75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5078522"/>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5" name="TextBox 754"/>
            <p:cNvSpPr txBox="1"/>
            <p:nvPr/>
          </p:nvSpPr>
          <p:spPr>
            <a:xfrm>
              <a:off x="2076872" y="5029378"/>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 이어듣기                                  </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a:solidFill>
                    <a:schemeClr val="bg1">
                      <a:lumMod val="75000"/>
                    </a:schemeClr>
                  </a:solidFill>
                  <a:latin typeface="맑은 고딕" panose="020B0503020000020004" pitchFamily="50" charset="-127"/>
                  <a:ea typeface="맑은 고딕" panose="020B0503020000020004" pitchFamily="50" charset="-127"/>
                </a:rPr>
                <a:t>•</a:t>
              </a:r>
              <a:endParaRPr lang="ko-KR" altLang="en-US" sz="800" b="1" dirty="0">
                <a:solidFill>
                  <a:schemeClr val="bg1">
                    <a:lumMod val="75000"/>
                  </a:schemeClr>
                </a:solidFill>
                <a:latin typeface="맑은 고딕" panose="020B0503020000020004" pitchFamily="50" charset="-127"/>
                <a:ea typeface="맑은 고딕" panose="020B0503020000020004" pitchFamily="50" charset="-127"/>
              </a:endParaRPr>
            </a:p>
          </p:txBody>
        </p:sp>
        <p:grpSp>
          <p:nvGrpSpPr>
            <p:cNvPr id="37" name="그룹 36"/>
            <p:cNvGrpSpPr/>
            <p:nvPr/>
          </p:nvGrpSpPr>
          <p:grpSpPr>
            <a:xfrm>
              <a:off x="2028935" y="5291683"/>
              <a:ext cx="2407872" cy="362541"/>
              <a:chOff x="2028935" y="5373796"/>
              <a:chExt cx="2407872" cy="362541"/>
            </a:xfrm>
          </p:grpSpPr>
          <p:sp>
            <p:nvSpPr>
              <p:cNvPr id="766" name="TextBox 765"/>
              <p:cNvSpPr txBox="1"/>
              <p:nvPr/>
            </p:nvSpPr>
            <p:spPr>
              <a:xfrm>
                <a:off x="2028935" y="5373796"/>
                <a:ext cx="2407872"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반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20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2"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0" name="TextBox 77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주변의 데이터베이스</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1" name="그룹 780"/>
            <p:cNvGrpSpPr/>
            <p:nvPr/>
          </p:nvGrpSpPr>
          <p:grpSpPr>
            <a:xfrm>
              <a:off x="2029247" y="5660668"/>
              <a:ext cx="2407872" cy="362541"/>
              <a:chOff x="2028935" y="5373796"/>
              <a:chExt cx="2407872" cy="362541"/>
            </a:xfrm>
          </p:grpSpPr>
          <p:sp>
            <p:nvSpPr>
              <p:cNvPr id="782" name="TextBox 781"/>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TEPS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실전연습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기본편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5" name="TextBox 784"/>
              <p:cNvSpPr txBox="1"/>
              <p:nvPr/>
            </p:nvSpPr>
            <p:spPr>
              <a:xfrm>
                <a:off x="2200385" y="5536282"/>
                <a:ext cx="2186076" cy="200055"/>
              </a:xfrm>
              <a:prstGeom prst="rect">
                <a:avLst/>
              </a:prstGeom>
              <a:noFill/>
            </p:spPr>
            <p:txBody>
              <a:bodyPr wrap="square" rtlCol="0">
                <a:spAutoFit/>
              </a:bodyPr>
              <a:lstStyle/>
              <a:p>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Test 1</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화 </a:t>
                </a:r>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Listening Comprehension</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6" name="그룹 785"/>
            <p:cNvGrpSpPr/>
            <p:nvPr/>
          </p:nvGrpSpPr>
          <p:grpSpPr>
            <a:xfrm>
              <a:off x="2034580" y="6018787"/>
              <a:ext cx="2407872" cy="362541"/>
              <a:chOff x="2028935" y="5373796"/>
              <a:chExt cx="2407872" cy="362541"/>
            </a:xfrm>
          </p:grpSpPr>
          <p:sp>
            <p:nvSpPr>
              <p:cNvPr id="787" name="TextBox 786"/>
              <p:cNvSpPr txBox="1"/>
              <p:nvPr/>
            </p:nvSpPr>
            <p:spPr>
              <a:xfrm>
                <a:off x="2028935" y="5373796"/>
                <a:ext cx="2407872"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광고이미지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8"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9"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0" name="TextBox 78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생활 속의 광고 </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794" name="그룹 793"/>
          <p:cNvGrpSpPr/>
          <p:nvPr/>
        </p:nvGrpSpPr>
        <p:grpSpPr>
          <a:xfrm>
            <a:off x="2600707" y="2019433"/>
            <a:ext cx="284052" cy="200055"/>
            <a:chOff x="1133220" y="11716364"/>
            <a:chExt cx="284052" cy="200055"/>
          </a:xfrm>
        </p:grpSpPr>
        <p:sp>
          <p:nvSpPr>
            <p:cNvPr id="795" name="모서리가 둥근 직사각형 7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96" name="직사각형 795"/>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21</a:t>
              </a:r>
              <a:endParaRPr lang="ko-KR" altLang="en-US" sz="700" dirty="0">
                <a:solidFill>
                  <a:schemeClr val="bg1"/>
                </a:solidFill>
                <a:latin typeface="+mn-ea"/>
                <a:ea typeface="+mn-ea"/>
              </a:endParaRPr>
            </a:p>
          </p:txBody>
        </p:sp>
      </p:grpSp>
      <p:grpSp>
        <p:nvGrpSpPr>
          <p:cNvPr id="31" name="그룹 30"/>
          <p:cNvGrpSpPr/>
          <p:nvPr/>
        </p:nvGrpSpPr>
        <p:grpSpPr>
          <a:xfrm>
            <a:off x="1996480" y="1975123"/>
            <a:ext cx="2437353" cy="1425600"/>
            <a:chOff x="1996480" y="1975123"/>
            <a:chExt cx="2437353" cy="1425600"/>
          </a:xfrm>
        </p:grpSpPr>
        <p:sp>
          <p:nvSpPr>
            <p:cNvPr id="355" name="직사각형 354"/>
            <p:cNvSpPr/>
            <p:nvPr/>
          </p:nvSpPr>
          <p:spPr>
            <a:xfrm>
              <a:off x="2021833" y="1975123"/>
              <a:ext cx="2412000" cy="14256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102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2066559"/>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9" name="TextBox 748"/>
            <p:cNvSpPr txBox="1"/>
            <p:nvPr/>
          </p:nvSpPr>
          <p:spPr>
            <a:xfrm>
              <a:off x="1996480" y="2017415"/>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TODAY</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8" name="그룹 17"/>
            <p:cNvGrpSpPr/>
            <p:nvPr/>
          </p:nvGrpSpPr>
          <p:grpSpPr>
            <a:xfrm>
              <a:off x="2068488" y="2289679"/>
              <a:ext cx="890110" cy="900000"/>
              <a:chOff x="2116113" y="2289679"/>
              <a:chExt cx="890110" cy="900000"/>
            </a:xfrm>
          </p:grpSpPr>
          <p:pic>
            <p:nvPicPr>
              <p:cNvPr id="20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16113" y="2289679"/>
                <a:ext cx="890110" cy="90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직사각형 8"/>
              <p:cNvSpPr/>
              <p:nvPr/>
            </p:nvSpPr>
            <p:spPr>
              <a:xfrm>
                <a:off x="2308763" y="2503929"/>
                <a:ext cx="498855" cy="276999"/>
              </a:xfrm>
              <a:prstGeom prst="rect">
                <a:avLst/>
              </a:prstGeom>
            </p:spPr>
            <p:txBody>
              <a:bodyPr wrap="none">
                <a:spAutoFit/>
              </a:bodyPr>
              <a:lstStyle/>
              <a:p>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endParaRPr lang="ko-KR" altLang="en-US" sz="1200" dirty="0"/>
              </a:p>
            </p:txBody>
          </p:sp>
          <p:sp>
            <p:nvSpPr>
              <p:cNvPr id="15" name="직사각형 14"/>
              <p:cNvSpPr/>
              <p:nvPr/>
            </p:nvSpPr>
            <p:spPr>
              <a:xfrm>
                <a:off x="2197646" y="2749042"/>
                <a:ext cx="755335" cy="200055"/>
              </a:xfrm>
              <a:prstGeom prst="rect">
                <a:avLst/>
              </a:prstGeom>
            </p:spPr>
            <p:txBody>
              <a:bodyPr wrap="none">
                <a:spAutoFit/>
              </a:bodyPr>
              <a:lstStyle/>
              <a:p>
                <a:r>
                  <a:rPr lang="ko-KR" altLang="en-US" sz="700" dirty="0" smtClean="0">
                    <a:solidFill>
                      <a:schemeClr val="tx1">
                        <a:lumMod val="75000"/>
                        <a:lumOff val="25000"/>
                      </a:schemeClr>
                    </a:solidFill>
                    <a:latin typeface="+mn-ea"/>
                    <a:ea typeface="+mn-ea"/>
                  </a:rPr>
                  <a:t>강의 전체출석</a:t>
                </a:r>
                <a:endParaRPr lang="ko-KR" altLang="en-US" sz="700" dirty="0">
                  <a:solidFill>
                    <a:schemeClr val="tx1">
                      <a:lumMod val="75000"/>
                      <a:lumOff val="25000"/>
                    </a:schemeClr>
                  </a:solidFill>
                  <a:latin typeface="+mn-ea"/>
                  <a:ea typeface="+mn-ea"/>
                </a:endParaRPr>
              </a:p>
            </p:txBody>
          </p:sp>
        </p:grpSp>
      </p:grpSp>
      <p:sp>
        <p:nvSpPr>
          <p:cNvPr id="414" name="직사각형 413"/>
          <p:cNvSpPr/>
          <p:nvPr/>
        </p:nvSpPr>
        <p:spPr>
          <a:xfrm>
            <a:off x="8239029" y="433279"/>
            <a:ext cx="1260000" cy="360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1000" b="1" dirty="0" smtClean="0">
                <a:solidFill>
                  <a:schemeClr val="bg1"/>
                </a:solidFill>
                <a:latin typeface="+mn-ea"/>
              </a:rPr>
              <a:t>과정</a:t>
            </a:r>
            <a:endParaRPr lang="ko-KR" altLang="en-US" sz="1000" b="1" dirty="0">
              <a:solidFill>
                <a:schemeClr val="bg1"/>
              </a:solidFill>
              <a:latin typeface="+mn-ea"/>
            </a:endParaRPr>
          </a:p>
        </p:txBody>
      </p:sp>
      <p:grpSp>
        <p:nvGrpSpPr>
          <p:cNvPr id="430" name="그룹 429"/>
          <p:cNvGrpSpPr/>
          <p:nvPr/>
        </p:nvGrpSpPr>
        <p:grpSpPr>
          <a:xfrm>
            <a:off x="8406911" y="1787743"/>
            <a:ext cx="650545" cy="1042962"/>
            <a:chOff x="8226959" y="1787743"/>
            <a:chExt cx="650545" cy="1042962"/>
          </a:xfrm>
        </p:grpSpPr>
        <p:grpSp>
          <p:nvGrpSpPr>
            <p:cNvPr id="433" name="그룹 432"/>
            <p:cNvGrpSpPr/>
            <p:nvPr/>
          </p:nvGrpSpPr>
          <p:grpSpPr>
            <a:xfrm>
              <a:off x="8226959" y="1787743"/>
              <a:ext cx="650545" cy="1042962"/>
              <a:chOff x="8226959" y="1787743"/>
              <a:chExt cx="650545" cy="1042962"/>
            </a:xfrm>
          </p:grpSpPr>
          <p:grpSp>
            <p:nvGrpSpPr>
              <p:cNvPr id="441" name="그룹 440"/>
              <p:cNvGrpSpPr/>
              <p:nvPr/>
            </p:nvGrpSpPr>
            <p:grpSpPr>
              <a:xfrm>
                <a:off x="8226959" y="1787743"/>
                <a:ext cx="650545" cy="1042962"/>
                <a:chOff x="2295865" y="1789860"/>
                <a:chExt cx="650545" cy="1042962"/>
              </a:xfrm>
            </p:grpSpPr>
            <p:sp>
              <p:nvSpPr>
                <p:cNvPr id="444" name="직사각형 443"/>
                <p:cNvSpPr/>
                <p:nvPr/>
              </p:nvSpPr>
              <p:spPr>
                <a:xfrm>
                  <a:off x="2295865" y="1854737"/>
                  <a:ext cx="648000" cy="978085"/>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nSpc>
                      <a:spcPct val="150000"/>
                    </a:lnSpc>
                  </a:pPr>
                  <a:r>
                    <a:rPr lang="ko-KR" altLang="en-US" sz="800" dirty="0" smtClean="0">
                      <a:solidFill>
                        <a:schemeClr val="tx1"/>
                      </a:solidFill>
                      <a:latin typeface="+mn-ea"/>
                    </a:rPr>
                    <a:t> 한국어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영어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일본어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중국어</a:t>
                  </a:r>
                  <a:endParaRPr lang="ko-KR" altLang="en-US" sz="800" dirty="0">
                    <a:solidFill>
                      <a:schemeClr val="tx1"/>
                    </a:solidFill>
                    <a:latin typeface="+mn-ea"/>
                  </a:endParaRPr>
                </a:p>
              </p:txBody>
            </p:sp>
            <p:grpSp>
              <p:nvGrpSpPr>
                <p:cNvPr id="445" name="그룹 444"/>
                <p:cNvGrpSpPr/>
                <p:nvPr/>
              </p:nvGrpSpPr>
              <p:grpSpPr>
                <a:xfrm>
                  <a:off x="2298410" y="1789860"/>
                  <a:ext cx="648000" cy="215444"/>
                  <a:chOff x="992560" y="4484834"/>
                  <a:chExt cx="648000" cy="215444"/>
                </a:xfrm>
              </p:grpSpPr>
              <p:sp>
                <p:nvSpPr>
                  <p:cNvPr id="446" name="직사각형 445"/>
                  <p:cNvSpPr/>
                  <p:nvPr/>
                </p:nvSpPr>
                <p:spPr>
                  <a:xfrm>
                    <a:off x="992560" y="4492524"/>
                    <a:ext cx="648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9" name="직사각형 448"/>
                  <p:cNvSpPr/>
                  <p:nvPr/>
                </p:nvSpPr>
                <p:spPr>
                  <a:xfrm>
                    <a:off x="1018899" y="4484834"/>
                    <a:ext cx="595035" cy="215444"/>
                  </a:xfrm>
                  <a:prstGeom prst="rect">
                    <a:avLst/>
                  </a:prstGeom>
                </p:spPr>
                <p:txBody>
                  <a:bodyPr wrap="none">
                    <a:spAutoFit/>
                  </a:bodyPr>
                  <a:lstStyle/>
                  <a:p>
                    <a:pPr algn="ctr"/>
                    <a:r>
                      <a:rPr lang="ko-KR" altLang="en-US" sz="800" dirty="0" smtClean="0">
                        <a:solidFill>
                          <a:schemeClr val="bg1"/>
                        </a:solidFill>
                        <a:latin typeface="+mn-ea"/>
                        <a:ea typeface="+mn-ea"/>
                      </a:rPr>
                      <a:t>언어변경</a:t>
                    </a:r>
                    <a:endParaRPr lang="ko-KR" altLang="en-US" sz="800" dirty="0">
                      <a:solidFill>
                        <a:schemeClr val="bg1"/>
                      </a:solidFill>
                      <a:latin typeface="+mn-ea"/>
                      <a:ea typeface="+mn-ea"/>
                    </a:endParaRPr>
                  </a:p>
                </p:txBody>
              </p:sp>
            </p:grpSp>
          </p:grpSp>
          <p:sp>
            <p:nvSpPr>
              <p:cNvPr id="442" name="타원 441"/>
              <p:cNvSpPr/>
              <p:nvPr/>
            </p:nvSpPr>
            <p:spPr bwMode="auto">
              <a:xfrm>
                <a:off x="8264309" y="2060856"/>
                <a:ext cx="72000" cy="72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434" name="타원 433"/>
            <p:cNvSpPr/>
            <p:nvPr/>
          </p:nvSpPr>
          <p:spPr bwMode="auto">
            <a:xfrm>
              <a:off x="8265368" y="2248297"/>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439" name="타원 438"/>
            <p:cNvSpPr/>
            <p:nvPr/>
          </p:nvSpPr>
          <p:spPr bwMode="auto">
            <a:xfrm>
              <a:off x="8265368" y="2429272"/>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440" name="타원 439"/>
            <p:cNvSpPr/>
            <p:nvPr/>
          </p:nvSpPr>
          <p:spPr bwMode="auto">
            <a:xfrm>
              <a:off x="8265368" y="2608345"/>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grpSp>
        <p:nvGrpSpPr>
          <p:cNvPr id="464" name="그룹 463"/>
          <p:cNvGrpSpPr/>
          <p:nvPr/>
        </p:nvGrpSpPr>
        <p:grpSpPr>
          <a:xfrm>
            <a:off x="4972050" y="1799782"/>
            <a:ext cx="2124881" cy="2547207"/>
            <a:chOff x="4972050" y="1799782"/>
            <a:chExt cx="2124881" cy="2547207"/>
          </a:xfrm>
        </p:grpSpPr>
        <p:grpSp>
          <p:nvGrpSpPr>
            <p:cNvPr id="465" name="그룹 464"/>
            <p:cNvGrpSpPr/>
            <p:nvPr/>
          </p:nvGrpSpPr>
          <p:grpSpPr>
            <a:xfrm>
              <a:off x="4972050" y="1799782"/>
              <a:ext cx="2124881" cy="2547207"/>
              <a:chOff x="4943011" y="1753700"/>
              <a:chExt cx="2124881" cy="2547207"/>
            </a:xfrm>
          </p:grpSpPr>
          <p:sp>
            <p:nvSpPr>
              <p:cNvPr id="469" name="직사각형 468"/>
              <p:cNvSpPr/>
              <p:nvPr/>
            </p:nvSpPr>
            <p:spPr>
              <a:xfrm>
                <a:off x="4943011" y="1753700"/>
                <a:ext cx="2037600" cy="2547207"/>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t"/>
              <a:lstStyle/>
              <a:p>
                <a:pPr>
                  <a:lnSpc>
                    <a:spcPct val="200000"/>
                  </a:lnSpc>
                </a:pPr>
                <a:endParaRPr lang="ko-KR" altLang="en-US" sz="800" dirty="0">
                  <a:solidFill>
                    <a:schemeClr val="tx1"/>
                  </a:solidFill>
                  <a:latin typeface="+mn-ea"/>
                </a:endParaRPr>
              </a:p>
            </p:txBody>
          </p:sp>
          <p:grpSp>
            <p:nvGrpSpPr>
              <p:cNvPr id="473" name="그룹 472"/>
              <p:cNvGrpSpPr/>
              <p:nvPr/>
            </p:nvGrpSpPr>
            <p:grpSpPr>
              <a:xfrm>
                <a:off x="4996433" y="1788884"/>
                <a:ext cx="2071459" cy="2424100"/>
                <a:chOff x="4996433" y="1797268"/>
                <a:chExt cx="2071459" cy="2424100"/>
              </a:xfrm>
            </p:grpSpPr>
            <p:grpSp>
              <p:nvGrpSpPr>
                <p:cNvPr id="477" name="그룹 476"/>
                <p:cNvGrpSpPr/>
                <p:nvPr/>
              </p:nvGrpSpPr>
              <p:grpSpPr>
                <a:xfrm>
                  <a:off x="4996433" y="1797268"/>
                  <a:ext cx="1262545" cy="2004103"/>
                  <a:chOff x="4996433" y="1797268"/>
                  <a:chExt cx="1262545" cy="2004103"/>
                </a:xfrm>
              </p:grpSpPr>
              <p:grpSp>
                <p:nvGrpSpPr>
                  <p:cNvPr id="526" name="그룹 525"/>
                  <p:cNvGrpSpPr/>
                  <p:nvPr/>
                </p:nvGrpSpPr>
                <p:grpSpPr>
                  <a:xfrm>
                    <a:off x="4996433" y="1797268"/>
                    <a:ext cx="1262545" cy="2004103"/>
                    <a:chOff x="2295865" y="1780335"/>
                    <a:chExt cx="1262545" cy="2004103"/>
                  </a:xfrm>
                </p:grpSpPr>
                <p:sp>
                  <p:nvSpPr>
                    <p:cNvPr id="604" name="직사각형 603"/>
                    <p:cNvSpPr/>
                    <p:nvPr/>
                  </p:nvSpPr>
                  <p:spPr>
                    <a:xfrm>
                      <a:off x="2295865" y="1854738"/>
                      <a:ext cx="1260000" cy="1929700"/>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t"/>
                    <a:lstStyle/>
                    <a:p>
                      <a:pPr>
                        <a:lnSpc>
                          <a:spcPct val="200000"/>
                        </a:lnSpc>
                      </a:pPr>
                      <a:endParaRPr lang="ko-KR" altLang="en-US" sz="800" dirty="0">
                        <a:solidFill>
                          <a:schemeClr val="tx1"/>
                        </a:solidFill>
                        <a:latin typeface="+mn-ea"/>
                      </a:endParaRPr>
                    </a:p>
                  </p:txBody>
                </p:sp>
                <p:grpSp>
                  <p:nvGrpSpPr>
                    <p:cNvPr id="605" name="그룹 604"/>
                    <p:cNvGrpSpPr/>
                    <p:nvPr/>
                  </p:nvGrpSpPr>
                  <p:grpSpPr>
                    <a:xfrm>
                      <a:off x="2298410" y="1780335"/>
                      <a:ext cx="1260000" cy="215444"/>
                      <a:chOff x="992560" y="4475309"/>
                      <a:chExt cx="1260000" cy="215444"/>
                    </a:xfrm>
                  </p:grpSpPr>
                  <p:sp>
                    <p:nvSpPr>
                      <p:cNvPr id="606" name="직사각형 605"/>
                      <p:cNvSpPr/>
                      <p:nvPr/>
                    </p:nvSpPr>
                    <p:spPr>
                      <a:xfrm>
                        <a:off x="992560" y="4492524"/>
                        <a:ext cx="1260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07" name="직사각형 606"/>
                      <p:cNvSpPr/>
                      <p:nvPr/>
                    </p:nvSpPr>
                    <p:spPr>
                      <a:xfrm>
                        <a:off x="1359233" y="4475309"/>
                        <a:ext cx="595035" cy="215444"/>
                      </a:xfrm>
                      <a:prstGeom prst="rect">
                        <a:avLst/>
                      </a:prstGeom>
                    </p:spPr>
                    <p:txBody>
                      <a:bodyPr wrap="none">
                        <a:spAutoFit/>
                      </a:bodyPr>
                      <a:lstStyle/>
                      <a:p>
                        <a:pPr algn="ctr"/>
                        <a:r>
                          <a:rPr lang="ko-KR" altLang="en-US" sz="800" dirty="0" smtClean="0">
                            <a:solidFill>
                              <a:schemeClr val="bg1"/>
                            </a:solidFill>
                            <a:latin typeface="+mn-ea"/>
                            <a:ea typeface="+mn-ea"/>
                          </a:rPr>
                          <a:t>위젯설정</a:t>
                        </a:r>
                        <a:endParaRPr lang="ko-KR" altLang="en-US" sz="800" dirty="0">
                          <a:solidFill>
                            <a:schemeClr val="bg1"/>
                          </a:solidFill>
                          <a:latin typeface="+mn-ea"/>
                          <a:ea typeface="+mn-ea"/>
                        </a:endParaRPr>
                      </a:p>
                    </p:txBody>
                  </p:sp>
                </p:grpSp>
              </p:grpSp>
              <p:grpSp>
                <p:nvGrpSpPr>
                  <p:cNvPr id="536" name="그룹 535"/>
                  <p:cNvGrpSpPr/>
                  <p:nvPr/>
                </p:nvGrpSpPr>
                <p:grpSpPr>
                  <a:xfrm>
                    <a:off x="5097016" y="1960265"/>
                    <a:ext cx="490191" cy="299377"/>
                    <a:chOff x="-1895336" y="1826391"/>
                    <a:chExt cx="490191" cy="299377"/>
                  </a:xfrm>
                </p:grpSpPr>
                <p:sp>
                  <p:nvSpPr>
                    <p:cNvPr id="583" name="직사각형 582"/>
                    <p:cNvSpPr/>
                    <p:nvPr/>
                  </p:nvSpPr>
                  <p:spPr>
                    <a:xfrm>
                      <a:off x="-1738570" y="1826391"/>
                      <a:ext cx="333425" cy="299377"/>
                    </a:xfrm>
                    <a:prstGeom prst="rect">
                      <a:avLst/>
                    </a:prstGeom>
                  </p:spPr>
                  <p:txBody>
                    <a:bodyPr wrap="none" lIns="0" rIns="0">
                      <a:spAutoFit/>
                    </a:bodyPr>
                    <a:lstStyle/>
                    <a:p>
                      <a:pPr>
                        <a:lnSpc>
                          <a:spcPct val="200000"/>
                        </a:lnSpc>
                      </a:pPr>
                      <a:r>
                        <a:rPr lang="en-US" altLang="ko-KR" sz="800" dirty="0" smtClean="0">
                          <a:latin typeface="+mn-ea"/>
                          <a:ea typeface="+mn-ea"/>
                        </a:rPr>
                        <a:t>TODAY</a:t>
                      </a:r>
                      <a:endParaRPr lang="en-US" altLang="ko-KR" sz="800" dirty="0">
                        <a:latin typeface="+mn-ea"/>
                        <a:ea typeface="+mn-ea"/>
                      </a:endParaRPr>
                    </a:p>
                  </p:txBody>
                </p:sp>
                <p:grpSp>
                  <p:nvGrpSpPr>
                    <p:cNvPr id="584" name="그룹 151"/>
                    <p:cNvGrpSpPr>
                      <a:grpSpLocks/>
                    </p:cNvGrpSpPr>
                    <p:nvPr/>
                  </p:nvGrpSpPr>
                  <p:grpSpPr bwMode="auto">
                    <a:xfrm>
                      <a:off x="-1895336" y="1960265"/>
                      <a:ext cx="132542" cy="105109"/>
                      <a:chOff x="4336256" y="1677263"/>
                      <a:chExt cx="152156" cy="126137"/>
                    </a:xfrm>
                  </p:grpSpPr>
                  <p:sp>
                    <p:nvSpPr>
                      <p:cNvPr id="585" name="직사각형 584"/>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589" name="1/2 액자 588"/>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541" name="그룹 540"/>
                  <p:cNvGrpSpPr/>
                  <p:nvPr/>
                </p:nvGrpSpPr>
                <p:grpSpPr>
                  <a:xfrm>
                    <a:off x="5097016" y="2173392"/>
                    <a:ext cx="361950" cy="299377"/>
                    <a:chOff x="-1895336" y="1826391"/>
                    <a:chExt cx="361950" cy="299377"/>
                  </a:xfrm>
                </p:grpSpPr>
                <p:sp>
                  <p:nvSpPr>
                    <p:cNvPr id="579" name="직사각형 578"/>
                    <p:cNvSpPr/>
                    <p:nvPr/>
                  </p:nvSpPr>
                  <p:spPr>
                    <a:xfrm>
                      <a:off x="-1738570" y="1826391"/>
                      <a:ext cx="205184" cy="299377"/>
                    </a:xfrm>
                    <a:prstGeom prst="rect">
                      <a:avLst/>
                    </a:prstGeom>
                  </p:spPr>
                  <p:txBody>
                    <a:bodyPr wrap="none" lIns="0" rIns="0">
                      <a:spAutoFit/>
                    </a:bodyPr>
                    <a:lstStyle/>
                    <a:p>
                      <a:pPr>
                        <a:lnSpc>
                          <a:spcPct val="200000"/>
                        </a:lnSpc>
                      </a:pPr>
                      <a:r>
                        <a:rPr lang="ko-KR" altLang="en-US" sz="800" dirty="0" smtClean="0">
                          <a:latin typeface="+mn-ea"/>
                          <a:ea typeface="+mn-ea"/>
                        </a:rPr>
                        <a:t>알림</a:t>
                      </a:r>
                      <a:endParaRPr lang="en-US" altLang="ko-KR" sz="800" dirty="0">
                        <a:latin typeface="+mn-ea"/>
                        <a:ea typeface="+mn-ea"/>
                      </a:endParaRPr>
                    </a:p>
                  </p:txBody>
                </p:sp>
                <p:grpSp>
                  <p:nvGrpSpPr>
                    <p:cNvPr id="580" name="그룹 151"/>
                    <p:cNvGrpSpPr>
                      <a:grpSpLocks/>
                    </p:cNvGrpSpPr>
                    <p:nvPr/>
                  </p:nvGrpSpPr>
                  <p:grpSpPr bwMode="auto">
                    <a:xfrm>
                      <a:off x="-1895336" y="1960265"/>
                      <a:ext cx="132542" cy="105109"/>
                      <a:chOff x="4336256" y="1677263"/>
                      <a:chExt cx="152156" cy="126137"/>
                    </a:xfrm>
                  </p:grpSpPr>
                  <p:sp>
                    <p:nvSpPr>
                      <p:cNvPr id="581" name="직사각형 580"/>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582" name="1/2 액자 581"/>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542" name="그룹 541"/>
                  <p:cNvGrpSpPr/>
                  <p:nvPr/>
                </p:nvGrpSpPr>
                <p:grpSpPr>
                  <a:xfrm>
                    <a:off x="5097016" y="2378596"/>
                    <a:ext cx="567135" cy="299377"/>
                    <a:chOff x="-1895336" y="1826391"/>
                    <a:chExt cx="567135" cy="299377"/>
                  </a:xfrm>
                </p:grpSpPr>
                <p:sp>
                  <p:nvSpPr>
                    <p:cNvPr id="575" name="직사각형 574"/>
                    <p:cNvSpPr/>
                    <p:nvPr/>
                  </p:nvSpPr>
                  <p:spPr>
                    <a:xfrm>
                      <a:off x="-1738570" y="1826391"/>
                      <a:ext cx="410369" cy="299377"/>
                    </a:xfrm>
                    <a:prstGeom prst="rect">
                      <a:avLst/>
                    </a:prstGeom>
                  </p:spPr>
                  <p:txBody>
                    <a:bodyPr wrap="none" lIns="0" rIns="0">
                      <a:spAutoFit/>
                    </a:bodyPr>
                    <a:lstStyle/>
                    <a:p>
                      <a:pPr>
                        <a:lnSpc>
                          <a:spcPct val="200000"/>
                        </a:lnSpc>
                      </a:pPr>
                      <a:r>
                        <a:rPr lang="ko-KR" altLang="en-US" sz="800" dirty="0" smtClean="0">
                          <a:latin typeface="+mn-ea"/>
                          <a:ea typeface="+mn-ea"/>
                        </a:rPr>
                        <a:t>공지사항</a:t>
                      </a:r>
                      <a:endParaRPr lang="en-US" altLang="ko-KR" sz="800" dirty="0">
                        <a:latin typeface="+mn-ea"/>
                        <a:ea typeface="+mn-ea"/>
                      </a:endParaRPr>
                    </a:p>
                  </p:txBody>
                </p:sp>
                <p:grpSp>
                  <p:nvGrpSpPr>
                    <p:cNvPr id="576" name="그룹 151"/>
                    <p:cNvGrpSpPr>
                      <a:grpSpLocks/>
                    </p:cNvGrpSpPr>
                    <p:nvPr/>
                  </p:nvGrpSpPr>
                  <p:grpSpPr bwMode="auto">
                    <a:xfrm>
                      <a:off x="-1895336" y="1960265"/>
                      <a:ext cx="132542" cy="105109"/>
                      <a:chOff x="4336256" y="1677263"/>
                      <a:chExt cx="152156" cy="126137"/>
                    </a:xfrm>
                  </p:grpSpPr>
                  <p:sp>
                    <p:nvSpPr>
                      <p:cNvPr id="577" name="직사각형 576"/>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578" name="1/2 액자 577"/>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543" name="그룹 542"/>
                  <p:cNvGrpSpPr/>
                  <p:nvPr/>
                </p:nvGrpSpPr>
                <p:grpSpPr>
                  <a:xfrm>
                    <a:off x="5097016" y="2591723"/>
                    <a:ext cx="911781" cy="299377"/>
                    <a:chOff x="-1895336" y="1826391"/>
                    <a:chExt cx="911781" cy="299377"/>
                  </a:xfrm>
                </p:grpSpPr>
                <p:sp>
                  <p:nvSpPr>
                    <p:cNvPr id="571" name="직사각형 570"/>
                    <p:cNvSpPr/>
                    <p:nvPr/>
                  </p:nvSpPr>
                  <p:spPr>
                    <a:xfrm>
                      <a:off x="-1738570" y="1826391"/>
                      <a:ext cx="755015" cy="299377"/>
                    </a:xfrm>
                    <a:prstGeom prst="rect">
                      <a:avLst/>
                    </a:prstGeom>
                  </p:spPr>
                  <p:txBody>
                    <a:bodyPr wrap="none" lIns="0" rIns="0">
                      <a:spAutoFit/>
                    </a:bodyPr>
                    <a:lstStyle/>
                    <a:p>
                      <a:pPr>
                        <a:lnSpc>
                          <a:spcPct val="200000"/>
                        </a:lnSpc>
                      </a:pPr>
                      <a:r>
                        <a:rPr lang="ko-KR" altLang="en-US" sz="800" dirty="0" smtClean="0">
                          <a:latin typeface="+mn-ea"/>
                          <a:ea typeface="+mn-ea"/>
                        </a:rPr>
                        <a:t>이달의 학사일정</a:t>
                      </a:r>
                      <a:endParaRPr lang="en-US" altLang="ko-KR" sz="800" dirty="0">
                        <a:latin typeface="+mn-ea"/>
                        <a:ea typeface="+mn-ea"/>
                      </a:endParaRPr>
                    </a:p>
                  </p:txBody>
                </p:sp>
                <p:grpSp>
                  <p:nvGrpSpPr>
                    <p:cNvPr id="572" name="그룹 151"/>
                    <p:cNvGrpSpPr>
                      <a:grpSpLocks/>
                    </p:cNvGrpSpPr>
                    <p:nvPr/>
                  </p:nvGrpSpPr>
                  <p:grpSpPr bwMode="auto">
                    <a:xfrm>
                      <a:off x="-1895336" y="1960265"/>
                      <a:ext cx="132542" cy="105109"/>
                      <a:chOff x="4336256" y="1677263"/>
                      <a:chExt cx="152156" cy="126137"/>
                    </a:xfrm>
                  </p:grpSpPr>
                  <p:sp>
                    <p:nvSpPr>
                      <p:cNvPr id="573" name="직사각형 572"/>
                      <p:cNvSpPr/>
                      <p:nvPr/>
                    </p:nvSpPr>
                    <p:spPr bwMode="auto">
                      <a:xfrm>
                        <a:off x="4336256" y="1677263"/>
                        <a:ext cx="126221" cy="126137"/>
                      </a:xfrm>
                      <a:prstGeom prst="rect">
                        <a:avLst/>
                      </a:prstGeom>
                      <a:solidFill>
                        <a:schemeClr val="bg1">
                          <a:lumMod val="75000"/>
                        </a:schemeClr>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574" name="1/2 액자 573"/>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547" name="그룹 546"/>
                  <p:cNvGrpSpPr/>
                  <p:nvPr/>
                </p:nvGrpSpPr>
                <p:grpSpPr>
                  <a:xfrm>
                    <a:off x="5097016" y="2805311"/>
                    <a:ext cx="629652" cy="299377"/>
                    <a:chOff x="-1895336" y="1826391"/>
                    <a:chExt cx="629652" cy="299377"/>
                  </a:xfrm>
                </p:grpSpPr>
                <p:sp>
                  <p:nvSpPr>
                    <p:cNvPr id="565" name="직사각형 564"/>
                    <p:cNvSpPr/>
                    <p:nvPr/>
                  </p:nvSpPr>
                  <p:spPr>
                    <a:xfrm>
                      <a:off x="-1738570" y="1826391"/>
                      <a:ext cx="472886" cy="299377"/>
                    </a:xfrm>
                    <a:prstGeom prst="rect">
                      <a:avLst/>
                    </a:prstGeom>
                  </p:spPr>
                  <p:txBody>
                    <a:bodyPr wrap="none" lIns="0" rIns="0">
                      <a:spAutoFit/>
                    </a:bodyPr>
                    <a:lstStyle/>
                    <a:p>
                      <a:pPr>
                        <a:lnSpc>
                          <a:spcPct val="200000"/>
                        </a:lnSpc>
                      </a:pPr>
                      <a:r>
                        <a:rPr lang="ko-KR" altLang="en-US" sz="800" dirty="0" smtClean="0">
                          <a:latin typeface="+mn-ea"/>
                          <a:ea typeface="+mn-ea"/>
                        </a:rPr>
                        <a:t>강의</a:t>
                      </a:r>
                      <a:r>
                        <a:rPr lang="en-US" altLang="ko-KR" sz="800" dirty="0" smtClean="0">
                          <a:latin typeface="+mn-ea"/>
                          <a:ea typeface="+mn-ea"/>
                        </a:rPr>
                        <a:t>Q&amp;A</a:t>
                      </a:r>
                      <a:r>
                        <a:rPr lang="ko-KR" altLang="en-US" sz="800" dirty="0" smtClean="0">
                          <a:latin typeface="+mn-ea"/>
                          <a:ea typeface="+mn-ea"/>
                        </a:rPr>
                        <a:t> </a:t>
                      </a:r>
                      <a:endParaRPr lang="en-US" altLang="ko-KR" sz="800" dirty="0">
                        <a:latin typeface="+mn-ea"/>
                        <a:ea typeface="+mn-ea"/>
                      </a:endParaRPr>
                    </a:p>
                  </p:txBody>
                </p:sp>
                <p:grpSp>
                  <p:nvGrpSpPr>
                    <p:cNvPr id="566" name="그룹 151"/>
                    <p:cNvGrpSpPr>
                      <a:grpSpLocks/>
                    </p:cNvGrpSpPr>
                    <p:nvPr/>
                  </p:nvGrpSpPr>
                  <p:grpSpPr bwMode="auto">
                    <a:xfrm>
                      <a:off x="-1895336" y="1960265"/>
                      <a:ext cx="132542" cy="105109"/>
                      <a:chOff x="4336256" y="1677263"/>
                      <a:chExt cx="152156" cy="126137"/>
                    </a:xfrm>
                  </p:grpSpPr>
                  <p:sp>
                    <p:nvSpPr>
                      <p:cNvPr id="568" name="직사각형 567"/>
                      <p:cNvSpPr/>
                      <p:nvPr/>
                    </p:nvSpPr>
                    <p:spPr bwMode="auto">
                      <a:xfrm>
                        <a:off x="4336256" y="1677263"/>
                        <a:ext cx="126221" cy="126137"/>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570" name="1/2 액자 569"/>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548" name="그룹 547"/>
                  <p:cNvGrpSpPr/>
                  <p:nvPr/>
                </p:nvGrpSpPr>
                <p:grpSpPr>
                  <a:xfrm>
                    <a:off x="5097016" y="3018438"/>
                    <a:ext cx="706597" cy="299377"/>
                    <a:chOff x="-1895336" y="1826391"/>
                    <a:chExt cx="706597" cy="299377"/>
                  </a:xfrm>
                </p:grpSpPr>
                <p:sp>
                  <p:nvSpPr>
                    <p:cNvPr id="561" name="직사각형 560"/>
                    <p:cNvSpPr/>
                    <p:nvPr/>
                  </p:nvSpPr>
                  <p:spPr>
                    <a:xfrm>
                      <a:off x="-1738570" y="1826391"/>
                      <a:ext cx="549831" cy="299377"/>
                    </a:xfrm>
                    <a:prstGeom prst="rect">
                      <a:avLst/>
                    </a:prstGeom>
                  </p:spPr>
                  <p:txBody>
                    <a:bodyPr wrap="none" lIns="0" rIns="0">
                      <a:spAutoFit/>
                    </a:bodyPr>
                    <a:lstStyle/>
                    <a:p>
                      <a:pPr>
                        <a:lnSpc>
                          <a:spcPct val="200000"/>
                        </a:lnSpc>
                      </a:pPr>
                      <a:r>
                        <a:rPr lang="ko-KR" altLang="en-US" sz="800" dirty="0" smtClean="0">
                          <a:latin typeface="+mn-ea"/>
                          <a:ea typeface="+mn-ea"/>
                        </a:rPr>
                        <a:t>강의자료실 </a:t>
                      </a:r>
                      <a:endParaRPr lang="en-US" altLang="ko-KR" sz="800" dirty="0">
                        <a:latin typeface="+mn-ea"/>
                        <a:ea typeface="+mn-ea"/>
                      </a:endParaRPr>
                    </a:p>
                  </p:txBody>
                </p:sp>
                <p:grpSp>
                  <p:nvGrpSpPr>
                    <p:cNvPr id="562" name="그룹 151"/>
                    <p:cNvGrpSpPr>
                      <a:grpSpLocks/>
                    </p:cNvGrpSpPr>
                    <p:nvPr/>
                  </p:nvGrpSpPr>
                  <p:grpSpPr bwMode="auto">
                    <a:xfrm>
                      <a:off x="-1895336" y="1960265"/>
                      <a:ext cx="132542" cy="105109"/>
                      <a:chOff x="4336256" y="1677263"/>
                      <a:chExt cx="152156" cy="126137"/>
                    </a:xfrm>
                  </p:grpSpPr>
                  <p:sp>
                    <p:nvSpPr>
                      <p:cNvPr id="563" name="직사각형 562"/>
                      <p:cNvSpPr/>
                      <p:nvPr/>
                    </p:nvSpPr>
                    <p:spPr bwMode="auto">
                      <a:xfrm>
                        <a:off x="4336256" y="1677263"/>
                        <a:ext cx="126221" cy="126137"/>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564" name="1/2 액자 563"/>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nvGrpSpPr>
                  <p:cNvPr id="549" name="그룹 548"/>
                  <p:cNvGrpSpPr/>
                  <p:nvPr/>
                </p:nvGrpSpPr>
                <p:grpSpPr>
                  <a:xfrm>
                    <a:off x="5097016" y="3242692"/>
                    <a:ext cx="809189" cy="299377"/>
                    <a:chOff x="-1895336" y="1826391"/>
                    <a:chExt cx="809189" cy="299377"/>
                  </a:xfrm>
                </p:grpSpPr>
                <p:sp>
                  <p:nvSpPr>
                    <p:cNvPr id="552" name="직사각형 551"/>
                    <p:cNvSpPr/>
                    <p:nvPr/>
                  </p:nvSpPr>
                  <p:spPr>
                    <a:xfrm>
                      <a:off x="-1738570" y="1826391"/>
                      <a:ext cx="652423" cy="299377"/>
                    </a:xfrm>
                    <a:prstGeom prst="rect">
                      <a:avLst/>
                    </a:prstGeom>
                  </p:spPr>
                  <p:txBody>
                    <a:bodyPr wrap="none" lIns="0" rIns="0">
                      <a:spAutoFit/>
                    </a:bodyPr>
                    <a:lstStyle/>
                    <a:p>
                      <a:pPr>
                        <a:lnSpc>
                          <a:spcPct val="200000"/>
                        </a:lnSpc>
                      </a:pPr>
                      <a:r>
                        <a:rPr lang="ko-KR" altLang="en-US" sz="800" dirty="0" smtClean="0">
                          <a:latin typeface="+mn-ea"/>
                          <a:ea typeface="+mn-ea"/>
                        </a:rPr>
                        <a:t>강의이어듣기 </a:t>
                      </a:r>
                      <a:endParaRPr lang="en-US" altLang="ko-KR" sz="800" dirty="0">
                        <a:latin typeface="+mn-ea"/>
                        <a:ea typeface="+mn-ea"/>
                      </a:endParaRPr>
                    </a:p>
                  </p:txBody>
                </p:sp>
                <p:grpSp>
                  <p:nvGrpSpPr>
                    <p:cNvPr id="553" name="그룹 151"/>
                    <p:cNvGrpSpPr>
                      <a:grpSpLocks/>
                    </p:cNvGrpSpPr>
                    <p:nvPr/>
                  </p:nvGrpSpPr>
                  <p:grpSpPr bwMode="auto">
                    <a:xfrm>
                      <a:off x="-1895336" y="1960265"/>
                      <a:ext cx="132542" cy="105109"/>
                      <a:chOff x="4336256" y="1677263"/>
                      <a:chExt cx="152156" cy="126137"/>
                    </a:xfrm>
                  </p:grpSpPr>
                  <p:sp>
                    <p:nvSpPr>
                      <p:cNvPr id="554" name="직사각형 553"/>
                      <p:cNvSpPr/>
                      <p:nvPr/>
                    </p:nvSpPr>
                    <p:spPr bwMode="auto">
                      <a:xfrm>
                        <a:off x="4336256" y="1677263"/>
                        <a:ext cx="126221" cy="126137"/>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555" name="1/2 액자 554"/>
                      <p:cNvSpPr/>
                      <p:nvPr/>
                    </p:nvSpPr>
                    <p:spPr bwMode="auto">
                      <a:xfrm rot="13500000">
                        <a:off x="4389011" y="1654288"/>
                        <a:ext cx="58749" cy="140052"/>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grpSp>
            <p:grpSp>
              <p:nvGrpSpPr>
                <p:cNvPr id="478" name="그룹 477"/>
                <p:cNvGrpSpPr/>
                <p:nvPr/>
              </p:nvGrpSpPr>
              <p:grpSpPr>
                <a:xfrm>
                  <a:off x="6278223" y="1801291"/>
                  <a:ext cx="650545" cy="2009901"/>
                  <a:chOff x="6278223" y="1801291"/>
                  <a:chExt cx="650545" cy="2009901"/>
                </a:xfrm>
              </p:grpSpPr>
              <p:grpSp>
                <p:nvGrpSpPr>
                  <p:cNvPr id="497" name="그룹 496"/>
                  <p:cNvGrpSpPr/>
                  <p:nvPr/>
                </p:nvGrpSpPr>
                <p:grpSpPr>
                  <a:xfrm>
                    <a:off x="6278223" y="1801291"/>
                    <a:ext cx="650545" cy="2009901"/>
                    <a:chOff x="8226959" y="1787743"/>
                    <a:chExt cx="650545" cy="2009901"/>
                  </a:xfrm>
                </p:grpSpPr>
                <p:grpSp>
                  <p:nvGrpSpPr>
                    <p:cNvPr id="514" name="그룹 513"/>
                    <p:cNvGrpSpPr/>
                    <p:nvPr/>
                  </p:nvGrpSpPr>
                  <p:grpSpPr>
                    <a:xfrm>
                      <a:off x="8226959" y="1787743"/>
                      <a:ext cx="650545" cy="2009901"/>
                      <a:chOff x="2295865" y="1789860"/>
                      <a:chExt cx="650545" cy="2009901"/>
                    </a:xfrm>
                  </p:grpSpPr>
                  <p:sp>
                    <p:nvSpPr>
                      <p:cNvPr id="522" name="직사각형 521"/>
                      <p:cNvSpPr/>
                      <p:nvPr/>
                    </p:nvSpPr>
                    <p:spPr>
                      <a:xfrm>
                        <a:off x="2295865" y="1965665"/>
                        <a:ext cx="648000" cy="1834096"/>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t"/>
                      <a:lstStyle/>
                      <a:p>
                        <a:pPr>
                          <a:lnSpc>
                            <a:spcPct val="150000"/>
                          </a:lnSpc>
                        </a:pPr>
                        <a:r>
                          <a:rPr lang="ko-KR" altLang="en-US" sz="800" dirty="0" smtClean="0">
                            <a:solidFill>
                              <a:schemeClr val="tx1"/>
                            </a:solidFill>
                            <a:latin typeface="+mn-ea"/>
                          </a:rPr>
                          <a:t> </a:t>
                        </a:r>
                        <a:r>
                          <a:rPr lang="en-US" altLang="ko-KR" sz="800" dirty="0" smtClean="0">
                            <a:solidFill>
                              <a:schemeClr val="tx1"/>
                            </a:solidFill>
                            <a:latin typeface="+mn-ea"/>
                          </a:rPr>
                          <a:t> </a:t>
                        </a:r>
                        <a:r>
                          <a:rPr lang="ko-KR" altLang="en-US" sz="800" dirty="0" smtClean="0">
                            <a:solidFill>
                              <a:schemeClr val="tx1"/>
                            </a:solidFill>
                            <a:latin typeface="+mn-ea"/>
                          </a:rPr>
                          <a:t>기본</a:t>
                        </a:r>
                        <a:endParaRPr lang="en-US" altLang="ko-KR" sz="800" dirty="0" smtClean="0">
                          <a:solidFill>
                            <a:schemeClr val="tx1"/>
                          </a:solidFill>
                          <a:latin typeface="+mn-ea"/>
                        </a:endParaRPr>
                      </a:p>
                      <a:p>
                        <a:pPr>
                          <a:lnSpc>
                            <a:spcPct val="150000"/>
                          </a:lnSpc>
                        </a:pPr>
                        <a:r>
                          <a:rPr lang="en-US" altLang="ko-KR" sz="800" dirty="0">
                            <a:solidFill>
                              <a:schemeClr val="tx1"/>
                            </a:solidFill>
                            <a:latin typeface="+mn-ea"/>
                          </a:rPr>
                          <a:t> </a:t>
                        </a:r>
                        <a:r>
                          <a:rPr lang="ko-KR" altLang="en-US" sz="800" dirty="0" smtClean="0">
                            <a:solidFill>
                              <a:schemeClr val="tx1"/>
                            </a:solidFill>
                            <a:latin typeface="+mn-ea"/>
                          </a:rPr>
                          <a:t>블루</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민트</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오렌지</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레드</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 퍼플</a:t>
                        </a:r>
                        <a:endParaRPr lang="en-US" altLang="ko-KR" sz="800" dirty="0" smtClean="0">
                          <a:solidFill>
                            <a:schemeClr val="tx1"/>
                          </a:solidFill>
                          <a:latin typeface="+mn-ea"/>
                        </a:endParaRPr>
                      </a:p>
                      <a:p>
                        <a:pPr>
                          <a:lnSpc>
                            <a:spcPct val="150000"/>
                          </a:lnSpc>
                        </a:pPr>
                        <a:endParaRPr lang="en-US" altLang="ko-KR" sz="800" dirty="0">
                          <a:solidFill>
                            <a:schemeClr val="tx1"/>
                          </a:solidFill>
                          <a:latin typeface="+mn-ea"/>
                        </a:endParaRPr>
                      </a:p>
                      <a:p>
                        <a:pPr>
                          <a:lnSpc>
                            <a:spcPct val="150000"/>
                          </a:lnSpc>
                        </a:pPr>
                        <a:endParaRPr lang="en-US" altLang="ko-KR" sz="800" dirty="0" smtClean="0">
                          <a:solidFill>
                            <a:schemeClr val="tx1"/>
                          </a:solidFill>
                          <a:latin typeface="+mn-ea"/>
                        </a:endParaRPr>
                      </a:p>
                    </p:txBody>
                  </p:sp>
                  <p:grpSp>
                    <p:nvGrpSpPr>
                      <p:cNvPr id="523" name="그룹 522"/>
                      <p:cNvGrpSpPr/>
                      <p:nvPr/>
                    </p:nvGrpSpPr>
                    <p:grpSpPr>
                      <a:xfrm>
                        <a:off x="2298410" y="1789860"/>
                        <a:ext cx="648000" cy="215444"/>
                        <a:chOff x="992560" y="4484834"/>
                        <a:chExt cx="648000" cy="215444"/>
                      </a:xfrm>
                    </p:grpSpPr>
                    <p:sp>
                      <p:nvSpPr>
                        <p:cNvPr id="524" name="직사각형 523"/>
                        <p:cNvSpPr/>
                        <p:nvPr/>
                      </p:nvSpPr>
                      <p:spPr>
                        <a:xfrm>
                          <a:off x="992560" y="4492524"/>
                          <a:ext cx="648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25" name="직사각형 524"/>
                        <p:cNvSpPr/>
                        <p:nvPr/>
                      </p:nvSpPr>
                      <p:spPr>
                        <a:xfrm>
                          <a:off x="1018900" y="4484834"/>
                          <a:ext cx="595035" cy="215444"/>
                        </a:xfrm>
                        <a:prstGeom prst="rect">
                          <a:avLst/>
                        </a:prstGeom>
                      </p:spPr>
                      <p:txBody>
                        <a:bodyPr wrap="none">
                          <a:spAutoFit/>
                        </a:bodyPr>
                        <a:lstStyle/>
                        <a:p>
                          <a:pPr algn="ctr"/>
                          <a:r>
                            <a:rPr lang="ko-KR" altLang="en-US" sz="800" dirty="0" smtClean="0">
                              <a:solidFill>
                                <a:schemeClr val="bg1"/>
                              </a:solidFill>
                              <a:latin typeface="+mn-ea"/>
                              <a:ea typeface="+mn-ea"/>
                            </a:rPr>
                            <a:t>칼라선택</a:t>
                          </a:r>
                          <a:endParaRPr lang="ko-KR" altLang="en-US" sz="800" dirty="0">
                            <a:solidFill>
                              <a:schemeClr val="bg1"/>
                            </a:solidFill>
                            <a:latin typeface="+mn-ea"/>
                            <a:ea typeface="+mn-ea"/>
                          </a:endParaRPr>
                        </a:p>
                      </p:txBody>
                    </p:sp>
                  </p:grpSp>
                </p:grpSp>
                <p:sp>
                  <p:nvSpPr>
                    <p:cNvPr id="515" name="타원 514"/>
                    <p:cNvSpPr/>
                    <p:nvPr/>
                  </p:nvSpPr>
                  <p:spPr bwMode="auto">
                    <a:xfrm>
                      <a:off x="8264309" y="2060856"/>
                      <a:ext cx="72000" cy="72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498" name="타원 497"/>
                  <p:cNvSpPr/>
                  <p:nvPr/>
                </p:nvSpPr>
                <p:spPr bwMode="auto">
                  <a:xfrm>
                    <a:off x="6311627" y="2267355"/>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499" name="타원 498"/>
                  <p:cNvSpPr/>
                  <p:nvPr/>
                </p:nvSpPr>
                <p:spPr bwMode="auto">
                  <a:xfrm>
                    <a:off x="6311627" y="2454804"/>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501" name="타원 500"/>
                  <p:cNvSpPr/>
                  <p:nvPr/>
                </p:nvSpPr>
                <p:spPr bwMode="auto">
                  <a:xfrm>
                    <a:off x="6311627" y="2626254"/>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512" name="타원 511"/>
                  <p:cNvSpPr/>
                  <p:nvPr/>
                </p:nvSpPr>
                <p:spPr bwMode="auto">
                  <a:xfrm>
                    <a:off x="6311627" y="2814844"/>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513" name="타원 512"/>
                  <p:cNvSpPr/>
                  <p:nvPr/>
                </p:nvSpPr>
                <p:spPr bwMode="auto">
                  <a:xfrm>
                    <a:off x="6311627" y="2987435"/>
                    <a:ext cx="72000" cy="72000"/>
                  </a:xfrm>
                  <a:prstGeom prst="ellipse">
                    <a:avLst/>
                  </a:prstGeom>
                  <a:noFill/>
                  <a:ln w="6350" cap="flat" cmpd="sng" algn="ctr">
                    <a:solidFill>
                      <a:schemeClr val="bg1">
                        <a:lumMod val="6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483" name="모서리가 둥근 직사각형 482"/>
                <p:cNvSpPr/>
                <p:nvPr/>
              </p:nvSpPr>
              <p:spPr>
                <a:xfrm>
                  <a:off x="5620122" y="4037449"/>
                  <a:ext cx="360000" cy="180000"/>
                </a:xfrm>
                <a:prstGeom prst="roundRect">
                  <a:avLst/>
                </a:prstGeom>
                <a:solidFill>
                  <a:srgbClr val="00B0F0"/>
                </a:solidFill>
                <a:ln w="317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86" name="모서리가 둥근 직사각형 485"/>
                <p:cNvSpPr/>
                <p:nvPr/>
              </p:nvSpPr>
              <p:spPr>
                <a:xfrm>
                  <a:off x="6035598" y="4041368"/>
                  <a:ext cx="360000" cy="180000"/>
                </a:xfrm>
                <a:prstGeom prst="round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48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8819" y="386343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94" name="직사각형 493"/>
                <p:cNvSpPr/>
                <p:nvPr/>
              </p:nvSpPr>
              <p:spPr>
                <a:xfrm>
                  <a:off x="5049391" y="3832875"/>
                  <a:ext cx="2018501" cy="200055"/>
                </a:xfrm>
                <a:prstGeom prst="rect">
                  <a:avLst/>
                </a:prstGeom>
              </p:spPr>
              <p:txBody>
                <a:bodyPr wrap="none">
                  <a:spAutoFit/>
                </a:bodyPr>
                <a:lstStyle/>
                <a:p>
                  <a:r>
                    <a:rPr lang="ko-KR" altLang="en-US" sz="700" dirty="0" smtClean="0">
                      <a:solidFill>
                        <a:schemeClr val="tx1">
                          <a:lumMod val="65000"/>
                          <a:lumOff val="35000"/>
                        </a:schemeClr>
                      </a:solidFill>
                      <a:latin typeface="+mn-ea"/>
                      <a:ea typeface="+mn-ea"/>
                    </a:rPr>
                    <a:t>드래그하여 위젯을 원하는 위치로 이동하세요</a:t>
                  </a:r>
                  <a:endParaRPr lang="ko-KR" altLang="en-US" sz="700" dirty="0">
                    <a:solidFill>
                      <a:schemeClr val="tx1">
                        <a:lumMod val="65000"/>
                        <a:lumOff val="35000"/>
                      </a:schemeClr>
                    </a:solidFill>
                    <a:latin typeface="+mn-ea"/>
                    <a:ea typeface="+mn-ea"/>
                  </a:endParaRPr>
                </a:p>
              </p:txBody>
            </p:sp>
          </p:grpSp>
        </p:grpSp>
        <p:sp>
          <p:nvSpPr>
            <p:cNvPr id="466" name="직사각형 465"/>
            <p:cNvSpPr/>
            <p:nvPr/>
          </p:nvSpPr>
          <p:spPr>
            <a:xfrm>
              <a:off x="5287690" y="3518238"/>
              <a:ext cx="447238" cy="299377"/>
            </a:xfrm>
            <a:prstGeom prst="rect">
              <a:avLst/>
            </a:prstGeom>
          </p:spPr>
          <p:txBody>
            <a:bodyPr wrap="none" lIns="0" rIns="0">
              <a:spAutoFit/>
            </a:bodyPr>
            <a:lstStyle/>
            <a:p>
              <a:pPr>
                <a:lnSpc>
                  <a:spcPct val="200000"/>
                </a:lnSpc>
              </a:pPr>
              <a:r>
                <a:rPr lang="ko-KR" altLang="en-US" sz="800" dirty="0" smtClean="0">
                  <a:latin typeface="+mn-ea"/>
                  <a:ea typeface="+mn-ea"/>
                </a:rPr>
                <a:t>강의목록 </a:t>
              </a:r>
              <a:endParaRPr lang="en-US" altLang="ko-KR" sz="800" dirty="0">
                <a:latin typeface="+mn-ea"/>
                <a:ea typeface="+mn-ea"/>
              </a:endParaRPr>
            </a:p>
          </p:txBody>
        </p:sp>
        <p:sp>
          <p:nvSpPr>
            <p:cNvPr id="467" name="직사각형 466"/>
            <p:cNvSpPr/>
            <p:nvPr/>
          </p:nvSpPr>
          <p:spPr bwMode="auto">
            <a:xfrm>
              <a:off x="5130924" y="3652112"/>
              <a:ext cx="109950" cy="105109"/>
            </a:xfrm>
            <a:prstGeom prst="rect">
              <a:avLst/>
            </a:prstGeom>
            <a:no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468" name="1/2 액자 467"/>
            <p:cNvSpPr/>
            <p:nvPr/>
          </p:nvSpPr>
          <p:spPr bwMode="auto">
            <a:xfrm rot="13500000">
              <a:off x="5185938" y="3624166"/>
              <a:ext cx="48955" cy="121998"/>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grpSp>
        <p:nvGrpSpPr>
          <p:cNvPr id="410" name="그룹 409"/>
          <p:cNvGrpSpPr/>
          <p:nvPr/>
        </p:nvGrpSpPr>
        <p:grpSpPr>
          <a:xfrm>
            <a:off x="5622478" y="1485584"/>
            <a:ext cx="3761110" cy="261068"/>
            <a:chOff x="5622478" y="1485584"/>
            <a:chExt cx="3761110" cy="261068"/>
          </a:xfrm>
        </p:grpSpPr>
        <p:grpSp>
          <p:nvGrpSpPr>
            <p:cNvPr id="413" name="그룹 412"/>
            <p:cNvGrpSpPr/>
            <p:nvPr/>
          </p:nvGrpSpPr>
          <p:grpSpPr>
            <a:xfrm>
              <a:off x="5622478" y="1579923"/>
              <a:ext cx="3761110" cy="166729"/>
              <a:chOff x="5665911" y="1579923"/>
              <a:chExt cx="3761110" cy="166729"/>
            </a:xfrm>
          </p:grpSpPr>
          <p:pic>
            <p:nvPicPr>
              <p:cNvPr id="42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1"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2"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24" name="그룹 423"/>
              <p:cNvGrpSpPr/>
              <p:nvPr/>
            </p:nvGrpSpPr>
            <p:grpSpPr>
              <a:xfrm>
                <a:off x="5665911" y="1583291"/>
                <a:ext cx="648000" cy="162000"/>
                <a:chOff x="4953000" y="2780928"/>
                <a:chExt cx="648000" cy="162000"/>
              </a:xfrm>
            </p:grpSpPr>
            <p:sp>
              <p:nvSpPr>
                <p:cNvPr id="426" name="모서리가 둥근 직사각형 4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27" name="Picture 10"/>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25" name="모서리가 둥근 직사각형 424"/>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419" name="타원 418"/>
            <p:cNvSpPr/>
            <p:nvPr/>
          </p:nvSpPr>
          <p:spPr bwMode="auto">
            <a:xfrm>
              <a:off x="870937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aphicFrame>
        <p:nvGraphicFramePr>
          <p:cNvPr id="415" name="표 414"/>
          <p:cNvGraphicFramePr>
            <a:graphicFrameLocks noGrp="1"/>
          </p:cNvGraphicFramePr>
          <p:nvPr>
            <p:extLst>
              <p:ext uri="{D42A27DB-BD31-4B8C-83A1-F6EECF244321}">
                <p14:modId xmlns:p14="http://schemas.microsoft.com/office/powerpoint/2010/main" val="4177433583"/>
              </p:ext>
            </p:extLst>
          </p:nvPr>
        </p:nvGraphicFramePr>
        <p:xfrm>
          <a:off x="3048838" y="2147608"/>
          <a:ext cx="1328098" cy="1108600"/>
        </p:xfrm>
        <a:graphic>
          <a:graphicData uri="http://schemas.openxmlformats.org/drawingml/2006/table">
            <a:tbl>
              <a:tblPr firstRow="1" bandRow="1">
                <a:tableStyleId>{5C22544A-7EE6-4342-B048-85BDC9FD1C3A}</a:tableStyleId>
              </a:tblPr>
              <a:tblGrid>
                <a:gridCol w="747713"/>
                <a:gridCol w="580385"/>
              </a:tblGrid>
              <a:tr h="221720">
                <a:tc>
                  <a:txBody>
                    <a:bodyPr/>
                    <a:lstStyle/>
                    <a:p>
                      <a:pPr algn="l" latinLnBrk="1"/>
                      <a:r>
                        <a:rPr lang="en-US" altLang="ko-KR" sz="800" b="0" dirty="0" smtClean="0">
                          <a:solidFill>
                            <a:schemeClr val="tx1">
                              <a:lumMod val="75000"/>
                              <a:lumOff val="25000"/>
                            </a:schemeClr>
                          </a:solidFill>
                          <a:latin typeface="+mn-ea"/>
                          <a:ea typeface="+mn-ea"/>
                        </a:rPr>
                        <a:t>Today</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0" dirty="0" smtClean="0">
                          <a:solidFill>
                            <a:schemeClr val="tx1">
                              <a:lumMod val="50000"/>
                              <a:lumOff val="50000"/>
                            </a:schemeClr>
                          </a:solidFill>
                          <a:latin typeface="+mn-ea"/>
                          <a:ea typeface="+mn-ea"/>
                        </a:rPr>
                        <a:t>2025.05.20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접속</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37</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250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err="1" smtClean="0">
                          <a:solidFill>
                            <a:schemeClr val="tx1">
                              <a:lumMod val="75000"/>
                              <a:lumOff val="25000"/>
                            </a:schemeClr>
                          </a:solidFill>
                          <a:latin typeface="+mn-ea"/>
                          <a:ea typeface="+mn-ea"/>
                        </a:rPr>
                        <a:t>결시신청신청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2</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10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장애인지원신청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5</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성적이의신청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a:t>
                      </a:r>
                      <a:r>
                        <a:rPr lang="en-US" altLang="ko-KR" sz="750" b="0" baseline="0" dirty="0" smtClean="0">
                          <a:solidFill>
                            <a:schemeClr val="tx1">
                              <a:lumMod val="75000"/>
                              <a:lumOff val="25000"/>
                            </a:schemeClr>
                          </a:solidFill>
                          <a:latin typeface="+mn-ea"/>
                          <a:ea typeface="+mn-ea"/>
                        </a:rPr>
                        <a:t> </a:t>
                      </a:r>
                      <a:r>
                        <a:rPr lang="en-US" altLang="ko-KR" sz="750" b="0" baseline="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83" name="그룹 382"/>
          <p:cNvGrpSpPr/>
          <p:nvPr/>
        </p:nvGrpSpPr>
        <p:grpSpPr>
          <a:xfrm>
            <a:off x="626748" y="2104281"/>
            <a:ext cx="1245456" cy="3960440"/>
            <a:chOff x="626748" y="2104281"/>
            <a:chExt cx="1245456" cy="3960440"/>
          </a:xfrm>
        </p:grpSpPr>
        <p:grpSp>
          <p:nvGrpSpPr>
            <p:cNvPr id="386" name="그룹 385"/>
            <p:cNvGrpSpPr/>
            <p:nvPr/>
          </p:nvGrpSpPr>
          <p:grpSpPr>
            <a:xfrm>
              <a:off x="629956" y="3318264"/>
              <a:ext cx="1188000" cy="180000"/>
              <a:chOff x="666428" y="3785432"/>
              <a:chExt cx="1188000" cy="180000"/>
            </a:xfrm>
          </p:grpSpPr>
          <p:sp>
            <p:nvSpPr>
              <p:cNvPr id="630" name="모서리가 둥근 직사각형 62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631"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7" name="그룹 386"/>
            <p:cNvGrpSpPr/>
            <p:nvPr/>
          </p:nvGrpSpPr>
          <p:grpSpPr>
            <a:xfrm>
              <a:off x="629956" y="3568824"/>
              <a:ext cx="1188000" cy="180000"/>
              <a:chOff x="666428" y="4310612"/>
              <a:chExt cx="1188000" cy="180000"/>
            </a:xfrm>
          </p:grpSpPr>
          <p:sp>
            <p:nvSpPr>
              <p:cNvPr id="628" name="모서리가 둥근 직사각형 62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62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8" name="그룹 387"/>
            <p:cNvGrpSpPr/>
            <p:nvPr/>
          </p:nvGrpSpPr>
          <p:grpSpPr>
            <a:xfrm>
              <a:off x="629955" y="3042501"/>
              <a:ext cx="1188000" cy="180000"/>
              <a:chOff x="666427" y="3266516"/>
              <a:chExt cx="1188000" cy="180000"/>
            </a:xfrm>
          </p:grpSpPr>
          <p:sp>
            <p:nvSpPr>
              <p:cNvPr id="626" name="모서리가 둥근 직사각형 62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62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9" name="그룹 388"/>
            <p:cNvGrpSpPr/>
            <p:nvPr/>
          </p:nvGrpSpPr>
          <p:grpSpPr>
            <a:xfrm>
              <a:off x="629956" y="4106828"/>
              <a:ext cx="1188000" cy="180000"/>
              <a:chOff x="666428" y="4570824"/>
              <a:chExt cx="1188000" cy="180000"/>
            </a:xfrm>
          </p:grpSpPr>
          <p:sp>
            <p:nvSpPr>
              <p:cNvPr id="624" name="모서리가 둥근 직사각형 62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2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0" name="그룹 389"/>
            <p:cNvGrpSpPr/>
            <p:nvPr/>
          </p:nvGrpSpPr>
          <p:grpSpPr>
            <a:xfrm>
              <a:off x="629956" y="5568923"/>
              <a:ext cx="1188000" cy="180000"/>
              <a:chOff x="666428" y="5096004"/>
              <a:chExt cx="1188000" cy="180000"/>
            </a:xfrm>
          </p:grpSpPr>
          <p:sp>
            <p:nvSpPr>
              <p:cNvPr id="622" name="모서리가 둥근 직사각형 62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623"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2" name="그룹 391"/>
            <p:cNvGrpSpPr/>
            <p:nvPr/>
          </p:nvGrpSpPr>
          <p:grpSpPr>
            <a:xfrm>
              <a:off x="631150" y="4387873"/>
              <a:ext cx="1188000" cy="180000"/>
              <a:chOff x="666428" y="4570824"/>
              <a:chExt cx="1188000" cy="180000"/>
            </a:xfrm>
          </p:grpSpPr>
          <p:sp>
            <p:nvSpPr>
              <p:cNvPr id="612" name="모서리가 둥근 직사각형 61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61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3" name="그룹 392"/>
            <p:cNvGrpSpPr/>
            <p:nvPr/>
          </p:nvGrpSpPr>
          <p:grpSpPr>
            <a:xfrm>
              <a:off x="629956" y="4675443"/>
              <a:ext cx="1188000" cy="180000"/>
              <a:chOff x="666428" y="4310612"/>
              <a:chExt cx="1188000" cy="180000"/>
            </a:xfrm>
          </p:grpSpPr>
          <p:sp>
            <p:nvSpPr>
              <p:cNvPr id="432" name="모서리가 둥근 직사각형 43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61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4" name="그룹 393"/>
            <p:cNvGrpSpPr/>
            <p:nvPr/>
          </p:nvGrpSpPr>
          <p:grpSpPr>
            <a:xfrm>
              <a:off x="626748" y="2104281"/>
              <a:ext cx="1245456" cy="442923"/>
              <a:chOff x="468506" y="2320305"/>
              <a:chExt cx="1245456" cy="442923"/>
            </a:xfrm>
          </p:grpSpPr>
          <p:sp>
            <p:nvSpPr>
              <p:cNvPr id="416" name="직사각형 415"/>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417"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8" name="TextBox 417"/>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395" name="그룹 394"/>
            <p:cNvGrpSpPr/>
            <p:nvPr/>
          </p:nvGrpSpPr>
          <p:grpSpPr>
            <a:xfrm>
              <a:off x="632520" y="4975116"/>
              <a:ext cx="1188000" cy="180000"/>
              <a:chOff x="666428" y="4310612"/>
              <a:chExt cx="1188000" cy="180000"/>
            </a:xfrm>
          </p:grpSpPr>
          <p:sp>
            <p:nvSpPr>
              <p:cNvPr id="408" name="모서리가 둥근 직사각형 40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40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6" name="그룹 395"/>
            <p:cNvGrpSpPr/>
            <p:nvPr/>
          </p:nvGrpSpPr>
          <p:grpSpPr>
            <a:xfrm>
              <a:off x="632520" y="2752353"/>
              <a:ext cx="1188000" cy="180000"/>
              <a:chOff x="666427" y="3266516"/>
              <a:chExt cx="1188000" cy="180000"/>
            </a:xfrm>
          </p:grpSpPr>
          <p:sp>
            <p:nvSpPr>
              <p:cNvPr id="406" name="모서리가 둥근 직사각형 405"/>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대시보드</a:t>
                </a:r>
                <a:endParaRPr kumimoji="1" lang="ko-KR" altLang="en-US" sz="800" dirty="0">
                  <a:solidFill>
                    <a:schemeClr val="tx1">
                      <a:lumMod val="75000"/>
                      <a:lumOff val="25000"/>
                    </a:schemeClr>
                  </a:solidFill>
                  <a:latin typeface="+mn-ea"/>
                  <a:ea typeface="+mn-ea"/>
                  <a:cs typeface="Calibri" pitchFamily="34" charset="0"/>
                </a:endParaRPr>
              </a:p>
            </p:txBody>
          </p:sp>
          <p:pic>
            <p:nvPicPr>
              <p:cNvPr id="40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7" name="그룹 396"/>
            <p:cNvGrpSpPr/>
            <p:nvPr/>
          </p:nvGrpSpPr>
          <p:grpSpPr>
            <a:xfrm>
              <a:off x="632520" y="5257815"/>
              <a:ext cx="1188000" cy="180000"/>
              <a:chOff x="666428" y="4310612"/>
              <a:chExt cx="1188000" cy="180000"/>
            </a:xfrm>
          </p:grpSpPr>
          <p:sp>
            <p:nvSpPr>
              <p:cNvPr id="404" name="모서리가 둥근 직사각형 40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0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8" name="그룹 397"/>
            <p:cNvGrpSpPr/>
            <p:nvPr/>
          </p:nvGrpSpPr>
          <p:grpSpPr>
            <a:xfrm>
              <a:off x="632520" y="5884721"/>
              <a:ext cx="1188000" cy="180000"/>
              <a:chOff x="666428" y="4570824"/>
              <a:chExt cx="1188000" cy="180000"/>
            </a:xfrm>
          </p:grpSpPr>
          <p:sp>
            <p:nvSpPr>
              <p:cNvPr id="402" name="모서리가 둥근 직사각형 40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40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9" name="그룹 398"/>
            <p:cNvGrpSpPr/>
            <p:nvPr/>
          </p:nvGrpSpPr>
          <p:grpSpPr>
            <a:xfrm>
              <a:off x="632520" y="3825064"/>
              <a:ext cx="1188000" cy="180000"/>
              <a:chOff x="666428" y="4310612"/>
              <a:chExt cx="1188000" cy="180000"/>
            </a:xfrm>
          </p:grpSpPr>
          <p:sp>
            <p:nvSpPr>
              <p:cNvPr id="400" name="모서리가 둥근 직사각형 39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40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632" name="그룹 631"/>
          <p:cNvGrpSpPr/>
          <p:nvPr/>
        </p:nvGrpSpPr>
        <p:grpSpPr>
          <a:xfrm>
            <a:off x="507554" y="1602349"/>
            <a:ext cx="3075218" cy="252000"/>
            <a:chOff x="507554" y="1537742"/>
            <a:chExt cx="3075218" cy="252000"/>
          </a:xfrm>
        </p:grpSpPr>
        <p:pic>
          <p:nvPicPr>
            <p:cNvPr id="634" name="Picture 4"/>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35" name="그룹 634"/>
            <p:cNvGrpSpPr/>
            <p:nvPr/>
          </p:nvGrpSpPr>
          <p:grpSpPr>
            <a:xfrm>
              <a:off x="2288704" y="1581175"/>
              <a:ext cx="1294068" cy="166725"/>
              <a:chOff x="2288704" y="1581175"/>
              <a:chExt cx="1294068" cy="166725"/>
            </a:xfrm>
          </p:grpSpPr>
          <p:sp>
            <p:nvSpPr>
              <p:cNvPr id="636" name="직사각형 635"/>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637" name="직사각형 636"/>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452" name="그룹 451"/>
          <p:cNvGrpSpPr/>
          <p:nvPr/>
        </p:nvGrpSpPr>
        <p:grpSpPr>
          <a:xfrm>
            <a:off x="1748784" y="1841019"/>
            <a:ext cx="1260000" cy="767318"/>
            <a:chOff x="2298410" y="1789860"/>
            <a:chExt cx="1260000" cy="767318"/>
          </a:xfrm>
        </p:grpSpPr>
        <p:sp>
          <p:nvSpPr>
            <p:cNvPr id="454" name="직사각형 453"/>
            <p:cNvSpPr/>
            <p:nvPr/>
          </p:nvSpPr>
          <p:spPr>
            <a:xfrm>
              <a:off x="2305390" y="1930937"/>
              <a:ext cx="1252800" cy="626241"/>
            </a:xfrm>
            <a:prstGeom prst="rect">
              <a:avLst/>
            </a:prstGeom>
            <a:solidFill>
              <a:schemeClr val="bg1">
                <a:lumMod val="95000"/>
              </a:schemeClr>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nSpc>
                  <a:spcPct val="150000"/>
                </a:lnSpc>
              </a:pPr>
              <a:r>
                <a:rPr lang="ko-KR" altLang="en-US" sz="800" dirty="0" smtClean="0">
                  <a:solidFill>
                    <a:schemeClr val="tx1"/>
                  </a:solidFill>
                  <a:latin typeface="+mn-ea"/>
                </a:rPr>
                <a:t>전체</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대학원</a:t>
              </a:r>
              <a:endParaRPr lang="en-US" altLang="ko-KR" sz="800" dirty="0" smtClean="0">
                <a:solidFill>
                  <a:schemeClr val="tx1"/>
                </a:solidFill>
                <a:latin typeface="+mn-ea"/>
              </a:endParaRPr>
            </a:p>
            <a:p>
              <a:pPr>
                <a:lnSpc>
                  <a:spcPct val="150000"/>
                </a:lnSpc>
              </a:pPr>
              <a:r>
                <a:rPr lang="ko-KR" altLang="en-US" sz="800" dirty="0" smtClean="0">
                  <a:solidFill>
                    <a:schemeClr val="tx1"/>
                  </a:solidFill>
                  <a:latin typeface="+mn-ea"/>
                </a:rPr>
                <a:t>학위과정</a:t>
              </a:r>
              <a:endParaRPr lang="ko-KR" altLang="en-US" sz="800" dirty="0">
                <a:solidFill>
                  <a:schemeClr val="tx1"/>
                </a:solidFill>
                <a:latin typeface="+mn-ea"/>
              </a:endParaRPr>
            </a:p>
          </p:txBody>
        </p:sp>
        <p:grpSp>
          <p:nvGrpSpPr>
            <p:cNvPr id="461" name="그룹 460"/>
            <p:cNvGrpSpPr/>
            <p:nvPr/>
          </p:nvGrpSpPr>
          <p:grpSpPr>
            <a:xfrm>
              <a:off x="2298410" y="1789860"/>
              <a:ext cx="1260000" cy="215444"/>
              <a:chOff x="992560" y="4484834"/>
              <a:chExt cx="1260000" cy="215444"/>
            </a:xfrm>
          </p:grpSpPr>
          <p:sp>
            <p:nvSpPr>
              <p:cNvPr id="462" name="직사각형 461"/>
              <p:cNvSpPr/>
              <p:nvPr/>
            </p:nvSpPr>
            <p:spPr>
              <a:xfrm>
                <a:off x="992560" y="4492524"/>
                <a:ext cx="1260000" cy="180000"/>
              </a:xfrm>
              <a:prstGeom prst="rect">
                <a:avLst/>
              </a:prstGeom>
              <a:solidFill>
                <a:srgbClr val="009BE5"/>
              </a:solidFill>
              <a:ln w="9525">
                <a:solidFill>
                  <a:srgbClr val="007D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63" name="직사각형 462"/>
              <p:cNvSpPr/>
              <p:nvPr/>
            </p:nvSpPr>
            <p:spPr>
              <a:xfrm>
                <a:off x="1461825" y="4484834"/>
                <a:ext cx="389851" cy="215444"/>
              </a:xfrm>
              <a:prstGeom prst="rect">
                <a:avLst/>
              </a:prstGeom>
            </p:spPr>
            <p:txBody>
              <a:bodyPr wrap="none">
                <a:spAutoFit/>
              </a:bodyPr>
              <a:lstStyle/>
              <a:p>
                <a:pPr algn="ctr"/>
                <a:r>
                  <a:rPr lang="ko-KR" altLang="en-US" sz="800" dirty="0" smtClean="0">
                    <a:solidFill>
                      <a:schemeClr val="bg1"/>
                    </a:solidFill>
                    <a:latin typeface="+mn-ea"/>
                    <a:ea typeface="+mn-ea"/>
                  </a:rPr>
                  <a:t>기관</a:t>
                </a:r>
                <a:endParaRPr lang="ko-KR" altLang="en-US" sz="800" dirty="0">
                  <a:solidFill>
                    <a:schemeClr val="bg1"/>
                  </a:solidFill>
                  <a:latin typeface="+mn-ea"/>
                  <a:ea typeface="+mn-ea"/>
                </a:endParaRPr>
              </a:p>
            </p:txBody>
          </p:sp>
        </p:grpSp>
      </p:grpSp>
      <p:grpSp>
        <p:nvGrpSpPr>
          <p:cNvPr id="428" name="그룹 427"/>
          <p:cNvGrpSpPr/>
          <p:nvPr/>
        </p:nvGrpSpPr>
        <p:grpSpPr>
          <a:xfrm>
            <a:off x="4705759" y="5383081"/>
            <a:ext cx="2157549" cy="2238893"/>
            <a:chOff x="4635878" y="4007549"/>
            <a:chExt cx="2157549" cy="2238893"/>
          </a:xfrm>
        </p:grpSpPr>
        <p:sp>
          <p:nvSpPr>
            <p:cNvPr id="429" name="직사각형 428"/>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08" name="그룹 607"/>
            <p:cNvGrpSpPr/>
            <p:nvPr/>
          </p:nvGrpSpPr>
          <p:grpSpPr>
            <a:xfrm>
              <a:off x="4782829" y="4091317"/>
              <a:ext cx="1860263" cy="405943"/>
              <a:chOff x="4592074" y="4091317"/>
              <a:chExt cx="1860263" cy="405943"/>
            </a:xfrm>
          </p:grpSpPr>
          <p:sp>
            <p:nvSpPr>
              <p:cNvPr id="642" name="순서도: 대체 처리 641"/>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645" name="TextBox 644"/>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46" name="TextBox 645"/>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이해와 활용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09" name="TextBox 608"/>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610" name="그룹 609"/>
            <p:cNvGrpSpPr/>
            <p:nvPr/>
          </p:nvGrpSpPr>
          <p:grpSpPr>
            <a:xfrm>
              <a:off x="4686334" y="5022701"/>
              <a:ext cx="1915441" cy="219199"/>
              <a:chOff x="4612010" y="5022701"/>
              <a:chExt cx="1915441" cy="219199"/>
            </a:xfrm>
          </p:grpSpPr>
          <p:grpSp>
            <p:nvGrpSpPr>
              <p:cNvPr id="638" name="그룹 637"/>
              <p:cNvGrpSpPr/>
              <p:nvPr/>
            </p:nvGrpSpPr>
            <p:grpSpPr>
              <a:xfrm>
                <a:off x="4715079" y="5022701"/>
                <a:ext cx="1812372" cy="36789"/>
                <a:chOff x="4724604" y="5192411"/>
                <a:chExt cx="1812372" cy="36789"/>
              </a:xfrm>
            </p:grpSpPr>
            <p:sp>
              <p:nvSpPr>
                <p:cNvPr id="640" name="직사각형 639"/>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641" name="직사각형 640"/>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639" name="TextBox 638"/>
              <p:cNvSpPr txBox="1"/>
              <p:nvPr/>
            </p:nvSpPr>
            <p:spPr>
              <a:xfrm>
                <a:off x="4612010" y="5041845"/>
                <a:ext cx="1912750"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647" name="표 646"/>
          <p:cNvGraphicFramePr>
            <a:graphicFrameLocks noGrp="1"/>
          </p:cNvGraphicFramePr>
          <p:nvPr>
            <p:extLst>
              <p:ext uri="{D42A27DB-BD31-4B8C-83A1-F6EECF244321}">
                <p14:modId xmlns:p14="http://schemas.microsoft.com/office/powerpoint/2010/main" val="3754409958"/>
              </p:ext>
            </p:extLst>
          </p:nvPr>
        </p:nvGraphicFramePr>
        <p:xfrm>
          <a:off x="4891911" y="667674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r>
                        <a:rPr lang="en-US" altLang="ko-KR" sz="800" b="0" dirty="0" smtClean="0">
                          <a:solidFill>
                            <a:schemeClr val="bg1">
                              <a:lumMod val="65000"/>
                            </a:schemeClr>
                          </a:solidFill>
                          <a:latin typeface="+mn-ea"/>
                          <a:ea typeface="+mn-ea"/>
                        </a:rPr>
                        <a:t>/6</a:t>
                      </a:r>
                      <a:endParaRPr lang="ko-KR" altLang="en-US" sz="800" b="0" dirty="0">
                        <a:solidFill>
                          <a:schemeClr val="bg1">
                            <a:lumMod val="6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/5</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648" name="그룹 647"/>
          <p:cNvGrpSpPr/>
          <p:nvPr/>
        </p:nvGrpSpPr>
        <p:grpSpPr>
          <a:xfrm>
            <a:off x="7027744" y="5390121"/>
            <a:ext cx="2058706" cy="2238893"/>
            <a:chOff x="4672657" y="4007549"/>
            <a:chExt cx="2058706" cy="2238893"/>
          </a:xfrm>
        </p:grpSpPr>
        <p:sp>
          <p:nvSpPr>
            <p:cNvPr id="649" name="직사각형 648"/>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50" name="그룹 649"/>
            <p:cNvGrpSpPr/>
            <p:nvPr/>
          </p:nvGrpSpPr>
          <p:grpSpPr>
            <a:xfrm>
              <a:off x="4782829" y="4091317"/>
              <a:ext cx="1948534" cy="405943"/>
              <a:chOff x="4592074" y="4091317"/>
              <a:chExt cx="1948534" cy="405943"/>
            </a:xfrm>
          </p:grpSpPr>
          <p:sp>
            <p:nvSpPr>
              <p:cNvPr id="657" name="순서도: 대체 처리 656"/>
              <p:cNvSpPr/>
              <p:nvPr/>
            </p:nvSpPr>
            <p:spPr bwMode="auto">
              <a:xfrm>
                <a:off x="4600520" y="4115024"/>
                <a:ext cx="396000" cy="144000"/>
              </a:xfrm>
              <a:prstGeom prst="flowChartAlternateProcess">
                <a:avLst/>
              </a:prstGeom>
              <a:solidFill>
                <a:schemeClr val="accent2">
                  <a:lumMod val="75000"/>
                </a:schemeClr>
              </a:solidFill>
              <a:ln w="6350" cap="flat" cmpd="sng" algn="ctr">
                <a:solidFill>
                  <a:srgbClr val="00B05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평생교육</a:t>
                </a:r>
                <a:endParaRPr kumimoji="1" lang="ko-KR" altLang="en-US" sz="700" dirty="0">
                  <a:solidFill>
                    <a:schemeClr val="bg1"/>
                  </a:solidFill>
                  <a:latin typeface="+mn-ea"/>
                  <a:ea typeface="+mn-ea"/>
                  <a:cs typeface="Calibri" pitchFamily="34" charset="0"/>
                </a:endParaRPr>
              </a:p>
            </p:txBody>
          </p:sp>
          <p:sp>
            <p:nvSpPr>
              <p:cNvPr id="658" name="TextBox 657"/>
              <p:cNvSpPr txBox="1"/>
              <p:nvPr/>
            </p:nvSpPr>
            <p:spPr>
              <a:xfrm>
                <a:off x="4953000" y="4091317"/>
                <a:ext cx="1587608"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100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온라인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59" name="TextBox 658"/>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광고와 이미지 마케팅</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51" name="TextBox 650"/>
            <p:cNvSpPr txBox="1"/>
            <p:nvPr/>
          </p:nvSpPr>
          <p:spPr>
            <a:xfrm>
              <a:off x="4789420" y="4524900"/>
              <a:ext cx="1917734" cy="438582"/>
            </a:xfrm>
            <a:prstGeom prst="rect">
              <a:avLst/>
            </a:prstGeom>
            <a:noFill/>
          </p:spPr>
          <p:txBody>
            <a:bodyPr wrap="square" lIns="0" rtlCol="0">
              <a:spAutoFit/>
            </a:bodyPr>
            <a:lstStyle/>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과제제출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652" name="그룹 651"/>
            <p:cNvGrpSpPr/>
            <p:nvPr/>
          </p:nvGrpSpPr>
          <p:grpSpPr>
            <a:xfrm>
              <a:off x="4686333" y="5022701"/>
              <a:ext cx="1923799" cy="219199"/>
              <a:chOff x="4612009" y="5022701"/>
              <a:chExt cx="1923799" cy="219199"/>
            </a:xfrm>
          </p:grpSpPr>
          <p:grpSp>
            <p:nvGrpSpPr>
              <p:cNvPr id="653" name="그룹 652"/>
              <p:cNvGrpSpPr/>
              <p:nvPr/>
            </p:nvGrpSpPr>
            <p:grpSpPr>
              <a:xfrm>
                <a:off x="4715079" y="5022701"/>
                <a:ext cx="1812372" cy="36789"/>
                <a:chOff x="4724604" y="5192411"/>
                <a:chExt cx="1812372" cy="36789"/>
              </a:xfrm>
            </p:grpSpPr>
            <p:sp>
              <p:nvSpPr>
                <p:cNvPr id="655" name="직사각형 654"/>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656" name="직사각형 655"/>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654" name="TextBox 653"/>
              <p:cNvSpPr txBox="1"/>
              <p:nvPr/>
            </p:nvSpPr>
            <p:spPr>
              <a:xfrm>
                <a:off x="4612009" y="5041845"/>
                <a:ext cx="1923799"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660" name="표 659"/>
          <p:cNvGraphicFramePr>
            <a:graphicFrameLocks noGrp="1"/>
          </p:cNvGraphicFramePr>
          <p:nvPr>
            <p:extLst>
              <p:ext uri="{D42A27DB-BD31-4B8C-83A1-F6EECF244321}">
                <p14:modId xmlns:p14="http://schemas.microsoft.com/office/powerpoint/2010/main" val="3464486321"/>
              </p:ext>
            </p:extLst>
          </p:nvPr>
        </p:nvGraphicFramePr>
        <p:xfrm>
          <a:off x="7177117" y="668378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661" name="그룹 660"/>
          <p:cNvGrpSpPr/>
          <p:nvPr/>
        </p:nvGrpSpPr>
        <p:grpSpPr>
          <a:xfrm>
            <a:off x="4703068" y="7724125"/>
            <a:ext cx="2157549" cy="2238893"/>
            <a:chOff x="4635878" y="4007549"/>
            <a:chExt cx="2157549" cy="2238893"/>
          </a:xfrm>
        </p:grpSpPr>
        <p:sp>
          <p:nvSpPr>
            <p:cNvPr id="662" name="직사각형 661"/>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63" name="그룹 662"/>
            <p:cNvGrpSpPr/>
            <p:nvPr/>
          </p:nvGrpSpPr>
          <p:grpSpPr>
            <a:xfrm>
              <a:off x="4782829" y="4091317"/>
              <a:ext cx="1898363" cy="405943"/>
              <a:chOff x="4592074" y="4091317"/>
              <a:chExt cx="1898363" cy="405943"/>
            </a:xfrm>
          </p:grpSpPr>
          <p:sp>
            <p:nvSpPr>
              <p:cNvPr id="670" name="순서도: 대체 처리 669"/>
              <p:cNvSpPr/>
              <p:nvPr/>
            </p:nvSpPr>
            <p:spPr bwMode="auto">
              <a:xfrm>
                <a:off x="4600520" y="4115024"/>
                <a:ext cx="396000" cy="144000"/>
              </a:xfrm>
              <a:prstGeom prst="flowChartAlternateProcess">
                <a:avLst/>
              </a:prstGeom>
              <a:solidFill>
                <a:srgbClr val="7030A0"/>
              </a:solidFill>
              <a:ln w="6350" cap="flat" cmpd="sng" algn="ctr">
                <a:solidFill>
                  <a:srgbClr val="7030A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학위과정</a:t>
                </a:r>
                <a:endParaRPr kumimoji="1" lang="ko-KR" altLang="en-US" sz="700" dirty="0">
                  <a:solidFill>
                    <a:schemeClr val="bg1"/>
                  </a:solidFill>
                  <a:latin typeface="+mn-ea"/>
                  <a:ea typeface="+mn-ea"/>
                  <a:cs typeface="Calibri" pitchFamily="34" charset="0"/>
                </a:endParaRPr>
              </a:p>
            </p:txBody>
          </p:sp>
          <p:sp>
            <p:nvSpPr>
              <p:cNvPr id="672" name="TextBox 671"/>
              <p:cNvSpPr txBox="1"/>
              <p:nvPr/>
            </p:nvSpPr>
            <p:spPr>
              <a:xfrm>
                <a:off x="49625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80" name="TextBox 679"/>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AI</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와 빅데이터 경영입문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반</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64" name="TextBox 663"/>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665" name="그룹 664"/>
            <p:cNvGrpSpPr/>
            <p:nvPr/>
          </p:nvGrpSpPr>
          <p:grpSpPr>
            <a:xfrm>
              <a:off x="4686333" y="5022701"/>
              <a:ext cx="1915442" cy="219199"/>
              <a:chOff x="4612009" y="5022701"/>
              <a:chExt cx="1915442" cy="219199"/>
            </a:xfrm>
          </p:grpSpPr>
          <p:grpSp>
            <p:nvGrpSpPr>
              <p:cNvPr id="666" name="그룹 665"/>
              <p:cNvGrpSpPr/>
              <p:nvPr/>
            </p:nvGrpSpPr>
            <p:grpSpPr>
              <a:xfrm>
                <a:off x="4715079" y="5022701"/>
                <a:ext cx="1812372" cy="36789"/>
                <a:chOff x="4724604" y="5192411"/>
                <a:chExt cx="1812372" cy="36789"/>
              </a:xfrm>
            </p:grpSpPr>
            <p:sp>
              <p:nvSpPr>
                <p:cNvPr id="668" name="직사각형 667"/>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669" name="직사각형 668"/>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667" name="TextBox 666"/>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681" name="표 680"/>
          <p:cNvGraphicFramePr>
            <a:graphicFrameLocks noGrp="1"/>
          </p:cNvGraphicFramePr>
          <p:nvPr>
            <p:extLst>
              <p:ext uri="{D42A27DB-BD31-4B8C-83A1-F6EECF244321}">
                <p14:modId xmlns:p14="http://schemas.microsoft.com/office/powerpoint/2010/main" val="2152572717"/>
              </p:ext>
            </p:extLst>
          </p:nvPr>
        </p:nvGraphicFramePr>
        <p:xfrm>
          <a:off x="4889220" y="901778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684" name="그룹 683"/>
          <p:cNvGrpSpPr/>
          <p:nvPr/>
        </p:nvGrpSpPr>
        <p:grpSpPr>
          <a:xfrm>
            <a:off x="6988274" y="7731165"/>
            <a:ext cx="2157549" cy="2238893"/>
            <a:chOff x="4635878" y="4007549"/>
            <a:chExt cx="2157549" cy="2238893"/>
          </a:xfrm>
        </p:grpSpPr>
        <p:sp>
          <p:nvSpPr>
            <p:cNvPr id="685" name="직사각형 684"/>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87" name="그룹 686"/>
            <p:cNvGrpSpPr/>
            <p:nvPr/>
          </p:nvGrpSpPr>
          <p:grpSpPr>
            <a:xfrm>
              <a:off x="4782829" y="4091317"/>
              <a:ext cx="1860263" cy="405943"/>
              <a:chOff x="4592074" y="4091317"/>
              <a:chExt cx="1860263" cy="405943"/>
            </a:xfrm>
          </p:grpSpPr>
          <p:sp>
            <p:nvSpPr>
              <p:cNvPr id="698" name="순서도: 대체 처리 697"/>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699" name="TextBox 698"/>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700" name="TextBox 699"/>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New TEPS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실전 연습</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기본편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88" name="TextBox 687"/>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689" name="그룹 688"/>
            <p:cNvGrpSpPr/>
            <p:nvPr/>
          </p:nvGrpSpPr>
          <p:grpSpPr>
            <a:xfrm>
              <a:off x="4686333" y="5022701"/>
              <a:ext cx="1915442" cy="219199"/>
              <a:chOff x="4612009" y="5022701"/>
              <a:chExt cx="1915442" cy="219199"/>
            </a:xfrm>
          </p:grpSpPr>
          <p:grpSp>
            <p:nvGrpSpPr>
              <p:cNvPr id="690" name="그룹 689"/>
              <p:cNvGrpSpPr/>
              <p:nvPr/>
            </p:nvGrpSpPr>
            <p:grpSpPr>
              <a:xfrm>
                <a:off x="4715079" y="5022701"/>
                <a:ext cx="1812372" cy="36789"/>
                <a:chOff x="4724604" y="5192411"/>
                <a:chExt cx="1812372" cy="36789"/>
              </a:xfrm>
            </p:grpSpPr>
            <p:sp>
              <p:nvSpPr>
                <p:cNvPr id="696" name="직사각형 695"/>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697" name="직사각형 696"/>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692" name="TextBox 691"/>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701" name="표 700"/>
          <p:cNvGraphicFramePr>
            <a:graphicFrameLocks noGrp="1"/>
          </p:cNvGraphicFramePr>
          <p:nvPr>
            <p:extLst>
              <p:ext uri="{D42A27DB-BD31-4B8C-83A1-F6EECF244321}">
                <p14:modId xmlns:p14="http://schemas.microsoft.com/office/powerpoint/2010/main" val="921576813"/>
              </p:ext>
            </p:extLst>
          </p:nvPr>
        </p:nvGraphicFramePr>
        <p:xfrm>
          <a:off x="7174426" y="902482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02" name="순서도: 대체 처리 701"/>
          <p:cNvSpPr/>
          <p:nvPr/>
        </p:nvSpPr>
        <p:spPr bwMode="auto">
          <a:xfrm>
            <a:off x="8509933" y="8033589"/>
            <a:ext cx="252000" cy="126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복습</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703" name="그룹 702"/>
          <p:cNvGrpSpPr/>
          <p:nvPr/>
        </p:nvGrpSpPr>
        <p:grpSpPr>
          <a:xfrm>
            <a:off x="9311182" y="5439826"/>
            <a:ext cx="24026" cy="4580002"/>
            <a:chOff x="7946472" y="5449416"/>
            <a:chExt cx="24026" cy="4580002"/>
          </a:xfrm>
        </p:grpSpPr>
        <p:sp>
          <p:nvSpPr>
            <p:cNvPr id="704" name="직사각형 703"/>
            <p:cNvSpPr/>
            <p:nvPr/>
          </p:nvSpPr>
          <p:spPr bwMode="auto">
            <a:xfrm>
              <a:off x="7946472" y="5457418"/>
              <a:ext cx="21600" cy="4572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705" name="직사각형 704"/>
            <p:cNvSpPr/>
            <p:nvPr/>
          </p:nvSpPr>
          <p:spPr bwMode="auto">
            <a:xfrm>
              <a:off x="7952498" y="5449416"/>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476" name="그룹 475"/>
          <p:cNvGrpSpPr/>
          <p:nvPr/>
        </p:nvGrpSpPr>
        <p:grpSpPr>
          <a:xfrm>
            <a:off x="634148" y="6172753"/>
            <a:ext cx="1188000" cy="180000"/>
            <a:chOff x="666428" y="3785432"/>
            <a:chExt cx="1188000" cy="180000"/>
          </a:xfrm>
        </p:grpSpPr>
        <p:sp>
          <p:nvSpPr>
            <p:cNvPr id="479" name="모서리가 둥근 직사각형 47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480"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620431" y="6415236"/>
            <a:ext cx="1188000" cy="180000"/>
            <a:chOff x="666428" y="5881828"/>
            <a:chExt cx="1188000" cy="180000"/>
          </a:xfrm>
        </p:grpSpPr>
        <p:sp>
          <p:nvSpPr>
            <p:cNvPr id="482" name="모서리가 둥근 직사각형 481"/>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490"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067029183"/>
      </p:ext>
    </p:extLst>
  </p:cSld>
  <p:clrMapOvr>
    <a:masterClrMapping/>
  </p:clrMapOvr>
  <p:transition>
    <p:wipe dir="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그룹 10"/>
          <p:cNvGrpSpPr/>
          <p:nvPr/>
        </p:nvGrpSpPr>
        <p:grpSpPr>
          <a:xfrm>
            <a:off x="1967772" y="1979315"/>
            <a:ext cx="7489822" cy="326132"/>
            <a:chOff x="1967772" y="1979315"/>
            <a:chExt cx="7489822" cy="326132"/>
          </a:xfrm>
        </p:grpSpPr>
        <p:sp>
          <p:nvSpPr>
            <p:cNvPr id="328" name="직사각형 327"/>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29" name="그룹 328"/>
            <p:cNvGrpSpPr/>
            <p:nvPr/>
          </p:nvGrpSpPr>
          <p:grpSpPr>
            <a:xfrm>
              <a:off x="4290164" y="2031278"/>
              <a:ext cx="1040981" cy="215444"/>
              <a:chOff x="1618412" y="2762216"/>
              <a:chExt cx="1440000" cy="215444"/>
            </a:xfrm>
          </p:grpSpPr>
          <p:sp>
            <p:nvSpPr>
              <p:cNvPr id="330" name="직사각형 32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331" name="직사각형 330"/>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32" name="그룹 331"/>
            <p:cNvGrpSpPr/>
            <p:nvPr/>
          </p:nvGrpSpPr>
          <p:grpSpPr>
            <a:xfrm>
              <a:off x="5351027" y="2031278"/>
              <a:ext cx="1040981" cy="215444"/>
              <a:chOff x="1618412" y="2762216"/>
              <a:chExt cx="1440000" cy="215444"/>
            </a:xfrm>
          </p:grpSpPr>
          <p:sp>
            <p:nvSpPr>
              <p:cNvPr id="333" name="직사각형 33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35" name="직사각형 334"/>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41" name="그룹 340"/>
            <p:cNvGrpSpPr/>
            <p:nvPr/>
          </p:nvGrpSpPr>
          <p:grpSpPr>
            <a:xfrm>
              <a:off x="6413117" y="2031278"/>
              <a:ext cx="1040981" cy="215444"/>
              <a:chOff x="1618412" y="2762216"/>
              <a:chExt cx="1440000" cy="215444"/>
            </a:xfrm>
          </p:grpSpPr>
          <p:sp>
            <p:nvSpPr>
              <p:cNvPr id="342" name="직사각형 34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44" name="직사각형 343"/>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3" name="그룹 352"/>
            <p:cNvGrpSpPr/>
            <p:nvPr/>
          </p:nvGrpSpPr>
          <p:grpSpPr>
            <a:xfrm>
              <a:off x="7474187" y="2031278"/>
              <a:ext cx="1040981" cy="215444"/>
              <a:chOff x="1618412" y="2762216"/>
              <a:chExt cx="1440000" cy="215444"/>
            </a:xfrm>
          </p:grpSpPr>
          <p:sp>
            <p:nvSpPr>
              <p:cNvPr id="354" name="직사각형 35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55" name="직사각형 354"/>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6" name="그룹 355"/>
            <p:cNvGrpSpPr/>
            <p:nvPr/>
          </p:nvGrpSpPr>
          <p:grpSpPr>
            <a:xfrm>
              <a:off x="3224705" y="2032273"/>
              <a:ext cx="1040982" cy="215444"/>
              <a:chOff x="1618412" y="2762216"/>
              <a:chExt cx="1440000" cy="215444"/>
            </a:xfrm>
          </p:grpSpPr>
          <p:sp>
            <p:nvSpPr>
              <p:cNvPr id="357" name="직사각형 356"/>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358" name="직사각형 357"/>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9" name="그룹 358"/>
            <p:cNvGrpSpPr/>
            <p:nvPr/>
          </p:nvGrpSpPr>
          <p:grpSpPr>
            <a:xfrm>
              <a:off x="2172387" y="2026940"/>
              <a:ext cx="1040981" cy="215444"/>
              <a:chOff x="1618412" y="2762216"/>
              <a:chExt cx="1440000" cy="215444"/>
            </a:xfrm>
          </p:grpSpPr>
          <p:sp>
            <p:nvSpPr>
              <p:cNvPr id="360" name="직사각형 35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361" name="직사각형 360"/>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362" name="직사각형 361"/>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90" name="직사각형 389"/>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391" name="그룹 390"/>
            <p:cNvGrpSpPr/>
            <p:nvPr/>
          </p:nvGrpSpPr>
          <p:grpSpPr>
            <a:xfrm>
              <a:off x="9120844" y="1979315"/>
              <a:ext cx="162000" cy="288000"/>
              <a:chOff x="9447994" y="2133019"/>
              <a:chExt cx="162000" cy="288000"/>
            </a:xfrm>
          </p:grpSpPr>
          <p:sp>
            <p:nvSpPr>
              <p:cNvPr id="392" name="직사각형 391"/>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93" name="1/2 액자 392"/>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394" name="그룹 393"/>
            <p:cNvGrpSpPr/>
            <p:nvPr/>
          </p:nvGrpSpPr>
          <p:grpSpPr>
            <a:xfrm>
              <a:off x="1973163" y="1979315"/>
              <a:ext cx="162000" cy="288000"/>
              <a:chOff x="10860" y="2122356"/>
              <a:chExt cx="162000" cy="288000"/>
            </a:xfrm>
          </p:grpSpPr>
          <p:sp>
            <p:nvSpPr>
              <p:cNvPr id="395" name="직사각형 394"/>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01" name="1/2 액자 400"/>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249186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95869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577968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533" name="Rectangle 122"/>
          <p:cNvSpPr>
            <a:spLocks noChangeArrowheads="1"/>
          </p:cNvSpPr>
          <p:nvPr/>
        </p:nvSpPr>
        <p:spPr bwMode="auto">
          <a:xfrm>
            <a:off x="9059596" y="3974928"/>
            <a:ext cx="396000" cy="1728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34" name="직사각형 533"/>
          <p:cNvSpPr/>
          <p:nvPr/>
        </p:nvSpPr>
        <p:spPr>
          <a:xfrm>
            <a:off x="1979567" y="2675011"/>
            <a:ext cx="7462883" cy="11232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 name="그룹 2"/>
          <p:cNvGrpSpPr/>
          <p:nvPr/>
        </p:nvGrpSpPr>
        <p:grpSpPr>
          <a:xfrm>
            <a:off x="2031684" y="3259162"/>
            <a:ext cx="3583105" cy="226485"/>
            <a:chOff x="2939213" y="3009230"/>
            <a:chExt cx="3583105" cy="226485"/>
          </a:xfrm>
        </p:grpSpPr>
        <p:sp>
          <p:nvSpPr>
            <p:cNvPr id="535" name="직사각형 534"/>
            <p:cNvSpPr/>
            <p:nvPr/>
          </p:nvSpPr>
          <p:spPr>
            <a:xfrm>
              <a:off x="2939213" y="3020271"/>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요청 일시</a:t>
              </a:r>
              <a:endParaRPr lang="ko-KR" altLang="en-US" sz="800" dirty="0">
                <a:solidFill>
                  <a:srgbClr val="FF0000"/>
                </a:solidFill>
                <a:latin typeface="+mn-ea"/>
                <a:ea typeface="+mn-ea"/>
              </a:endParaRPr>
            </a:p>
          </p:txBody>
        </p:sp>
        <p:grpSp>
          <p:nvGrpSpPr>
            <p:cNvPr id="537" name="그룹 536"/>
            <p:cNvGrpSpPr/>
            <p:nvPr/>
          </p:nvGrpSpPr>
          <p:grpSpPr>
            <a:xfrm>
              <a:off x="3856267" y="3009230"/>
              <a:ext cx="2666051" cy="215444"/>
              <a:chOff x="3745956" y="12051048"/>
              <a:chExt cx="2666051" cy="215444"/>
            </a:xfrm>
          </p:grpSpPr>
          <p:pic>
            <p:nvPicPr>
              <p:cNvPr id="538" name="그림 53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75826" y="12068831"/>
                <a:ext cx="165115" cy="180000"/>
              </a:xfrm>
              <a:prstGeom prst="rect">
                <a:avLst/>
              </a:prstGeom>
            </p:spPr>
          </p:pic>
          <p:sp>
            <p:nvSpPr>
              <p:cNvPr id="539" name="직사각형 538"/>
              <p:cNvSpPr/>
              <p:nvPr/>
            </p:nvSpPr>
            <p:spPr>
              <a:xfrm>
                <a:off x="3745956" y="12065231"/>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시작 일시</a:t>
                </a:r>
                <a:endParaRPr lang="en-US" altLang="ko-KR" sz="800" dirty="0">
                  <a:solidFill>
                    <a:schemeClr val="tx1">
                      <a:lumMod val="75000"/>
                      <a:lumOff val="25000"/>
                    </a:schemeClr>
                  </a:solidFill>
                  <a:latin typeface="+mn-ea"/>
                </a:endParaRPr>
              </a:p>
            </p:txBody>
          </p:sp>
          <p:pic>
            <p:nvPicPr>
              <p:cNvPr id="540" name="그림 53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81217" y="12068559"/>
                <a:ext cx="165115" cy="180000"/>
              </a:xfrm>
              <a:prstGeom prst="rect">
                <a:avLst/>
              </a:prstGeom>
            </p:spPr>
          </p:pic>
          <p:sp>
            <p:nvSpPr>
              <p:cNvPr id="544" name="직사각형 543"/>
              <p:cNvSpPr/>
              <p:nvPr/>
            </p:nvSpPr>
            <p:spPr>
              <a:xfrm>
                <a:off x="5151347" y="12064959"/>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종료 일시</a:t>
                </a:r>
                <a:endParaRPr lang="en-US" altLang="ko-KR" sz="800" dirty="0">
                  <a:solidFill>
                    <a:schemeClr val="tx1">
                      <a:lumMod val="75000"/>
                      <a:lumOff val="25000"/>
                    </a:schemeClr>
                  </a:solidFill>
                  <a:latin typeface="+mn-ea"/>
                </a:endParaRPr>
              </a:p>
            </p:txBody>
          </p:sp>
          <p:pic>
            <p:nvPicPr>
              <p:cNvPr id="545" name="그림 54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857151" y="12077685"/>
                <a:ext cx="148604" cy="162000"/>
              </a:xfrm>
              <a:prstGeom prst="rect">
                <a:avLst/>
              </a:prstGeom>
            </p:spPr>
          </p:pic>
          <p:pic>
            <p:nvPicPr>
              <p:cNvPr id="546" name="그림 54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63403" y="12077413"/>
                <a:ext cx="148604" cy="162000"/>
              </a:xfrm>
              <a:prstGeom prst="rect">
                <a:avLst/>
              </a:prstGeom>
            </p:spPr>
          </p:pic>
          <p:sp>
            <p:nvSpPr>
              <p:cNvPr id="556" name="직사각형 555"/>
              <p:cNvSpPr/>
              <p:nvPr/>
            </p:nvSpPr>
            <p:spPr>
              <a:xfrm>
                <a:off x="4957448" y="12051048"/>
                <a:ext cx="256802" cy="215444"/>
              </a:xfrm>
              <a:prstGeom prst="rect">
                <a:avLst/>
              </a:prstGeom>
            </p:spPr>
            <p:txBody>
              <a:bodyPr wrap="none">
                <a:spAutoFit/>
              </a:bodyPr>
              <a:lstStyle/>
              <a:p>
                <a:r>
                  <a:rPr lang="en-US" altLang="ko-KR" sz="800" dirty="0" smtClean="0">
                    <a:latin typeface="+mj-ea"/>
                  </a:rPr>
                  <a:t>~</a:t>
                </a:r>
                <a:endParaRPr lang="en-US" altLang="ko-KR" sz="800" dirty="0">
                  <a:latin typeface="+mj-ea"/>
                </a:endParaRPr>
              </a:p>
            </p:txBody>
          </p:sp>
        </p:grpSp>
      </p:grpSp>
      <p:grpSp>
        <p:nvGrpSpPr>
          <p:cNvPr id="4" name="그룹 3"/>
          <p:cNvGrpSpPr/>
          <p:nvPr/>
        </p:nvGrpSpPr>
        <p:grpSpPr>
          <a:xfrm>
            <a:off x="2031684" y="3533400"/>
            <a:ext cx="3588438" cy="217540"/>
            <a:chOff x="2939213" y="3283468"/>
            <a:chExt cx="3588438" cy="217540"/>
          </a:xfrm>
        </p:grpSpPr>
        <p:sp>
          <p:nvSpPr>
            <p:cNvPr id="557" name="직사각형 556"/>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 조건</a:t>
              </a:r>
              <a:endParaRPr lang="ko-KR" altLang="en-US" sz="800" dirty="0">
                <a:solidFill>
                  <a:srgbClr val="FF0000"/>
                </a:solidFill>
                <a:latin typeface="+mn-ea"/>
                <a:ea typeface="+mn-ea"/>
              </a:endParaRPr>
            </a:p>
          </p:txBody>
        </p:sp>
        <p:sp>
          <p:nvSpPr>
            <p:cNvPr id="558" name="Rectangle 122"/>
            <p:cNvSpPr>
              <a:spLocks noChangeArrowheads="1"/>
            </p:cNvSpPr>
            <p:nvPr/>
          </p:nvSpPr>
          <p:spPr bwMode="auto">
            <a:xfrm>
              <a:off x="3853272" y="328556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발신자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9" name="Rectangle 122"/>
            <p:cNvSpPr>
              <a:spLocks noChangeArrowheads="1"/>
            </p:cNvSpPr>
            <p:nvPr/>
          </p:nvSpPr>
          <p:spPr bwMode="auto">
            <a:xfrm>
              <a:off x="4612451" y="3283468"/>
              <a:ext cx="1915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검색어입력</a:t>
              </a:r>
              <a:endParaRPr lang="ko-KR" altLang="en-US" sz="800" kern="0" dirty="0">
                <a:solidFill>
                  <a:schemeClr val="tx1">
                    <a:lumMod val="50000"/>
                    <a:lumOff val="50000"/>
                  </a:schemeClr>
                </a:solidFill>
                <a:latin typeface="+mn-ea"/>
                <a:ea typeface="+mn-ea"/>
              </a:endParaRPr>
            </a:p>
          </p:txBody>
        </p:sp>
      </p:grpSp>
      <p:sp>
        <p:nvSpPr>
          <p:cNvPr id="560" name="직사각형 559"/>
          <p:cNvSpPr/>
          <p:nvPr/>
        </p:nvSpPr>
        <p:spPr>
          <a:xfrm>
            <a:off x="1881039" y="3948494"/>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PUSH </a:t>
            </a:r>
            <a:r>
              <a:rPr lang="ko-KR" altLang="en-US" sz="800" b="1" dirty="0" smtClean="0">
                <a:solidFill>
                  <a:schemeClr val="tx1">
                    <a:lumMod val="75000"/>
                    <a:lumOff val="25000"/>
                  </a:schemeClr>
                </a:solidFill>
                <a:latin typeface="+mn-ea"/>
                <a:ea typeface="+mn-ea"/>
              </a:rPr>
              <a:t>수신 목록 </a:t>
            </a:r>
            <a:r>
              <a:rPr lang="en-US" altLang="ko-KR" sz="800" b="1" dirty="0" smtClean="0">
                <a:solidFill>
                  <a:schemeClr val="tx1">
                    <a:lumMod val="75000"/>
                    <a:lumOff val="25000"/>
                  </a:schemeClr>
                </a:solidFill>
                <a:latin typeface="+mn-ea"/>
                <a:ea typeface="+mn-ea"/>
              </a:rPr>
              <a:t>[ </a:t>
            </a:r>
            <a:r>
              <a:rPr lang="ko-KR" altLang="en-US" sz="800" b="1" dirty="0" smtClean="0">
                <a:solidFill>
                  <a:srgbClr val="0070C0"/>
                </a:solidFill>
                <a:latin typeface="+mn-ea"/>
                <a:ea typeface="+mn-ea"/>
              </a:rPr>
              <a:t>총건수 </a:t>
            </a:r>
            <a:r>
              <a:rPr lang="en-US" altLang="ko-KR" sz="800" b="1" dirty="0" smtClean="0">
                <a:solidFill>
                  <a:srgbClr val="0070C0"/>
                </a:solidFill>
                <a:latin typeface="+mn-ea"/>
                <a:ea typeface="+mn-ea"/>
              </a:rPr>
              <a:t>: 90 </a:t>
            </a:r>
            <a:r>
              <a:rPr lang="en-US" altLang="ko-KR" sz="800" b="1" dirty="0" smtClean="0">
                <a:solidFill>
                  <a:schemeClr val="tx1">
                    <a:lumMod val="75000"/>
                    <a:lumOff val="25000"/>
                  </a:schemeClr>
                </a:solidFill>
                <a:latin typeface="+mn-ea"/>
                <a:ea typeface="+mn-ea"/>
              </a:rPr>
              <a:t>]</a:t>
            </a:r>
            <a:endParaRPr lang="ko-KR" altLang="en-US" sz="800" b="1" dirty="0">
              <a:solidFill>
                <a:srgbClr val="FF0000"/>
              </a:solidFill>
              <a:latin typeface="+mn-ea"/>
              <a:ea typeface="+mn-ea"/>
            </a:endParaRPr>
          </a:p>
        </p:txBody>
      </p:sp>
      <p:pic>
        <p:nvPicPr>
          <p:cNvPr id="56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17427" y="3977979"/>
            <a:ext cx="18620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66" name="직사각형 565"/>
          <p:cNvSpPr/>
          <p:nvPr/>
        </p:nvSpPr>
        <p:spPr>
          <a:xfrm>
            <a:off x="8632881" y="3969080"/>
            <a:ext cx="396000" cy="1728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삭제</a:t>
            </a:r>
            <a:endParaRPr lang="en-US" altLang="ko-KR" sz="800" dirty="0">
              <a:solidFill>
                <a:schemeClr val="tx1">
                  <a:lumMod val="65000"/>
                  <a:lumOff val="35000"/>
                </a:schemeClr>
              </a:solidFill>
              <a:latin typeface="+mn-ea"/>
            </a:endParaRPr>
          </a:p>
        </p:txBody>
      </p:sp>
      <p:sp>
        <p:nvSpPr>
          <p:cNvPr id="193" name="모서리가 둥근 직사각형 192"/>
          <p:cNvSpPr/>
          <p:nvPr/>
        </p:nvSpPr>
        <p:spPr>
          <a:xfrm>
            <a:off x="8488749" y="353703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 name="그룹 4"/>
          <p:cNvGrpSpPr/>
          <p:nvPr/>
        </p:nvGrpSpPr>
        <p:grpSpPr>
          <a:xfrm>
            <a:off x="2029247"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326" name="그룹 325"/>
          <p:cNvGrpSpPr/>
          <p:nvPr/>
        </p:nvGrpSpPr>
        <p:grpSpPr>
          <a:xfrm>
            <a:off x="8668462" y="1695475"/>
            <a:ext cx="849617" cy="276999"/>
            <a:chOff x="8563069" y="1695475"/>
            <a:chExt cx="849617" cy="276999"/>
          </a:xfrm>
        </p:grpSpPr>
        <p:grpSp>
          <p:nvGrpSpPr>
            <p:cNvPr id="327" name="그룹 326"/>
            <p:cNvGrpSpPr/>
            <p:nvPr/>
          </p:nvGrpSpPr>
          <p:grpSpPr>
            <a:xfrm>
              <a:off x="8563069" y="1761166"/>
              <a:ext cx="792000" cy="162000"/>
              <a:chOff x="8779069" y="1761166"/>
              <a:chExt cx="792000" cy="162000"/>
            </a:xfrm>
          </p:grpSpPr>
          <p:sp>
            <p:nvSpPr>
              <p:cNvPr id="370" name="직사각형 369"/>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7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8728739" y="1695475"/>
              <a:ext cx="247184" cy="276999"/>
              <a:chOff x="7672972" y="1671999"/>
              <a:chExt cx="247184" cy="276999"/>
            </a:xfrm>
          </p:grpSpPr>
          <p:sp>
            <p:nvSpPr>
              <p:cNvPr id="368" name="타원 36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9" name="직사각형 36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64" name="그룹 363"/>
            <p:cNvGrpSpPr/>
            <p:nvPr/>
          </p:nvGrpSpPr>
          <p:grpSpPr>
            <a:xfrm>
              <a:off x="9138252" y="1714525"/>
              <a:ext cx="274434" cy="246221"/>
              <a:chOff x="7663447" y="1691049"/>
              <a:chExt cx="274434" cy="246221"/>
            </a:xfrm>
          </p:grpSpPr>
          <p:sp>
            <p:nvSpPr>
              <p:cNvPr id="366" name="타원 36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7" name="직사각형 36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65" name="직사각형 36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419" name="그룹 418"/>
          <p:cNvGrpSpPr/>
          <p:nvPr/>
        </p:nvGrpSpPr>
        <p:grpSpPr>
          <a:xfrm>
            <a:off x="1972097" y="2358429"/>
            <a:ext cx="7488000" cy="216000"/>
            <a:chOff x="559370" y="2267347"/>
            <a:chExt cx="7488000" cy="216000"/>
          </a:xfrm>
        </p:grpSpPr>
        <p:sp>
          <p:nvSpPr>
            <p:cNvPr id="420" name="직사각형 419"/>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21" name="그룹 420"/>
            <p:cNvGrpSpPr/>
            <p:nvPr/>
          </p:nvGrpSpPr>
          <p:grpSpPr>
            <a:xfrm>
              <a:off x="596648" y="2286397"/>
              <a:ext cx="1800000" cy="180000"/>
              <a:chOff x="524640" y="2276872"/>
              <a:chExt cx="1800000" cy="180000"/>
            </a:xfrm>
          </p:grpSpPr>
          <p:sp>
            <p:nvSpPr>
              <p:cNvPr id="422" name="모서리가 둥근 직사각형 421"/>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PUSH</a:t>
                </a:r>
                <a:endParaRPr kumimoji="1" lang="ko-KR" altLang="en-US" sz="900" dirty="0">
                  <a:solidFill>
                    <a:schemeClr val="tx1">
                      <a:lumMod val="75000"/>
                      <a:lumOff val="25000"/>
                    </a:schemeClr>
                  </a:solidFill>
                  <a:latin typeface="+mn-ea"/>
                  <a:ea typeface="+mn-ea"/>
                  <a:cs typeface="Calibri" pitchFamily="34" charset="0"/>
                </a:endParaRPr>
              </a:p>
            </p:txBody>
          </p:sp>
          <p:pic>
            <p:nvPicPr>
              <p:cNvPr id="42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24" name="그룹 423"/>
          <p:cNvGrpSpPr/>
          <p:nvPr/>
        </p:nvGrpSpPr>
        <p:grpSpPr>
          <a:xfrm>
            <a:off x="5709344" y="1485584"/>
            <a:ext cx="3761110" cy="261068"/>
            <a:chOff x="4948808" y="1485584"/>
            <a:chExt cx="3761110" cy="261068"/>
          </a:xfrm>
        </p:grpSpPr>
        <p:grpSp>
          <p:nvGrpSpPr>
            <p:cNvPr id="425" name="그룹 424"/>
            <p:cNvGrpSpPr/>
            <p:nvPr/>
          </p:nvGrpSpPr>
          <p:grpSpPr>
            <a:xfrm>
              <a:off x="4948808" y="1579923"/>
              <a:ext cx="3761110" cy="166729"/>
              <a:chOff x="5665911" y="1579923"/>
              <a:chExt cx="3761110" cy="166729"/>
            </a:xfrm>
          </p:grpSpPr>
          <p:pic>
            <p:nvPicPr>
              <p:cNvPr id="42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1" name="그룹 430"/>
              <p:cNvGrpSpPr/>
              <p:nvPr/>
            </p:nvGrpSpPr>
            <p:grpSpPr>
              <a:xfrm>
                <a:off x="5665911" y="1583291"/>
                <a:ext cx="648000" cy="162000"/>
                <a:chOff x="4953000" y="2780928"/>
                <a:chExt cx="648000" cy="162000"/>
              </a:xfrm>
            </p:grpSpPr>
            <p:sp>
              <p:nvSpPr>
                <p:cNvPr id="433" name="모서리가 둥근 직사각형 43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34"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2" name="모서리가 둥근 직사각형 43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426" name="타원 425"/>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92" name="그룹 191"/>
          <p:cNvGrpSpPr/>
          <p:nvPr/>
        </p:nvGrpSpPr>
        <p:grpSpPr>
          <a:xfrm>
            <a:off x="3782536" y="2041798"/>
            <a:ext cx="234360" cy="200055"/>
            <a:chOff x="1152270" y="11706839"/>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00" name="그룹 199"/>
          <p:cNvGrpSpPr/>
          <p:nvPr/>
        </p:nvGrpSpPr>
        <p:grpSpPr>
          <a:xfrm>
            <a:off x="5131638" y="1923276"/>
            <a:ext cx="234360" cy="200055"/>
            <a:chOff x="1152270" y="11706839"/>
            <a:chExt cx="234360" cy="200055"/>
          </a:xfrm>
        </p:grpSpPr>
        <p:sp>
          <p:nvSpPr>
            <p:cNvPr id="201" name="모서리가 둥근 직사각형 2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2" name="직사각형 20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03" name="그룹 202"/>
          <p:cNvGrpSpPr/>
          <p:nvPr/>
        </p:nvGrpSpPr>
        <p:grpSpPr>
          <a:xfrm>
            <a:off x="2683366" y="2364849"/>
            <a:ext cx="234360" cy="200055"/>
            <a:chOff x="1152270" y="11706839"/>
            <a:chExt cx="234360" cy="200055"/>
          </a:xfrm>
        </p:grpSpPr>
        <p:sp>
          <p:nvSpPr>
            <p:cNvPr id="204" name="모서리가 둥근 직사각형 2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5" name="직사각형 2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206" name="직사각형 205"/>
          <p:cNvSpPr/>
          <p:nvPr/>
        </p:nvSpPr>
        <p:spPr>
          <a:xfrm>
            <a:off x="1964256" y="2640304"/>
            <a:ext cx="7517039" cy="5109175"/>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07" name="그룹 206"/>
          <p:cNvGrpSpPr/>
          <p:nvPr/>
        </p:nvGrpSpPr>
        <p:grpSpPr>
          <a:xfrm>
            <a:off x="4919092" y="2526804"/>
            <a:ext cx="234360" cy="200055"/>
            <a:chOff x="1152270" y="11706839"/>
            <a:chExt cx="234360" cy="200055"/>
          </a:xfrm>
        </p:grpSpPr>
        <p:sp>
          <p:nvSpPr>
            <p:cNvPr id="208" name="모서리가 둥근 직사각형 2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9" name="직사각형 20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19" name="그룹 218"/>
          <p:cNvGrpSpPr/>
          <p:nvPr/>
        </p:nvGrpSpPr>
        <p:grpSpPr>
          <a:xfrm>
            <a:off x="5025008" y="7893496"/>
            <a:ext cx="234360" cy="200055"/>
            <a:chOff x="1152270" y="11706839"/>
            <a:chExt cx="234360" cy="200055"/>
          </a:xfrm>
        </p:grpSpPr>
        <p:sp>
          <p:nvSpPr>
            <p:cNvPr id="220" name="모서리가 둥근 직사각형 2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4" name="직사각형 2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aphicFrame>
        <p:nvGraphicFramePr>
          <p:cNvPr id="227" name="Group 175"/>
          <p:cNvGraphicFramePr>
            <a:graphicFrameLocks noGrp="1"/>
          </p:cNvGraphicFramePr>
          <p:nvPr>
            <p:extLst>
              <p:ext uri="{D42A27DB-BD31-4B8C-83A1-F6EECF244321}">
                <p14:modId xmlns:p14="http://schemas.microsoft.com/office/powerpoint/2010/main" val="21519165"/>
              </p:ext>
            </p:extLst>
          </p:nvPr>
        </p:nvGraphicFramePr>
        <p:xfrm>
          <a:off x="9499029" y="1492213"/>
          <a:ext cx="1404156" cy="40923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선택 메뉴 활성화</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선택 메뉴 삭제 및 레이어 삭제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글로벌메뉴 타이틀 영역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Body</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영역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Bottom</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영역</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228" name="TextBox 227"/>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 메뉴 레이아웃</a:t>
            </a:r>
            <a:endParaRPr lang="ko-KR" altLang="en-US" sz="800" spc="-60" dirty="0">
              <a:latin typeface="+mn-ea"/>
              <a:ea typeface="+mn-ea"/>
            </a:endParaRPr>
          </a:p>
        </p:txBody>
      </p:sp>
      <p:sp>
        <p:nvSpPr>
          <p:cNvPr id="239" name="TextBox 238"/>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a:t>
            </a:r>
            <a:endParaRPr lang="ko-KR" altLang="en-US" sz="800" spc="-60" dirty="0">
              <a:latin typeface="+mn-ea"/>
            </a:endParaRPr>
          </a:p>
        </p:txBody>
      </p:sp>
      <p:sp>
        <p:nvSpPr>
          <p:cNvPr id="242" name="직사각형 241"/>
          <p:cNvSpPr/>
          <p:nvPr/>
        </p:nvSpPr>
        <p:spPr>
          <a:xfrm>
            <a:off x="8239029" y="433279"/>
            <a:ext cx="1260000" cy="360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1000" b="1" dirty="0" smtClean="0">
                <a:solidFill>
                  <a:schemeClr val="bg1"/>
                </a:solidFill>
                <a:latin typeface="+mn-ea"/>
              </a:rPr>
              <a:t>기관</a:t>
            </a:r>
            <a:endParaRPr lang="ko-KR" altLang="en-US" sz="1000" b="1" dirty="0">
              <a:solidFill>
                <a:schemeClr val="bg1"/>
              </a:solidFill>
              <a:latin typeface="+mn-ea"/>
            </a:endParaRPr>
          </a:p>
        </p:txBody>
      </p:sp>
      <p:grpSp>
        <p:nvGrpSpPr>
          <p:cNvPr id="190" name="그룹 189"/>
          <p:cNvGrpSpPr/>
          <p:nvPr/>
        </p:nvGrpSpPr>
        <p:grpSpPr>
          <a:xfrm>
            <a:off x="2029247" y="3007057"/>
            <a:ext cx="4597216" cy="215444"/>
            <a:chOff x="2029247" y="3007057"/>
            <a:chExt cx="4597216" cy="215444"/>
          </a:xfrm>
        </p:grpSpPr>
        <p:sp>
          <p:nvSpPr>
            <p:cNvPr id="191"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94" name="직사각형 193"/>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195" name="Rectangle 122"/>
            <p:cNvSpPr>
              <a:spLocks noChangeArrowheads="1"/>
            </p:cNvSpPr>
            <p:nvPr/>
          </p:nvSpPr>
          <p:spPr bwMode="auto">
            <a:xfrm>
              <a:off x="2946301" y="3023451"/>
              <a:ext cx="720000" cy="180000"/>
            </a:xfrm>
            <a:prstGeom prst="rect">
              <a:avLst/>
            </a:prstGeom>
            <a:solidFill>
              <a:schemeClr val="bg1">
                <a:lumMod val="85000"/>
              </a:schemeClr>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96"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97" name="TextBox 196"/>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a:latin typeface="+mn-ea"/>
                <a:ea typeface="+mn-ea"/>
              </a:rPr>
              <a:t>글로벌 메뉴 레이아웃</a:t>
            </a:r>
          </a:p>
        </p:txBody>
      </p:sp>
      <p:graphicFrame>
        <p:nvGraphicFramePr>
          <p:cNvPr id="212" name="Group 37"/>
          <p:cNvGraphicFramePr>
            <a:graphicFrameLocks noGrp="1"/>
          </p:cNvGraphicFramePr>
          <p:nvPr>
            <p:extLst>
              <p:ext uri="{D42A27DB-BD31-4B8C-83A1-F6EECF244321}">
                <p14:modId xmlns:p14="http://schemas.microsoft.com/office/powerpoint/2010/main" val="351733423"/>
              </p:ext>
            </p:extLst>
          </p:nvPr>
        </p:nvGraphicFramePr>
        <p:xfrm>
          <a:off x="1986137" y="4221088"/>
          <a:ext cx="7446787" cy="2644543"/>
        </p:xfrm>
        <a:graphic>
          <a:graphicData uri="http://schemas.openxmlformats.org/drawingml/2006/table">
            <a:tbl>
              <a:tblPr/>
              <a:tblGrid>
                <a:gridCol w="279044">
                  <a:extLst>
                    <a:ext uri="{9D8B030D-6E8A-4147-A177-3AD203B41FA5}">
                      <a16:colId xmlns="" xmlns:a16="http://schemas.microsoft.com/office/drawing/2014/main" val="20000"/>
                    </a:ext>
                  </a:extLst>
                </a:gridCol>
                <a:gridCol w="410549">
                  <a:extLst>
                    <a:ext uri="{9D8B030D-6E8A-4147-A177-3AD203B41FA5}">
                      <a16:colId xmlns="" xmlns:a16="http://schemas.microsoft.com/office/drawing/2014/main" val="20001"/>
                    </a:ext>
                  </a:extLst>
                </a:gridCol>
                <a:gridCol w="533950"/>
                <a:gridCol w="413281"/>
                <a:gridCol w="637228"/>
                <a:gridCol w="486346"/>
                <a:gridCol w="713366"/>
                <a:gridCol w="413282"/>
                <a:gridCol w="514898"/>
                <a:gridCol w="1554601"/>
                <a:gridCol w="980108"/>
                <a:gridCol w="510134"/>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수강과목</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발신일시</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읽음</a:t>
                      </a:r>
                      <a:r>
                        <a:rPr lang="ko-KR" altLang="en-US" sz="800" b="0" i="0" kern="1200" dirty="0" smtClean="0">
                          <a:solidFill>
                            <a:schemeClr val="tx1">
                              <a:lumMod val="75000"/>
                              <a:lumOff val="25000"/>
                            </a:schemeClr>
                          </a:solidFill>
                          <a:effectLst/>
                          <a:latin typeface="+mn-lt"/>
                          <a:ea typeface="+mn-ea"/>
                          <a:cs typeface="+mn-cs"/>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독일어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한국사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한국사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세계사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세계사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하*동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세계사</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경제학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경제학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인문학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서*동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13" name="Track"/>
          <p:cNvSpPr>
            <a:spLocks/>
          </p:cNvSpPr>
          <p:nvPr>
            <p:custDataLst>
              <p:tags r:id="rId1"/>
            </p:custDataLst>
          </p:nvPr>
        </p:nvSpPr>
        <p:spPr bwMode="auto">
          <a:xfrm>
            <a:off x="9383821" y="4464902"/>
            <a:ext cx="43200" cy="23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sp>
        <p:nvSpPr>
          <p:cNvPr id="214" name="직사각형 213"/>
          <p:cNvSpPr/>
          <p:nvPr/>
        </p:nvSpPr>
        <p:spPr>
          <a:xfrm>
            <a:off x="2057491" y="428257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15" name="직사각형 214"/>
          <p:cNvSpPr/>
          <p:nvPr/>
        </p:nvSpPr>
        <p:spPr>
          <a:xfrm>
            <a:off x="2058978" y="451765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16" name="직사각형 215"/>
          <p:cNvSpPr/>
          <p:nvPr/>
        </p:nvSpPr>
        <p:spPr>
          <a:xfrm>
            <a:off x="2058978" y="476758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17" name="직사각형 216"/>
          <p:cNvSpPr/>
          <p:nvPr/>
        </p:nvSpPr>
        <p:spPr>
          <a:xfrm>
            <a:off x="2051549" y="500265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21" name="직사각형 220"/>
          <p:cNvSpPr/>
          <p:nvPr/>
        </p:nvSpPr>
        <p:spPr>
          <a:xfrm>
            <a:off x="2061074" y="523773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22" name="직사각형 221"/>
          <p:cNvSpPr/>
          <p:nvPr/>
        </p:nvSpPr>
        <p:spPr>
          <a:xfrm>
            <a:off x="2058978" y="5487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23" name="직사각형 222"/>
          <p:cNvSpPr/>
          <p:nvPr/>
        </p:nvSpPr>
        <p:spPr>
          <a:xfrm>
            <a:off x="2058978" y="572273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30" name="직사각형 229"/>
          <p:cNvSpPr/>
          <p:nvPr/>
        </p:nvSpPr>
        <p:spPr>
          <a:xfrm>
            <a:off x="2052489" y="5965253"/>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34" name="직사각형 233"/>
          <p:cNvSpPr/>
          <p:nvPr/>
        </p:nvSpPr>
        <p:spPr>
          <a:xfrm>
            <a:off x="2062014" y="6200327"/>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36" name="직사각형 235"/>
          <p:cNvSpPr/>
          <p:nvPr/>
        </p:nvSpPr>
        <p:spPr>
          <a:xfrm>
            <a:off x="2063155" y="645125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37" name="직사각형 236"/>
          <p:cNvSpPr/>
          <p:nvPr/>
        </p:nvSpPr>
        <p:spPr>
          <a:xfrm>
            <a:off x="2063155" y="668632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nvGrpSpPr>
          <p:cNvPr id="186" name="그룹 185"/>
          <p:cNvGrpSpPr/>
          <p:nvPr/>
        </p:nvGrpSpPr>
        <p:grpSpPr>
          <a:xfrm>
            <a:off x="626748" y="2104281"/>
            <a:ext cx="1245456" cy="4536504"/>
            <a:chOff x="626748" y="2104281"/>
            <a:chExt cx="1245456" cy="4536504"/>
          </a:xfrm>
        </p:grpSpPr>
        <p:grpSp>
          <p:nvGrpSpPr>
            <p:cNvPr id="187" name="그룹 186"/>
            <p:cNvGrpSpPr/>
            <p:nvPr/>
          </p:nvGrpSpPr>
          <p:grpSpPr>
            <a:xfrm>
              <a:off x="629955" y="3042501"/>
              <a:ext cx="1188000" cy="180000"/>
              <a:chOff x="666427" y="3266516"/>
              <a:chExt cx="1188000" cy="180000"/>
            </a:xfrm>
          </p:grpSpPr>
          <p:sp>
            <p:nvSpPr>
              <p:cNvPr id="292" name="모서리가 둥근 직사각형 29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9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26748" y="2104281"/>
              <a:ext cx="1245456" cy="442923"/>
              <a:chOff x="468506" y="2320305"/>
              <a:chExt cx="1245456" cy="442923"/>
            </a:xfrm>
          </p:grpSpPr>
          <p:sp>
            <p:nvSpPr>
              <p:cNvPr id="289" name="직사각형 288"/>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9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1" name="TextBox 290"/>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89" name="그룹 188"/>
            <p:cNvGrpSpPr/>
            <p:nvPr/>
          </p:nvGrpSpPr>
          <p:grpSpPr>
            <a:xfrm>
              <a:off x="632520" y="2752353"/>
              <a:ext cx="1188000" cy="180000"/>
              <a:chOff x="666427" y="3266516"/>
              <a:chExt cx="1188000" cy="180000"/>
            </a:xfrm>
          </p:grpSpPr>
          <p:sp>
            <p:nvSpPr>
              <p:cNvPr id="287" name="모서리가 둥근 직사각형 28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88"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29956" y="3318264"/>
              <a:ext cx="1188000" cy="668891"/>
              <a:chOff x="629956" y="3318264"/>
              <a:chExt cx="1188000" cy="668891"/>
            </a:xfrm>
          </p:grpSpPr>
          <p:grpSp>
            <p:nvGrpSpPr>
              <p:cNvPr id="279" name="그룹 278"/>
              <p:cNvGrpSpPr/>
              <p:nvPr/>
            </p:nvGrpSpPr>
            <p:grpSpPr>
              <a:xfrm>
                <a:off x="629956" y="3318264"/>
                <a:ext cx="1188000" cy="180000"/>
                <a:chOff x="666428" y="3785432"/>
                <a:chExt cx="1188000" cy="180000"/>
              </a:xfrm>
            </p:grpSpPr>
            <p:sp>
              <p:nvSpPr>
                <p:cNvPr id="283" name="모서리가 둥근 직사각형 282"/>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28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0" name="직사각형 279"/>
              <p:cNvSpPr/>
              <p:nvPr/>
            </p:nvSpPr>
            <p:spPr>
              <a:xfrm>
                <a:off x="632520" y="3507789"/>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281" name="직사각형 280"/>
              <p:cNvSpPr/>
              <p:nvPr/>
            </p:nvSpPr>
            <p:spPr>
              <a:xfrm>
                <a:off x="632520" y="366971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282" name="직사각형 281"/>
              <p:cNvSpPr/>
              <p:nvPr/>
            </p:nvSpPr>
            <p:spPr>
              <a:xfrm>
                <a:off x="632520" y="3825155"/>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238" name="그룹 237"/>
            <p:cNvGrpSpPr/>
            <p:nvPr/>
          </p:nvGrpSpPr>
          <p:grpSpPr>
            <a:xfrm>
              <a:off x="635889" y="4127954"/>
              <a:ext cx="1188000" cy="180000"/>
              <a:chOff x="666428" y="4310612"/>
              <a:chExt cx="1188000" cy="180000"/>
            </a:xfrm>
          </p:grpSpPr>
          <p:sp>
            <p:nvSpPr>
              <p:cNvPr id="277" name="모서리가 둥근 직사각형 27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5889" y="4682892"/>
              <a:ext cx="1188000" cy="180000"/>
              <a:chOff x="666428" y="4570824"/>
              <a:chExt cx="1188000" cy="180000"/>
            </a:xfrm>
          </p:grpSpPr>
          <p:sp>
            <p:nvSpPr>
              <p:cNvPr id="275" name="모서리가 둥근 직사각형 27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5889" y="6144987"/>
              <a:ext cx="1188000" cy="180000"/>
              <a:chOff x="666428" y="5096004"/>
              <a:chExt cx="1188000" cy="180000"/>
            </a:xfrm>
          </p:grpSpPr>
          <p:sp>
            <p:nvSpPr>
              <p:cNvPr id="273" name="모서리가 둥근 직사각형 272"/>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4"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37083" y="4963937"/>
              <a:ext cx="1188000" cy="180000"/>
              <a:chOff x="666428" y="4570824"/>
              <a:chExt cx="1188000" cy="180000"/>
            </a:xfrm>
          </p:grpSpPr>
          <p:sp>
            <p:nvSpPr>
              <p:cNvPr id="265" name="모서리가 둥근 직사각형 26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6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5889" y="5251507"/>
              <a:ext cx="1188000" cy="180000"/>
              <a:chOff x="666428" y="4310612"/>
              <a:chExt cx="1188000" cy="180000"/>
            </a:xfrm>
          </p:grpSpPr>
          <p:sp>
            <p:nvSpPr>
              <p:cNvPr id="260" name="모서리가 둥근 직사각형 25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6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8453" y="5551180"/>
              <a:ext cx="1188000" cy="180000"/>
              <a:chOff x="666428" y="4310612"/>
              <a:chExt cx="1188000" cy="180000"/>
            </a:xfrm>
          </p:grpSpPr>
          <p:sp>
            <p:nvSpPr>
              <p:cNvPr id="258" name="모서리가 둥근 직사각형 2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8453" y="5833879"/>
              <a:ext cx="1188000" cy="180000"/>
              <a:chOff x="666428" y="4310612"/>
              <a:chExt cx="1188000" cy="180000"/>
            </a:xfrm>
          </p:grpSpPr>
          <p:sp>
            <p:nvSpPr>
              <p:cNvPr id="256" name="모서리가 둥근 직사각형 25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38453" y="6460785"/>
              <a:ext cx="1188000" cy="180000"/>
              <a:chOff x="666428" y="4570824"/>
              <a:chExt cx="1188000" cy="180000"/>
            </a:xfrm>
          </p:grpSpPr>
          <p:sp>
            <p:nvSpPr>
              <p:cNvPr id="254" name="모서리가 둥근 직사각형 25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55"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4391603"/>
              <a:ext cx="1188000" cy="180000"/>
              <a:chOff x="666428" y="4310612"/>
              <a:chExt cx="1188000" cy="180000"/>
            </a:xfrm>
          </p:grpSpPr>
          <p:sp>
            <p:nvSpPr>
              <p:cNvPr id="252" name="모서리가 둥근 직사각형 25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5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10" name="그룹 209"/>
          <p:cNvGrpSpPr/>
          <p:nvPr/>
        </p:nvGrpSpPr>
        <p:grpSpPr>
          <a:xfrm>
            <a:off x="1583092" y="3300953"/>
            <a:ext cx="234360" cy="200055"/>
            <a:chOff x="1152270" y="11706839"/>
            <a:chExt cx="234360" cy="200055"/>
          </a:xfrm>
        </p:grpSpPr>
        <p:sp>
          <p:nvSpPr>
            <p:cNvPr id="211" name="모서리가 둥근 직사각형 21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5" name="그룹 224"/>
          <p:cNvGrpSpPr/>
          <p:nvPr/>
        </p:nvGrpSpPr>
        <p:grpSpPr>
          <a:xfrm>
            <a:off x="507554" y="1602349"/>
            <a:ext cx="3075218" cy="252000"/>
            <a:chOff x="507554" y="1537742"/>
            <a:chExt cx="3075218" cy="252000"/>
          </a:xfrm>
        </p:grpSpPr>
        <p:pic>
          <p:nvPicPr>
            <p:cNvPr id="226"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9" name="그룹 248"/>
            <p:cNvGrpSpPr/>
            <p:nvPr/>
          </p:nvGrpSpPr>
          <p:grpSpPr>
            <a:xfrm>
              <a:off x="2288704" y="1581175"/>
              <a:ext cx="1294068" cy="166725"/>
              <a:chOff x="2288704" y="1581175"/>
              <a:chExt cx="1294068" cy="166725"/>
            </a:xfrm>
          </p:grpSpPr>
          <p:sp>
            <p:nvSpPr>
              <p:cNvPr id="251" name="직사각형 25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1" name="직사각형 260"/>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62" name="그룹 261"/>
          <p:cNvGrpSpPr/>
          <p:nvPr/>
        </p:nvGrpSpPr>
        <p:grpSpPr>
          <a:xfrm>
            <a:off x="634148" y="6726550"/>
            <a:ext cx="1188000" cy="180000"/>
            <a:chOff x="666428" y="3785432"/>
            <a:chExt cx="1188000" cy="180000"/>
          </a:xfrm>
        </p:grpSpPr>
        <p:sp>
          <p:nvSpPr>
            <p:cNvPr id="263" name="모서리가 둥근 직사각형 26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68"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0" name="그룹 269"/>
          <p:cNvGrpSpPr/>
          <p:nvPr/>
        </p:nvGrpSpPr>
        <p:grpSpPr>
          <a:xfrm>
            <a:off x="620431" y="6969033"/>
            <a:ext cx="1188000" cy="180000"/>
            <a:chOff x="666428" y="5881828"/>
            <a:chExt cx="1188000" cy="180000"/>
          </a:xfrm>
        </p:grpSpPr>
        <p:sp>
          <p:nvSpPr>
            <p:cNvPr id="271" name="모서리가 둥근 직사각형 270"/>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72"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952349339"/>
      </p:ext>
    </p:extLst>
  </p:cSld>
  <p:clrMapOvr>
    <a:masterClrMapping/>
  </p:clrMapOvr>
  <p:transition>
    <p:wipe dir="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78607715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 name="TextBox 614"/>
          <p:cNvSpPr txBox="1"/>
          <p:nvPr/>
        </p:nvSpPr>
        <p:spPr>
          <a:xfrm>
            <a:off x="1981622" y="2007890"/>
            <a:ext cx="2360394" cy="215444"/>
          </a:xfrm>
          <a:prstGeom prst="rect">
            <a:avLst/>
          </a:prstGeom>
          <a:noFill/>
        </p:spPr>
        <p:txBody>
          <a:bodyPr wrap="square" rtlCol="0">
            <a:spAutoFit/>
          </a:bodyPr>
          <a:lstStyle/>
          <a:p>
            <a:r>
              <a:rPr lang="ko-KR" altLang="en-US" sz="800" b="1" dirty="0" smtClean="0">
                <a:solidFill>
                  <a:schemeClr val="bg1"/>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TODAY</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nvGrpSpPr>
          <p:cNvPr id="310" name="그룹 309"/>
          <p:cNvGrpSpPr/>
          <p:nvPr/>
        </p:nvGrpSpPr>
        <p:grpSpPr>
          <a:xfrm>
            <a:off x="406970" y="6380361"/>
            <a:ext cx="9082533" cy="5041528"/>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643" name="직사각형 642"/>
          <p:cNvSpPr/>
          <p:nvPr/>
        </p:nvSpPr>
        <p:spPr>
          <a:xfrm>
            <a:off x="4498811" y="5000503"/>
            <a:ext cx="4881600" cy="5077616"/>
          </a:xfrm>
          <a:prstGeom prst="rect">
            <a:avLst/>
          </a:prstGeom>
          <a:solidFill>
            <a:srgbClr val="C7D5B3"/>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71" name="TextBox 670"/>
          <p:cNvSpPr txBox="1"/>
          <p:nvPr/>
        </p:nvSpPr>
        <p:spPr>
          <a:xfrm>
            <a:off x="5135116" y="5059432"/>
            <a:ext cx="2019335" cy="215444"/>
          </a:xfrm>
          <a:prstGeom prst="rect">
            <a:avLst/>
          </a:prstGeom>
          <a:noFill/>
        </p:spPr>
        <p:txBody>
          <a:bodyPr wrap="square" lIns="72000" rtlCol="0">
            <a:spAutoFit/>
          </a:bodyPr>
          <a:lstStyle/>
          <a:p>
            <a:r>
              <a:rPr lang="ko-KR" altLang="en-US" sz="800" b="1" dirty="0" smtClean="0">
                <a:solidFill>
                  <a:srgbClr val="0070C0"/>
                </a:solidFill>
                <a:latin typeface="맑은 고딕" panose="020B0503020000020004" pitchFamily="50" charset="-127"/>
                <a:ea typeface="맑은 고딕" panose="020B0503020000020004" pitchFamily="50" charset="-127"/>
              </a:rPr>
              <a:t>   </a:t>
            </a:r>
            <a:r>
              <a:rPr lang="ko-KR" altLang="en-US" sz="700" b="1" dirty="0" smtClean="0">
                <a:solidFill>
                  <a:srgbClr val="0070C0"/>
                </a:solidFill>
                <a:latin typeface="맑은 고딕" panose="020B0503020000020004" pitchFamily="50" charset="-127"/>
                <a:ea typeface="맑은 고딕" panose="020B0503020000020004" pitchFamily="50" charset="-127"/>
              </a:rPr>
              <a:t>전체    </a:t>
            </a:r>
            <a:r>
              <a:rPr lang="ko-KR" altLang="en-US" sz="700" b="1" dirty="0" smtClean="0">
                <a:solidFill>
                  <a:schemeClr val="tx1">
                    <a:lumMod val="75000"/>
                    <a:lumOff val="25000"/>
                  </a:schemeClr>
                </a:solidFill>
                <a:latin typeface="맑은 고딕" panose="020B0503020000020004" pitchFamily="50" charset="-127"/>
                <a:ea typeface="맑은 고딕" panose="020B0503020000020004" pitchFamily="50" charset="-127"/>
              </a:rPr>
              <a:t>대학원    학위과정    평생교육        </a:t>
            </a:r>
            <a:endParaRPr lang="ko-KR" altLang="en-US" sz="7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7815140" y="5054404"/>
            <a:ext cx="1512250" cy="183324"/>
            <a:chOff x="6450430" y="5007836"/>
            <a:chExt cx="1512250" cy="183324"/>
          </a:xfrm>
        </p:grpSpPr>
        <p:sp>
          <p:nvSpPr>
            <p:cNvPr id="674" name="직사각형 673"/>
            <p:cNvSpPr/>
            <p:nvPr/>
          </p:nvSpPr>
          <p:spPr>
            <a:xfrm>
              <a:off x="6450430" y="5017323"/>
              <a:ext cx="1080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75" name="그룹 674"/>
            <p:cNvGrpSpPr/>
            <p:nvPr/>
          </p:nvGrpSpPr>
          <p:grpSpPr>
            <a:xfrm>
              <a:off x="7600510" y="5007836"/>
              <a:ext cx="362170" cy="183324"/>
              <a:chOff x="7562410" y="5007836"/>
              <a:chExt cx="362170" cy="183324"/>
            </a:xfrm>
          </p:grpSpPr>
          <p:pic>
            <p:nvPicPr>
              <p:cNvPr id="67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62410" y="5007836"/>
                <a:ext cx="17145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77" name="Picture 3"/>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66180" y="5010185"/>
                <a:ext cx="158400" cy="180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026976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810832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2" name="그룹 1"/>
          <p:cNvGrpSpPr/>
          <p:nvPr/>
        </p:nvGrpSpPr>
        <p:grpSpPr>
          <a:xfrm>
            <a:off x="4460711" y="3477873"/>
            <a:ext cx="2451592" cy="1447394"/>
            <a:chOff x="4458469" y="1960265"/>
            <a:chExt cx="2451592" cy="1447394"/>
          </a:xfrm>
        </p:grpSpPr>
        <p:grpSp>
          <p:nvGrpSpPr>
            <p:cNvPr id="6" name="그룹 5"/>
            <p:cNvGrpSpPr/>
            <p:nvPr/>
          </p:nvGrpSpPr>
          <p:grpSpPr>
            <a:xfrm>
              <a:off x="4458469" y="1960265"/>
              <a:ext cx="2451592" cy="1447394"/>
              <a:chOff x="4458469" y="4024114"/>
              <a:chExt cx="2451592" cy="1447394"/>
            </a:xfrm>
          </p:grpSpPr>
          <p:grpSp>
            <p:nvGrpSpPr>
              <p:cNvPr id="218" name="그룹 217"/>
              <p:cNvGrpSpPr/>
              <p:nvPr/>
            </p:nvGrpSpPr>
            <p:grpSpPr>
              <a:xfrm>
                <a:off x="4458469" y="4024114"/>
                <a:ext cx="2451592" cy="1447394"/>
                <a:chOff x="6925810" y="3897247"/>
                <a:chExt cx="2451592" cy="1447394"/>
              </a:xfrm>
            </p:grpSpPr>
            <p:sp>
              <p:nvSpPr>
                <p:cNvPr id="219" name="직사각형 218"/>
                <p:cNvSpPr/>
                <p:nvPr/>
              </p:nvSpPr>
              <p:spPr>
                <a:xfrm>
                  <a:off x="6965402" y="3897247"/>
                  <a:ext cx="24120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932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일본어 기초 </a:t>
                    </a:r>
                    <a:r>
                      <a:rPr lang="en-US" altLang="ko-KR" sz="700" dirty="0" smtClean="0">
                        <a:solidFill>
                          <a:srgbClr val="0070C0"/>
                        </a:solidFill>
                        <a:latin typeface="+mn-ea"/>
                        <a:ea typeface="+mn-ea"/>
                      </a:rPr>
                      <a:t>2</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컴퓨터 입문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75955"/>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384"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64385" y="203723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grpSp>
        <p:nvGrpSpPr>
          <p:cNvPr id="42" name="그룹 41"/>
          <p:cNvGrpSpPr/>
          <p:nvPr/>
        </p:nvGrpSpPr>
        <p:grpSpPr>
          <a:xfrm>
            <a:off x="4450728" y="1930494"/>
            <a:ext cx="2451592" cy="1473976"/>
            <a:chOff x="1987827" y="6475326"/>
            <a:chExt cx="2451592" cy="1473976"/>
          </a:xfrm>
        </p:grpSpPr>
        <p:grpSp>
          <p:nvGrpSpPr>
            <p:cNvPr id="33" name="그룹 32"/>
            <p:cNvGrpSpPr/>
            <p:nvPr/>
          </p:nvGrpSpPr>
          <p:grpSpPr>
            <a:xfrm>
              <a:off x="1987827" y="6475326"/>
              <a:ext cx="2451592" cy="1473976"/>
              <a:chOff x="4445624" y="2480978"/>
              <a:chExt cx="2451592" cy="1473976"/>
            </a:xfrm>
          </p:grpSpPr>
          <p:sp>
            <p:nvSpPr>
              <p:cNvPr id="471" name="직사각형 470"/>
              <p:cNvSpPr/>
              <p:nvPr/>
            </p:nvSpPr>
            <p:spPr>
              <a:xfrm>
                <a:off x="4485216" y="2507754"/>
                <a:ext cx="2412000" cy="1447200"/>
              </a:xfrm>
              <a:prstGeom prst="rect">
                <a:avLst/>
              </a:prstGeom>
              <a:solidFill>
                <a:srgbClr val="F4C40E"/>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72" name="TextBox 471"/>
              <p:cNvSpPr txBox="1"/>
              <p:nvPr/>
            </p:nvSpPr>
            <p:spPr>
              <a:xfrm>
                <a:off x="4445624" y="2577456"/>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이달의 학</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사</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일정</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0" name="직사각형 469"/>
              <p:cNvSpPr/>
              <p:nvPr/>
            </p:nvSpPr>
            <p:spPr>
              <a:xfrm>
                <a:off x="4556984" y="2811180"/>
                <a:ext cx="2286000" cy="1080000"/>
              </a:xfrm>
              <a:prstGeom prst="rect">
                <a:avLst/>
              </a:prstGeom>
              <a:solidFill>
                <a:srgbClr val="F5D167"/>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74" name="TextBox 473"/>
              <p:cNvSpPr txBox="1"/>
              <p:nvPr/>
            </p:nvSpPr>
            <p:spPr>
              <a:xfrm>
                <a:off x="4529364" y="2871986"/>
                <a:ext cx="2160000" cy="338554"/>
              </a:xfrm>
              <a:prstGeom prst="rect">
                <a:avLst/>
              </a:prstGeom>
              <a:noFill/>
            </p:spPr>
            <p:txBody>
              <a:bodyPr wrap="square" rtlCol="0">
                <a:spAutoFit/>
              </a:bodyPr>
              <a:lstStyle/>
              <a:p>
                <a:r>
                  <a:rPr lang="en-US" altLang="ko-KR" sz="700" b="1" dirty="0" smtClean="0">
                    <a:solidFill>
                      <a:srgbClr val="0070C0"/>
                    </a:solidFill>
                    <a:latin typeface="+mn-ea"/>
                    <a:ea typeface="+mn-ea"/>
                  </a:rPr>
                  <a:t>03.16~04.02</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중간고사 시험문제등록</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출제</a:t>
                </a:r>
                <a:endParaRPr lang="en-US" altLang="ko-KR" sz="800" dirty="0" smtClean="0">
                  <a:solidFill>
                    <a:schemeClr val="tx1">
                      <a:lumMod val="75000"/>
                      <a:lumOff val="25000"/>
                    </a:schemeClr>
                  </a:solidFill>
                  <a:latin typeface="+mn-ea"/>
                  <a:ea typeface="+mn-ea"/>
                </a:endParaRPr>
              </a:p>
              <a:p>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en-US" altLang="ko-KR" sz="700" dirty="0" smtClean="0">
                    <a:solidFill>
                      <a:schemeClr val="tx1">
                        <a:lumMod val="50000"/>
                        <a:lumOff val="50000"/>
                      </a:schemeClr>
                    </a:solidFill>
                    <a:latin typeface="+mn-ea"/>
                    <a:ea typeface="+mn-ea"/>
                  </a:rPr>
                  <a:t>[</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tx1">
                      <a:lumMod val="50000"/>
                      <a:lumOff val="50000"/>
                    </a:schemeClr>
                  </a:solidFill>
                  <a:latin typeface="+mn-ea"/>
                  <a:ea typeface="+mn-ea"/>
                </a:endParaRPr>
              </a:p>
            </p:txBody>
          </p:sp>
          <p:grpSp>
            <p:nvGrpSpPr>
              <p:cNvPr id="475" name="그룹 474"/>
              <p:cNvGrpSpPr/>
              <p:nvPr/>
            </p:nvGrpSpPr>
            <p:grpSpPr>
              <a:xfrm>
                <a:off x="6750930" y="2926539"/>
                <a:ext cx="22192" cy="837525"/>
                <a:chOff x="2777986" y="4005064"/>
                <a:chExt cx="22192" cy="837525"/>
              </a:xfrm>
            </p:grpSpPr>
            <p:sp>
              <p:nvSpPr>
                <p:cNvPr id="488" name="직사각형 487"/>
                <p:cNvSpPr/>
                <p:nvPr/>
              </p:nvSpPr>
              <p:spPr bwMode="auto">
                <a:xfrm>
                  <a:off x="2777986" y="4014589"/>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89" name="직사각형 488"/>
                <p:cNvSpPr/>
                <p:nvPr/>
              </p:nvSpPr>
              <p:spPr bwMode="auto">
                <a:xfrm>
                  <a:off x="2782178" y="4005064"/>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84" name="TextBox 483"/>
              <p:cNvSpPr txBox="1"/>
              <p:nvPr/>
            </p:nvSpPr>
            <p:spPr>
              <a:xfrm>
                <a:off x="4529364" y="320969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04.05~06.12</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승인</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sp>
            <p:nvSpPr>
              <p:cNvPr id="485" name="TextBox 484"/>
              <p:cNvSpPr txBox="1"/>
              <p:nvPr/>
            </p:nvSpPr>
            <p:spPr>
              <a:xfrm>
                <a:off x="4529364" y="3529583"/>
                <a:ext cx="2160000" cy="323165"/>
              </a:xfrm>
              <a:prstGeom prst="rect">
                <a:avLst/>
              </a:prstGeom>
              <a:noFill/>
            </p:spPr>
            <p:txBody>
              <a:bodyPr wrap="square" rtlCol="0">
                <a:spAutoFit/>
              </a:bodyPr>
              <a:lstStyle/>
              <a:p>
                <a:r>
                  <a:rPr lang="en-US" altLang="ko-KR" sz="700" b="1" dirty="0" smtClean="0">
                    <a:solidFill>
                      <a:srgbClr val="0070C0"/>
                    </a:solidFill>
                    <a:latin typeface="+mn-ea"/>
                    <a:ea typeface="+mn-ea"/>
                  </a:rPr>
                  <a:t>04.08~04.11</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학기 중간고사</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50000"/>
                        <a:lumOff val="50000"/>
                      </a:schemeClr>
                    </a:solidFill>
                    <a:latin typeface="+mn-ea"/>
                    <a:ea typeface="+mn-ea"/>
                  </a:rPr>
                  <a:t>                  [</a:t>
                </a:r>
                <a:r>
                  <a:rPr lang="ko-KR" altLang="en-US" sz="700" dirty="0">
                    <a:solidFill>
                      <a:schemeClr val="tx1">
                        <a:lumMod val="50000"/>
                        <a:lumOff val="50000"/>
                      </a:schemeClr>
                    </a:solidFill>
                    <a:latin typeface="+mn-ea"/>
                    <a:ea typeface="+mn-ea"/>
                  </a:rPr>
                  <a:t>대학원</a:t>
                </a:r>
                <a:r>
                  <a:rPr lang="en-US" altLang="ko-KR" sz="700" dirty="0">
                    <a:solidFill>
                      <a:schemeClr val="tx1">
                        <a:lumMod val="50000"/>
                        <a:lumOff val="50000"/>
                      </a:schemeClr>
                    </a:solidFill>
                    <a:latin typeface="+mn-ea"/>
                    <a:ea typeface="+mn-ea"/>
                  </a:rPr>
                  <a:t>] </a:t>
                </a:r>
                <a:r>
                  <a:rPr lang="ko-KR" altLang="en-US" sz="700" dirty="0" smtClean="0">
                    <a:solidFill>
                      <a:schemeClr val="tx1">
                        <a:lumMod val="50000"/>
                        <a:lumOff val="50000"/>
                      </a:schemeClr>
                    </a:solidFill>
                    <a:latin typeface="+mn-ea"/>
                    <a:ea typeface="+mn-ea"/>
                  </a:rPr>
                  <a:t>사진과 여행 </a:t>
                </a:r>
                <a:r>
                  <a:rPr lang="en-US" altLang="ko-KR" sz="700" dirty="0">
                    <a:solidFill>
                      <a:schemeClr val="tx1">
                        <a:lumMod val="50000"/>
                        <a:lumOff val="50000"/>
                      </a:schemeClr>
                    </a:solidFill>
                    <a:latin typeface="+mn-ea"/>
                    <a:ea typeface="+mn-ea"/>
                  </a:rPr>
                  <a:t>1</a:t>
                </a:r>
                <a:r>
                  <a:rPr lang="ko-KR" altLang="en-US" sz="700" dirty="0">
                    <a:solidFill>
                      <a:schemeClr val="tx1">
                        <a:lumMod val="50000"/>
                        <a:lumOff val="50000"/>
                      </a:schemeClr>
                    </a:solidFill>
                    <a:latin typeface="+mn-ea"/>
                    <a:ea typeface="+mn-ea"/>
                  </a:rPr>
                  <a:t>반</a:t>
                </a:r>
                <a:endParaRPr lang="en-US" altLang="ko-KR" sz="700" dirty="0" smtClean="0">
                  <a:solidFill>
                    <a:schemeClr val="bg1">
                      <a:lumMod val="50000"/>
                    </a:schemeClr>
                  </a:solidFill>
                  <a:latin typeface="+mn-ea"/>
                  <a:ea typeface="+mn-ea"/>
                </a:endParaRPr>
              </a:p>
            </p:txBody>
          </p:sp>
          <p:grpSp>
            <p:nvGrpSpPr>
              <p:cNvPr id="4" name="그룹 3"/>
              <p:cNvGrpSpPr/>
              <p:nvPr/>
            </p:nvGrpSpPr>
            <p:grpSpPr>
              <a:xfrm>
                <a:off x="6297543" y="2480978"/>
                <a:ext cx="431274" cy="434071"/>
                <a:chOff x="6278493" y="2461928"/>
                <a:chExt cx="431274" cy="434071"/>
              </a:xfrm>
            </p:grpSpPr>
            <p:sp>
              <p:nvSpPr>
                <p:cNvPr id="551" name="Rectangle 1"/>
                <p:cNvSpPr>
                  <a:spLocks noChangeArrowheads="1"/>
                </p:cNvSpPr>
                <p:nvPr/>
              </p:nvSpPr>
              <p:spPr bwMode="auto">
                <a:xfrm>
                  <a:off x="6278493" y="2461928"/>
                  <a:ext cx="303168" cy="434071"/>
                </a:xfrm>
                <a:prstGeom prst="rect">
                  <a:avLst/>
                </a:prstGeom>
                <a:noFill/>
                <a:ln>
                  <a:noFill/>
                </a:ln>
                <a:effectLst/>
                <a:extLst/>
              </p:spPr>
              <p:txBody>
                <a:bodyPr vert="horz" wrap="square" lIns="0" tIns="23805" rIns="0" bIns="47610" numCol="1" anchor="b" anchorCtr="0" compatLnSpc="1">
                  <a:prstTxWarp prst="textNoShape">
                    <a:avLst/>
                  </a:prstTxWarp>
                  <a:spAutoFit/>
                </a:bodyPr>
                <a:lstStyle/>
                <a:p>
                  <a:pPr algn="ctr" defTabSz="685800" eaLnBrk="0" latinLnBrk="0" hangingPunct="0">
                    <a:lnSpc>
                      <a:spcPct val="150000"/>
                    </a:lnSpc>
                  </a:pPr>
                  <a:r>
                    <a:rPr lang="en-US" altLang="ko-KR" b="1" dirty="0" smtClean="0">
                      <a:solidFill>
                        <a:srgbClr val="0070C0"/>
                      </a:solidFill>
                      <a:latin typeface="맑은 고딕" panose="020B0503020000020004" pitchFamily="50" charset="-127"/>
                      <a:ea typeface="맑은 고딕" panose="020B0503020000020004" pitchFamily="50" charset="-127"/>
                    </a:rPr>
                    <a:t>4</a:t>
                  </a:r>
                  <a:endPar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 name="직사각형 2"/>
                <p:cNvSpPr/>
                <p:nvPr/>
              </p:nvSpPr>
              <p:spPr>
                <a:xfrm>
                  <a:off x="6422509" y="2567668"/>
                  <a:ext cx="287258" cy="215444"/>
                </a:xfrm>
                <a:prstGeom prst="rect">
                  <a:avLst/>
                </a:prstGeom>
              </p:spPr>
              <p:txBody>
                <a:bodyPr wrap="none">
                  <a:spAutoFit/>
                </a:bodyPr>
                <a:lstStyle/>
                <a:p>
                  <a:r>
                    <a:rPr lang="ko-KR" altLang="en-US" sz="800" dirty="0">
                      <a:solidFill>
                        <a:srgbClr val="0070C0"/>
                      </a:solidFill>
                      <a:latin typeface="맑은 고딕" panose="020B0503020000020004" pitchFamily="50" charset="-127"/>
                      <a:ea typeface="맑은 고딕" panose="020B0503020000020004" pitchFamily="50" charset="-127"/>
                    </a:rPr>
                    <a:t>월</a:t>
                  </a:r>
                  <a:endParaRPr lang="ko-KR" altLang="en-US" sz="800" dirty="0">
                    <a:solidFill>
                      <a:srgbClr val="0070C0"/>
                    </a:solidFill>
                  </a:endParaRPr>
                </a:p>
              </p:txBody>
            </p:sp>
          </p:grpSp>
        </p:grpSp>
        <p:pic>
          <p:nvPicPr>
            <p:cNvPr id="43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6604793"/>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 name="그룹 44"/>
          <p:cNvGrpSpPr/>
          <p:nvPr/>
        </p:nvGrpSpPr>
        <p:grpSpPr>
          <a:xfrm>
            <a:off x="1991147" y="3472433"/>
            <a:ext cx="2451071" cy="1454400"/>
            <a:chOff x="1991147" y="3481958"/>
            <a:chExt cx="2451071" cy="1454400"/>
          </a:xfrm>
        </p:grpSpPr>
        <p:grpSp>
          <p:nvGrpSpPr>
            <p:cNvPr id="44" name="그룹 43"/>
            <p:cNvGrpSpPr/>
            <p:nvPr/>
          </p:nvGrpSpPr>
          <p:grpSpPr>
            <a:xfrm>
              <a:off x="1991147" y="3481958"/>
              <a:ext cx="2451071" cy="1454400"/>
              <a:chOff x="1991147" y="3481958"/>
              <a:chExt cx="2451071" cy="1454400"/>
            </a:xfrm>
          </p:grpSpPr>
          <p:grpSp>
            <p:nvGrpSpPr>
              <p:cNvPr id="43" name="그룹 42"/>
              <p:cNvGrpSpPr/>
              <p:nvPr/>
            </p:nvGrpSpPr>
            <p:grpSpPr>
              <a:xfrm>
                <a:off x="1991147" y="3481958"/>
                <a:ext cx="2451071" cy="1454400"/>
                <a:chOff x="1991147" y="3481958"/>
                <a:chExt cx="2451071" cy="1454400"/>
              </a:xfrm>
            </p:grpSpPr>
            <p:grpSp>
              <p:nvGrpSpPr>
                <p:cNvPr id="40" name="그룹 39"/>
                <p:cNvGrpSpPr/>
                <p:nvPr/>
              </p:nvGrpSpPr>
              <p:grpSpPr>
                <a:xfrm>
                  <a:off x="1991147" y="3481958"/>
                  <a:ext cx="2440575" cy="1454400"/>
                  <a:chOff x="1991147" y="3481958"/>
                  <a:chExt cx="2440575" cy="1454400"/>
                </a:xfrm>
              </p:grpSpPr>
              <p:grpSp>
                <p:nvGrpSpPr>
                  <p:cNvPr id="30" name="그룹 29"/>
                  <p:cNvGrpSpPr/>
                  <p:nvPr/>
                </p:nvGrpSpPr>
                <p:grpSpPr>
                  <a:xfrm>
                    <a:off x="1991147" y="3481958"/>
                    <a:ext cx="2440575" cy="1454400"/>
                    <a:chOff x="1981622" y="4437113"/>
                    <a:chExt cx="2440575" cy="1454400"/>
                  </a:xfrm>
                </p:grpSpPr>
                <p:sp>
                  <p:nvSpPr>
                    <p:cNvPr id="301" name="직사각형 300"/>
                    <p:cNvSpPr/>
                    <p:nvPr/>
                  </p:nvSpPr>
                  <p:spPr bwMode="auto">
                    <a:xfrm>
                      <a:off x="2010197" y="4437113"/>
                      <a:ext cx="2412000" cy="1454400"/>
                    </a:xfrm>
                    <a:prstGeom prst="rect">
                      <a:avLst/>
                    </a:prstGeom>
                    <a:solidFill>
                      <a:srgbClr val="ED823F"/>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02" name="TextBox 301"/>
                    <p:cNvSpPr txBox="1"/>
                    <p:nvPr/>
                  </p:nvSpPr>
                  <p:spPr>
                    <a:xfrm>
                      <a:off x="1981622" y="4494262"/>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알림</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23" name="직사각형 322"/>
                    <p:cNvSpPr/>
                    <p:nvPr/>
                  </p:nvSpPr>
                  <p:spPr>
                    <a:xfrm>
                      <a:off x="2071886" y="4744194"/>
                      <a:ext cx="2286000" cy="1080000"/>
                    </a:xfrm>
                    <a:prstGeom prst="rect">
                      <a:avLst/>
                    </a:prstGeom>
                    <a:solidFill>
                      <a:srgbClr val="F6B48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grpSp>
                  <p:nvGrpSpPr>
                    <p:cNvPr id="21" name="그룹 20"/>
                    <p:cNvGrpSpPr/>
                    <p:nvPr/>
                  </p:nvGrpSpPr>
                  <p:grpSpPr>
                    <a:xfrm>
                      <a:off x="2148880" y="4783073"/>
                      <a:ext cx="2174048" cy="925803"/>
                      <a:chOff x="2082205" y="6797293"/>
                      <a:chExt cx="2174048" cy="925803"/>
                    </a:xfrm>
                  </p:grpSpPr>
                  <p:grpSp>
                    <p:nvGrpSpPr>
                      <p:cNvPr id="304" name="그룹 303"/>
                      <p:cNvGrpSpPr/>
                      <p:nvPr/>
                    </p:nvGrpSpPr>
                    <p:grpSpPr>
                      <a:xfrm>
                        <a:off x="4238253" y="6801722"/>
                        <a:ext cx="18000" cy="921374"/>
                        <a:chOff x="2815059" y="5208272"/>
                        <a:chExt cx="18000" cy="882983"/>
                      </a:xfrm>
                    </p:grpSpPr>
                    <p:sp>
                      <p:nvSpPr>
                        <p:cNvPr id="320" name="직사각형 319"/>
                        <p:cNvSpPr/>
                        <p:nvPr/>
                      </p:nvSpPr>
                      <p:spPr bwMode="auto">
                        <a:xfrm>
                          <a:off x="2815059" y="5297755"/>
                          <a:ext cx="18000" cy="7935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21" name="직사각형 320"/>
                        <p:cNvSpPr/>
                        <p:nvPr/>
                      </p:nvSpPr>
                      <p:spPr bwMode="auto">
                        <a:xfrm>
                          <a:off x="2816093" y="5208272"/>
                          <a:ext cx="144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315" name="TextBox 314"/>
                      <p:cNvSpPr txBox="1"/>
                      <p:nvPr/>
                    </p:nvSpPr>
                    <p:spPr>
                      <a:xfrm>
                        <a:off x="2082205" y="6797293"/>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경영수리</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ko-KR" altLang="en-US" sz="700" dirty="0" smtClean="0">
                            <a:solidFill>
                              <a:schemeClr val="tx1">
                                <a:lumMod val="75000"/>
                                <a:lumOff val="25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grpSp>
                  <p:nvGrpSpPr>
                    <p:cNvPr id="23" name="그룹 22"/>
                    <p:cNvGrpSpPr/>
                    <p:nvPr/>
                  </p:nvGrpSpPr>
                  <p:grpSpPr>
                    <a:xfrm>
                      <a:off x="2332137" y="4490651"/>
                      <a:ext cx="1924966" cy="215444"/>
                      <a:chOff x="2332137" y="4365105"/>
                      <a:chExt cx="1924966" cy="215444"/>
                    </a:xfrm>
                  </p:grpSpPr>
                  <p:cxnSp>
                    <p:nvCxnSpPr>
                      <p:cNvPr id="306" name="직선 연결선 305"/>
                      <p:cNvCxnSpPr/>
                      <p:nvPr/>
                    </p:nvCxnSpPr>
                    <p:spPr>
                      <a:xfrm>
                        <a:off x="2567211" y="4552553"/>
                        <a:ext cx="452755" cy="2254"/>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22" name="그룹 21"/>
                      <p:cNvGrpSpPr/>
                      <p:nvPr/>
                    </p:nvGrpSpPr>
                    <p:grpSpPr>
                      <a:xfrm>
                        <a:off x="2332137" y="4365105"/>
                        <a:ext cx="1924966" cy="215444"/>
                        <a:chOff x="4780409" y="7399546"/>
                        <a:chExt cx="1924966" cy="215444"/>
                      </a:xfrm>
                    </p:grpSpPr>
                    <p:sp>
                      <p:nvSpPr>
                        <p:cNvPr id="317" name="TextBox 316"/>
                        <p:cNvSpPr txBox="1"/>
                        <p:nvPr/>
                      </p:nvSpPr>
                      <p:spPr>
                        <a:xfrm>
                          <a:off x="4780409" y="7399546"/>
                          <a:ext cx="1800000" cy="215444"/>
                        </a:xfrm>
                        <a:prstGeom prst="rect">
                          <a:avLst/>
                        </a:prstGeom>
                        <a:noFill/>
                      </p:spPr>
                      <p:txBody>
                        <a:bodyPr wrap="square" lIns="0" rIns="0" rtlCol="0">
                          <a:spAutoFit/>
                        </a:bodyPr>
                        <a:lstStyle/>
                        <a:p>
                          <a:pPr algn="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bg1"/>
                              </a:solidFill>
                              <a:latin typeface="맑은 고딕" panose="020B0503020000020004" pitchFamily="50" charset="-127"/>
                              <a:ea typeface="맑은 고딕" panose="020B0503020000020004" pitchFamily="50" charset="-127"/>
                            </a:rPr>
                            <a:t>PUSH</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SMS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쪽지     알림톡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18" name="타원 317"/>
                        <p:cNvSpPr/>
                        <p:nvPr/>
                      </p:nvSpPr>
                      <p:spPr bwMode="auto">
                        <a:xfrm>
                          <a:off x="5333031" y="7443742"/>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3</a:t>
                          </a:r>
                          <a:endParaRPr kumimoji="1" lang="ko-KR" altLang="en-US" sz="700" dirty="0">
                            <a:solidFill>
                              <a:schemeClr val="bg1"/>
                            </a:solidFill>
                            <a:latin typeface="+mn-ea"/>
                            <a:cs typeface="Calibri" pitchFamily="34" charset="0"/>
                          </a:endParaRPr>
                        </a:p>
                      </p:txBody>
                    </p:sp>
                    <p:sp>
                      <p:nvSpPr>
                        <p:cNvPr id="319" name="타원 318"/>
                        <p:cNvSpPr/>
                        <p:nvPr/>
                      </p:nvSpPr>
                      <p:spPr bwMode="auto">
                        <a:xfrm>
                          <a:off x="5716313" y="7440724"/>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sp>
                      <p:nvSpPr>
                        <p:cNvPr id="324" name="타원 323"/>
                        <p:cNvSpPr/>
                        <p:nvPr/>
                      </p:nvSpPr>
                      <p:spPr bwMode="auto">
                        <a:xfrm>
                          <a:off x="6089127"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1</a:t>
                          </a:r>
                          <a:endParaRPr kumimoji="1" lang="ko-KR" altLang="en-US" sz="700" dirty="0">
                            <a:solidFill>
                              <a:schemeClr val="bg1"/>
                            </a:solidFill>
                            <a:latin typeface="+mn-ea"/>
                            <a:cs typeface="Calibri" pitchFamily="34" charset="0"/>
                          </a:endParaRPr>
                        </a:p>
                      </p:txBody>
                    </p:sp>
                    <p:sp>
                      <p:nvSpPr>
                        <p:cNvPr id="325" name="타원 324"/>
                        <p:cNvSpPr/>
                        <p:nvPr/>
                      </p:nvSpPr>
                      <p:spPr bwMode="auto">
                        <a:xfrm>
                          <a:off x="6597375" y="7442398"/>
                          <a:ext cx="108000" cy="108000"/>
                        </a:xfrm>
                        <a:prstGeom prst="ellipse">
                          <a:avLst/>
                        </a:prstGeom>
                        <a:solidFill>
                          <a:srgbClr val="0070C0"/>
                        </a:solidFill>
                        <a:ln w="6350" cap="flat" cmpd="sng" algn="ctr">
                          <a:solidFill>
                            <a:srgbClr val="0070C0"/>
                          </a:solid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pic>
                <p:nvPicPr>
                  <p:cNvPr id="43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357512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8" name="직사각형 437"/>
                <p:cNvSpPr/>
                <p:nvPr/>
              </p:nvSpPr>
              <p:spPr>
                <a:xfrm>
                  <a:off x="4262218" y="3553966"/>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43" name="TextBox 442"/>
              <p:cNvSpPr txBox="1"/>
              <p:nvPr/>
            </p:nvSpPr>
            <p:spPr>
              <a:xfrm>
                <a:off x="2154213" y="4156239"/>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관리자</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sp>
            <p:nvSpPr>
              <p:cNvPr id="447" name="TextBox 446"/>
              <p:cNvSpPr txBox="1"/>
              <p:nvPr/>
            </p:nvSpPr>
            <p:spPr>
              <a:xfrm>
                <a:off x="2154213" y="4475212"/>
                <a:ext cx="2122140" cy="323165"/>
              </a:xfrm>
              <a:prstGeom prst="rect">
                <a:avLst/>
              </a:prstGeom>
              <a:noFill/>
            </p:spPr>
            <p:txBody>
              <a:bodyPr wrap="square" rtlCol="0">
                <a:spAutoFit/>
              </a:bodyPr>
              <a:lstStyle/>
              <a:p>
                <a:r>
                  <a:rPr lang="en-US" altLang="ko-KR" sz="700" dirty="0" smtClean="0">
                    <a:solidFill>
                      <a:srgbClr val="0070C0"/>
                    </a:solidFill>
                    <a:latin typeface="+mn-ea"/>
                    <a:ea typeface="+mn-ea"/>
                  </a:rPr>
                  <a:t>[</a:t>
                </a:r>
                <a:r>
                  <a:rPr lang="ko-KR" altLang="en-US" sz="700" dirty="0">
                    <a:solidFill>
                      <a:srgbClr val="0070C0"/>
                    </a:solidFill>
                    <a:latin typeface="+mn-ea"/>
                    <a:ea typeface="+mn-ea"/>
                  </a:rPr>
                  <a:t>이</a:t>
                </a:r>
                <a:r>
                  <a:rPr lang="ko-KR" altLang="en-US" sz="700" dirty="0" smtClean="0">
                    <a:solidFill>
                      <a:srgbClr val="0070C0"/>
                    </a:solidFill>
                    <a:latin typeface="+mn-ea"/>
                    <a:ea typeface="+mn-ea"/>
                  </a:rPr>
                  <a:t>학생</a:t>
                </a:r>
                <a:r>
                  <a:rPr lang="en-US" altLang="ko-KR" sz="700" dirty="0" smtClean="0">
                    <a:solidFill>
                      <a:srgbClr val="0070C0"/>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bg1">
                        <a:lumMod val="50000"/>
                      </a:schemeClr>
                    </a:solidFill>
                    <a:latin typeface="+mn-ea"/>
                  </a:rPr>
                  <a:t>2025.06.23 15:25</a:t>
                </a:r>
                <a:endParaRPr lang="en-US" altLang="ko-KR" sz="700" dirty="0" smtClean="0">
                  <a:solidFill>
                    <a:schemeClr val="tx1">
                      <a:lumMod val="75000"/>
                      <a:lumOff val="25000"/>
                    </a:schemeClr>
                  </a:solidFill>
                  <a:latin typeface="+mn-ea"/>
                  <a:ea typeface="+mn-ea"/>
                </a:endParaRPr>
              </a:p>
              <a:p>
                <a:r>
                  <a:rPr lang="ko-KR" altLang="en-US" sz="800" dirty="0" smtClean="0">
                    <a:solidFill>
                      <a:schemeClr val="tx1">
                        <a:lumMod val="75000"/>
                        <a:lumOff val="25000"/>
                      </a:schemeClr>
                    </a:solidFill>
                    <a:latin typeface="+mn-ea"/>
                    <a:ea typeface="+mn-ea"/>
                  </a:rPr>
                  <a:t>과제제출 기간이 얼마 남지 않았</a:t>
                </a:r>
                <a:r>
                  <a:rPr lang="en-US" altLang="ko-KR" sz="800" dirty="0" smtClean="0">
                    <a:solidFill>
                      <a:schemeClr val="tx1">
                        <a:lumMod val="75000"/>
                        <a:lumOff val="25000"/>
                      </a:schemeClr>
                    </a:solidFill>
                    <a:latin typeface="+mn-ea"/>
                    <a:ea typeface="+mn-ea"/>
                  </a:rPr>
                  <a:t>….</a:t>
                </a:r>
              </a:p>
            </p:txBody>
          </p:sp>
        </p:grpSp>
        <p:sp>
          <p:nvSpPr>
            <p:cNvPr id="448" name="순서도: 대체 처리 447"/>
            <p:cNvSpPr/>
            <p:nvPr/>
          </p:nvSpPr>
          <p:spPr bwMode="auto">
            <a:xfrm>
              <a:off x="3891930" y="3923531"/>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0" name="타원 449"/>
            <p:cNvSpPr/>
            <p:nvPr/>
          </p:nvSpPr>
          <p:spPr>
            <a:xfrm>
              <a:off x="2101271" y="391653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1" name="타원 450"/>
            <p:cNvSpPr/>
            <p:nvPr/>
          </p:nvSpPr>
          <p:spPr>
            <a:xfrm>
              <a:off x="2101255" y="4239104"/>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3" name="타원 452"/>
            <p:cNvSpPr/>
            <p:nvPr/>
          </p:nvSpPr>
          <p:spPr>
            <a:xfrm>
              <a:off x="2106588" y="4570569"/>
              <a:ext cx="126000" cy="126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55" name="순서도: 대체 처리 454"/>
            <p:cNvSpPr/>
            <p:nvPr/>
          </p:nvSpPr>
          <p:spPr bwMode="auto">
            <a:xfrm>
              <a:off x="3887738" y="4255012"/>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56" name="순서도: 대체 처리 455"/>
            <p:cNvSpPr/>
            <p:nvPr/>
          </p:nvSpPr>
          <p:spPr bwMode="auto">
            <a:xfrm>
              <a:off x="3891930" y="4571619"/>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46" name="그룹 45"/>
          <p:cNvGrpSpPr/>
          <p:nvPr/>
        </p:nvGrpSpPr>
        <p:grpSpPr>
          <a:xfrm>
            <a:off x="6922471" y="1954798"/>
            <a:ext cx="2451592" cy="1447200"/>
            <a:chOff x="1973294" y="4993571"/>
            <a:chExt cx="2451592" cy="1447200"/>
          </a:xfrm>
        </p:grpSpPr>
        <p:grpSp>
          <p:nvGrpSpPr>
            <p:cNvPr id="41" name="그룹 40"/>
            <p:cNvGrpSpPr/>
            <p:nvPr/>
          </p:nvGrpSpPr>
          <p:grpSpPr>
            <a:xfrm>
              <a:off x="1973294" y="4993571"/>
              <a:ext cx="2451592" cy="1447200"/>
              <a:chOff x="1973294" y="4993571"/>
              <a:chExt cx="2451592" cy="1447200"/>
            </a:xfrm>
          </p:grpSpPr>
          <p:grpSp>
            <p:nvGrpSpPr>
              <p:cNvPr id="8" name="그룹 7"/>
              <p:cNvGrpSpPr/>
              <p:nvPr/>
            </p:nvGrpSpPr>
            <p:grpSpPr>
              <a:xfrm>
                <a:off x="1973294" y="4993571"/>
                <a:ext cx="2451592" cy="1447200"/>
                <a:chOff x="6925791" y="2502421"/>
                <a:chExt cx="2451592" cy="1447200"/>
              </a:xfrm>
            </p:grpSpPr>
            <p:grpSp>
              <p:nvGrpSpPr>
                <p:cNvPr id="586" name="그룹 585"/>
                <p:cNvGrpSpPr/>
                <p:nvPr/>
              </p:nvGrpSpPr>
              <p:grpSpPr>
                <a:xfrm>
                  <a:off x="6925791" y="2502421"/>
                  <a:ext cx="2451592" cy="1447200"/>
                  <a:chOff x="1976289" y="3438525"/>
                  <a:chExt cx="2451592" cy="1447200"/>
                </a:xfrm>
              </p:grpSpPr>
              <p:sp>
                <p:nvSpPr>
                  <p:cNvPr id="587" name="직사각형 586"/>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88" name="TextBox 587"/>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공지사항</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90" name="TextBox 589"/>
                  <p:cNvSpPr txBox="1"/>
                  <p:nvPr/>
                </p:nvSpPr>
                <p:spPr>
                  <a:xfrm>
                    <a:off x="2931443" y="3506147"/>
                    <a:ext cx="1333372" cy="215444"/>
                  </a:xfrm>
                  <a:prstGeom prst="rect">
                    <a:avLst/>
                  </a:prstGeom>
                  <a:noFill/>
                </p:spPr>
                <p:txBody>
                  <a:bodyPr wrap="square" rtlCol="0">
                    <a:spAutoFit/>
                  </a:bodyPr>
                  <a:lstStyle/>
                  <a:p>
                    <a:pPr algn="r"/>
                    <a:r>
                      <a:rPr lang="ko-KR" altLang="en-US" sz="800" dirty="0" smtClean="0">
                        <a:solidFill>
                          <a:srgbClr val="0070C0"/>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전체공지  과목공지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1" name="그룹 590"/>
                  <p:cNvGrpSpPr/>
                  <p:nvPr/>
                </p:nvGrpSpPr>
                <p:grpSpPr>
                  <a:xfrm>
                    <a:off x="2088727" y="3738512"/>
                    <a:ext cx="2286000" cy="1080000"/>
                    <a:chOff x="4709384" y="2912571"/>
                    <a:chExt cx="2286000" cy="1080000"/>
                  </a:xfrm>
                </p:grpSpPr>
                <p:sp>
                  <p:nvSpPr>
                    <p:cNvPr id="601" name="직사각형 60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602" name="직사각형 60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03" name="직사각형 60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592" name="그룹 591"/>
                  <p:cNvGrpSpPr/>
                  <p:nvPr/>
                </p:nvGrpSpPr>
                <p:grpSpPr>
                  <a:xfrm>
                    <a:off x="2124532" y="4442593"/>
                    <a:ext cx="1977371" cy="323165"/>
                    <a:chOff x="7066718" y="3366517"/>
                    <a:chExt cx="1977371" cy="323165"/>
                  </a:xfrm>
                </p:grpSpPr>
                <p:sp>
                  <p:nvSpPr>
                    <p:cNvPr id="599" name="TextBox 598"/>
                    <p:cNvSpPr txBox="1"/>
                    <p:nvPr/>
                  </p:nvSpPr>
                  <p:spPr>
                    <a:xfrm>
                      <a:off x="7285594" y="3366517"/>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600" name="순서도: 대체 처리 599"/>
                    <p:cNvSpPr/>
                    <p:nvPr/>
                  </p:nvSpPr>
                  <p:spPr bwMode="auto">
                    <a:xfrm>
                      <a:off x="7066718" y="3409323"/>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nvGrpSpPr>
                  <p:cNvPr id="593" name="그룹 592"/>
                  <p:cNvGrpSpPr/>
                  <p:nvPr/>
                </p:nvGrpSpPr>
                <p:grpSpPr>
                  <a:xfrm>
                    <a:off x="2125781" y="3824237"/>
                    <a:ext cx="1923915" cy="323165"/>
                    <a:chOff x="7067967" y="2852936"/>
                    <a:chExt cx="1923915" cy="323165"/>
                  </a:xfrm>
                </p:grpSpPr>
                <p:sp>
                  <p:nvSpPr>
                    <p:cNvPr id="597" name="TextBox 596"/>
                    <p:cNvSpPr txBox="1"/>
                    <p:nvPr/>
                  </p:nvSpPr>
                  <p:spPr>
                    <a:xfrm>
                      <a:off x="7277318" y="2852936"/>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598" name="순서도: 대체 처리 597"/>
                    <p:cNvSpPr/>
                    <p:nvPr/>
                  </p:nvSpPr>
                  <p:spPr bwMode="auto">
                    <a:xfrm>
                      <a:off x="7067967" y="2905267"/>
                      <a:ext cx="252000" cy="144000"/>
                    </a:xfrm>
                    <a:prstGeom prst="flowChartAlternateProcess">
                      <a:avLst/>
                    </a:prstGeom>
                    <a:solidFill>
                      <a:srgbClr val="2C71D8"/>
                    </a:solidFill>
                    <a:ln w="6350" cap="flat" cmpd="sng" algn="ctr">
                      <a:solidFill>
                        <a:srgbClr val="2C71D8"/>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전체</a:t>
                      </a:r>
                      <a:endParaRPr kumimoji="1" lang="ko-KR" altLang="en-US" sz="750" dirty="0">
                        <a:solidFill>
                          <a:schemeClr val="bg1"/>
                        </a:solidFill>
                        <a:latin typeface="+mn-ea"/>
                        <a:ea typeface="+mn-ea"/>
                        <a:cs typeface="Calibri" pitchFamily="34" charset="0"/>
                      </a:endParaRPr>
                    </a:p>
                  </p:txBody>
                </p:sp>
              </p:grpSp>
              <p:grpSp>
                <p:nvGrpSpPr>
                  <p:cNvPr id="594" name="그룹 593"/>
                  <p:cNvGrpSpPr/>
                  <p:nvPr/>
                </p:nvGrpSpPr>
                <p:grpSpPr>
                  <a:xfrm>
                    <a:off x="2127797" y="4124761"/>
                    <a:ext cx="2268642" cy="323165"/>
                    <a:chOff x="7069983" y="3105835"/>
                    <a:chExt cx="2268642" cy="323165"/>
                  </a:xfrm>
                </p:grpSpPr>
                <p:sp>
                  <p:nvSpPr>
                    <p:cNvPr id="595" name="TextBox 594"/>
                    <p:cNvSpPr txBox="1"/>
                    <p:nvPr/>
                  </p:nvSpPr>
                  <p:spPr>
                    <a:xfrm>
                      <a:off x="7286939" y="3105835"/>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sp>
                  <p:nvSpPr>
                    <p:cNvPr id="596" name="순서도: 대체 처리 595"/>
                    <p:cNvSpPr/>
                    <p:nvPr/>
                  </p:nvSpPr>
                  <p:spPr bwMode="auto">
                    <a:xfrm>
                      <a:off x="7069983" y="3162309"/>
                      <a:ext cx="252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과목</a:t>
                      </a:r>
                      <a:endParaRPr kumimoji="1" lang="ko-KR" altLang="en-US" sz="750" dirty="0">
                        <a:solidFill>
                          <a:schemeClr val="bg1"/>
                        </a:solidFill>
                        <a:latin typeface="+mn-ea"/>
                        <a:ea typeface="+mn-ea"/>
                        <a:cs typeface="Calibri" pitchFamily="34" charset="0"/>
                      </a:endParaRPr>
                    </a:p>
                  </p:txBody>
                </p:sp>
              </p:grpSp>
            </p:grpSp>
            <p:sp>
              <p:nvSpPr>
                <p:cNvPr id="633" name="직사각형 63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43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1730" y="5085184"/>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58" name="순서도: 대체 처리 457"/>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59" name="순서도: 대체 처리 458"/>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60" name="순서도: 대체 처리 459"/>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grpSp>
        <p:nvGrpSpPr>
          <p:cNvPr id="51" name="그룹 50"/>
          <p:cNvGrpSpPr/>
          <p:nvPr/>
        </p:nvGrpSpPr>
        <p:grpSpPr>
          <a:xfrm>
            <a:off x="4487044" y="5062984"/>
            <a:ext cx="1569022" cy="215444"/>
            <a:chOff x="2140227" y="6724204"/>
            <a:chExt cx="1569022" cy="215444"/>
          </a:xfrm>
        </p:grpSpPr>
        <p:sp>
          <p:nvSpPr>
            <p:cNvPr id="567" name="TextBox 566"/>
            <p:cNvSpPr txBox="1"/>
            <p:nvPr/>
          </p:nvSpPr>
          <p:spPr>
            <a:xfrm>
              <a:off x="2140227" y="6724204"/>
              <a:ext cx="1569022"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수강과목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69"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4130" y="6766718"/>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 name="그룹 51"/>
          <p:cNvGrpSpPr/>
          <p:nvPr/>
        </p:nvGrpSpPr>
        <p:grpSpPr>
          <a:xfrm>
            <a:off x="8582119" y="1695475"/>
            <a:ext cx="849617" cy="276999"/>
            <a:chOff x="8563069" y="1695475"/>
            <a:chExt cx="849617" cy="276999"/>
          </a:xfrm>
        </p:grpSpPr>
        <p:grpSp>
          <p:nvGrpSpPr>
            <p:cNvPr id="29" name="그룹 28"/>
            <p:cNvGrpSpPr/>
            <p:nvPr/>
          </p:nvGrpSpPr>
          <p:grpSpPr>
            <a:xfrm>
              <a:off x="8563069" y="1761166"/>
              <a:ext cx="792000" cy="162000"/>
              <a:chOff x="8779069" y="1761166"/>
              <a:chExt cx="792000" cy="162000"/>
            </a:xfrm>
          </p:grpSpPr>
          <p:sp>
            <p:nvSpPr>
              <p:cNvPr id="14" name="직사각형 13"/>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1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 name="그룹 23"/>
            <p:cNvGrpSpPr/>
            <p:nvPr/>
          </p:nvGrpSpPr>
          <p:grpSpPr>
            <a:xfrm>
              <a:off x="8728739" y="1695475"/>
              <a:ext cx="247184" cy="276999"/>
              <a:chOff x="7672972" y="1671999"/>
              <a:chExt cx="247184" cy="276999"/>
            </a:xfrm>
          </p:grpSpPr>
          <p:sp>
            <p:nvSpPr>
              <p:cNvPr id="19" name="타원 1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0" name="직사각형 19"/>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617" name="그룹 616"/>
            <p:cNvGrpSpPr/>
            <p:nvPr/>
          </p:nvGrpSpPr>
          <p:grpSpPr>
            <a:xfrm>
              <a:off x="9138252" y="1714525"/>
              <a:ext cx="274434" cy="246221"/>
              <a:chOff x="7663447" y="1691049"/>
              <a:chExt cx="274434" cy="246221"/>
            </a:xfrm>
          </p:grpSpPr>
          <p:sp>
            <p:nvSpPr>
              <p:cNvPr id="618" name="타원 61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619" name="직사각형 618"/>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620" name="직사각형 619"/>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 name="그룹 33"/>
          <p:cNvGrpSpPr/>
          <p:nvPr/>
        </p:nvGrpSpPr>
        <p:grpSpPr>
          <a:xfrm>
            <a:off x="6931996" y="3469371"/>
            <a:ext cx="2451592" cy="1447394"/>
            <a:chOff x="6931996" y="3478896"/>
            <a:chExt cx="2451592" cy="1447394"/>
          </a:xfrm>
        </p:grpSpPr>
        <p:grpSp>
          <p:nvGrpSpPr>
            <p:cNvPr id="36" name="그룹 35"/>
            <p:cNvGrpSpPr/>
            <p:nvPr/>
          </p:nvGrpSpPr>
          <p:grpSpPr>
            <a:xfrm>
              <a:off x="6931996" y="3478896"/>
              <a:ext cx="2451592" cy="1447394"/>
              <a:chOff x="6925810" y="1953449"/>
              <a:chExt cx="2451592" cy="1447394"/>
            </a:xfrm>
          </p:grpSpPr>
          <p:grpSp>
            <p:nvGrpSpPr>
              <p:cNvPr id="32" name="그룹 31"/>
              <p:cNvGrpSpPr/>
              <p:nvPr/>
            </p:nvGrpSpPr>
            <p:grpSpPr>
              <a:xfrm>
                <a:off x="6925810" y="1953449"/>
                <a:ext cx="2451592" cy="1447394"/>
                <a:chOff x="6925810" y="1953449"/>
                <a:chExt cx="2451592" cy="1447394"/>
              </a:xfrm>
            </p:grpSpPr>
            <p:grpSp>
              <p:nvGrpSpPr>
                <p:cNvPr id="13" name="그룹 12"/>
                <p:cNvGrpSpPr/>
                <p:nvPr/>
              </p:nvGrpSpPr>
              <p:grpSpPr>
                <a:xfrm>
                  <a:off x="6925810" y="1953449"/>
                  <a:ext cx="2451592" cy="1447394"/>
                  <a:chOff x="6925810" y="3897247"/>
                  <a:chExt cx="2451592" cy="1447394"/>
                </a:xfrm>
              </p:grpSpPr>
              <p:sp>
                <p:nvSpPr>
                  <p:cNvPr id="682" name="직사각형 681"/>
                  <p:cNvSpPr/>
                  <p:nvPr/>
                </p:nvSpPr>
                <p:spPr>
                  <a:xfrm>
                    <a:off x="6965402" y="3897247"/>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35105"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67151"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71343"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695" name="TextBox 694"/>
                  <p:cNvSpPr txBox="1"/>
                  <p:nvPr/>
                </p:nvSpPr>
                <p:spPr>
                  <a:xfrm>
                    <a:off x="7015996" y="4253425"/>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학위과정</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smtClean="0">
                        <a:solidFill>
                          <a:srgbClr val="0070C0"/>
                        </a:solidFill>
                        <a:latin typeface="+mn-ea"/>
                        <a:ea typeface="+mn-ea"/>
                      </a:rPr>
                      <a:t>1</a:t>
                    </a:r>
                    <a:r>
                      <a:rPr lang="ko-KR" altLang="en-US" sz="700" dirty="0" smtClean="0">
                        <a:solidFill>
                          <a:srgbClr val="0070C0"/>
                        </a:solidFill>
                        <a:latin typeface="+mn-ea"/>
                        <a:ea typeface="+mn-ea"/>
                      </a:rPr>
                      <a:t>반</a:t>
                    </a:r>
                    <a:r>
                      <a:rPr lang="en-US" altLang="ko-KR" sz="700" dirty="0" smtClean="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grpSp>
                <p:nvGrpSpPr>
                  <p:cNvPr id="686" name="그룹 685"/>
                  <p:cNvGrpSpPr/>
                  <p:nvPr/>
                </p:nvGrpSpPr>
                <p:grpSpPr>
                  <a:xfrm>
                    <a:off x="7016092" y="4579557"/>
                    <a:ext cx="2200230" cy="323165"/>
                    <a:chOff x="5608473" y="2286397"/>
                    <a:chExt cx="2200230" cy="323165"/>
                  </a:xfrm>
                </p:grpSpPr>
                <p:sp>
                  <p:nvSpPr>
                    <p:cNvPr id="693" name="TextBox 692"/>
                    <p:cNvSpPr txBox="1"/>
                    <p:nvPr/>
                  </p:nvSpPr>
                  <p:spPr>
                    <a:xfrm>
                      <a:off x="5608473" y="2286397"/>
                      <a:ext cx="1831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실전 </a:t>
                      </a:r>
                      <a:r>
                        <a:rPr lang="en-US" altLang="ko-KR" sz="800" dirty="0" smtClean="0">
                          <a:solidFill>
                            <a:schemeClr val="tx1">
                              <a:lumMod val="75000"/>
                              <a:lumOff val="25000"/>
                            </a:schemeClr>
                          </a:solidFill>
                          <a:latin typeface="+mn-ea"/>
                          <a:ea typeface="+mn-ea"/>
                        </a:rPr>
                        <a:t>NoSql </a:t>
                      </a:r>
                      <a:r>
                        <a:rPr lang="ko-KR" altLang="en-US" sz="800" dirty="0" smtClean="0">
                          <a:solidFill>
                            <a:schemeClr val="tx1">
                              <a:lumMod val="75000"/>
                              <a:lumOff val="25000"/>
                            </a:schemeClr>
                          </a:solidFill>
                          <a:latin typeface="+mn-ea"/>
                          <a:ea typeface="+mn-ea"/>
                        </a:rPr>
                        <a:t>데이터베이스 활용 자</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sp>
                  <p:nvSpPr>
                    <p:cNvPr id="694" name="순서도: 대체 처리 693"/>
                    <p:cNvSpPr/>
                    <p:nvPr/>
                  </p:nvSpPr>
                  <p:spPr bwMode="auto">
                    <a:xfrm>
                      <a:off x="7376703" y="2348253"/>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sp>
                <p:nvSpPr>
                  <p:cNvPr id="691" name="TextBox 690"/>
                  <p:cNvSpPr txBox="1"/>
                  <p:nvPr/>
                </p:nvSpPr>
                <p:spPr>
                  <a:xfrm>
                    <a:off x="7016092" y="4894939"/>
                    <a:ext cx="1840746"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기출문제집 정리 파일</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사진과 여행 </a:t>
                    </a:r>
                    <a:r>
                      <a:rPr lang="en-US" altLang="ko-KR" sz="700" dirty="0">
                        <a:solidFill>
                          <a:srgbClr val="0070C0"/>
                        </a:solidFill>
                        <a:latin typeface="+mn-ea"/>
                        <a:ea typeface="+mn-ea"/>
                      </a:rPr>
                      <a:t>1</a:t>
                    </a:r>
                    <a:r>
                      <a:rPr lang="ko-KR" altLang="en-US" sz="700" dirty="0">
                        <a:solidFill>
                          <a:srgbClr val="0070C0"/>
                        </a:solidFill>
                        <a:latin typeface="+mn-ea"/>
                        <a:ea typeface="+mn-ea"/>
                      </a:rPr>
                      <a:t>반</a:t>
                    </a:r>
                    <a:r>
                      <a:rPr lang="en-US" altLang="ko-KR" sz="700" dirty="0">
                        <a:solidFill>
                          <a:schemeClr val="bg1">
                            <a:lumMod val="50000"/>
                          </a:schemeClr>
                        </a:solidFill>
                        <a:latin typeface="+mn-ea"/>
                        <a:ea typeface="+mn-ea"/>
                      </a:rPr>
                      <a:t>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endParaRPr lang="en-US" altLang="ko-KR" sz="700" dirty="0">
                      <a:solidFill>
                        <a:schemeClr val="bg1">
                          <a:lumMod val="50000"/>
                        </a:schemeClr>
                      </a:solidFill>
                      <a:latin typeface="+mn-ea"/>
                      <a:ea typeface="+mn-ea"/>
                    </a:endParaRPr>
                  </a:p>
                </p:txBody>
              </p:sp>
            </p:grpSp>
            <p:sp>
              <p:nvSpPr>
                <p:cNvPr id="382" name="직사각형 381"/>
                <p:cNvSpPr/>
                <p:nvPr/>
              </p:nvSpPr>
              <p:spPr>
                <a:xfrm>
                  <a:off x="9175013" y="2014289"/>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pic>
            <p:nvPicPr>
              <p:cNvPr id="385"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6453" y="2038106"/>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51" name="순서도: 대체 처리 750"/>
            <p:cNvSpPr/>
            <p:nvPr/>
          </p:nvSpPr>
          <p:spPr bwMode="auto">
            <a:xfrm>
              <a:off x="8793807" y="389495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752" name="순서도: 대체 처리 751"/>
            <p:cNvSpPr/>
            <p:nvPr/>
          </p:nvSpPr>
          <p:spPr bwMode="auto">
            <a:xfrm>
              <a:off x="8797999" y="4547236"/>
              <a:ext cx="432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grpSp>
      <p:grpSp>
        <p:nvGrpSpPr>
          <p:cNvPr id="54" name="그룹 53"/>
          <p:cNvGrpSpPr/>
          <p:nvPr/>
        </p:nvGrpSpPr>
        <p:grpSpPr>
          <a:xfrm>
            <a:off x="2021833" y="4996611"/>
            <a:ext cx="2420619" cy="1447200"/>
            <a:chOff x="2021833" y="4987086"/>
            <a:chExt cx="2420619" cy="1447200"/>
          </a:xfrm>
        </p:grpSpPr>
        <p:sp>
          <p:nvSpPr>
            <p:cNvPr id="756" name="직사각형 755"/>
            <p:cNvSpPr/>
            <p:nvPr/>
          </p:nvSpPr>
          <p:spPr>
            <a:xfrm>
              <a:off x="2021833" y="4987086"/>
              <a:ext cx="2412000" cy="14472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757"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5078522"/>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5" name="TextBox 754"/>
            <p:cNvSpPr txBox="1"/>
            <p:nvPr/>
          </p:nvSpPr>
          <p:spPr>
            <a:xfrm>
              <a:off x="2076872" y="5029378"/>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 이어듣기                                  </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800" b="1" dirty="0" smtClean="0">
                  <a:solidFill>
                    <a:schemeClr val="bg1">
                      <a:lumMod val="75000"/>
                    </a:schemeClr>
                  </a:solidFill>
                  <a:latin typeface="맑은 고딕" panose="020B0503020000020004" pitchFamily="50" charset="-127"/>
                  <a:ea typeface="맑은 고딕" panose="020B0503020000020004" pitchFamily="50" charset="-127"/>
                </a:rPr>
                <a:t> </a:t>
              </a:r>
              <a:r>
                <a:rPr lang="en-US" altLang="ko-KR" sz="800" b="1" dirty="0">
                  <a:solidFill>
                    <a:schemeClr val="bg1">
                      <a:lumMod val="75000"/>
                    </a:schemeClr>
                  </a:solidFill>
                  <a:latin typeface="맑은 고딕" panose="020B0503020000020004" pitchFamily="50" charset="-127"/>
                  <a:ea typeface="맑은 고딕" panose="020B0503020000020004" pitchFamily="50" charset="-127"/>
                </a:rPr>
                <a:t>•</a:t>
              </a:r>
              <a:endParaRPr lang="ko-KR" altLang="en-US" sz="800" b="1" dirty="0">
                <a:solidFill>
                  <a:schemeClr val="bg1">
                    <a:lumMod val="75000"/>
                  </a:schemeClr>
                </a:solidFill>
                <a:latin typeface="맑은 고딕" panose="020B0503020000020004" pitchFamily="50" charset="-127"/>
                <a:ea typeface="맑은 고딕" panose="020B0503020000020004" pitchFamily="50" charset="-127"/>
              </a:endParaRPr>
            </a:p>
          </p:txBody>
        </p:sp>
        <p:grpSp>
          <p:nvGrpSpPr>
            <p:cNvPr id="37" name="그룹 36"/>
            <p:cNvGrpSpPr/>
            <p:nvPr/>
          </p:nvGrpSpPr>
          <p:grpSpPr>
            <a:xfrm>
              <a:off x="2028935" y="5291683"/>
              <a:ext cx="2407872" cy="362541"/>
              <a:chOff x="2028935" y="5373796"/>
              <a:chExt cx="2407872" cy="362541"/>
            </a:xfrm>
          </p:grpSpPr>
          <p:sp>
            <p:nvSpPr>
              <p:cNvPr id="766" name="TextBox 765"/>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대학원</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반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20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2"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0" name="TextBox 77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주변의 데이터베이스</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1" name="그룹 780"/>
            <p:cNvGrpSpPr/>
            <p:nvPr/>
          </p:nvGrpSpPr>
          <p:grpSpPr>
            <a:xfrm>
              <a:off x="2029247" y="5660668"/>
              <a:ext cx="2407872" cy="362541"/>
              <a:chOff x="2028935" y="5373796"/>
              <a:chExt cx="2407872" cy="362541"/>
            </a:xfrm>
          </p:grpSpPr>
          <p:sp>
            <p:nvSpPr>
              <p:cNvPr id="782" name="TextBox 781"/>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평생교육</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TEPS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실전연습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기본편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5" name="TextBox 784"/>
              <p:cNvSpPr txBox="1"/>
              <p:nvPr/>
            </p:nvSpPr>
            <p:spPr>
              <a:xfrm>
                <a:off x="2200385" y="5536282"/>
                <a:ext cx="2186076" cy="200055"/>
              </a:xfrm>
              <a:prstGeom prst="rect">
                <a:avLst/>
              </a:prstGeom>
              <a:noFill/>
            </p:spPr>
            <p:txBody>
              <a:bodyPr wrap="square" rtlCol="0">
                <a:spAutoFit/>
              </a:bodyPr>
              <a:lstStyle/>
              <a:p>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Test 1</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화 </a:t>
                </a:r>
                <a:r>
                  <a:rPr lang="en-US" altLang="ko-KR" sz="700" dirty="0" smtClean="0">
                    <a:solidFill>
                      <a:schemeClr val="tx1">
                        <a:lumMod val="50000"/>
                        <a:lumOff val="50000"/>
                      </a:schemeClr>
                    </a:solidFill>
                    <a:latin typeface="맑은 고딕" panose="020B0503020000020004" pitchFamily="50" charset="-127"/>
                    <a:ea typeface="맑은 고딕" panose="020B0503020000020004" pitchFamily="50" charset="-127"/>
                  </a:rPr>
                  <a:t>Listening Comprehension</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786" name="그룹 785"/>
            <p:cNvGrpSpPr/>
            <p:nvPr/>
          </p:nvGrpSpPr>
          <p:grpSpPr>
            <a:xfrm>
              <a:off x="2034580" y="6018787"/>
              <a:ext cx="2407872" cy="362541"/>
              <a:chOff x="2028935" y="5373796"/>
              <a:chExt cx="2407872" cy="362541"/>
            </a:xfrm>
          </p:grpSpPr>
          <p:sp>
            <p:nvSpPr>
              <p:cNvPr id="787" name="TextBox 786"/>
              <p:cNvSpPr txBox="1"/>
              <p:nvPr/>
            </p:nvSpPr>
            <p:spPr>
              <a:xfrm>
                <a:off x="2028935" y="5373796"/>
                <a:ext cx="2407872" cy="215444"/>
              </a:xfrm>
              <a:prstGeom prst="rect">
                <a:avLst/>
              </a:prstGeom>
              <a:noFill/>
            </p:spPr>
            <p:txBody>
              <a:bodyPr wrap="square"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학위과정</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광고이미지 </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788"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3738" y="5565998"/>
                <a:ext cx="104775" cy="11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9"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1516" y="5433623"/>
                <a:ext cx="180000"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0" name="TextBox 789"/>
              <p:cNvSpPr txBox="1"/>
              <p:nvPr/>
            </p:nvSpPr>
            <p:spPr>
              <a:xfrm>
                <a:off x="2200385" y="5536282"/>
                <a:ext cx="2186076"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생활 속의 광고 </a:t>
                </a:r>
                <a:endParaRPr lang="ko-KR" altLang="en-US" sz="7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794" name="그룹 793"/>
          <p:cNvGrpSpPr/>
          <p:nvPr/>
        </p:nvGrpSpPr>
        <p:grpSpPr>
          <a:xfrm>
            <a:off x="2600707" y="2019433"/>
            <a:ext cx="284052" cy="200055"/>
            <a:chOff x="1133220" y="11716364"/>
            <a:chExt cx="284052" cy="200055"/>
          </a:xfrm>
        </p:grpSpPr>
        <p:sp>
          <p:nvSpPr>
            <p:cNvPr id="795" name="모서리가 둥근 직사각형 7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96" name="직사각형 795"/>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21</a:t>
              </a:r>
              <a:endParaRPr lang="ko-KR" altLang="en-US" sz="700" dirty="0">
                <a:solidFill>
                  <a:schemeClr val="bg1"/>
                </a:solidFill>
                <a:latin typeface="+mn-ea"/>
                <a:ea typeface="+mn-ea"/>
              </a:endParaRPr>
            </a:p>
          </p:txBody>
        </p:sp>
      </p:grpSp>
      <p:grpSp>
        <p:nvGrpSpPr>
          <p:cNvPr id="55" name="그룹 54"/>
          <p:cNvGrpSpPr/>
          <p:nvPr/>
        </p:nvGrpSpPr>
        <p:grpSpPr>
          <a:xfrm>
            <a:off x="1996480" y="1975123"/>
            <a:ext cx="2437353" cy="1425600"/>
            <a:chOff x="1996480" y="1975123"/>
            <a:chExt cx="2437353" cy="1425600"/>
          </a:xfrm>
        </p:grpSpPr>
        <p:grpSp>
          <p:nvGrpSpPr>
            <p:cNvPr id="31" name="그룹 30"/>
            <p:cNvGrpSpPr/>
            <p:nvPr/>
          </p:nvGrpSpPr>
          <p:grpSpPr>
            <a:xfrm>
              <a:off x="1996480" y="1975123"/>
              <a:ext cx="2437353" cy="1425600"/>
              <a:chOff x="1996480" y="1975123"/>
              <a:chExt cx="2437353" cy="1425600"/>
            </a:xfrm>
          </p:grpSpPr>
          <p:sp>
            <p:nvSpPr>
              <p:cNvPr id="355" name="직사각형 354"/>
              <p:cNvSpPr/>
              <p:nvPr/>
            </p:nvSpPr>
            <p:spPr>
              <a:xfrm>
                <a:off x="2021833" y="1975123"/>
                <a:ext cx="2412000" cy="14256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1026"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8752" y="2066559"/>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9" name="TextBox 748"/>
              <p:cNvSpPr txBox="1"/>
              <p:nvPr/>
            </p:nvSpPr>
            <p:spPr>
              <a:xfrm>
                <a:off x="1996480" y="2017415"/>
                <a:ext cx="2360394"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TODAY</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8" name="그룹 17"/>
              <p:cNvGrpSpPr/>
              <p:nvPr/>
            </p:nvGrpSpPr>
            <p:grpSpPr>
              <a:xfrm>
                <a:off x="2068488" y="2289679"/>
                <a:ext cx="890110" cy="900000"/>
                <a:chOff x="2116113" y="2289679"/>
                <a:chExt cx="890110" cy="900000"/>
              </a:xfrm>
            </p:grpSpPr>
            <p:pic>
              <p:nvPicPr>
                <p:cNvPr id="20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16113" y="2289679"/>
                  <a:ext cx="890110" cy="90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직사각형 8"/>
                <p:cNvSpPr/>
                <p:nvPr/>
              </p:nvSpPr>
              <p:spPr>
                <a:xfrm>
                  <a:off x="2308763" y="2503929"/>
                  <a:ext cx="498855" cy="276999"/>
                </a:xfrm>
                <a:prstGeom prst="rect">
                  <a:avLst/>
                </a:prstGeom>
              </p:spPr>
              <p:txBody>
                <a:bodyPr wrap="none">
                  <a:spAutoFit/>
                </a:bodyPr>
                <a:lstStyle/>
                <a:p>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endParaRPr lang="ko-KR" altLang="en-US" sz="1200" dirty="0"/>
                </a:p>
              </p:txBody>
            </p:sp>
            <p:sp>
              <p:nvSpPr>
                <p:cNvPr id="15" name="직사각형 14"/>
                <p:cNvSpPr/>
                <p:nvPr/>
              </p:nvSpPr>
              <p:spPr>
                <a:xfrm>
                  <a:off x="2197646" y="2749042"/>
                  <a:ext cx="755335" cy="200055"/>
                </a:xfrm>
                <a:prstGeom prst="rect">
                  <a:avLst/>
                </a:prstGeom>
              </p:spPr>
              <p:txBody>
                <a:bodyPr wrap="none">
                  <a:spAutoFit/>
                </a:bodyPr>
                <a:lstStyle/>
                <a:p>
                  <a:r>
                    <a:rPr lang="ko-KR" altLang="en-US" sz="700" dirty="0" smtClean="0">
                      <a:solidFill>
                        <a:schemeClr val="tx1">
                          <a:lumMod val="75000"/>
                          <a:lumOff val="25000"/>
                        </a:schemeClr>
                      </a:solidFill>
                      <a:latin typeface="+mn-ea"/>
                      <a:ea typeface="+mn-ea"/>
                    </a:rPr>
                    <a:t>강의 전체출석</a:t>
                  </a:r>
                  <a:endParaRPr lang="ko-KR" altLang="en-US" sz="700" dirty="0">
                    <a:solidFill>
                      <a:schemeClr val="tx1">
                        <a:lumMod val="75000"/>
                        <a:lumOff val="25000"/>
                      </a:schemeClr>
                    </a:solidFill>
                    <a:latin typeface="+mn-ea"/>
                    <a:ea typeface="+mn-ea"/>
                  </a:endParaRPr>
                </a:p>
              </p:txBody>
            </p:sp>
          </p:grpSp>
        </p:grpSp>
        <p:sp>
          <p:nvSpPr>
            <p:cNvPr id="818" name="직사각형 817"/>
            <p:cNvSpPr/>
            <p:nvPr/>
          </p:nvSpPr>
          <p:spPr>
            <a:xfrm>
              <a:off x="3133750" y="2322344"/>
              <a:ext cx="481572" cy="261610"/>
            </a:xfrm>
            <a:prstGeom prst="rect">
              <a:avLst/>
            </a:prstGeom>
          </p:spPr>
          <p:txBody>
            <a:bodyPr wrap="square">
              <a:spAutoFit/>
            </a:bodyPr>
            <a:lstStyle/>
            <a:p>
              <a:r>
                <a:rPr lang="ko-KR" altLang="en-US" sz="1100" b="1" dirty="0" smtClean="0">
                  <a:solidFill>
                    <a:schemeClr val="tx1">
                      <a:lumMod val="50000"/>
                      <a:lumOff val="50000"/>
                    </a:schemeClr>
                  </a:solidFill>
                  <a:latin typeface="+mn-ea"/>
                  <a:ea typeface="+mn-ea"/>
                </a:rPr>
                <a:t>  ⌵</a:t>
              </a:r>
              <a:endParaRPr lang="ko-KR" altLang="en-US" sz="1100" b="1" dirty="0">
                <a:solidFill>
                  <a:schemeClr val="tx1">
                    <a:lumMod val="50000"/>
                    <a:lumOff val="50000"/>
                  </a:schemeClr>
                </a:solidFill>
                <a:latin typeface="+mn-ea"/>
                <a:ea typeface="+mn-ea"/>
              </a:endParaRPr>
            </a:p>
          </p:txBody>
        </p:sp>
      </p:grpSp>
      <p:graphicFrame>
        <p:nvGraphicFramePr>
          <p:cNvPr id="750" name="표 749"/>
          <p:cNvGraphicFramePr>
            <a:graphicFrameLocks noGrp="1"/>
          </p:cNvGraphicFramePr>
          <p:nvPr>
            <p:extLst>
              <p:ext uri="{D42A27DB-BD31-4B8C-83A1-F6EECF244321}">
                <p14:modId xmlns:p14="http://schemas.microsoft.com/office/powerpoint/2010/main" val="3134343098"/>
              </p:ext>
            </p:extLst>
          </p:nvPr>
        </p:nvGraphicFramePr>
        <p:xfrm>
          <a:off x="3048838" y="2147608"/>
          <a:ext cx="1328098" cy="1108600"/>
        </p:xfrm>
        <a:graphic>
          <a:graphicData uri="http://schemas.openxmlformats.org/drawingml/2006/table">
            <a:tbl>
              <a:tblPr firstRow="1" bandRow="1">
                <a:tableStyleId>{5C22544A-7EE6-4342-B048-85BDC9FD1C3A}</a:tableStyleId>
              </a:tblPr>
              <a:tblGrid>
                <a:gridCol w="747713"/>
                <a:gridCol w="580385"/>
              </a:tblGrid>
              <a:tr h="221720">
                <a:tc>
                  <a:txBody>
                    <a:bodyPr/>
                    <a:lstStyle/>
                    <a:p>
                      <a:pPr algn="l" latinLnBrk="1"/>
                      <a:r>
                        <a:rPr lang="en-US" altLang="ko-KR" sz="800" b="0" dirty="0" smtClean="0">
                          <a:solidFill>
                            <a:schemeClr val="tx1">
                              <a:lumMod val="75000"/>
                              <a:lumOff val="25000"/>
                            </a:schemeClr>
                          </a:solidFill>
                          <a:latin typeface="+mn-ea"/>
                          <a:ea typeface="+mn-ea"/>
                        </a:rPr>
                        <a:t>Today</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0" dirty="0" smtClean="0">
                          <a:solidFill>
                            <a:schemeClr val="tx1">
                              <a:lumMod val="50000"/>
                              <a:lumOff val="50000"/>
                            </a:schemeClr>
                          </a:solidFill>
                          <a:latin typeface="+mn-ea"/>
                          <a:ea typeface="+mn-ea"/>
                        </a:rPr>
                        <a:t>2025.05.20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접속</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37</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250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err="1" smtClean="0">
                          <a:solidFill>
                            <a:schemeClr val="tx1">
                              <a:lumMod val="75000"/>
                              <a:lumOff val="25000"/>
                            </a:schemeClr>
                          </a:solidFill>
                          <a:latin typeface="+mn-ea"/>
                          <a:ea typeface="+mn-ea"/>
                        </a:rPr>
                        <a:t>결시신청신청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2</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10</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장애인지원신청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5</a:t>
                      </a:r>
                      <a:r>
                        <a:rPr lang="en-US" altLang="ko-KR" sz="750" b="0" dirty="0" smtClean="0">
                          <a:solidFill>
                            <a:schemeClr val="tx1">
                              <a:lumMod val="75000"/>
                              <a:lumOff val="25000"/>
                            </a:schemeClr>
                          </a:solidFill>
                          <a:latin typeface="+mn-ea"/>
                          <a:ea typeface="+mn-ea"/>
                        </a:rPr>
                        <a:t> </a:t>
                      </a:r>
                      <a:r>
                        <a:rPr lang="en-US" altLang="ko-KR" sz="750" b="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221720">
                <a:tc>
                  <a:txBody>
                    <a:bodyPr/>
                    <a:lstStyle/>
                    <a:p>
                      <a:pPr algn="l" latinLnBrk="1"/>
                      <a:r>
                        <a:rPr lang="ko-KR" altLang="en-US" sz="800" b="0" dirty="0" smtClean="0">
                          <a:solidFill>
                            <a:schemeClr val="tx1">
                              <a:lumMod val="75000"/>
                              <a:lumOff val="25000"/>
                            </a:schemeClr>
                          </a:solidFill>
                          <a:latin typeface="+mn-ea"/>
                          <a:ea typeface="+mn-ea"/>
                        </a:rPr>
                        <a:t>성적이의신청</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latinLnBrk="1"/>
                      <a:r>
                        <a:rPr lang="en-US" altLang="ko-KR" sz="750" b="1" dirty="0" smtClean="0">
                          <a:solidFill>
                            <a:srgbClr val="00B0F0"/>
                          </a:solidFill>
                          <a:latin typeface="+mn-ea"/>
                          <a:ea typeface="+mn-ea"/>
                        </a:rPr>
                        <a:t>3</a:t>
                      </a:r>
                      <a:r>
                        <a:rPr lang="en-US" altLang="ko-KR" sz="750" b="0" baseline="0" dirty="0" smtClean="0">
                          <a:solidFill>
                            <a:schemeClr val="tx1">
                              <a:lumMod val="75000"/>
                              <a:lumOff val="25000"/>
                            </a:schemeClr>
                          </a:solidFill>
                          <a:latin typeface="+mn-ea"/>
                          <a:ea typeface="+mn-ea"/>
                        </a:rPr>
                        <a:t> </a:t>
                      </a:r>
                      <a:r>
                        <a:rPr lang="en-US" altLang="ko-KR" sz="750" b="0" baseline="0" dirty="0" smtClean="0">
                          <a:solidFill>
                            <a:schemeClr val="tx1">
                              <a:lumMod val="50000"/>
                              <a:lumOff val="50000"/>
                            </a:schemeClr>
                          </a:solidFill>
                          <a:latin typeface="+mn-ea"/>
                          <a:ea typeface="+mn-ea"/>
                        </a:rPr>
                        <a:t>/ 5</a:t>
                      </a:r>
                      <a:endParaRPr lang="ko-KR" altLang="en-US" sz="750" b="0" dirty="0">
                        <a:solidFill>
                          <a:schemeClr val="tx1">
                            <a:lumMod val="50000"/>
                            <a:lumOff val="50000"/>
                          </a:schemeClr>
                        </a:solidFill>
                        <a:latin typeface="+mn-ea"/>
                        <a:ea typeface="+mn-ea"/>
                      </a:endParaRPr>
                    </a:p>
                  </a:txBody>
                  <a:tcPr marL="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414" name="그룹 413"/>
          <p:cNvGrpSpPr/>
          <p:nvPr/>
        </p:nvGrpSpPr>
        <p:grpSpPr>
          <a:xfrm>
            <a:off x="416496" y="2732298"/>
            <a:ext cx="234360" cy="200055"/>
            <a:chOff x="1151556" y="11706839"/>
            <a:chExt cx="234360" cy="200055"/>
          </a:xfrm>
        </p:grpSpPr>
        <p:sp>
          <p:nvSpPr>
            <p:cNvPr id="415" name="모서리가 둥근 직사각형 4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6" name="직사각형 415"/>
            <p:cNvSpPr/>
            <p:nvPr/>
          </p:nvSpPr>
          <p:spPr>
            <a:xfrm>
              <a:off x="1151556"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17" name="그룹 416"/>
          <p:cNvGrpSpPr/>
          <p:nvPr/>
        </p:nvGrpSpPr>
        <p:grpSpPr>
          <a:xfrm>
            <a:off x="410951" y="3025527"/>
            <a:ext cx="234360" cy="200055"/>
            <a:chOff x="1142745" y="11716364"/>
            <a:chExt cx="234360" cy="200055"/>
          </a:xfrm>
        </p:grpSpPr>
        <p:sp>
          <p:nvSpPr>
            <p:cNvPr id="418" name="모서리가 둥근 직사각형 41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2" name="직사각형 431"/>
            <p:cNvSpPr/>
            <p:nvPr/>
          </p:nvSpPr>
          <p:spPr>
            <a:xfrm>
              <a:off x="1142745"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33" name="그룹 432"/>
          <p:cNvGrpSpPr/>
          <p:nvPr/>
        </p:nvGrpSpPr>
        <p:grpSpPr>
          <a:xfrm>
            <a:off x="416496" y="3320003"/>
            <a:ext cx="234360" cy="200055"/>
            <a:chOff x="1152270" y="11716364"/>
            <a:chExt cx="234360" cy="200055"/>
          </a:xfrm>
        </p:grpSpPr>
        <p:sp>
          <p:nvSpPr>
            <p:cNvPr id="434" name="모서리가 둥근 직사각형 43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9" name="직사각형 43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40" name="그룹 439"/>
          <p:cNvGrpSpPr/>
          <p:nvPr/>
        </p:nvGrpSpPr>
        <p:grpSpPr>
          <a:xfrm>
            <a:off x="410951" y="3582541"/>
            <a:ext cx="234360" cy="200055"/>
            <a:chOff x="1142745" y="11716364"/>
            <a:chExt cx="234360" cy="200055"/>
          </a:xfrm>
        </p:grpSpPr>
        <p:sp>
          <p:nvSpPr>
            <p:cNvPr id="442" name="모서리가 둥근 직사각형 44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4" name="직사각형 443"/>
            <p:cNvSpPr/>
            <p:nvPr/>
          </p:nvSpPr>
          <p:spPr>
            <a:xfrm>
              <a:off x="1142745"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46" name="그룹 445"/>
          <p:cNvGrpSpPr/>
          <p:nvPr/>
        </p:nvGrpSpPr>
        <p:grpSpPr>
          <a:xfrm>
            <a:off x="416496" y="4105647"/>
            <a:ext cx="234360" cy="200055"/>
            <a:chOff x="1152270" y="11716364"/>
            <a:chExt cx="234360" cy="200055"/>
          </a:xfrm>
        </p:grpSpPr>
        <p:sp>
          <p:nvSpPr>
            <p:cNvPr id="452" name="모서리가 둥근 직사각형 45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1" name="직사각형 46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62" name="그룹 461"/>
          <p:cNvGrpSpPr/>
          <p:nvPr/>
        </p:nvGrpSpPr>
        <p:grpSpPr>
          <a:xfrm>
            <a:off x="410951" y="4393679"/>
            <a:ext cx="234360" cy="200055"/>
            <a:chOff x="1142745" y="11716364"/>
            <a:chExt cx="234360" cy="200055"/>
          </a:xfrm>
        </p:grpSpPr>
        <p:sp>
          <p:nvSpPr>
            <p:cNvPr id="463" name="모서리가 둥근 직사각형 46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4" name="직사각형 463"/>
            <p:cNvSpPr/>
            <p:nvPr/>
          </p:nvSpPr>
          <p:spPr>
            <a:xfrm>
              <a:off x="1142745"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467" name="그룹 466"/>
          <p:cNvGrpSpPr/>
          <p:nvPr/>
        </p:nvGrpSpPr>
        <p:grpSpPr>
          <a:xfrm>
            <a:off x="416496" y="4688155"/>
            <a:ext cx="234360" cy="200055"/>
            <a:chOff x="1152270" y="11716364"/>
            <a:chExt cx="234360" cy="200055"/>
          </a:xfrm>
        </p:grpSpPr>
        <p:sp>
          <p:nvSpPr>
            <p:cNvPr id="468" name="모서리가 둥근 직사각형 46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7" name="직사각형 47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478" name="그룹 477"/>
          <p:cNvGrpSpPr/>
          <p:nvPr/>
        </p:nvGrpSpPr>
        <p:grpSpPr>
          <a:xfrm>
            <a:off x="410951" y="4975076"/>
            <a:ext cx="234360" cy="200055"/>
            <a:chOff x="1142745" y="11716364"/>
            <a:chExt cx="234360" cy="200055"/>
          </a:xfrm>
        </p:grpSpPr>
        <p:sp>
          <p:nvSpPr>
            <p:cNvPr id="536" name="모서리가 둥근 직사각형 5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1" name="직사각형 540"/>
            <p:cNvSpPr/>
            <p:nvPr/>
          </p:nvSpPr>
          <p:spPr>
            <a:xfrm>
              <a:off x="1142745"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542" name="그룹 541"/>
          <p:cNvGrpSpPr/>
          <p:nvPr/>
        </p:nvGrpSpPr>
        <p:grpSpPr>
          <a:xfrm>
            <a:off x="416496" y="5267300"/>
            <a:ext cx="234360" cy="200055"/>
            <a:chOff x="1152270" y="11716364"/>
            <a:chExt cx="234360" cy="200055"/>
          </a:xfrm>
        </p:grpSpPr>
        <p:sp>
          <p:nvSpPr>
            <p:cNvPr id="543" name="모서리가 둥근 직사각형 54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7" name="직사각형 54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548" name="그룹 547"/>
          <p:cNvGrpSpPr/>
          <p:nvPr/>
        </p:nvGrpSpPr>
        <p:grpSpPr>
          <a:xfrm>
            <a:off x="387921" y="5564857"/>
            <a:ext cx="284052" cy="200055"/>
            <a:chOff x="1123695" y="11716364"/>
            <a:chExt cx="284052" cy="200055"/>
          </a:xfrm>
        </p:grpSpPr>
        <p:sp>
          <p:nvSpPr>
            <p:cNvPr id="549" name="모서리가 둥근 직사각형 54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2" name="직사각형 551"/>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553" name="그룹 552"/>
          <p:cNvGrpSpPr/>
          <p:nvPr/>
        </p:nvGrpSpPr>
        <p:grpSpPr>
          <a:xfrm>
            <a:off x="391901" y="5857594"/>
            <a:ext cx="284052" cy="200055"/>
            <a:chOff x="1123695" y="11716364"/>
            <a:chExt cx="284052" cy="200055"/>
          </a:xfrm>
        </p:grpSpPr>
        <p:sp>
          <p:nvSpPr>
            <p:cNvPr id="554" name="모서리가 둥근 직사각형 55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5" name="직사각형 554"/>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grpSp>
        <p:nvGrpSpPr>
          <p:cNvPr id="561" name="그룹 560"/>
          <p:cNvGrpSpPr/>
          <p:nvPr/>
        </p:nvGrpSpPr>
        <p:grpSpPr>
          <a:xfrm>
            <a:off x="397446" y="6424761"/>
            <a:ext cx="284052" cy="200055"/>
            <a:chOff x="1123695" y="11716364"/>
            <a:chExt cx="284052" cy="200055"/>
          </a:xfrm>
        </p:grpSpPr>
        <p:sp>
          <p:nvSpPr>
            <p:cNvPr id="562" name="모서리가 둥근 직사각형 5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3" name="직사각형 562"/>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graphicFrame>
        <p:nvGraphicFramePr>
          <p:cNvPr id="564" name="Group 175"/>
          <p:cNvGraphicFramePr>
            <a:graphicFrameLocks noGrp="1"/>
          </p:cNvGraphicFramePr>
          <p:nvPr>
            <p:extLst>
              <p:ext uri="{D42A27DB-BD31-4B8C-83A1-F6EECF244321}">
                <p14:modId xmlns:p14="http://schemas.microsoft.com/office/powerpoint/2010/main" val="3204167207"/>
              </p:ext>
            </p:extLst>
          </p:nvPr>
        </p:nvGraphicFramePr>
        <p:xfrm>
          <a:off x="9496933" y="1494927"/>
          <a:ext cx="1404156" cy="69075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대시보드 링크</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프로필관리 탭 활성화</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메시지함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공지사항</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전체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a:t>
                      </a:r>
                      <a:r>
                        <a:rPr lang="ko-KR" altLang="en-US" sz="800" kern="1200" dirty="0" smtClean="0">
                          <a:solidFill>
                            <a:schemeClr val="tx1">
                              <a:lumMod val="75000"/>
                              <a:lumOff val="25000"/>
                            </a:schemeClr>
                          </a:solidFill>
                          <a:latin typeface="+mn-ea"/>
                          <a:ea typeface="+mn-ea"/>
                          <a:cs typeface="+mn-cs"/>
                        </a:rPr>
                        <a:t>전체</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탭 활성화</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강의자료실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강의계획서 탭 활성화</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과목별 강의계획서 일괄관리</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나의학습현황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b="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나의성적 탭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레이어 </a:t>
                      </a:r>
                      <a:r>
                        <a:rPr lang="ko-KR" altLang="en-US" sz="800" kern="1200" baseline="0" dirty="0" smtClean="0">
                          <a:solidFill>
                            <a:schemeClr val="tx1">
                              <a:lumMod val="75000"/>
                              <a:lumOff val="25000"/>
                            </a:schemeClr>
                          </a:solidFill>
                          <a:latin typeface="+mn-ea"/>
                          <a:ea typeface="+mn-ea"/>
                          <a:cs typeface="+mn-cs"/>
                        </a:rPr>
                        <a:t> 띄움</a:t>
                      </a:r>
                      <a:endParaRPr lang="en-US" altLang="ko-KR" sz="800" b="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전체설문 탭 활성화</a:t>
                      </a: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새창띄움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방통대 홈페이지 링크</a:t>
                      </a: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565" name="TextBox 564"/>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 </a:t>
            </a:r>
            <a:r>
              <a:rPr lang="ko-KR" altLang="en-US" sz="800" spc="-60" dirty="0" smtClean="0">
                <a:latin typeface="+mn-ea"/>
                <a:ea typeface="+mn-ea"/>
              </a:rPr>
              <a:t>글로벌메뉴</a:t>
            </a:r>
            <a:endParaRPr lang="ko-KR" altLang="en-US" sz="800" spc="-60" dirty="0">
              <a:latin typeface="+mn-ea"/>
              <a:ea typeface="+mn-ea"/>
            </a:endParaRPr>
          </a:p>
        </p:txBody>
      </p:sp>
      <p:sp>
        <p:nvSpPr>
          <p:cNvPr id="566" name="TextBox 565"/>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KNOU_UI_C01020000_01</a:t>
            </a:r>
            <a:endParaRPr lang="ko-KR" altLang="en-US" sz="800" spc="-60" dirty="0">
              <a:latin typeface="+mn-ea"/>
            </a:endParaRPr>
          </a:p>
        </p:txBody>
      </p:sp>
      <p:sp>
        <p:nvSpPr>
          <p:cNvPr id="568" name="TextBox 56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 </a:t>
            </a:r>
            <a:r>
              <a:rPr lang="ko-KR" altLang="en-US" sz="800" spc="-60" dirty="0" smtClean="0">
                <a:latin typeface="+mn-ea"/>
                <a:ea typeface="+mn-ea"/>
              </a:rPr>
              <a:t>글로벌메뉴</a:t>
            </a:r>
            <a:r>
              <a:rPr lang="en-US" altLang="ko-KR" sz="800" spc="-60" dirty="0" smtClean="0">
                <a:latin typeface="+mn-ea"/>
                <a:ea typeface="+mn-ea"/>
              </a:rPr>
              <a:t> </a:t>
            </a:r>
            <a:endParaRPr lang="ko-KR" altLang="en-US" sz="800" spc="-60" dirty="0">
              <a:latin typeface="+mn-ea"/>
              <a:ea typeface="+mn-ea"/>
            </a:endParaRPr>
          </a:p>
        </p:txBody>
      </p:sp>
      <p:sp>
        <p:nvSpPr>
          <p:cNvPr id="570" name="TextBox 569"/>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대시보드</a:t>
            </a:r>
            <a:endParaRPr lang="ko-KR" altLang="en-US" sz="800" spc="-60" dirty="0">
              <a:latin typeface="+mn-ea"/>
              <a:ea typeface="+mn-ea"/>
            </a:endParaRPr>
          </a:p>
        </p:txBody>
      </p:sp>
      <p:grpSp>
        <p:nvGrpSpPr>
          <p:cNvPr id="346" name="그룹 345"/>
          <p:cNvGrpSpPr/>
          <p:nvPr/>
        </p:nvGrpSpPr>
        <p:grpSpPr>
          <a:xfrm>
            <a:off x="5709344" y="1485584"/>
            <a:ext cx="3761110" cy="261068"/>
            <a:chOff x="4948808" y="1485584"/>
            <a:chExt cx="3761110" cy="261068"/>
          </a:xfrm>
        </p:grpSpPr>
        <p:grpSp>
          <p:nvGrpSpPr>
            <p:cNvPr id="347" name="그룹 346"/>
            <p:cNvGrpSpPr/>
            <p:nvPr/>
          </p:nvGrpSpPr>
          <p:grpSpPr>
            <a:xfrm>
              <a:off x="4948808" y="1579923"/>
              <a:ext cx="3761110" cy="166729"/>
              <a:chOff x="5665911" y="1579923"/>
              <a:chExt cx="3761110" cy="166729"/>
            </a:xfrm>
          </p:grpSpPr>
          <p:pic>
            <p:nvPicPr>
              <p:cNvPr id="349"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1"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2"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53" name="그룹 352"/>
              <p:cNvGrpSpPr/>
              <p:nvPr/>
            </p:nvGrpSpPr>
            <p:grpSpPr>
              <a:xfrm>
                <a:off x="5665911" y="1583291"/>
                <a:ext cx="648000" cy="162000"/>
                <a:chOff x="4953000" y="2780928"/>
                <a:chExt cx="648000" cy="162000"/>
              </a:xfrm>
            </p:grpSpPr>
            <p:sp>
              <p:nvSpPr>
                <p:cNvPr id="356" name="모서리가 둥근 직사각형 35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57" name="Picture 10"/>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54" name="모서리가 둥근 직사각형 353"/>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348" name="타원 347"/>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419" name="그룹 418"/>
          <p:cNvGrpSpPr/>
          <p:nvPr/>
        </p:nvGrpSpPr>
        <p:grpSpPr>
          <a:xfrm>
            <a:off x="626748" y="2104281"/>
            <a:ext cx="1245456" cy="3960440"/>
            <a:chOff x="626748" y="2104281"/>
            <a:chExt cx="1245456" cy="3960440"/>
          </a:xfrm>
        </p:grpSpPr>
        <p:grpSp>
          <p:nvGrpSpPr>
            <p:cNvPr id="420" name="그룹 419"/>
            <p:cNvGrpSpPr/>
            <p:nvPr/>
          </p:nvGrpSpPr>
          <p:grpSpPr>
            <a:xfrm>
              <a:off x="629956" y="3318264"/>
              <a:ext cx="1188000" cy="180000"/>
              <a:chOff x="666428" y="3785432"/>
              <a:chExt cx="1188000" cy="180000"/>
            </a:xfrm>
          </p:grpSpPr>
          <p:sp>
            <p:nvSpPr>
              <p:cNvPr id="576" name="모서리가 둥근 직사각형 57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577"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1" name="그룹 420"/>
            <p:cNvGrpSpPr/>
            <p:nvPr/>
          </p:nvGrpSpPr>
          <p:grpSpPr>
            <a:xfrm>
              <a:off x="629956" y="3568824"/>
              <a:ext cx="1188000" cy="180000"/>
              <a:chOff x="666428" y="4310612"/>
              <a:chExt cx="1188000" cy="180000"/>
            </a:xfrm>
          </p:grpSpPr>
          <p:sp>
            <p:nvSpPr>
              <p:cNvPr id="574" name="모서리가 둥근 직사각형 57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57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2" name="그룹 421"/>
            <p:cNvGrpSpPr/>
            <p:nvPr/>
          </p:nvGrpSpPr>
          <p:grpSpPr>
            <a:xfrm>
              <a:off x="629955" y="3042501"/>
              <a:ext cx="1188000" cy="180000"/>
              <a:chOff x="666427" y="3266516"/>
              <a:chExt cx="1188000" cy="180000"/>
            </a:xfrm>
          </p:grpSpPr>
          <p:sp>
            <p:nvSpPr>
              <p:cNvPr id="572" name="모서리가 둥근 직사각형 57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57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3" name="그룹 422"/>
            <p:cNvGrpSpPr/>
            <p:nvPr/>
          </p:nvGrpSpPr>
          <p:grpSpPr>
            <a:xfrm>
              <a:off x="629956" y="4106828"/>
              <a:ext cx="1188000" cy="180000"/>
              <a:chOff x="666428" y="4570824"/>
              <a:chExt cx="1188000" cy="180000"/>
            </a:xfrm>
          </p:grpSpPr>
          <p:sp>
            <p:nvSpPr>
              <p:cNvPr id="526" name="모서리가 둥근 직사각형 52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57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4" name="그룹 423"/>
            <p:cNvGrpSpPr/>
            <p:nvPr/>
          </p:nvGrpSpPr>
          <p:grpSpPr>
            <a:xfrm>
              <a:off x="629956" y="5568923"/>
              <a:ext cx="1188000" cy="180000"/>
              <a:chOff x="666428" y="5096004"/>
              <a:chExt cx="1188000" cy="180000"/>
            </a:xfrm>
          </p:grpSpPr>
          <p:sp>
            <p:nvSpPr>
              <p:cNvPr id="524" name="모서리가 둥근 직사각형 523"/>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525"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6" name="그룹 425"/>
            <p:cNvGrpSpPr/>
            <p:nvPr/>
          </p:nvGrpSpPr>
          <p:grpSpPr>
            <a:xfrm>
              <a:off x="631150" y="4387873"/>
              <a:ext cx="1188000" cy="180000"/>
              <a:chOff x="666428" y="4570824"/>
              <a:chExt cx="1188000" cy="180000"/>
            </a:xfrm>
          </p:grpSpPr>
          <p:sp>
            <p:nvSpPr>
              <p:cNvPr id="514" name="모서리가 둥근 직사각형 51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51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7" name="그룹 426"/>
            <p:cNvGrpSpPr/>
            <p:nvPr/>
          </p:nvGrpSpPr>
          <p:grpSpPr>
            <a:xfrm>
              <a:off x="629956" y="4675443"/>
              <a:ext cx="1188000" cy="180000"/>
              <a:chOff x="666428" y="4310612"/>
              <a:chExt cx="1188000" cy="180000"/>
            </a:xfrm>
          </p:grpSpPr>
          <p:sp>
            <p:nvSpPr>
              <p:cNvPr id="512" name="모서리가 둥근 직사각형 51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51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8" name="그룹 427"/>
            <p:cNvGrpSpPr/>
            <p:nvPr/>
          </p:nvGrpSpPr>
          <p:grpSpPr>
            <a:xfrm>
              <a:off x="626748" y="2104281"/>
              <a:ext cx="1245456" cy="442923"/>
              <a:chOff x="468506" y="2320305"/>
              <a:chExt cx="1245456" cy="442923"/>
            </a:xfrm>
          </p:grpSpPr>
          <p:sp>
            <p:nvSpPr>
              <p:cNvPr id="498" name="직사각형 497"/>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499"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1" name="TextBox 50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429" name="그룹 428"/>
            <p:cNvGrpSpPr/>
            <p:nvPr/>
          </p:nvGrpSpPr>
          <p:grpSpPr>
            <a:xfrm>
              <a:off x="632520" y="4975116"/>
              <a:ext cx="1188000" cy="180000"/>
              <a:chOff x="666428" y="4310612"/>
              <a:chExt cx="1188000" cy="180000"/>
            </a:xfrm>
          </p:grpSpPr>
          <p:sp>
            <p:nvSpPr>
              <p:cNvPr id="494" name="모서리가 둥근 직사각형 49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49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0" name="그룹 429"/>
            <p:cNvGrpSpPr/>
            <p:nvPr/>
          </p:nvGrpSpPr>
          <p:grpSpPr>
            <a:xfrm>
              <a:off x="632520" y="2752353"/>
              <a:ext cx="1188000" cy="180000"/>
              <a:chOff x="666427" y="3266516"/>
              <a:chExt cx="1188000" cy="180000"/>
            </a:xfrm>
          </p:grpSpPr>
          <p:sp>
            <p:nvSpPr>
              <p:cNvPr id="486" name="모서리가 둥근 직사각형 485"/>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대시보드</a:t>
                </a:r>
                <a:endParaRPr kumimoji="1" lang="ko-KR" altLang="en-US" sz="800" dirty="0">
                  <a:solidFill>
                    <a:schemeClr val="tx1">
                      <a:lumMod val="75000"/>
                      <a:lumOff val="25000"/>
                    </a:schemeClr>
                  </a:solidFill>
                  <a:latin typeface="+mn-ea"/>
                  <a:ea typeface="+mn-ea"/>
                  <a:cs typeface="Calibri" pitchFamily="34" charset="0"/>
                </a:endParaRPr>
              </a:p>
            </p:txBody>
          </p:sp>
          <p:pic>
            <p:nvPicPr>
              <p:cNvPr id="48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1" name="그룹 440"/>
            <p:cNvGrpSpPr/>
            <p:nvPr/>
          </p:nvGrpSpPr>
          <p:grpSpPr>
            <a:xfrm>
              <a:off x="632520" y="5257815"/>
              <a:ext cx="1188000" cy="180000"/>
              <a:chOff x="666428" y="4310612"/>
              <a:chExt cx="1188000" cy="180000"/>
            </a:xfrm>
          </p:grpSpPr>
          <p:sp>
            <p:nvSpPr>
              <p:cNvPr id="473" name="모서리가 둥근 직사각형 47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8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5" name="그룹 444"/>
            <p:cNvGrpSpPr/>
            <p:nvPr/>
          </p:nvGrpSpPr>
          <p:grpSpPr>
            <a:xfrm>
              <a:off x="632520" y="5884721"/>
              <a:ext cx="1188000" cy="180000"/>
              <a:chOff x="666428" y="4570824"/>
              <a:chExt cx="1188000" cy="180000"/>
            </a:xfrm>
          </p:grpSpPr>
          <p:sp>
            <p:nvSpPr>
              <p:cNvPr id="466" name="모서리가 둥근 직사각형 46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46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9" name="그룹 448"/>
            <p:cNvGrpSpPr/>
            <p:nvPr/>
          </p:nvGrpSpPr>
          <p:grpSpPr>
            <a:xfrm>
              <a:off x="632520" y="3825064"/>
              <a:ext cx="1188000" cy="180000"/>
              <a:chOff x="666428" y="4310612"/>
              <a:chExt cx="1188000" cy="180000"/>
            </a:xfrm>
          </p:grpSpPr>
          <p:sp>
            <p:nvSpPr>
              <p:cNvPr id="454" name="모서리가 둥근 직사각형 4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46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342" name="그룹 341"/>
          <p:cNvGrpSpPr/>
          <p:nvPr/>
        </p:nvGrpSpPr>
        <p:grpSpPr>
          <a:xfrm>
            <a:off x="507554" y="1602349"/>
            <a:ext cx="3075218" cy="252000"/>
            <a:chOff x="507554" y="1537742"/>
            <a:chExt cx="3075218" cy="252000"/>
          </a:xfrm>
        </p:grpSpPr>
        <p:pic>
          <p:nvPicPr>
            <p:cNvPr id="343" name="Picture 4"/>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44" name="그룹 343"/>
            <p:cNvGrpSpPr/>
            <p:nvPr/>
          </p:nvGrpSpPr>
          <p:grpSpPr>
            <a:xfrm>
              <a:off x="2288704" y="1581175"/>
              <a:ext cx="1294068" cy="166725"/>
              <a:chOff x="2288704" y="1581175"/>
              <a:chExt cx="1294068" cy="166725"/>
            </a:xfrm>
          </p:grpSpPr>
          <p:sp>
            <p:nvSpPr>
              <p:cNvPr id="345" name="직사각형 344"/>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63" name="직사각형 362"/>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358" name="자유형 357"/>
          <p:cNvSpPr/>
          <p:nvPr/>
        </p:nvSpPr>
        <p:spPr>
          <a:xfrm>
            <a:off x="6717939" y="2070373"/>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9" name="자유형 358"/>
          <p:cNvSpPr/>
          <p:nvPr/>
        </p:nvSpPr>
        <p:spPr>
          <a:xfrm flipH="1">
            <a:off x="6249144" y="2070533"/>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360" name="그룹 359"/>
          <p:cNvGrpSpPr/>
          <p:nvPr/>
        </p:nvGrpSpPr>
        <p:grpSpPr>
          <a:xfrm>
            <a:off x="4705759" y="5383081"/>
            <a:ext cx="2157549" cy="2238893"/>
            <a:chOff x="4635878" y="4007549"/>
            <a:chExt cx="2157549" cy="2238893"/>
          </a:xfrm>
        </p:grpSpPr>
        <p:sp>
          <p:nvSpPr>
            <p:cNvPr id="361" name="직사각형 360"/>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62" name="그룹 361"/>
            <p:cNvGrpSpPr/>
            <p:nvPr/>
          </p:nvGrpSpPr>
          <p:grpSpPr>
            <a:xfrm>
              <a:off x="4782829" y="4091317"/>
              <a:ext cx="1860263" cy="405943"/>
              <a:chOff x="4592074" y="4091317"/>
              <a:chExt cx="1860263" cy="405943"/>
            </a:xfrm>
          </p:grpSpPr>
          <p:sp>
            <p:nvSpPr>
              <p:cNvPr id="370" name="순서도: 대체 처리 369"/>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371" name="TextBox 370"/>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72" name="TextBox 371"/>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이해와 활용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364" name="TextBox 363"/>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365" name="그룹 364"/>
            <p:cNvGrpSpPr/>
            <p:nvPr/>
          </p:nvGrpSpPr>
          <p:grpSpPr>
            <a:xfrm>
              <a:off x="4686334" y="5022701"/>
              <a:ext cx="1915441" cy="219199"/>
              <a:chOff x="4612010" y="5022701"/>
              <a:chExt cx="1915441" cy="219199"/>
            </a:xfrm>
          </p:grpSpPr>
          <p:grpSp>
            <p:nvGrpSpPr>
              <p:cNvPr id="366" name="그룹 365"/>
              <p:cNvGrpSpPr/>
              <p:nvPr/>
            </p:nvGrpSpPr>
            <p:grpSpPr>
              <a:xfrm>
                <a:off x="4715079" y="5022701"/>
                <a:ext cx="1812372" cy="36789"/>
                <a:chOff x="4724604" y="5192411"/>
                <a:chExt cx="1812372" cy="36789"/>
              </a:xfrm>
            </p:grpSpPr>
            <p:sp>
              <p:nvSpPr>
                <p:cNvPr id="368" name="직사각형 367"/>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369" name="직사각형 368"/>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367" name="TextBox 366"/>
              <p:cNvSpPr txBox="1"/>
              <p:nvPr/>
            </p:nvSpPr>
            <p:spPr>
              <a:xfrm>
                <a:off x="4612010" y="5041845"/>
                <a:ext cx="1912750"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374" name="표 373"/>
          <p:cNvGraphicFramePr>
            <a:graphicFrameLocks noGrp="1"/>
          </p:cNvGraphicFramePr>
          <p:nvPr>
            <p:extLst>
              <p:ext uri="{D42A27DB-BD31-4B8C-83A1-F6EECF244321}">
                <p14:modId xmlns:p14="http://schemas.microsoft.com/office/powerpoint/2010/main" val="3754409958"/>
              </p:ext>
            </p:extLst>
          </p:nvPr>
        </p:nvGraphicFramePr>
        <p:xfrm>
          <a:off x="4891911" y="667674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r>
                        <a:rPr lang="en-US" altLang="ko-KR" sz="800" b="0" dirty="0" smtClean="0">
                          <a:solidFill>
                            <a:schemeClr val="bg1">
                              <a:lumMod val="65000"/>
                            </a:schemeClr>
                          </a:solidFill>
                          <a:latin typeface="+mn-ea"/>
                          <a:ea typeface="+mn-ea"/>
                        </a:rPr>
                        <a:t>/6</a:t>
                      </a:r>
                      <a:endParaRPr lang="ko-KR" altLang="en-US" sz="800" b="0" dirty="0">
                        <a:solidFill>
                          <a:schemeClr val="bg1">
                            <a:lumMod val="6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/5</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75" name="그룹 374"/>
          <p:cNvGrpSpPr/>
          <p:nvPr/>
        </p:nvGrpSpPr>
        <p:grpSpPr>
          <a:xfrm>
            <a:off x="7027744" y="5390121"/>
            <a:ext cx="2058706" cy="2238893"/>
            <a:chOff x="4672657" y="4007549"/>
            <a:chExt cx="2058706" cy="2238893"/>
          </a:xfrm>
        </p:grpSpPr>
        <p:sp>
          <p:nvSpPr>
            <p:cNvPr id="376" name="직사각형 375"/>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77" name="그룹 376"/>
            <p:cNvGrpSpPr/>
            <p:nvPr/>
          </p:nvGrpSpPr>
          <p:grpSpPr>
            <a:xfrm>
              <a:off x="4782829" y="4091317"/>
              <a:ext cx="1948534" cy="405943"/>
              <a:chOff x="4592074" y="4091317"/>
              <a:chExt cx="1948534" cy="405943"/>
            </a:xfrm>
          </p:grpSpPr>
          <p:sp>
            <p:nvSpPr>
              <p:cNvPr id="388" name="순서도: 대체 처리 387"/>
              <p:cNvSpPr/>
              <p:nvPr/>
            </p:nvSpPr>
            <p:spPr bwMode="auto">
              <a:xfrm>
                <a:off x="4600520" y="4115024"/>
                <a:ext cx="396000" cy="144000"/>
              </a:xfrm>
              <a:prstGeom prst="flowChartAlternateProcess">
                <a:avLst/>
              </a:prstGeom>
              <a:solidFill>
                <a:schemeClr val="accent2">
                  <a:lumMod val="75000"/>
                </a:schemeClr>
              </a:solidFill>
              <a:ln w="6350" cap="flat" cmpd="sng" algn="ctr">
                <a:solidFill>
                  <a:srgbClr val="00B05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평생교육</a:t>
                </a:r>
                <a:endParaRPr kumimoji="1" lang="ko-KR" altLang="en-US" sz="700" dirty="0">
                  <a:solidFill>
                    <a:schemeClr val="bg1"/>
                  </a:solidFill>
                  <a:latin typeface="+mn-ea"/>
                  <a:ea typeface="+mn-ea"/>
                  <a:cs typeface="Calibri" pitchFamily="34" charset="0"/>
                </a:endParaRPr>
              </a:p>
            </p:txBody>
          </p:sp>
          <p:sp>
            <p:nvSpPr>
              <p:cNvPr id="389" name="TextBox 388"/>
              <p:cNvSpPr txBox="1"/>
              <p:nvPr/>
            </p:nvSpPr>
            <p:spPr>
              <a:xfrm>
                <a:off x="4953000" y="4091317"/>
                <a:ext cx="1587608"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100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온라인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TextBox 389"/>
              <p:cNvSpPr txBox="1"/>
              <p:nvPr/>
            </p:nvSpPr>
            <p:spPr>
              <a:xfrm>
                <a:off x="4592074" y="4281816"/>
                <a:ext cx="1743936" cy="215444"/>
              </a:xfrm>
              <a:prstGeom prst="rect">
                <a:avLst/>
              </a:prstGeom>
              <a:noFill/>
            </p:spPr>
            <p:txBody>
              <a:bodyPr wrap="square" lIns="0" rIns="0"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광고와 이미지 마케팅</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379" name="TextBox 378"/>
            <p:cNvSpPr txBox="1"/>
            <p:nvPr/>
          </p:nvSpPr>
          <p:spPr>
            <a:xfrm>
              <a:off x="4789420" y="4524900"/>
              <a:ext cx="1917734" cy="438582"/>
            </a:xfrm>
            <a:prstGeom prst="rect">
              <a:avLst/>
            </a:prstGeom>
            <a:noFill/>
          </p:spPr>
          <p:txBody>
            <a:bodyPr wrap="square" lIns="0" rtlCol="0">
              <a:spAutoFit/>
            </a:bodyPr>
            <a:lstStyle/>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과제제출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380" name="그룹 379"/>
            <p:cNvGrpSpPr/>
            <p:nvPr/>
          </p:nvGrpSpPr>
          <p:grpSpPr>
            <a:xfrm>
              <a:off x="4686333" y="5022701"/>
              <a:ext cx="1923799" cy="219199"/>
              <a:chOff x="4612009" y="5022701"/>
              <a:chExt cx="1923799" cy="219199"/>
            </a:xfrm>
          </p:grpSpPr>
          <p:grpSp>
            <p:nvGrpSpPr>
              <p:cNvPr id="381" name="그룹 380"/>
              <p:cNvGrpSpPr/>
              <p:nvPr/>
            </p:nvGrpSpPr>
            <p:grpSpPr>
              <a:xfrm>
                <a:off x="4715079" y="5022701"/>
                <a:ext cx="1812372" cy="36789"/>
                <a:chOff x="4724604" y="5192411"/>
                <a:chExt cx="1812372" cy="36789"/>
              </a:xfrm>
            </p:grpSpPr>
            <p:sp>
              <p:nvSpPr>
                <p:cNvPr id="386" name="직사각형 385"/>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387" name="직사각형 386"/>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383" name="TextBox 382"/>
              <p:cNvSpPr txBox="1"/>
              <p:nvPr/>
            </p:nvSpPr>
            <p:spPr>
              <a:xfrm>
                <a:off x="4612009" y="5041845"/>
                <a:ext cx="1923799"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391" name="표 390"/>
          <p:cNvGraphicFramePr>
            <a:graphicFrameLocks noGrp="1"/>
          </p:cNvGraphicFramePr>
          <p:nvPr>
            <p:extLst>
              <p:ext uri="{D42A27DB-BD31-4B8C-83A1-F6EECF244321}">
                <p14:modId xmlns:p14="http://schemas.microsoft.com/office/powerpoint/2010/main" val="3464486321"/>
              </p:ext>
            </p:extLst>
          </p:nvPr>
        </p:nvGraphicFramePr>
        <p:xfrm>
          <a:off x="7177117" y="6683780"/>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92" name="그룹 391"/>
          <p:cNvGrpSpPr/>
          <p:nvPr/>
        </p:nvGrpSpPr>
        <p:grpSpPr>
          <a:xfrm>
            <a:off x="4703068" y="7724125"/>
            <a:ext cx="2157549" cy="2238893"/>
            <a:chOff x="4635878" y="4007549"/>
            <a:chExt cx="2157549" cy="2238893"/>
          </a:xfrm>
        </p:grpSpPr>
        <p:sp>
          <p:nvSpPr>
            <p:cNvPr id="393" name="직사각형 392"/>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4" name="그룹 393"/>
            <p:cNvGrpSpPr/>
            <p:nvPr/>
          </p:nvGrpSpPr>
          <p:grpSpPr>
            <a:xfrm>
              <a:off x="4782829" y="4091317"/>
              <a:ext cx="1898363" cy="405943"/>
              <a:chOff x="4592074" y="4091317"/>
              <a:chExt cx="1898363" cy="405943"/>
            </a:xfrm>
          </p:grpSpPr>
          <p:sp>
            <p:nvSpPr>
              <p:cNvPr id="401" name="순서도: 대체 처리 400"/>
              <p:cNvSpPr/>
              <p:nvPr/>
            </p:nvSpPr>
            <p:spPr bwMode="auto">
              <a:xfrm>
                <a:off x="4600520" y="4115024"/>
                <a:ext cx="396000" cy="144000"/>
              </a:xfrm>
              <a:prstGeom prst="flowChartAlternateProcess">
                <a:avLst/>
              </a:prstGeom>
              <a:solidFill>
                <a:srgbClr val="7030A0"/>
              </a:solidFill>
              <a:ln w="6350" cap="flat" cmpd="sng" algn="ctr">
                <a:solidFill>
                  <a:srgbClr val="7030A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학위과정</a:t>
                </a:r>
                <a:endParaRPr kumimoji="1" lang="ko-KR" altLang="en-US" sz="700" dirty="0">
                  <a:solidFill>
                    <a:schemeClr val="bg1"/>
                  </a:solidFill>
                  <a:latin typeface="+mn-ea"/>
                  <a:ea typeface="+mn-ea"/>
                  <a:cs typeface="Calibri" pitchFamily="34" charset="0"/>
                </a:endParaRPr>
              </a:p>
            </p:txBody>
          </p:sp>
          <p:sp>
            <p:nvSpPr>
              <p:cNvPr id="402" name="TextBox 401"/>
              <p:cNvSpPr txBox="1"/>
              <p:nvPr/>
            </p:nvSpPr>
            <p:spPr>
              <a:xfrm>
                <a:off x="49625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03" name="TextBox 402"/>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AI</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와 빅데이터 경영입문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반</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395" name="TextBox 394"/>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396" name="그룹 395"/>
            <p:cNvGrpSpPr/>
            <p:nvPr/>
          </p:nvGrpSpPr>
          <p:grpSpPr>
            <a:xfrm>
              <a:off x="4686333" y="5022701"/>
              <a:ext cx="1915442" cy="219199"/>
              <a:chOff x="4612009" y="5022701"/>
              <a:chExt cx="1915442" cy="219199"/>
            </a:xfrm>
          </p:grpSpPr>
          <p:grpSp>
            <p:nvGrpSpPr>
              <p:cNvPr id="397" name="그룹 396"/>
              <p:cNvGrpSpPr/>
              <p:nvPr/>
            </p:nvGrpSpPr>
            <p:grpSpPr>
              <a:xfrm>
                <a:off x="4715079" y="5022701"/>
                <a:ext cx="1812372" cy="36789"/>
                <a:chOff x="4724604" y="5192411"/>
                <a:chExt cx="1812372" cy="36789"/>
              </a:xfrm>
            </p:grpSpPr>
            <p:sp>
              <p:nvSpPr>
                <p:cNvPr id="399" name="직사각형 398"/>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400" name="직사각형 399"/>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398" name="TextBox 397"/>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404" name="표 403"/>
          <p:cNvGraphicFramePr>
            <a:graphicFrameLocks noGrp="1"/>
          </p:cNvGraphicFramePr>
          <p:nvPr>
            <p:extLst>
              <p:ext uri="{D42A27DB-BD31-4B8C-83A1-F6EECF244321}">
                <p14:modId xmlns:p14="http://schemas.microsoft.com/office/powerpoint/2010/main" val="2152572717"/>
              </p:ext>
            </p:extLst>
          </p:nvPr>
        </p:nvGraphicFramePr>
        <p:xfrm>
          <a:off x="4889220" y="901778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405" name="그룹 404"/>
          <p:cNvGrpSpPr/>
          <p:nvPr/>
        </p:nvGrpSpPr>
        <p:grpSpPr>
          <a:xfrm>
            <a:off x="6988274" y="7731165"/>
            <a:ext cx="2157549" cy="2238893"/>
            <a:chOff x="4635878" y="4007549"/>
            <a:chExt cx="2157549" cy="2238893"/>
          </a:xfrm>
        </p:grpSpPr>
        <p:sp>
          <p:nvSpPr>
            <p:cNvPr id="406" name="직사각형 405"/>
            <p:cNvSpPr/>
            <p:nvPr/>
          </p:nvSpPr>
          <p:spPr>
            <a:xfrm>
              <a:off x="4672657" y="4007549"/>
              <a:ext cx="2040801" cy="2238893"/>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7" name="그룹 406"/>
            <p:cNvGrpSpPr/>
            <p:nvPr/>
          </p:nvGrpSpPr>
          <p:grpSpPr>
            <a:xfrm>
              <a:off x="4782829" y="4091317"/>
              <a:ext cx="1860263" cy="405943"/>
              <a:chOff x="4592074" y="4091317"/>
              <a:chExt cx="1860263" cy="405943"/>
            </a:xfrm>
          </p:grpSpPr>
          <p:sp>
            <p:nvSpPr>
              <p:cNvPr id="578" name="순서도: 대체 처리 577"/>
              <p:cNvSpPr/>
              <p:nvPr/>
            </p:nvSpPr>
            <p:spPr bwMode="auto">
              <a:xfrm>
                <a:off x="4600520" y="4115024"/>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
            <p:nvSpPr>
              <p:cNvPr id="579" name="TextBox 578"/>
              <p:cNvSpPr txBox="1"/>
              <p:nvPr/>
            </p:nvSpPr>
            <p:spPr>
              <a:xfrm>
                <a:off x="4924425" y="4091317"/>
                <a:ext cx="1527912" cy="200055"/>
              </a:xfrm>
              <a:prstGeom prst="rect">
                <a:avLst/>
              </a:prstGeom>
              <a:noFill/>
            </p:spPr>
            <p:txBody>
              <a:bodyPr wrap="square" rtlCol="0">
                <a:spAutoFit/>
              </a:bodyPr>
              <a:lstStyle/>
              <a:p>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수강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50</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명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 튜터 김하늘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3</a:t>
                </a:r>
                <a:r>
                  <a:rPr lang="ko-KR" altLang="en-US" sz="700" b="1"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endParaRPr lang="ko-KR" altLang="en-US" sz="700" b="1"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80" name="TextBox 579"/>
              <p:cNvSpPr txBox="1"/>
              <p:nvPr/>
            </p:nvSpPr>
            <p:spPr>
              <a:xfrm>
                <a:off x="4592074" y="4281816"/>
                <a:ext cx="1743936"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New TEPS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실전 연습</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기본편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8" name="TextBox 407"/>
            <p:cNvSpPr txBox="1"/>
            <p:nvPr/>
          </p:nvSpPr>
          <p:spPr>
            <a:xfrm>
              <a:off x="4635878" y="4524900"/>
              <a:ext cx="2157549" cy="416268"/>
            </a:xfrm>
            <a:prstGeom prst="rect">
              <a:avLst/>
            </a:prstGeom>
            <a:noFill/>
          </p:spPr>
          <p:txBody>
            <a:bodyPr wrap="square" lIns="0" rtlCol="0">
              <a:spAutoFit/>
            </a:bodyPr>
            <a:lstStyle/>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중간고사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2025.05.12 16:00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gn="ctr">
                <a:lnSpc>
                  <a:spcPct val="150000"/>
                </a:lnSpc>
              </a:pP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기말고사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2025.07.02 17:00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시간 </a:t>
              </a:r>
              <a:r>
                <a:rPr lang="en-US" altLang="ko-KR" sz="750" dirty="0">
                  <a:solidFill>
                    <a:schemeClr val="bg1">
                      <a:lumMod val="50000"/>
                    </a:schemeClr>
                  </a:solidFill>
                  <a:latin typeface="맑은 고딕" panose="020B0503020000020004" pitchFamily="50" charset="-127"/>
                  <a:ea typeface="맑은 고딕" panose="020B0503020000020004" pitchFamily="50" charset="-127"/>
                </a:rPr>
                <a:t>: </a:t>
              </a:r>
              <a:r>
                <a:rPr lang="en-US" altLang="ko-KR" sz="750" dirty="0">
                  <a:solidFill>
                    <a:schemeClr val="tx1">
                      <a:lumMod val="65000"/>
                      <a:lumOff val="35000"/>
                    </a:schemeClr>
                  </a:solidFill>
                  <a:latin typeface="맑은 고딕" panose="020B0503020000020004" pitchFamily="50" charset="-127"/>
                  <a:ea typeface="맑은 고딕" panose="020B0503020000020004" pitchFamily="50" charset="-127"/>
                </a:rPr>
                <a:t>40</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09" name="그룹 408"/>
            <p:cNvGrpSpPr/>
            <p:nvPr/>
          </p:nvGrpSpPr>
          <p:grpSpPr>
            <a:xfrm>
              <a:off x="4686333" y="5022701"/>
              <a:ext cx="1915442" cy="219199"/>
              <a:chOff x="4612009" y="5022701"/>
              <a:chExt cx="1915442" cy="219199"/>
            </a:xfrm>
          </p:grpSpPr>
          <p:grpSp>
            <p:nvGrpSpPr>
              <p:cNvPr id="410" name="그룹 409"/>
              <p:cNvGrpSpPr/>
              <p:nvPr/>
            </p:nvGrpSpPr>
            <p:grpSpPr>
              <a:xfrm>
                <a:off x="4715079" y="5022701"/>
                <a:ext cx="1812372" cy="36789"/>
                <a:chOff x="4724604" y="5192411"/>
                <a:chExt cx="1812372" cy="36789"/>
              </a:xfrm>
            </p:grpSpPr>
            <p:sp>
              <p:nvSpPr>
                <p:cNvPr id="496" name="직사각형 495"/>
                <p:cNvSpPr/>
                <p:nvPr/>
              </p:nvSpPr>
              <p:spPr bwMode="auto">
                <a:xfrm>
                  <a:off x="4736976" y="5192411"/>
                  <a:ext cx="1800000" cy="36000"/>
                </a:xfrm>
                <a:prstGeom prst="rect">
                  <a:avLst/>
                </a:prstGeom>
                <a:solidFill>
                  <a:schemeClr val="bg1">
                    <a:lumMod val="75000"/>
                  </a:schemeClr>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sp>
              <p:nvSpPr>
                <p:cNvPr id="550" name="직사각형 549"/>
                <p:cNvSpPr/>
                <p:nvPr/>
              </p:nvSpPr>
              <p:spPr bwMode="auto">
                <a:xfrm>
                  <a:off x="4724604" y="5193200"/>
                  <a:ext cx="446400" cy="36000"/>
                </a:xfrm>
                <a:prstGeom prst="rect">
                  <a:avLst/>
                </a:prstGeom>
                <a:solidFill>
                  <a:srgbClr val="00B0F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chemeClr val="tx1">
                        <a:lumMod val="75000"/>
                        <a:lumOff val="25000"/>
                      </a:schemeClr>
                    </a:solidFill>
                    <a:latin typeface="+mn-ea"/>
                    <a:cs typeface="Calibri" pitchFamily="34" charset="0"/>
                  </a:endParaRPr>
                </a:p>
              </p:txBody>
            </p:sp>
          </p:grpSp>
          <p:sp>
            <p:nvSpPr>
              <p:cNvPr id="413" name="TextBox 412"/>
              <p:cNvSpPr txBox="1"/>
              <p:nvPr/>
            </p:nvSpPr>
            <p:spPr>
              <a:xfrm>
                <a:off x="4612009" y="5041845"/>
                <a:ext cx="1915441" cy="200055"/>
              </a:xfrm>
              <a:prstGeom prst="rect">
                <a:avLst/>
              </a:prstGeom>
              <a:noFill/>
            </p:spPr>
            <p:txBody>
              <a:bodyPr wrap="square" rtlCol="0">
                <a:spAutoFit/>
              </a:bodyPr>
              <a:lstStyle/>
              <a:p>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나의 진도율 </a:t>
                </a:r>
                <a:r>
                  <a:rPr lang="en-US" altLang="ko-KR" sz="700" dirty="0" smtClean="0">
                    <a:solidFill>
                      <a:schemeClr val="tx1">
                        <a:lumMod val="85000"/>
                        <a:lumOff val="15000"/>
                      </a:schemeClr>
                    </a:solidFill>
                    <a:latin typeface="맑은 고딕" panose="020B0503020000020004" pitchFamily="50" charset="-127"/>
                    <a:ea typeface="맑은 고딕" panose="020B0503020000020004" pitchFamily="50" charset="-127"/>
                  </a:rPr>
                  <a:t>40%</a:t>
                </a:r>
                <a:endParaRPr lang="ko-KR" altLang="en-US" sz="7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grpSp>
      <p:graphicFrame>
        <p:nvGraphicFramePr>
          <p:cNvPr id="581" name="표 580"/>
          <p:cNvGraphicFramePr>
            <a:graphicFrameLocks noGrp="1"/>
          </p:cNvGraphicFramePr>
          <p:nvPr>
            <p:extLst>
              <p:ext uri="{D42A27DB-BD31-4B8C-83A1-F6EECF244321}">
                <p14:modId xmlns:p14="http://schemas.microsoft.com/office/powerpoint/2010/main" val="921576813"/>
              </p:ext>
            </p:extLst>
          </p:nvPr>
        </p:nvGraphicFramePr>
        <p:xfrm>
          <a:off x="7174426" y="9024824"/>
          <a:ext cx="1883545" cy="782562"/>
        </p:xfrm>
        <a:graphic>
          <a:graphicData uri="http://schemas.openxmlformats.org/drawingml/2006/table">
            <a:tbl>
              <a:tblPr firstRow="1" bandRow="1">
                <a:tableStyleId>{5C22544A-7EE6-4342-B048-85BDC9FD1C3A}</a:tableStyleId>
              </a:tblPr>
              <a:tblGrid>
                <a:gridCol w="318419"/>
                <a:gridCol w="309429"/>
                <a:gridCol w="338643"/>
                <a:gridCol w="289206"/>
                <a:gridCol w="402299"/>
                <a:gridCol w="225549"/>
              </a:tblGrid>
              <a:tr h="260854">
                <a:tc>
                  <a:txBody>
                    <a:bodyPr/>
                    <a:lstStyle/>
                    <a:p>
                      <a:pPr algn="l" latinLnBrk="1"/>
                      <a:r>
                        <a:rPr lang="ko-KR" altLang="en-US" sz="800" b="0" dirty="0" smtClean="0">
                          <a:solidFill>
                            <a:schemeClr val="tx1">
                              <a:lumMod val="75000"/>
                              <a:lumOff val="25000"/>
                            </a:schemeClr>
                          </a:solidFill>
                          <a:latin typeface="+mn-ea"/>
                          <a:ea typeface="+mn-ea"/>
                        </a:rPr>
                        <a:t>공지</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Q&amp;A</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0" dirty="0" smtClean="0">
                          <a:solidFill>
                            <a:schemeClr val="tx1">
                              <a:lumMod val="75000"/>
                              <a:lumOff val="25000"/>
                            </a:schemeClr>
                          </a:solidFill>
                          <a:latin typeface="+mn-ea"/>
                          <a:ea typeface="+mn-ea"/>
                        </a:rPr>
                        <a:t>1:1</a:t>
                      </a:r>
                      <a:r>
                        <a:rPr lang="ko-KR" altLang="en-US" sz="800" b="0" dirty="0" smtClean="0">
                          <a:solidFill>
                            <a:schemeClr val="tx1">
                              <a:lumMod val="75000"/>
                              <a:lumOff val="25000"/>
                            </a:schemeClr>
                          </a:solidFill>
                          <a:latin typeface="+mn-ea"/>
                          <a:ea typeface="+mn-ea"/>
                        </a:rPr>
                        <a:t>상담</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6</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3</a:t>
                      </a:r>
                      <a:r>
                        <a:rPr lang="en-US" altLang="ko-KR" sz="800" b="0" dirty="0" smtClean="0">
                          <a:solidFill>
                            <a:schemeClr val="bg1">
                              <a:lumMod val="65000"/>
                            </a:schemeClr>
                          </a:solidFill>
                          <a:latin typeface="+mn-ea"/>
                          <a:ea typeface="+mn-ea"/>
                        </a:rPr>
                        <a:t>/4</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/3</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60854">
                <a:tc>
                  <a:txBody>
                    <a:bodyPr/>
                    <a:lstStyle/>
                    <a:p>
                      <a:pPr algn="l" latinLnBrk="1"/>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5</a:t>
                      </a:r>
                      <a:r>
                        <a:rPr lang="en-US" altLang="ko-KR" sz="800" b="0" dirty="0" smtClean="0">
                          <a:solidFill>
                            <a:schemeClr val="bg1">
                              <a:lumMod val="65000"/>
                            </a:schemeClr>
                          </a:solidFill>
                          <a:latin typeface="+mn-ea"/>
                          <a:ea typeface="+mn-ea"/>
                        </a:rPr>
                        <a:t>/6</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2</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800" b="1" dirty="0" smtClean="0">
                          <a:solidFill>
                            <a:srgbClr val="00B0F0"/>
                          </a:solidFill>
                          <a:latin typeface="+mn-ea"/>
                          <a:ea typeface="+mn-ea"/>
                        </a:rPr>
                        <a:t>1</a:t>
                      </a:r>
                      <a:r>
                        <a:rPr lang="en-US" altLang="ko-KR" sz="800" b="0" dirty="0" smtClean="0">
                          <a:solidFill>
                            <a:schemeClr val="bg1">
                              <a:lumMod val="65000"/>
                            </a:schemeClr>
                          </a:solidFill>
                          <a:latin typeface="+mn-ea"/>
                          <a:ea typeface="+mn-ea"/>
                        </a:rPr>
                        <a:t>/2</a:t>
                      </a:r>
                      <a:endParaRPr lang="ko-KR" altLang="en-US" sz="800" b="1" dirty="0">
                        <a:solidFill>
                          <a:srgbClr val="00B0F0"/>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582" name="순서도: 대체 처리 581"/>
          <p:cNvSpPr/>
          <p:nvPr/>
        </p:nvSpPr>
        <p:spPr bwMode="auto">
          <a:xfrm>
            <a:off x="8509933" y="8033589"/>
            <a:ext cx="252000" cy="126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복습</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583" name="그룹 582"/>
          <p:cNvGrpSpPr/>
          <p:nvPr/>
        </p:nvGrpSpPr>
        <p:grpSpPr>
          <a:xfrm>
            <a:off x="9311182" y="5439826"/>
            <a:ext cx="24026" cy="4580002"/>
            <a:chOff x="7946472" y="5449416"/>
            <a:chExt cx="24026" cy="4580002"/>
          </a:xfrm>
        </p:grpSpPr>
        <p:sp>
          <p:nvSpPr>
            <p:cNvPr id="584" name="직사각형 583"/>
            <p:cNvSpPr/>
            <p:nvPr/>
          </p:nvSpPr>
          <p:spPr bwMode="auto">
            <a:xfrm>
              <a:off x="7946472" y="5457418"/>
              <a:ext cx="21600" cy="4572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585" name="직사각형 584"/>
            <p:cNvSpPr/>
            <p:nvPr/>
          </p:nvSpPr>
          <p:spPr bwMode="auto">
            <a:xfrm>
              <a:off x="7952498" y="5449416"/>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grpSp>
        <p:nvGrpSpPr>
          <p:cNvPr id="476" name="그룹 475"/>
          <p:cNvGrpSpPr/>
          <p:nvPr/>
        </p:nvGrpSpPr>
        <p:grpSpPr>
          <a:xfrm>
            <a:off x="634148" y="6172753"/>
            <a:ext cx="1188000" cy="180000"/>
            <a:chOff x="666428" y="3785432"/>
            <a:chExt cx="1188000" cy="180000"/>
          </a:xfrm>
        </p:grpSpPr>
        <p:sp>
          <p:nvSpPr>
            <p:cNvPr id="479" name="모서리가 둥근 직사각형 47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480"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620431" y="6415236"/>
            <a:ext cx="1188000" cy="180000"/>
            <a:chOff x="666428" y="5881828"/>
            <a:chExt cx="1188000" cy="180000"/>
          </a:xfrm>
        </p:grpSpPr>
        <p:sp>
          <p:nvSpPr>
            <p:cNvPr id="482" name="모서리가 둥근 직사각형 481"/>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490"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4251041616"/>
      </p:ext>
    </p:extLst>
  </p:cSld>
  <p:clrMapOvr>
    <a:masterClrMapping/>
  </p:clrMapOvr>
  <p:transition>
    <p:wipe dir="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프로필</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05402640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198780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34679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1"/>
            <a:ext cx="1440160" cy="5203626"/>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377" name="Group 175"/>
          <p:cNvGraphicFramePr>
            <a:graphicFrameLocks noGrp="1"/>
          </p:cNvGraphicFramePr>
          <p:nvPr>
            <p:extLst>
              <p:ext uri="{D42A27DB-BD31-4B8C-83A1-F6EECF244321}">
                <p14:modId xmlns:p14="http://schemas.microsoft.com/office/powerpoint/2010/main" val="4203894467"/>
              </p:ext>
            </p:extLst>
          </p:nvPr>
        </p:nvGraphicFramePr>
        <p:xfrm>
          <a:off x="9496933" y="1492213"/>
          <a:ext cx="1404156" cy="50456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프로필 사진</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사진 없는 경우 기본이미지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소속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이름</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아이디</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휴대폰번호</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이메일 정보</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 학사연동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현재학기 강의하는 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목록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ON</a:t>
                      </a: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설정시 바로 저장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알림수신 유의사항 레이어팝업</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알림수신 유의사항 읽지 않음인 경우 알림수신 동의 설정 불가</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63" name="직사각형 362"/>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72" name="그룹 371"/>
          <p:cNvGrpSpPr/>
          <p:nvPr/>
        </p:nvGrpSpPr>
        <p:grpSpPr>
          <a:xfrm>
            <a:off x="4290164" y="2031278"/>
            <a:ext cx="1040981" cy="215444"/>
            <a:chOff x="1618412" y="2762216"/>
            <a:chExt cx="1440000" cy="215444"/>
          </a:xfrm>
        </p:grpSpPr>
        <p:sp>
          <p:nvSpPr>
            <p:cNvPr id="375" name="직사각형 37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376" name="직사각형 375"/>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78" name="그룹 377"/>
          <p:cNvGrpSpPr/>
          <p:nvPr/>
        </p:nvGrpSpPr>
        <p:grpSpPr>
          <a:xfrm>
            <a:off x="5351027" y="2031278"/>
            <a:ext cx="1040981" cy="215444"/>
            <a:chOff x="1618412" y="2762216"/>
            <a:chExt cx="1440000" cy="215444"/>
          </a:xfrm>
        </p:grpSpPr>
        <p:sp>
          <p:nvSpPr>
            <p:cNvPr id="379" name="직사각형 37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80" name="직사각형 37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81" name="그룹 380"/>
          <p:cNvGrpSpPr/>
          <p:nvPr/>
        </p:nvGrpSpPr>
        <p:grpSpPr>
          <a:xfrm>
            <a:off x="6413117" y="2031278"/>
            <a:ext cx="1040981" cy="215444"/>
            <a:chOff x="1618412" y="2762216"/>
            <a:chExt cx="1440000" cy="215444"/>
          </a:xfrm>
        </p:grpSpPr>
        <p:sp>
          <p:nvSpPr>
            <p:cNvPr id="382" name="직사각형 38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83" name="직사각형 382"/>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84" name="그룹 383"/>
          <p:cNvGrpSpPr/>
          <p:nvPr/>
        </p:nvGrpSpPr>
        <p:grpSpPr>
          <a:xfrm>
            <a:off x="7474187" y="2031278"/>
            <a:ext cx="1040981" cy="215444"/>
            <a:chOff x="1618412" y="2762216"/>
            <a:chExt cx="1440000" cy="215444"/>
          </a:xfrm>
        </p:grpSpPr>
        <p:sp>
          <p:nvSpPr>
            <p:cNvPr id="385" name="직사각형 38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86" name="직사각형 38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프로필</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93" name="그룹 192"/>
          <p:cNvGrpSpPr/>
          <p:nvPr/>
        </p:nvGrpSpPr>
        <p:grpSpPr>
          <a:xfrm>
            <a:off x="3224705" y="2032273"/>
            <a:ext cx="1040982" cy="215444"/>
            <a:chOff x="1618412" y="2762216"/>
            <a:chExt cx="1440000" cy="215444"/>
          </a:xfrm>
        </p:grpSpPr>
        <p:sp>
          <p:nvSpPr>
            <p:cNvPr id="194" name="직사각형 19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195" name="직사각형 19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6" name="그룹 195"/>
          <p:cNvGrpSpPr/>
          <p:nvPr/>
        </p:nvGrpSpPr>
        <p:grpSpPr>
          <a:xfrm>
            <a:off x="2172387" y="2026940"/>
            <a:ext cx="1040981" cy="215444"/>
            <a:chOff x="1618412" y="2762216"/>
            <a:chExt cx="1440000" cy="215444"/>
          </a:xfrm>
        </p:grpSpPr>
        <p:sp>
          <p:nvSpPr>
            <p:cNvPr id="197" name="직사각형 196"/>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198" name="직사각형 197"/>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9" name="직사각형 198"/>
          <p:cNvSpPr/>
          <p:nvPr/>
        </p:nvSpPr>
        <p:spPr>
          <a:xfrm>
            <a:off x="2177150"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201" name="Group 37"/>
          <p:cNvGraphicFramePr>
            <a:graphicFrameLocks noGrp="1"/>
          </p:cNvGraphicFramePr>
          <p:nvPr>
            <p:extLst>
              <p:ext uri="{D42A27DB-BD31-4B8C-83A1-F6EECF244321}">
                <p14:modId xmlns:p14="http://schemas.microsoft.com/office/powerpoint/2010/main" val="3594592074"/>
              </p:ext>
            </p:extLst>
          </p:nvPr>
        </p:nvGraphicFramePr>
        <p:xfrm>
          <a:off x="2827257" y="2655962"/>
          <a:ext cx="5797150" cy="1699854"/>
        </p:xfrm>
        <a:graphic>
          <a:graphicData uri="http://schemas.openxmlformats.org/drawingml/2006/table">
            <a:tbl>
              <a:tblPr/>
              <a:tblGrid>
                <a:gridCol w="900605"/>
                <a:gridCol w="4896545"/>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나*송</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학번</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K2023***47</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bl>
          </a:graphicData>
        </a:graphic>
      </p:graphicFrame>
      <p:grpSp>
        <p:nvGrpSpPr>
          <p:cNvPr id="11" name="그룹 10"/>
          <p:cNvGrpSpPr/>
          <p:nvPr/>
        </p:nvGrpSpPr>
        <p:grpSpPr>
          <a:xfrm>
            <a:off x="1969327" y="2655961"/>
            <a:ext cx="720000" cy="720000"/>
            <a:chOff x="2887095" y="2655961"/>
            <a:chExt cx="720000" cy="720000"/>
          </a:xfrm>
        </p:grpSpPr>
        <p:sp>
          <p:nvSpPr>
            <p:cNvPr id="200" name="직사각형 199"/>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202" name="Picture 2"/>
            <p:cNvPicPr preferRelativeResize="0">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09" name="그룹 208"/>
          <p:cNvGrpSpPr/>
          <p:nvPr/>
        </p:nvGrpSpPr>
        <p:grpSpPr>
          <a:xfrm>
            <a:off x="2198360" y="2483371"/>
            <a:ext cx="234360" cy="200055"/>
            <a:chOff x="1161795"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2" name="그룹 211"/>
          <p:cNvGrpSpPr/>
          <p:nvPr/>
        </p:nvGrpSpPr>
        <p:grpSpPr>
          <a:xfrm>
            <a:off x="2776901" y="2483371"/>
            <a:ext cx="234360" cy="200055"/>
            <a:chOff x="1161795"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15" name="TextBox 214"/>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프로필 </a:t>
            </a:r>
            <a:r>
              <a:rPr lang="en-US" altLang="ko-KR" sz="800" spc="-60" dirty="0" smtClean="0">
                <a:latin typeface="+mn-ea"/>
                <a:ea typeface="+mn-ea"/>
              </a:rPr>
              <a:t> </a:t>
            </a:r>
            <a:endParaRPr lang="ko-KR" altLang="en-US" sz="800" spc="-60" dirty="0">
              <a:latin typeface="+mn-ea"/>
              <a:ea typeface="+mn-ea"/>
            </a:endParaRPr>
          </a:p>
        </p:txBody>
      </p:sp>
      <p:sp>
        <p:nvSpPr>
          <p:cNvPr id="216" name="TextBox 215"/>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KNOU_UI_C01020200_01</a:t>
            </a:r>
            <a:endParaRPr lang="ko-KR" altLang="en-US" sz="800" spc="-60" dirty="0">
              <a:latin typeface="+mn-ea"/>
            </a:endParaRPr>
          </a:p>
        </p:txBody>
      </p:sp>
      <p:sp>
        <p:nvSpPr>
          <p:cNvPr id="217" name="TextBox 216"/>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프로필 정보</a:t>
            </a:r>
            <a:endParaRPr lang="ko-KR" altLang="en-US" sz="800" spc="-60" dirty="0">
              <a:latin typeface="+mn-ea"/>
              <a:ea typeface="+mn-ea"/>
            </a:endParaRPr>
          </a:p>
        </p:txBody>
      </p:sp>
      <p:sp>
        <p:nvSpPr>
          <p:cNvPr id="218" name="TextBox 217"/>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solidFill>
                  <a:schemeClr val="tx1">
                    <a:lumMod val="75000"/>
                    <a:lumOff val="25000"/>
                  </a:schemeClr>
                </a:solidFill>
                <a:latin typeface="+mn-ea"/>
                <a:ea typeface="+mn-ea"/>
              </a:rPr>
              <a:t>대시보드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글로벌메뉴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프로필</a:t>
            </a:r>
            <a:endParaRPr lang="ko-KR" altLang="en-US" sz="800" spc="-60" dirty="0">
              <a:solidFill>
                <a:schemeClr val="tx1">
                  <a:lumMod val="75000"/>
                  <a:lumOff val="25000"/>
                </a:schemeClr>
              </a:solidFill>
              <a:latin typeface="+mn-ea"/>
              <a:ea typeface="+mn-ea"/>
            </a:endParaRPr>
          </a:p>
        </p:txBody>
      </p:sp>
      <p:sp>
        <p:nvSpPr>
          <p:cNvPr id="2" name="직사각형 1"/>
          <p:cNvSpPr/>
          <p:nvPr/>
        </p:nvSpPr>
        <p:spPr>
          <a:xfrm>
            <a:off x="2821966" y="2657065"/>
            <a:ext cx="6620484" cy="1736613"/>
          </a:xfrm>
          <a:prstGeom prst="rect">
            <a:avLst/>
          </a:prstGeom>
          <a:noFill/>
          <a:ln w="9525">
            <a:solidFill>
              <a:srgbClr val="CAD5E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48" name="TextBox 147"/>
          <p:cNvSpPr txBox="1"/>
          <p:nvPr/>
        </p:nvSpPr>
        <p:spPr>
          <a:xfrm>
            <a:off x="2776901" y="4393679"/>
            <a:ext cx="468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다른 이메일을 사용하시려면 </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등록</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수정</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에서 개인 </a:t>
            </a:r>
            <a:r>
              <a:rPr lang="ko-KR" altLang="en-US" sz="800" kern="0" dirty="0" err="1" smtClean="0">
                <a:solidFill>
                  <a:srgbClr val="C00000"/>
                </a:solidFill>
                <a:latin typeface="+mn-ea"/>
                <a:ea typeface="+mn-ea"/>
                <a:cs typeface="Arial" charset="0"/>
              </a:rPr>
              <a:t>이메일</a:t>
            </a:r>
            <a:r>
              <a:rPr lang="ko-KR" altLang="en-US" sz="800" kern="0" dirty="0" smtClean="0">
                <a:solidFill>
                  <a:srgbClr val="C00000"/>
                </a:solidFill>
                <a:latin typeface="+mn-ea"/>
                <a:ea typeface="+mn-ea"/>
                <a:cs typeface="Arial" charset="0"/>
              </a:rPr>
              <a:t> 등록하고 사용설정 하시면 됩니다</a:t>
            </a:r>
            <a:r>
              <a:rPr lang="en-US" altLang="ko-KR" sz="800" kern="0" dirty="0" smtClean="0">
                <a:solidFill>
                  <a:srgbClr val="C00000"/>
                </a:solidFill>
                <a:latin typeface="+mn-ea"/>
                <a:ea typeface="+mn-ea"/>
                <a:cs typeface="Arial" charset="0"/>
              </a:rPr>
              <a:t>.</a:t>
            </a:r>
            <a:endParaRPr lang="ko-KR" altLang="en-US" sz="800" kern="0" dirty="0">
              <a:solidFill>
                <a:srgbClr val="C00000"/>
              </a:solidFill>
              <a:latin typeface="+mn-ea"/>
              <a:ea typeface="+mn-ea"/>
              <a:cs typeface="Arial" charset="0"/>
            </a:endParaRPr>
          </a:p>
        </p:txBody>
      </p:sp>
      <p:graphicFrame>
        <p:nvGraphicFramePr>
          <p:cNvPr id="149" name="Group 37"/>
          <p:cNvGraphicFramePr>
            <a:graphicFrameLocks noGrp="1"/>
          </p:cNvGraphicFramePr>
          <p:nvPr>
            <p:extLst>
              <p:ext uri="{D42A27DB-BD31-4B8C-83A1-F6EECF244321}">
                <p14:modId xmlns:p14="http://schemas.microsoft.com/office/powerpoint/2010/main" val="2080947423"/>
              </p:ext>
            </p:extLst>
          </p:nvPr>
        </p:nvGraphicFramePr>
        <p:xfrm>
          <a:off x="2820334" y="5074891"/>
          <a:ext cx="6622116" cy="1416545"/>
        </p:xfrm>
        <a:graphic>
          <a:graphicData uri="http://schemas.openxmlformats.org/drawingml/2006/table">
            <a:tbl>
              <a:tblPr/>
              <a:tblGrid>
                <a:gridCol w="904012"/>
                <a:gridCol w="5718104"/>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PUSH</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PUSH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쪽지</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쪽지</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이메일</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알림톡</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알림톡</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문자</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문자</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문자</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150" name="직사각형 149"/>
          <p:cNvSpPr/>
          <p:nvPr/>
        </p:nvSpPr>
        <p:spPr>
          <a:xfrm>
            <a:off x="2720752" y="4816782"/>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알림 수신 동의 설정 </a:t>
            </a:r>
            <a:endParaRPr lang="ko-KR" altLang="en-US" sz="800" b="1" dirty="0">
              <a:solidFill>
                <a:srgbClr val="FF0000"/>
              </a:solidFill>
              <a:latin typeface="+mn-ea"/>
              <a:ea typeface="+mn-ea"/>
            </a:endParaRPr>
          </a:p>
        </p:txBody>
      </p:sp>
      <p:pic>
        <p:nvPicPr>
          <p:cNvPr id="15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94538" y="5123284"/>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98769" y="5968635"/>
            <a:ext cx="403200" cy="19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99871" y="5402040"/>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99871" y="5690072"/>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99871" y="6251278"/>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6" name="TextBox 155"/>
          <p:cNvSpPr txBox="1"/>
          <p:nvPr/>
        </p:nvSpPr>
        <p:spPr>
          <a:xfrm>
            <a:off x="2776901" y="6517761"/>
            <a:ext cx="468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공지 </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강의</a:t>
            </a:r>
            <a:r>
              <a:rPr lang="en-US" altLang="ko-KR" sz="800" kern="0" dirty="0" smtClean="0">
                <a:solidFill>
                  <a:srgbClr val="C00000"/>
                </a:solidFill>
                <a:latin typeface="+mn-ea"/>
                <a:ea typeface="+mn-ea"/>
                <a:cs typeface="Arial" charset="0"/>
              </a:rPr>
              <a:t>Q&amp;A / 1:1</a:t>
            </a:r>
            <a:r>
              <a:rPr lang="ko-KR" altLang="en-US" sz="800" kern="0" dirty="0" smtClean="0">
                <a:solidFill>
                  <a:srgbClr val="C00000"/>
                </a:solidFill>
                <a:latin typeface="+mn-ea"/>
                <a:ea typeface="+mn-ea"/>
                <a:cs typeface="Arial" charset="0"/>
              </a:rPr>
              <a:t>문의에 대한 알림은 동의여부와 상관없이 발송됩니다</a:t>
            </a:r>
            <a:r>
              <a:rPr lang="en-US" altLang="ko-KR" sz="800" kern="0" dirty="0" smtClean="0">
                <a:solidFill>
                  <a:srgbClr val="C00000"/>
                </a:solidFill>
                <a:latin typeface="+mn-ea"/>
                <a:ea typeface="+mn-ea"/>
                <a:cs typeface="Arial" charset="0"/>
              </a:rPr>
              <a:t>. </a:t>
            </a:r>
            <a:endParaRPr lang="ko-KR" altLang="en-US" sz="800" kern="0" dirty="0">
              <a:solidFill>
                <a:srgbClr val="C00000"/>
              </a:solidFill>
              <a:latin typeface="+mn-ea"/>
              <a:ea typeface="+mn-ea"/>
              <a:cs typeface="Arial" charset="0"/>
            </a:endParaRPr>
          </a:p>
        </p:txBody>
      </p:sp>
      <p:grpSp>
        <p:nvGrpSpPr>
          <p:cNvPr id="157" name="그룹 156"/>
          <p:cNvGrpSpPr/>
          <p:nvPr/>
        </p:nvGrpSpPr>
        <p:grpSpPr>
          <a:xfrm>
            <a:off x="3799871" y="4819808"/>
            <a:ext cx="234360" cy="200055"/>
            <a:chOff x="1152270" y="11706839"/>
            <a:chExt cx="234360" cy="200055"/>
          </a:xfrm>
        </p:grpSpPr>
        <p:sp>
          <p:nvSpPr>
            <p:cNvPr id="158" name="모서리가 둥근 직사각형 15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59" name="직사각형 15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 name="그룹 2"/>
          <p:cNvGrpSpPr/>
          <p:nvPr/>
        </p:nvGrpSpPr>
        <p:grpSpPr>
          <a:xfrm>
            <a:off x="7996546" y="4842701"/>
            <a:ext cx="1440000" cy="180000"/>
            <a:chOff x="8005911" y="4535619"/>
            <a:chExt cx="1440000" cy="180000"/>
          </a:xfrm>
        </p:grpSpPr>
        <p:sp>
          <p:nvSpPr>
            <p:cNvPr id="160" name="직사각형 159"/>
            <p:cNvSpPr/>
            <p:nvPr/>
          </p:nvSpPr>
          <p:spPr>
            <a:xfrm>
              <a:off x="8005911" y="4535619"/>
              <a:ext cx="1440000" cy="1800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알림 수신 유의사항  읽음</a:t>
              </a:r>
              <a:endParaRPr lang="en-US" altLang="ko-KR" sz="800" dirty="0">
                <a:solidFill>
                  <a:schemeClr val="tx1">
                    <a:lumMod val="65000"/>
                    <a:lumOff val="35000"/>
                  </a:schemeClr>
                </a:solidFill>
                <a:latin typeface="+mn-ea"/>
              </a:endParaRPr>
            </a:p>
          </p:txBody>
        </p:sp>
        <p:pic>
          <p:nvPicPr>
            <p:cNvPr id="16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86069" y="4582756"/>
              <a:ext cx="133350"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5" name="그룹 4"/>
          <p:cNvGrpSpPr/>
          <p:nvPr/>
        </p:nvGrpSpPr>
        <p:grpSpPr>
          <a:xfrm>
            <a:off x="8001328" y="5026943"/>
            <a:ext cx="1459601" cy="230832"/>
            <a:chOff x="9499189" y="4507498"/>
            <a:chExt cx="1459601" cy="230832"/>
          </a:xfrm>
        </p:grpSpPr>
        <p:sp>
          <p:nvSpPr>
            <p:cNvPr id="164" name="직사각형 163"/>
            <p:cNvSpPr/>
            <p:nvPr/>
          </p:nvSpPr>
          <p:spPr>
            <a:xfrm>
              <a:off x="9499189" y="4528170"/>
              <a:ext cx="1440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알림 수신 유의사항  읽음</a:t>
              </a:r>
              <a:endParaRPr lang="en-US" altLang="ko-KR" sz="800" dirty="0">
                <a:solidFill>
                  <a:schemeClr val="tx1">
                    <a:lumMod val="65000"/>
                    <a:lumOff val="35000"/>
                  </a:schemeClr>
                </a:solidFill>
                <a:latin typeface="+mn-ea"/>
              </a:endParaRPr>
            </a:p>
          </p:txBody>
        </p:sp>
        <p:sp>
          <p:nvSpPr>
            <p:cNvPr id="4" name="직사각형 3"/>
            <p:cNvSpPr/>
            <p:nvPr/>
          </p:nvSpPr>
          <p:spPr>
            <a:xfrm>
              <a:off x="10698782" y="4507498"/>
              <a:ext cx="260008" cy="230832"/>
            </a:xfrm>
            <a:prstGeom prst="rect">
              <a:avLst/>
            </a:prstGeom>
          </p:spPr>
          <p:txBody>
            <a:bodyPr wrap="none">
              <a:spAutoFit/>
            </a:bodyPr>
            <a:lstStyle/>
            <a:p>
              <a:r>
                <a:rPr lang="en-US" altLang="ko-KR" sz="900" b="1" dirty="0" smtClean="0">
                  <a:solidFill>
                    <a:srgbClr val="FF0000"/>
                  </a:solidFill>
                  <a:latin typeface="+mn-ea"/>
                </a:rPr>
                <a:t>X</a:t>
              </a:r>
              <a:endParaRPr lang="ko-KR" altLang="en-US" sz="900" b="1" dirty="0">
                <a:solidFill>
                  <a:srgbClr val="FF0000"/>
                </a:solidFill>
              </a:endParaRPr>
            </a:p>
          </p:txBody>
        </p:sp>
      </p:grpSp>
      <p:grpSp>
        <p:nvGrpSpPr>
          <p:cNvPr id="168" name="그룹 167"/>
          <p:cNvGrpSpPr/>
          <p:nvPr/>
        </p:nvGrpSpPr>
        <p:grpSpPr>
          <a:xfrm>
            <a:off x="7958446" y="4667366"/>
            <a:ext cx="234360" cy="200055"/>
            <a:chOff x="1161795" y="11706839"/>
            <a:chExt cx="234360" cy="200055"/>
          </a:xfrm>
        </p:grpSpPr>
        <p:sp>
          <p:nvSpPr>
            <p:cNvPr id="169" name="모서리가 둥근 직사각형 1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0" name="직사각형 169"/>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163" name="직사각형 162"/>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8" name="그룹 7"/>
          <p:cNvGrpSpPr/>
          <p:nvPr/>
        </p:nvGrpSpPr>
        <p:grpSpPr>
          <a:xfrm>
            <a:off x="9120844" y="1979315"/>
            <a:ext cx="162000" cy="288000"/>
            <a:chOff x="9447994" y="2133019"/>
            <a:chExt cx="162000" cy="288000"/>
          </a:xfrm>
        </p:grpSpPr>
        <p:sp>
          <p:nvSpPr>
            <p:cNvPr id="165" name="직사각형 164"/>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62" name="1/2 액자 161"/>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9" name="그룹 8"/>
          <p:cNvGrpSpPr/>
          <p:nvPr/>
        </p:nvGrpSpPr>
        <p:grpSpPr>
          <a:xfrm>
            <a:off x="1973163" y="1979315"/>
            <a:ext cx="162000" cy="288000"/>
            <a:chOff x="10860" y="2122356"/>
            <a:chExt cx="162000" cy="288000"/>
          </a:xfrm>
        </p:grpSpPr>
        <p:sp>
          <p:nvSpPr>
            <p:cNvPr id="167" name="직사각형 16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47" name="1/2 액자 146"/>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sp>
        <p:nvSpPr>
          <p:cNvPr id="172" name="모서리가 둥근 직사각형 171"/>
          <p:cNvSpPr/>
          <p:nvPr/>
        </p:nvSpPr>
        <p:spPr>
          <a:xfrm>
            <a:off x="8553400" y="443711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3" name="그룹 172"/>
          <p:cNvGrpSpPr/>
          <p:nvPr/>
        </p:nvGrpSpPr>
        <p:grpSpPr>
          <a:xfrm>
            <a:off x="8371998" y="4437112"/>
            <a:ext cx="234360" cy="200055"/>
            <a:chOff x="1161795" y="11706839"/>
            <a:chExt cx="234360" cy="200055"/>
          </a:xfrm>
        </p:grpSpPr>
        <p:sp>
          <p:nvSpPr>
            <p:cNvPr id="174" name="모서리가 둥근 직사각형 17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5" name="직사각형 174"/>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04" name="그룹 303"/>
          <p:cNvGrpSpPr/>
          <p:nvPr/>
        </p:nvGrpSpPr>
        <p:grpSpPr>
          <a:xfrm>
            <a:off x="8658937" y="1695475"/>
            <a:ext cx="849617" cy="276999"/>
            <a:chOff x="8563069" y="1695475"/>
            <a:chExt cx="849617" cy="276999"/>
          </a:xfrm>
        </p:grpSpPr>
        <p:grpSp>
          <p:nvGrpSpPr>
            <p:cNvPr id="305" name="그룹 304"/>
            <p:cNvGrpSpPr/>
            <p:nvPr/>
          </p:nvGrpSpPr>
          <p:grpSpPr>
            <a:xfrm>
              <a:off x="8563069" y="1761166"/>
              <a:ext cx="792000" cy="162000"/>
              <a:chOff x="8779069" y="1761166"/>
              <a:chExt cx="792000" cy="162000"/>
            </a:xfrm>
          </p:grpSpPr>
          <p:sp>
            <p:nvSpPr>
              <p:cNvPr id="315" name="직사각형 314"/>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1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6" name="그룹 305"/>
            <p:cNvGrpSpPr/>
            <p:nvPr/>
          </p:nvGrpSpPr>
          <p:grpSpPr>
            <a:xfrm>
              <a:off x="8728739" y="1695475"/>
              <a:ext cx="247184" cy="276999"/>
              <a:chOff x="7672972" y="1671999"/>
              <a:chExt cx="247184" cy="276999"/>
            </a:xfrm>
          </p:grpSpPr>
          <p:sp>
            <p:nvSpPr>
              <p:cNvPr id="313" name="타원 31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14" name="직사각형 313"/>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07" name="그룹 306"/>
            <p:cNvGrpSpPr/>
            <p:nvPr/>
          </p:nvGrpSpPr>
          <p:grpSpPr>
            <a:xfrm>
              <a:off x="9138252" y="1714525"/>
              <a:ext cx="274434" cy="246221"/>
              <a:chOff x="7663447" y="1691049"/>
              <a:chExt cx="274434" cy="246221"/>
            </a:xfrm>
          </p:grpSpPr>
          <p:sp>
            <p:nvSpPr>
              <p:cNvPr id="309" name="타원 30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11" name="직사각형 310"/>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08" name="직사각형 307"/>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322" name="직사각형 321"/>
          <p:cNvSpPr/>
          <p:nvPr/>
        </p:nvSpPr>
        <p:spPr bwMode="auto">
          <a:xfrm>
            <a:off x="-1815752" y="2348880"/>
            <a:ext cx="2141190" cy="1149384"/>
          </a:xfrm>
          <a:prstGeom prst="rect">
            <a:avLst/>
          </a:prstGeom>
          <a:solidFill>
            <a:srgbClr val="FFC000"/>
          </a:solidFill>
          <a:ln w="6350" cap="flat" cmpd="sng" algn="ctr">
            <a:solidFill>
              <a:schemeClr val="bg1">
                <a:lumMod val="65000"/>
              </a:schemeClr>
            </a:solidFill>
            <a:prstDash val="solid"/>
            <a:round/>
            <a:headEnd type="none" w="med" len="med"/>
            <a:tailEnd type="none" w="med" len="med"/>
          </a:ln>
          <a:effectLst/>
        </p:spPr>
        <p:txBody>
          <a:bodyPr rtlCol="0" anchor="t"/>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사용자정보 </a:t>
            </a:r>
            <a:r>
              <a:rPr lang="en-US" altLang="ko-KR" sz="800" dirty="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SSO</a:t>
            </a:r>
            <a:r>
              <a:rPr lang="ko-KR" altLang="en-US" sz="800" dirty="0" smtClean="0">
                <a:solidFill>
                  <a:schemeClr val="tx1">
                    <a:lumMod val="75000"/>
                    <a:lumOff val="25000"/>
                  </a:schemeClr>
                </a:solidFill>
                <a:latin typeface="+mn-ea"/>
                <a:ea typeface="+mn-ea"/>
              </a:rPr>
              <a:t>에서 가져 옴</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 원본데이터</a:t>
            </a:r>
            <a:r>
              <a:rPr lang="en-US" altLang="ko-KR" sz="800" dirty="0" smtClean="0">
                <a:solidFill>
                  <a:schemeClr val="tx1">
                    <a:lumMod val="75000"/>
                    <a:lumOff val="25000"/>
                  </a:schemeClr>
                </a:solidFill>
                <a:latin typeface="+mn-ea"/>
                <a:ea typeface="+mn-ea"/>
              </a:rPr>
              <a:t>)</a:t>
            </a:r>
          </a:p>
          <a:p>
            <a:pPr>
              <a:lnSpc>
                <a:spcPct val="150000"/>
              </a:lnSpc>
            </a:pP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기관 정보 및 교수정보 등 기타정보</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각 기관의 시스템에서 가져옴</a:t>
            </a:r>
            <a:endParaRPr lang="ko-KR" altLang="en-US" sz="800" dirty="0">
              <a:solidFill>
                <a:schemeClr val="tx1">
                  <a:lumMod val="75000"/>
                  <a:lumOff val="25000"/>
                </a:schemeClr>
              </a:solidFill>
              <a:latin typeface="+mn-ea"/>
              <a:ea typeface="+mn-ea"/>
            </a:endParaRPr>
          </a:p>
        </p:txBody>
      </p:sp>
      <p:sp>
        <p:nvSpPr>
          <p:cNvPr id="234" name="직사각형 233"/>
          <p:cNvSpPr/>
          <p:nvPr/>
        </p:nvSpPr>
        <p:spPr>
          <a:xfrm>
            <a:off x="3817886" y="2703244"/>
            <a:ext cx="540000" cy="162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대학원</a:t>
            </a:r>
            <a:endParaRPr lang="en-US" altLang="ko-KR" sz="800" dirty="0">
              <a:solidFill>
                <a:schemeClr val="tx1">
                  <a:lumMod val="65000"/>
                  <a:lumOff val="35000"/>
                </a:schemeClr>
              </a:solidFill>
              <a:latin typeface="+mn-ea"/>
            </a:endParaRPr>
          </a:p>
        </p:txBody>
      </p:sp>
      <p:sp>
        <p:nvSpPr>
          <p:cNvPr id="236" name="직사각형 235"/>
          <p:cNvSpPr/>
          <p:nvPr/>
        </p:nvSpPr>
        <p:spPr>
          <a:xfrm>
            <a:off x="4413000" y="2708920"/>
            <a:ext cx="540000" cy="162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ct val="150000"/>
              </a:lnSpc>
            </a:pPr>
            <a:r>
              <a:rPr lang="ko-KR" altLang="en-US" sz="800" dirty="0" smtClean="0">
                <a:solidFill>
                  <a:schemeClr val="tx1">
                    <a:lumMod val="65000"/>
                    <a:lumOff val="35000"/>
                  </a:schemeClr>
                </a:solidFill>
                <a:latin typeface="+mn-ea"/>
              </a:rPr>
              <a:t>평생교육</a:t>
            </a:r>
            <a:endParaRPr lang="en-US" altLang="ko-KR" sz="800" dirty="0">
              <a:solidFill>
                <a:schemeClr val="tx1">
                  <a:lumMod val="65000"/>
                  <a:lumOff val="35000"/>
                </a:schemeClr>
              </a:solidFill>
              <a:latin typeface="+mn-ea"/>
            </a:endParaRPr>
          </a:p>
        </p:txBody>
      </p:sp>
      <p:grpSp>
        <p:nvGrpSpPr>
          <p:cNvPr id="279" name="그룹 278"/>
          <p:cNvGrpSpPr/>
          <p:nvPr/>
        </p:nvGrpSpPr>
        <p:grpSpPr>
          <a:xfrm>
            <a:off x="3609945" y="2690981"/>
            <a:ext cx="234360" cy="200055"/>
            <a:chOff x="1152270" y="11716364"/>
            <a:chExt cx="234360" cy="200055"/>
          </a:xfrm>
        </p:grpSpPr>
        <p:sp>
          <p:nvSpPr>
            <p:cNvPr id="280" name="모서리가 둥근 직사각형 2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81" name="직사각형 28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82" name="그룹 281"/>
          <p:cNvGrpSpPr/>
          <p:nvPr/>
        </p:nvGrpSpPr>
        <p:grpSpPr>
          <a:xfrm>
            <a:off x="5709344" y="1485584"/>
            <a:ext cx="3761110" cy="261068"/>
            <a:chOff x="4948808" y="1485584"/>
            <a:chExt cx="3761110" cy="261068"/>
          </a:xfrm>
        </p:grpSpPr>
        <p:grpSp>
          <p:nvGrpSpPr>
            <p:cNvPr id="283" name="그룹 282"/>
            <p:cNvGrpSpPr/>
            <p:nvPr/>
          </p:nvGrpSpPr>
          <p:grpSpPr>
            <a:xfrm>
              <a:off x="4948808" y="1579923"/>
              <a:ext cx="3761110" cy="166729"/>
              <a:chOff x="5665911" y="1579923"/>
              <a:chExt cx="3761110" cy="166729"/>
            </a:xfrm>
          </p:grpSpPr>
          <p:pic>
            <p:nvPicPr>
              <p:cNvPr id="28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6"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7"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9" name="그룹 288"/>
              <p:cNvGrpSpPr/>
              <p:nvPr/>
            </p:nvGrpSpPr>
            <p:grpSpPr>
              <a:xfrm>
                <a:off x="5665911" y="1583291"/>
                <a:ext cx="648000" cy="162000"/>
                <a:chOff x="4953000" y="2780928"/>
                <a:chExt cx="648000" cy="162000"/>
              </a:xfrm>
            </p:grpSpPr>
            <p:sp>
              <p:nvSpPr>
                <p:cNvPr id="291" name="모서리가 둥근 직사각형 290"/>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92" name="Picture 10"/>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90" name="모서리가 둥근 직사각형 289"/>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84" name="타원 283"/>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pic>
        <p:nvPicPr>
          <p:cNvPr id="1026"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60782" y="2780773"/>
            <a:ext cx="984706"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310214" y="2780952"/>
            <a:ext cx="984706"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00" name="그룹 299"/>
          <p:cNvGrpSpPr/>
          <p:nvPr/>
        </p:nvGrpSpPr>
        <p:grpSpPr>
          <a:xfrm>
            <a:off x="626748" y="2104281"/>
            <a:ext cx="1245456" cy="3960440"/>
            <a:chOff x="626748" y="2104281"/>
            <a:chExt cx="1245456" cy="3960440"/>
          </a:xfrm>
        </p:grpSpPr>
        <p:grpSp>
          <p:nvGrpSpPr>
            <p:cNvPr id="301" name="그룹 300"/>
            <p:cNvGrpSpPr/>
            <p:nvPr/>
          </p:nvGrpSpPr>
          <p:grpSpPr>
            <a:xfrm>
              <a:off x="629956" y="3318264"/>
              <a:ext cx="1188000" cy="180000"/>
              <a:chOff x="666428" y="3785432"/>
              <a:chExt cx="1188000" cy="180000"/>
            </a:xfrm>
          </p:grpSpPr>
          <p:sp>
            <p:nvSpPr>
              <p:cNvPr id="368" name="모서리가 둥근 직사각형 36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6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2" name="그룹 301"/>
            <p:cNvGrpSpPr/>
            <p:nvPr/>
          </p:nvGrpSpPr>
          <p:grpSpPr>
            <a:xfrm>
              <a:off x="629956" y="3568824"/>
              <a:ext cx="1188000" cy="180000"/>
              <a:chOff x="666428" y="4310612"/>
              <a:chExt cx="1188000" cy="180000"/>
            </a:xfrm>
          </p:grpSpPr>
          <p:sp>
            <p:nvSpPr>
              <p:cNvPr id="366" name="모서리가 둥근 직사각형 36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6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3" name="그룹 302"/>
            <p:cNvGrpSpPr/>
            <p:nvPr/>
          </p:nvGrpSpPr>
          <p:grpSpPr>
            <a:xfrm>
              <a:off x="629955" y="3042501"/>
              <a:ext cx="1188000" cy="180000"/>
              <a:chOff x="666427" y="3266516"/>
              <a:chExt cx="1188000" cy="180000"/>
            </a:xfrm>
          </p:grpSpPr>
          <p:sp>
            <p:nvSpPr>
              <p:cNvPr id="364" name="모서리가 둥근 직사각형 363"/>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프로</a:t>
                </a:r>
                <a:r>
                  <a:rPr lang="ko-KR" altLang="en-US" sz="800" dirty="0">
                    <a:solidFill>
                      <a:schemeClr val="tx1">
                        <a:lumMod val="75000"/>
                        <a:lumOff val="25000"/>
                      </a:schemeClr>
                    </a:solidFill>
                    <a:latin typeface="+mn-ea"/>
                    <a:ea typeface="+mn-ea"/>
                    <a:cs typeface="Calibri" pitchFamily="34" charset="0"/>
                  </a:rPr>
                  <a:t>필</a:t>
                </a:r>
                <a:endParaRPr kumimoji="1" lang="ko-KR" altLang="en-US" sz="800" dirty="0">
                  <a:solidFill>
                    <a:schemeClr val="tx1">
                      <a:lumMod val="75000"/>
                      <a:lumOff val="25000"/>
                    </a:schemeClr>
                  </a:solidFill>
                  <a:latin typeface="+mn-ea"/>
                  <a:ea typeface="+mn-ea"/>
                  <a:cs typeface="Calibri" pitchFamily="34" charset="0"/>
                </a:endParaRPr>
              </a:p>
            </p:txBody>
          </p:sp>
          <p:pic>
            <p:nvPicPr>
              <p:cNvPr id="3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3" name="그룹 322"/>
            <p:cNvGrpSpPr/>
            <p:nvPr/>
          </p:nvGrpSpPr>
          <p:grpSpPr>
            <a:xfrm>
              <a:off x="629956" y="4106828"/>
              <a:ext cx="1188000" cy="180000"/>
              <a:chOff x="666428" y="4570824"/>
              <a:chExt cx="1188000" cy="180000"/>
            </a:xfrm>
          </p:grpSpPr>
          <p:sp>
            <p:nvSpPr>
              <p:cNvPr id="361" name="모서리가 둥근 직사각형 36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62"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4" name="그룹 323"/>
            <p:cNvGrpSpPr/>
            <p:nvPr/>
          </p:nvGrpSpPr>
          <p:grpSpPr>
            <a:xfrm>
              <a:off x="629956" y="5568923"/>
              <a:ext cx="1188000" cy="180000"/>
              <a:chOff x="666428" y="5096004"/>
              <a:chExt cx="1188000" cy="180000"/>
            </a:xfrm>
          </p:grpSpPr>
          <p:sp>
            <p:nvSpPr>
              <p:cNvPr id="359" name="모서리가 둥근 직사각형 35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360"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6" name="그룹 325"/>
            <p:cNvGrpSpPr/>
            <p:nvPr/>
          </p:nvGrpSpPr>
          <p:grpSpPr>
            <a:xfrm>
              <a:off x="631150" y="4387873"/>
              <a:ext cx="1188000" cy="180000"/>
              <a:chOff x="666428" y="4570824"/>
              <a:chExt cx="1188000" cy="180000"/>
            </a:xfrm>
          </p:grpSpPr>
          <p:sp>
            <p:nvSpPr>
              <p:cNvPr id="355" name="모서리가 둥근 직사각형 35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5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29956" y="4675443"/>
              <a:ext cx="1188000" cy="180000"/>
              <a:chOff x="666428" y="4310612"/>
              <a:chExt cx="1188000" cy="180000"/>
            </a:xfrm>
          </p:grpSpPr>
          <p:sp>
            <p:nvSpPr>
              <p:cNvPr id="353" name="모서리가 둥근 직사각형 35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5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8" name="그룹 327"/>
            <p:cNvGrpSpPr/>
            <p:nvPr/>
          </p:nvGrpSpPr>
          <p:grpSpPr>
            <a:xfrm>
              <a:off x="626748" y="2104281"/>
              <a:ext cx="1245456" cy="442923"/>
              <a:chOff x="468506" y="2320305"/>
              <a:chExt cx="1245456" cy="442923"/>
            </a:xfrm>
          </p:grpSpPr>
          <p:sp>
            <p:nvSpPr>
              <p:cNvPr id="350" name="직사각형 349"/>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51"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2" name="TextBox 351"/>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329" name="그룹 328"/>
            <p:cNvGrpSpPr/>
            <p:nvPr/>
          </p:nvGrpSpPr>
          <p:grpSpPr>
            <a:xfrm>
              <a:off x="632520" y="4975116"/>
              <a:ext cx="1188000" cy="180000"/>
              <a:chOff x="666428" y="4310612"/>
              <a:chExt cx="1188000" cy="180000"/>
            </a:xfrm>
          </p:grpSpPr>
          <p:sp>
            <p:nvSpPr>
              <p:cNvPr id="348" name="모서리가 둥근 직사각형 34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4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30" name="그룹 329"/>
            <p:cNvGrpSpPr/>
            <p:nvPr/>
          </p:nvGrpSpPr>
          <p:grpSpPr>
            <a:xfrm>
              <a:off x="632520" y="2752353"/>
              <a:ext cx="1188000" cy="180000"/>
              <a:chOff x="666427" y="3266516"/>
              <a:chExt cx="1188000" cy="180000"/>
            </a:xfrm>
          </p:grpSpPr>
          <p:sp>
            <p:nvSpPr>
              <p:cNvPr id="346" name="모서리가 둥근 직사각형 34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31" name="그룹 330"/>
            <p:cNvGrpSpPr/>
            <p:nvPr/>
          </p:nvGrpSpPr>
          <p:grpSpPr>
            <a:xfrm>
              <a:off x="632520" y="5257815"/>
              <a:ext cx="1188000" cy="180000"/>
              <a:chOff x="666428" y="4310612"/>
              <a:chExt cx="1188000" cy="180000"/>
            </a:xfrm>
          </p:grpSpPr>
          <p:sp>
            <p:nvSpPr>
              <p:cNvPr id="344" name="모서리가 둥근 직사각형 34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32" name="그룹 331"/>
            <p:cNvGrpSpPr/>
            <p:nvPr/>
          </p:nvGrpSpPr>
          <p:grpSpPr>
            <a:xfrm>
              <a:off x="632520" y="5884721"/>
              <a:ext cx="1188000" cy="180000"/>
              <a:chOff x="666428" y="4570824"/>
              <a:chExt cx="1188000" cy="180000"/>
            </a:xfrm>
          </p:grpSpPr>
          <p:sp>
            <p:nvSpPr>
              <p:cNvPr id="342" name="모서리가 둥근 직사각형 34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34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33" name="그룹 332"/>
            <p:cNvGrpSpPr/>
            <p:nvPr/>
          </p:nvGrpSpPr>
          <p:grpSpPr>
            <a:xfrm>
              <a:off x="632520" y="3825064"/>
              <a:ext cx="1188000" cy="180000"/>
              <a:chOff x="666428" y="4310612"/>
              <a:chExt cx="1188000" cy="180000"/>
            </a:xfrm>
          </p:grpSpPr>
          <p:sp>
            <p:nvSpPr>
              <p:cNvPr id="335" name="모서리가 둥근 직사각형 33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4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66" name="그룹 165"/>
          <p:cNvGrpSpPr/>
          <p:nvPr/>
        </p:nvGrpSpPr>
        <p:grpSpPr>
          <a:xfrm>
            <a:off x="507554" y="1602349"/>
            <a:ext cx="3075218" cy="252000"/>
            <a:chOff x="507554" y="1537742"/>
            <a:chExt cx="3075218" cy="252000"/>
          </a:xfrm>
        </p:grpSpPr>
        <p:pic>
          <p:nvPicPr>
            <p:cNvPr id="171" name="Picture 4"/>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6" name="그룹 175"/>
            <p:cNvGrpSpPr/>
            <p:nvPr/>
          </p:nvGrpSpPr>
          <p:grpSpPr>
            <a:xfrm>
              <a:off x="2288704" y="1581175"/>
              <a:ext cx="1294068" cy="166725"/>
              <a:chOff x="2288704" y="1581175"/>
              <a:chExt cx="1294068" cy="166725"/>
            </a:xfrm>
          </p:grpSpPr>
          <p:sp>
            <p:nvSpPr>
              <p:cNvPr id="177" name="직사각형 176"/>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78" name="직사각형 17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179" name="사각형 설명선 178"/>
          <p:cNvSpPr/>
          <p:nvPr/>
        </p:nvSpPr>
        <p:spPr>
          <a:xfrm>
            <a:off x="6537175" y="4034779"/>
            <a:ext cx="2806203" cy="180000"/>
          </a:xfrm>
          <a:prstGeom prst="wedgeRectCallout">
            <a:avLst>
              <a:gd name="adj1" fmla="val 43747"/>
              <a:gd name="adj2" fmla="val 215958"/>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tIns="36000" rtlCol="0" anchor="ctr"/>
          <a:lstStyle/>
          <a:p>
            <a:pPr>
              <a:lnSpc>
                <a:spcPct val="150000"/>
              </a:lnSpc>
            </a:pPr>
            <a:r>
              <a:rPr lang="en-US" altLang="ko-KR" sz="800" dirty="0" smtClean="0">
                <a:solidFill>
                  <a:schemeClr val="tx1">
                    <a:lumMod val="75000"/>
                    <a:lumOff val="25000"/>
                  </a:schemeClr>
                </a:solidFill>
                <a:latin typeface="+mn-ea"/>
              </a:rPr>
              <a:t>* SSO </a:t>
            </a:r>
            <a:r>
              <a:rPr lang="ko-KR" altLang="en-US" sz="800" dirty="0" smtClean="0">
                <a:solidFill>
                  <a:schemeClr val="tx1">
                    <a:lumMod val="75000"/>
                    <a:lumOff val="25000"/>
                  </a:schemeClr>
                </a:solidFill>
                <a:latin typeface="+mn-ea"/>
              </a:rPr>
              <a:t>강제 </a:t>
            </a:r>
            <a:r>
              <a:rPr lang="ko-KR" altLang="en-US" sz="800" dirty="0" err="1" smtClean="0">
                <a:solidFill>
                  <a:schemeClr val="tx1">
                    <a:lumMod val="75000"/>
                    <a:lumOff val="25000"/>
                  </a:schemeClr>
                </a:solidFill>
                <a:latin typeface="+mn-ea"/>
              </a:rPr>
              <a:t>재인증</a:t>
            </a:r>
            <a:r>
              <a:rPr lang="ko-KR" altLang="en-US" sz="800" dirty="0" smtClean="0">
                <a:solidFill>
                  <a:schemeClr val="tx1">
                    <a:lumMod val="75000"/>
                    <a:lumOff val="25000"/>
                  </a:schemeClr>
                </a:solidFill>
                <a:latin typeface="+mn-ea"/>
              </a:rPr>
              <a:t> 후 프로필 수정화면으로 이동</a:t>
            </a:r>
            <a:endParaRPr lang="ko-KR" altLang="en-US" sz="800" dirty="0">
              <a:solidFill>
                <a:schemeClr val="tx1">
                  <a:lumMod val="75000"/>
                  <a:lumOff val="25000"/>
                </a:schemeClr>
              </a:solidFill>
              <a:latin typeface="+mn-ea"/>
            </a:endParaRPr>
          </a:p>
        </p:txBody>
      </p:sp>
      <p:grpSp>
        <p:nvGrpSpPr>
          <p:cNvPr id="180" name="그룹 179"/>
          <p:cNvGrpSpPr/>
          <p:nvPr/>
        </p:nvGrpSpPr>
        <p:grpSpPr>
          <a:xfrm>
            <a:off x="634148" y="6172753"/>
            <a:ext cx="1188000" cy="180000"/>
            <a:chOff x="666428" y="3785432"/>
            <a:chExt cx="1188000" cy="180000"/>
          </a:xfrm>
        </p:grpSpPr>
        <p:sp>
          <p:nvSpPr>
            <p:cNvPr id="181" name="모서리가 둥근 직사각형 18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8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20431" y="6415236"/>
            <a:ext cx="1188000" cy="180000"/>
            <a:chOff x="666428" y="5881828"/>
            <a:chExt cx="1188000" cy="180000"/>
          </a:xfrm>
        </p:grpSpPr>
        <p:sp>
          <p:nvSpPr>
            <p:cNvPr id="184" name="모서리가 둥근 직사각형 183"/>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185" name="Picture 1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956549810"/>
      </p:ext>
    </p:extLst>
  </p:cSld>
  <p:clrMapOvr>
    <a:masterClrMapping/>
  </p:clrMapOvr>
  <p:transition>
    <p:wipe dir="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234784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81467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563567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377" name="Group 175"/>
          <p:cNvGraphicFramePr>
            <a:graphicFrameLocks noGrp="1"/>
          </p:cNvGraphicFramePr>
          <p:nvPr>
            <p:extLst>
              <p:ext uri="{D42A27DB-BD31-4B8C-83A1-F6EECF244321}">
                <p14:modId xmlns:p14="http://schemas.microsoft.com/office/powerpoint/2010/main" val="2114127212"/>
              </p:ext>
            </p:extLst>
          </p:nvPr>
        </p:nvGraphicFramePr>
        <p:xfrm>
          <a:off x="9496933" y="1492213"/>
          <a:ext cx="1404156" cy="4862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프로필 사진</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사진 없는 경우 기본이미지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현재학기 강의하는 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추가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추가한 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목록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추가한 과정</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삭제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저장시</a:t>
                      </a:r>
                      <a:r>
                        <a:rPr lang="ko-KR" altLang="en-US" sz="800" kern="1200" dirty="0" smtClean="0">
                          <a:solidFill>
                            <a:schemeClr val="tx1">
                              <a:lumMod val="75000"/>
                              <a:lumOff val="25000"/>
                            </a:schemeClr>
                          </a:solidFill>
                          <a:latin typeface="+mn-ea"/>
                          <a:ea typeface="+mn-ea"/>
                          <a:cs typeface="+mn-cs"/>
                        </a:rPr>
                        <a:t> 비밀번호 체크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비밀번호가 맞지 않은 경우 오류메시지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저장 완료 후 개인정보 화면으로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프로필</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48" name="TextBox 147"/>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KNOU_UI_C01020200_02</a:t>
            </a:r>
            <a:endParaRPr lang="ko-KR" altLang="en-US" sz="800" spc="-60" dirty="0">
              <a:latin typeface="+mn-ea"/>
            </a:endParaRPr>
          </a:p>
        </p:txBody>
      </p:sp>
      <p:sp>
        <p:nvSpPr>
          <p:cNvPr id="150" name="TextBox 149"/>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solidFill>
                  <a:schemeClr val="tx1">
                    <a:lumMod val="75000"/>
                    <a:lumOff val="25000"/>
                  </a:schemeClr>
                </a:solidFill>
                <a:latin typeface="+mn-ea"/>
                <a:ea typeface="+mn-ea"/>
              </a:rPr>
              <a:t>대시보드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글로벌메뉴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프로필</a:t>
            </a:r>
            <a:endParaRPr lang="ko-KR" altLang="en-US" sz="800" spc="-60" dirty="0">
              <a:solidFill>
                <a:schemeClr val="tx1">
                  <a:lumMod val="75000"/>
                  <a:lumOff val="25000"/>
                </a:schemeClr>
              </a:solidFill>
              <a:latin typeface="+mn-ea"/>
              <a:ea typeface="+mn-ea"/>
            </a:endParaRPr>
          </a:p>
        </p:txBody>
      </p:sp>
      <p:graphicFrame>
        <p:nvGraphicFramePr>
          <p:cNvPr id="151" name="Group 37"/>
          <p:cNvGraphicFramePr>
            <a:graphicFrameLocks noGrp="1"/>
          </p:cNvGraphicFramePr>
          <p:nvPr>
            <p:extLst>
              <p:ext uri="{D42A27DB-BD31-4B8C-83A1-F6EECF244321}">
                <p14:modId xmlns:p14="http://schemas.microsoft.com/office/powerpoint/2010/main" val="2241955803"/>
              </p:ext>
            </p:extLst>
          </p:nvPr>
        </p:nvGraphicFramePr>
        <p:xfrm>
          <a:off x="2826668" y="2665487"/>
          <a:ext cx="6615782" cy="3723559"/>
        </p:xfrm>
        <a:graphic>
          <a:graphicData uri="http://schemas.openxmlformats.org/drawingml/2006/table">
            <a:tbl>
              <a:tblPr/>
              <a:tblGrid>
                <a:gridCol w="924210"/>
                <a:gridCol w="5691572"/>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 </a:t>
                      </a:r>
                      <a:r>
                        <a:rPr lang="en-US" altLang="ko-KR" sz="800" b="0" dirty="0" smtClean="0">
                          <a:solidFill>
                            <a:srgbClr val="FF0000"/>
                          </a:solidFill>
                          <a:latin typeface="+mn-ea"/>
                          <a:ea typeface="+mn-ea"/>
                        </a:rPr>
                        <a:t>*</a:t>
                      </a:r>
                      <a:endParaRPr lang="ko-KR" altLang="en-US" sz="800" b="0" dirty="0" smtClean="0">
                        <a:solidFill>
                          <a:srgbClr val="FF0000"/>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K2023***47</a:t>
                      </a:r>
                      <a:endParaRPr lang="en-US" altLang="ko-KR" sz="800" b="0" dirty="0" smtClean="0">
                        <a:solidFill>
                          <a:srgbClr val="C00000"/>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     </a:t>
                      </a:r>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b="0" dirty="0" smtClean="0">
                          <a:solidFill>
                            <a:srgbClr val="C00000"/>
                          </a:solidFill>
                          <a:latin typeface="+mn-ea"/>
                        </a:rPr>
                        <a:t>수정불가</a:t>
                      </a:r>
                      <a:endParaRPr lang="en-US" altLang="ko-KR" sz="800" b="0" dirty="0" smtClean="0">
                        <a:solidFill>
                          <a:srgbClr val="C00000"/>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비밀번호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rgbClr val="C00000"/>
                          </a:solidFill>
                          <a:latin typeface="+mn-ea"/>
                        </a:rPr>
                        <a:t>                                                         </a:t>
                      </a:r>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비밀번호 수정 불가합니다</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단</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정보변경 확인용입니다</a:t>
                      </a:r>
                      <a:r>
                        <a:rPr lang="en-US" altLang="ko-KR" sz="800" kern="0" dirty="0" smtClean="0">
                          <a:solidFill>
                            <a:srgbClr val="C00000"/>
                          </a:solidFill>
                          <a:latin typeface="+mn-ea"/>
                          <a:ea typeface="+mn-ea"/>
                          <a:cs typeface="Arial" charset="0"/>
                        </a:rPr>
                        <a:t>. </a:t>
                      </a:r>
                      <a:r>
                        <a:rPr lang="ko-KR" altLang="en-US" sz="800" b="0" kern="1200" dirty="0" smtClean="0">
                          <a:solidFill>
                            <a:srgbClr val="C00000"/>
                          </a:solidFill>
                          <a:latin typeface="+mn-ea"/>
                          <a:ea typeface="+mn-ea"/>
                          <a:cs typeface="+mn-cs"/>
                        </a:rPr>
                        <a:t> </a:t>
                      </a:r>
                      <a:endParaRPr lang="en-US" altLang="ko-KR" sz="800" b="0" dirty="0" smtClean="0">
                        <a:solidFill>
                          <a:srgbClr val="C00000"/>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연계 이메일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개인 </a:t>
                      </a:r>
                      <a:r>
                        <a:rPr lang="ko-KR" altLang="en-US" sz="800" b="0" dirty="0" err="1" smtClean="0">
                          <a:solidFill>
                            <a:schemeClr val="tx1">
                              <a:lumMod val="75000"/>
                              <a:lumOff val="25000"/>
                            </a:schemeClr>
                          </a:solidFill>
                          <a:latin typeface="+mn-ea"/>
                          <a:ea typeface="+mn-ea"/>
                        </a:rPr>
                        <a:t>이메일</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프로필사진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52" name="직사각형 151"/>
          <p:cNvSpPr/>
          <p:nvPr/>
        </p:nvSpPr>
        <p:spPr>
          <a:xfrm>
            <a:off x="3780231" y="3001642"/>
            <a:ext cx="198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tlCol="0" anchor="ctr"/>
          <a:lstStyle/>
          <a:p>
            <a:pPr>
              <a:lnSpc>
                <a:spcPct val="150000"/>
              </a:lnSpc>
            </a:pPr>
            <a:r>
              <a:rPr lang="ko-KR" altLang="en-US" sz="800" dirty="0" smtClean="0">
                <a:solidFill>
                  <a:schemeClr val="tx1">
                    <a:lumMod val="75000"/>
                    <a:lumOff val="25000"/>
                  </a:schemeClr>
                </a:solidFill>
                <a:latin typeface="+mn-ea"/>
              </a:rPr>
              <a:t>나*송</a:t>
            </a:r>
            <a:endParaRPr lang="en-US" altLang="ko-KR" sz="800" dirty="0">
              <a:solidFill>
                <a:schemeClr val="tx1">
                  <a:lumMod val="75000"/>
                  <a:lumOff val="25000"/>
                </a:schemeClr>
              </a:solidFill>
              <a:latin typeface="+mn-ea"/>
            </a:endParaRPr>
          </a:p>
        </p:txBody>
      </p:sp>
      <p:grpSp>
        <p:nvGrpSpPr>
          <p:cNvPr id="154" name="그룹 153"/>
          <p:cNvGrpSpPr/>
          <p:nvPr/>
        </p:nvGrpSpPr>
        <p:grpSpPr>
          <a:xfrm>
            <a:off x="3780150" y="4136436"/>
            <a:ext cx="1958889" cy="219024"/>
            <a:chOff x="2171085" y="5731303"/>
            <a:chExt cx="1958889" cy="219024"/>
          </a:xfrm>
        </p:grpSpPr>
        <p:sp>
          <p:nvSpPr>
            <p:cNvPr id="155" name="직사각형 154"/>
            <p:cNvSpPr/>
            <p:nvPr/>
          </p:nvSpPr>
          <p:spPr>
            <a:xfrm>
              <a:off x="2171085" y="5736978"/>
              <a:ext cx="54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010 </a:t>
              </a:r>
              <a:endParaRPr lang="en-US" altLang="ko-KR" sz="800" dirty="0">
                <a:solidFill>
                  <a:schemeClr val="tx1">
                    <a:lumMod val="65000"/>
                    <a:lumOff val="35000"/>
                  </a:schemeClr>
                </a:solidFill>
                <a:latin typeface="+mn-ea"/>
              </a:endParaRPr>
            </a:p>
          </p:txBody>
        </p:sp>
        <p:sp>
          <p:nvSpPr>
            <p:cNvPr id="156" name="직사각형 155"/>
            <p:cNvSpPr/>
            <p:nvPr/>
          </p:nvSpPr>
          <p:spPr>
            <a:xfrm>
              <a:off x="2886643" y="5734883"/>
              <a:ext cx="54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1254</a:t>
              </a:r>
              <a:endParaRPr lang="en-US" altLang="ko-KR" sz="800" dirty="0">
                <a:solidFill>
                  <a:schemeClr val="tx1">
                    <a:lumMod val="65000"/>
                    <a:lumOff val="35000"/>
                  </a:schemeClr>
                </a:solidFill>
                <a:latin typeface="+mn-ea"/>
              </a:endParaRPr>
            </a:p>
          </p:txBody>
        </p:sp>
        <p:sp>
          <p:nvSpPr>
            <p:cNvPr id="157" name="직사각형 156"/>
            <p:cNvSpPr/>
            <p:nvPr/>
          </p:nvSpPr>
          <p:spPr>
            <a:xfrm>
              <a:off x="3589974" y="5731303"/>
              <a:ext cx="54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9547</a:t>
              </a:r>
              <a:endParaRPr lang="en-US" altLang="ko-KR" sz="800" dirty="0">
                <a:solidFill>
                  <a:schemeClr val="tx1">
                    <a:lumMod val="65000"/>
                    <a:lumOff val="35000"/>
                  </a:schemeClr>
                </a:solidFill>
                <a:latin typeface="+mn-ea"/>
              </a:endParaRPr>
            </a:p>
          </p:txBody>
        </p:sp>
        <p:sp>
          <p:nvSpPr>
            <p:cNvPr id="158" name="직사각형 157"/>
            <p:cNvSpPr/>
            <p:nvPr/>
          </p:nvSpPr>
          <p:spPr>
            <a:xfrm>
              <a:off x="2684747" y="5732886"/>
              <a:ext cx="226344" cy="215444"/>
            </a:xfrm>
            <a:prstGeom prst="rect">
              <a:avLst/>
            </a:prstGeom>
          </p:spPr>
          <p:txBody>
            <a:bodyPr wrap="none">
              <a:spAutoFit/>
            </a:bodyPr>
            <a:lstStyle/>
            <a:p>
              <a:r>
                <a:rPr lang="en-US" altLang="ko-KR" sz="800" dirty="0" smtClean="0">
                  <a:solidFill>
                    <a:schemeClr val="tx1">
                      <a:lumMod val="65000"/>
                      <a:lumOff val="35000"/>
                    </a:schemeClr>
                  </a:solidFill>
                  <a:latin typeface="+mj-ea"/>
                </a:rPr>
                <a:t>-</a:t>
              </a:r>
              <a:endParaRPr lang="en-US" altLang="ko-KR" sz="800" dirty="0">
                <a:solidFill>
                  <a:schemeClr val="tx1">
                    <a:lumMod val="65000"/>
                    <a:lumOff val="35000"/>
                  </a:schemeClr>
                </a:solidFill>
                <a:latin typeface="+mj-ea"/>
              </a:endParaRPr>
            </a:p>
          </p:txBody>
        </p:sp>
        <p:sp>
          <p:nvSpPr>
            <p:cNvPr id="159" name="직사각형 158"/>
            <p:cNvSpPr/>
            <p:nvPr/>
          </p:nvSpPr>
          <p:spPr>
            <a:xfrm>
              <a:off x="3399494" y="5734883"/>
              <a:ext cx="226344" cy="215444"/>
            </a:xfrm>
            <a:prstGeom prst="rect">
              <a:avLst/>
            </a:prstGeom>
          </p:spPr>
          <p:txBody>
            <a:bodyPr wrap="none">
              <a:spAutoFit/>
            </a:bodyPr>
            <a:lstStyle/>
            <a:p>
              <a:r>
                <a:rPr lang="en-US" altLang="ko-KR" sz="800" dirty="0" smtClean="0">
                  <a:solidFill>
                    <a:schemeClr val="tx1">
                      <a:lumMod val="65000"/>
                      <a:lumOff val="35000"/>
                    </a:schemeClr>
                  </a:solidFill>
                  <a:latin typeface="+mj-ea"/>
                </a:rPr>
                <a:t>-</a:t>
              </a:r>
              <a:endParaRPr lang="en-US" altLang="ko-KR" sz="800" dirty="0">
                <a:solidFill>
                  <a:schemeClr val="tx1">
                    <a:lumMod val="65000"/>
                    <a:lumOff val="35000"/>
                  </a:schemeClr>
                </a:solidFill>
                <a:latin typeface="+mj-ea"/>
              </a:endParaRPr>
            </a:p>
          </p:txBody>
        </p:sp>
      </p:grpSp>
      <p:grpSp>
        <p:nvGrpSpPr>
          <p:cNvPr id="160" name="그룹 159"/>
          <p:cNvGrpSpPr/>
          <p:nvPr/>
        </p:nvGrpSpPr>
        <p:grpSpPr>
          <a:xfrm>
            <a:off x="3780231" y="4695033"/>
            <a:ext cx="2359250" cy="215444"/>
            <a:chOff x="2171085" y="5732886"/>
            <a:chExt cx="2359250" cy="215444"/>
          </a:xfrm>
        </p:grpSpPr>
        <p:sp>
          <p:nvSpPr>
            <p:cNvPr id="161" name="직사각형 160"/>
            <p:cNvSpPr/>
            <p:nvPr/>
          </p:nvSpPr>
          <p:spPr>
            <a:xfrm>
              <a:off x="2171085" y="5736978"/>
              <a:ext cx="1080000" cy="1836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testhong </a:t>
              </a:r>
              <a:endParaRPr lang="en-US" altLang="ko-KR" sz="800" dirty="0">
                <a:solidFill>
                  <a:schemeClr val="tx1">
                    <a:lumMod val="65000"/>
                    <a:lumOff val="35000"/>
                  </a:schemeClr>
                </a:solidFill>
                <a:latin typeface="+mn-ea"/>
              </a:endParaRPr>
            </a:p>
          </p:txBody>
        </p:sp>
        <p:sp>
          <p:nvSpPr>
            <p:cNvPr id="162" name="직사각형 161"/>
            <p:cNvSpPr/>
            <p:nvPr/>
          </p:nvSpPr>
          <p:spPr>
            <a:xfrm>
              <a:off x="3450335" y="5734883"/>
              <a:ext cx="1080000" cy="1836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naver.com</a:t>
              </a:r>
              <a:endParaRPr lang="en-US" altLang="ko-KR" sz="800" dirty="0">
                <a:solidFill>
                  <a:schemeClr val="tx1">
                    <a:lumMod val="65000"/>
                    <a:lumOff val="35000"/>
                  </a:schemeClr>
                </a:solidFill>
                <a:latin typeface="+mn-ea"/>
              </a:endParaRPr>
            </a:p>
          </p:txBody>
        </p:sp>
        <p:sp>
          <p:nvSpPr>
            <p:cNvPr id="163" name="직사각형 162"/>
            <p:cNvSpPr/>
            <p:nvPr/>
          </p:nvSpPr>
          <p:spPr>
            <a:xfrm>
              <a:off x="3210148" y="5732886"/>
              <a:ext cx="285656" cy="215444"/>
            </a:xfrm>
            <a:prstGeom prst="rect">
              <a:avLst/>
            </a:prstGeom>
          </p:spPr>
          <p:txBody>
            <a:bodyPr wrap="none">
              <a:spAutoFit/>
            </a:bodyPr>
            <a:lstStyle/>
            <a:p>
              <a:r>
                <a:rPr lang="en-US" altLang="ko-KR" sz="800" dirty="0" smtClean="0">
                  <a:solidFill>
                    <a:schemeClr val="tx1">
                      <a:lumMod val="75000"/>
                      <a:lumOff val="25000"/>
                    </a:schemeClr>
                  </a:solidFill>
                  <a:latin typeface="+mn-ea"/>
                </a:rPr>
                <a:t>@</a:t>
              </a:r>
              <a:endParaRPr lang="en-US" altLang="ko-KR" sz="800" dirty="0">
                <a:solidFill>
                  <a:schemeClr val="tx1">
                    <a:lumMod val="65000"/>
                    <a:lumOff val="35000"/>
                  </a:schemeClr>
                </a:solidFill>
                <a:latin typeface="+mj-ea"/>
              </a:endParaRPr>
            </a:p>
          </p:txBody>
        </p:sp>
      </p:grpSp>
      <p:sp>
        <p:nvSpPr>
          <p:cNvPr id="166" name="직사각형 165"/>
          <p:cNvSpPr/>
          <p:nvPr/>
        </p:nvSpPr>
        <p:spPr>
          <a:xfrm>
            <a:off x="3780231" y="3851523"/>
            <a:ext cx="198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tlCol="0" anchor="ctr"/>
          <a:lstStyle/>
          <a:p>
            <a:pPr>
              <a:lnSpc>
                <a:spcPct val="150000"/>
              </a:lnSpc>
            </a:pPr>
            <a:r>
              <a:rPr lang="ko-KR" altLang="en-US" sz="800" dirty="0" smtClean="0">
                <a:solidFill>
                  <a:schemeClr val="bg1">
                    <a:lumMod val="65000"/>
                  </a:schemeClr>
                </a:solidFill>
                <a:latin typeface="+mn-ea"/>
              </a:rPr>
              <a:t>비밀번호 입력</a:t>
            </a:r>
            <a:endParaRPr lang="en-US" altLang="ko-KR" sz="800" dirty="0">
              <a:solidFill>
                <a:schemeClr val="bg1">
                  <a:lumMod val="65000"/>
                </a:schemeClr>
              </a:solidFill>
              <a:latin typeface="+mn-ea"/>
            </a:endParaRPr>
          </a:p>
        </p:txBody>
      </p:sp>
      <p:grpSp>
        <p:nvGrpSpPr>
          <p:cNvPr id="167" name="그룹 166"/>
          <p:cNvGrpSpPr/>
          <p:nvPr/>
        </p:nvGrpSpPr>
        <p:grpSpPr>
          <a:xfrm>
            <a:off x="3780231" y="5274709"/>
            <a:ext cx="4798798" cy="891870"/>
            <a:chOff x="3277766" y="4407396"/>
            <a:chExt cx="4798798" cy="891870"/>
          </a:xfrm>
        </p:grpSpPr>
        <p:sp>
          <p:nvSpPr>
            <p:cNvPr id="168" name="직사각형 167"/>
            <p:cNvSpPr/>
            <p:nvPr/>
          </p:nvSpPr>
          <p:spPr>
            <a:xfrm>
              <a:off x="3280646" y="4407396"/>
              <a:ext cx="4795918"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16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92818" y="4522174"/>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0" name="Rectangle 122"/>
            <p:cNvSpPr>
              <a:spLocks noChangeArrowheads="1"/>
            </p:cNvSpPr>
            <p:nvPr/>
          </p:nvSpPr>
          <p:spPr bwMode="auto">
            <a:xfrm>
              <a:off x="4371988" y="4650936"/>
              <a:ext cx="108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rgbClr val="FF0000"/>
                  </a:solidFill>
                  <a:latin typeface="+mn-ea"/>
                  <a:ea typeface="+mn-ea"/>
                </a:rPr>
                <a:t>파일함</a:t>
              </a:r>
              <a:r>
                <a:rPr lang="ko-KR" altLang="en-US" sz="800" kern="0" dirty="0" smtClean="0">
                  <a:solidFill>
                    <a:sysClr val="windowText" lastClr="000000"/>
                  </a:solidFill>
                  <a:latin typeface="+mn-ea"/>
                  <a:ea typeface="+mn-ea"/>
                </a:rPr>
                <a:t>에서 가져오기</a:t>
              </a:r>
              <a:endParaRPr lang="ko-KR" altLang="en-US" sz="800" kern="0" dirty="0">
                <a:solidFill>
                  <a:sysClr val="windowText" lastClr="000000"/>
                </a:solidFill>
                <a:latin typeface="+mn-ea"/>
                <a:ea typeface="+mn-ea"/>
              </a:endParaRPr>
            </a:p>
          </p:txBody>
        </p:sp>
        <p:sp>
          <p:nvSpPr>
            <p:cNvPr id="171" name="Rectangle 122"/>
            <p:cNvSpPr>
              <a:spLocks noChangeArrowheads="1"/>
            </p:cNvSpPr>
            <p:nvPr/>
          </p:nvSpPr>
          <p:spPr bwMode="auto">
            <a:xfrm>
              <a:off x="5488969" y="4652589"/>
              <a:ext cx="720000" cy="1656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ysClr val="windowText" lastClr="000000"/>
                  </a:solidFill>
                  <a:latin typeface="+mn-ea"/>
                  <a:ea typeface="+mn-ea"/>
                </a:rPr>
                <a:t>파일 선택</a:t>
              </a:r>
              <a:endParaRPr lang="ko-KR" altLang="en-US" sz="800" kern="0" dirty="0">
                <a:solidFill>
                  <a:sysClr val="windowText" lastClr="000000"/>
                </a:solidFill>
                <a:latin typeface="+mn-ea"/>
                <a:ea typeface="+mn-ea"/>
              </a:endParaRPr>
            </a:p>
          </p:txBody>
        </p:sp>
        <p:sp>
          <p:nvSpPr>
            <p:cNvPr id="172" name="TextBox 171"/>
            <p:cNvSpPr txBox="1"/>
            <p:nvPr/>
          </p:nvSpPr>
          <p:spPr>
            <a:xfrm>
              <a:off x="6173045" y="4632840"/>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nvGrpSpPr>
            <p:cNvPr id="173" name="그룹 172"/>
            <p:cNvGrpSpPr/>
            <p:nvPr/>
          </p:nvGrpSpPr>
          <p:grpSpPr>
            <a:xfrm>
              <a:off x="3277766" y="5075659"/>
              <a:ext cx="4078781" cy="223607"/>
              <a:chOff x="2132354" y="1007505"/>
              <a:chExt cx="4078781" cy="223607"/>
            </a:xfrm>
          </p:grpSpPr>
          <p:sp>
            <p:nvSpPr>
              <p:cNvPr id="174" name="TextBox 173"/>
              <p:cNvSpPr txBox="1"/>
              <p:nvPr/>
            </p:nvSpPr>
            <p:spPr>
              <a:xfrm>
                <a:off x="2159777" y="1007505"/>
                <a:ext cx="4051358" cy="223607"/>
              </a:xfrm>
              <a:prstGeom prst="rect">
                <a:avLst/>
              </a:prstGeom>
              <a:noFill/>
            </p:spPr>
            <p:txBody>
              <a:bodyPr wrap="square" rtlCol="0" anchor="ctr">
                <a:noAutofit/>
              </a:bodyPr>
              <a:lstStyle/>
              <a:p>
                <a:r>
                  <a:rPr lang="ko-KR" altLang="en-US" sz="800" kern="0" dirty="0" smtClean="0">
                    <a:solidFill>
                      <a:schemeClr val="tx1">
                        <a:lumMod val="85000"/>
                        <a:lumOff val="15000"/>
                      </a:schemeClr>
                    </a:solidFill>
                    <a:latin typeface="+mn-ea"/>
                    <a:ea typeface="+mn-ea"/>
                    <a:cs typeface="Arial" charset="0"/>
                  </a:rPr>
                  <a:t> 현 프로필 사진 삭제 </a:t>
                </a:r>
                <a:r>
                  <a:rPr lang="en-US" altLang="ko-KR" sz="800" kern="0" dirty="0" smtClean="0">
                    <a:solidFill>
                      <a:schemeClr val="tx1">
                        <a:lumMod val="85000"/>
                        <a:lumOff val="15000"/>
                      </a:schemeClr>
                    </a:solidFill>
                    <a:latin typeface="+mn-ea"/>
                    <a:ea typeface="+mn-ea"/>
                    <a:cs typeface="Arial" charset="0"/>
                  </a:rPr>
                  <a:t>( </a:t>
                </a:r>
                <a:r>
                  <a:rPr lang="ko-KR" altLang="en-US" sz="800" kern="0" dirty="0" smtClean="0">
                    <a:solidFill>
                      <a:schemeClr val="tx1">
                        <a:lumMod val="85000"/>
                        <a:lumOff val="15000"/>
                      </a:schemeClr>
                    </a:solidFill>
                    <a:latin typeface="+mn-ea"/>
                    <a:ea typeface="+mn-ea"/>
                    <a:cs typeface="Arial" charset="0"/>
                  </a:rPr>
                  <a:t>삭제시 기본 이미지로 교체됩니다</a:t>
                </a:r>
                <a:r>
                  <a:rPr lang="en-US" altLang="ko-KR" sz="800" kern="0" dirty="0" smtClean="0">
                    <a:solidFill>
                      <a:schemeClr val="tx1">
                        <a:lumMod val="85000"/>
                        <a:lumOff val="15000"/>
                      </a:schemeClr>
                    </a:solidFill>
                    <a:latin typeface="+mn-ea"/>
                    <a:ea typeface="+mn-ea"/>
                    <a:cs typeface="Arial" charset="0"/>
                  </a:rPr>
                  <a:t>. )</a:t>
                </a:r>
                <a:endParaRPr lang="ko-KR" altLang="en-US" sz="800" kern="0" dirty="0">
                  <a:solidFill>
                    <a:schemeClr val="tx1">
                      <a:lumMod val="85000"/>
                      <a:lumOff val="15000"/>
                    </a:schemeClr>
                  </a:solidFill>
                  <a:latin typeface="+mn-ea"/>
                  <a:ea typeface="+mn-ea"/>
                  <a:cs typeface="Arial" charset="0"/>
                </a:endParaRPr>
              </a:p>
            </p:txBody>
          </p:sp>
          <p:grpSp>
            <p:nvGrpSpPr>
              <p:cNvPr id="175" name="그룹 174"/>
              <p:cNvGrpSpPr/>
              <p:nvPr/>
            </p:nvGrpSpPr>
            <p:grpSpPr>
              <a:xfrm>
                <a:off x="2132354" y="1055432"/>
                <a:ext cx="116381" cy="108000"/>
                <a:chOff x="2132354" y="1055432"/>
                <a:chExt cx="116381" cy="108000"/>
              </a:xfrm>
            </p:grpSpPr>
            <p:sp>
              <p:nvSpPr>
                <p:cNvPr id="176" name="직사각형 175"/>
                <p:cNvSpPr/>
                <p:nvPr/>
              </p:nvSpPr>
              <p:spPr>
                <a:xfrm>
                  <a:off x="2132354" y="1055432"/>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pic>
              <p:nvPicPr>
                <p:cNvPr id="17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49606" y="1072684"/>
                  <a:ext cx="95250" cy="857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sp>
        <p:nvSpPr>
          <p:cNvPr id="178" name="TextBox 177"/>
          <p:cNvSpPr txBox="1"/>
          <p:nvPr/>
        </p:nvSpPr>
        <p:spPr>
          <a:xfrm>
            <a:off x="3717748" y="6165971"/>
            <a:ext cx="432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프로필 사진 첨부시 기존 프로필 사진은 업데이트 됩니다</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  </a:t>
            </a:r>
            <a:endParaRPr lang="ko-KR" altLang="en-US" sz="800" kern="0" dirty="0">
              <a:solidFill>
                <a:srgbClr val="C00000"/>
              </a:solidFill>
              <a:latin typeface="+mn-ea"/>
              <a:ea typeface="+mn-ea"/>
              <a:cs typeface="Arial" charset="0"/>
            </a:endParaRPr>
          </a:p>
        </p:txBody>
      </p:sp>
      <p:sp>
        <p:nvSpPr>
          <p:cNvPr id="179" name="모서리가 둥근 직사각형 178"/>
          <p:cNvSpPr/>
          <p:nvPr/>
        </p:nvSpPr>
        <p:spPr>
          <a:xfrm>
            <a:off x="8553400" y="652856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0" name="그룹 179"/>
          <p:cNvGrpSpPr/>
          <p:nvPr/>
        </p:nvGrpSpPr>
        <p:grpSpPr>
          <a:xfrm>
            <a:off x="2432720" y="7024540"/>
            <a:ext cx="3257085" cy="681507"/>
            <a:chOff x="-653870" y="294998"/>
            <a:chExt cx="3257085" cy="681507"/>
          </a:xfrm>
        </p:grpSpPr>
        <p:grpSp>
          <p:nvGrpSpPr>
            <p:cNvPr id="181" name="그룹 180"/>
            <p:cNvGrpSpPr/>
            <p:nvPr/>
          </p:nvGrpSpPr>
          <p:grpSpPr>
            <a:xfrm>
              <a:off x="-653870" y="294998"/>
              <a:ext cx="3257085" cy="681507"/>
              <a:chOff x="1100571" y="3176972"/>
              <a:chExt cx="3257085" cy="681507"/>
            </a:xfrm>
          </p:grpSpPr>
          <p:sp>
            <p:nvSpPr>
              <p:cNvPr id="183" name="직사각형 182"/>
              <p:cNvSpPr/>
              <p:nvPr/>
            </p:nvSpPr>
            <p:spPr>
              <a:xfrm>
                <a:off x="1100571" y="3176972"/>
                <a:ext cx="3240000" cy="681507"/>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4" name="직사각형 183"/>
              <p:cNvSpPr/>
              <p:nvPr/>
            </p:nvSpPr>
            <p:spPr>
              <a:xfrm>
                <a:off x="1100572" y="3177813"/>
                <a:ext cx="3240000"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5" name="직사각형 184"/>
              <p:cNvSpPr/>
              <p:nvPr/>
            </p:nvSpPr>
            <p:spPr>
              <a:xfrm>
                <a:off x="1109441" y="3193665"/>
                <a:ext cx="734496" cy="215444"/>
              </a:xfrm>
              <a:prstGeom prst="rect">
                <a:avLst/>
              </a:prstGeom>
            </p:spPr>
            <p:txBody>
              <a:bodyPr wrap="none">
                <a:spAutoFit/>
              </a:bodyPr>
              <a:lstStyle/>
              <a:p>
                <a:r>
                  <a:rPr lang="ko-KR" altLang="en-US" sz="800" b="1" dirty="0" smtClean="0">
                    <a:solidFill>
                      <a:schemeClr val="bg1"/>
                    </a:solidFill>
                    <a:latin typeface="+mn-ea"/>
                    <a:ea typeface="+mn-ea"/>
                  </a:rPr>
                  <a:t>오류 메시지</a:t>
                </a:r>
                <a:endParaRPr lang="ko-KR" altLang="en-US" sz="800" b="1" dirty="0">
                  <a:solidFill>
                    <a:schemeClr val="bg1"/>
                  </a:solidFill>
                  <a:latin typeface="+mn-ea"/>
                  <a:ea typeface="+mn-ea"/>
                </a:endParaRPr>
              </a:p>
            </p:txBody>
          </p:sp>
          <p:sp>
            <p:nvSpPr>
              <p:cNvPr id="186" name="직사각형 185"/>
              <p:cNvSpPr/>
              <p:nvPr/>
            </p:nvSpPr>
            <p:spPr>
              <a:xfrm>
                <a:off x="4089634"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2" name="직사각형 181"/>
            <p:cNvSpPr/>
            <p:nvPr/>
          </p:nvSpPr>
          <p:spPr>
            <a:xfrm>
              <a:off x="153182" y="666797"/>
              <a:ext cx="1688283"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비밀번호가 일치하지 않습니다</a:t>
              </a:r>
              <a:r>
                <a:rPr lang="en-US" altLang="ko-KR" sz="800" dirty="0" smtClean="0">
                  <a:solidFill>
                    <a:schemeClr val="tx1">
                      <a:lumMod val="75000"/>
                      <a:lumOff val="25000"/>
                    </a:schemeClr>
                  </a:solidFill>
                  <a:latin typeface="+mn-ea"/>
                  <a:ea typeface="+mn-ea"/>
                </a:rPr>
                <a:t>.</a:t>
              </a:r>
              <a:r>
                <a:rPr lang="ko-KR" altLang="en-US" sz="800" dirty="0" smtClean="0">
                  <a:solidFill>
                    <a:schemeClr val="accent1"/>
                  </a:solidFill>
                  <a:latin typeface="+mn-ea"/>
                  <a:ea typeface="+mn-ea"/>
                </a:rPr>
                <a:t> </a:t>
              </a:r>
              <a:endParaRPr lang="en-US" altLang="ko-KR" sz="800" dirty="0" smtClean="0">
                <a:solidFill>
                  <a:schemeClr val="tx1">
                    <a:lumMod val="75000"/>
                    <a:lumOff val="25000"/>
                  </a:schemeClr>
                </a:solidFill>
                <a:latin typeface="+mn-ea"/>
                <a:ea typeface="+mn-ea"/>
              </a:endParaRPr>
            </a:p>
          </p:txBody>
        </p:sp>
      </p:grpSp>
      <p:grpSp>
        <p:nvGrpSpPr>
          <p:cNvPr id="187" name="그룹 186"/>
          <p:cNvGrpSpPr/>
          <p:nvPr/>
        </p:nvGrpSpPr>
        <p:grpSpPr>
          <a:xfrm>
            <a:off x="5789149" y="7021302"/>
            <a:ext cx="3257085" cy="681507"/>
            <a:chOff x="-653870" y="294998"/>
            <a:chExt cx="3257085" cy="681507"/>
          </a:xfrm>
        </p:grpSpPr>
        <p:grpSp>
          <p:nvGrpSpPr>
            <p:cNvPr id="188" name="그룹 187"/>
            <p:cNvGrpSpPr/>
            <p:nvPr/>
          </p:nvGrpSpPr>
          <p:grpSpPr>
            <a:xfrm>
              <a:off x="-653870" y="294998"/>
              <a:ext cx="3257085" cy="681507"/>
              <a:chOff x="1100571" y="3176972"/>
              <a:chExt cx="3257085" cy="681507"/>
            </a:xfrm>
          </p:grpSpPr>
          <p:sp>
            <p:nvSpPr>
              <p:cNvPr id="190" name="직사각형 189"/>
              <p:cNvSpPr/>
              <p:nvPr/>
            </p:nvSpPr>
            <p:spPr>
              <a:xfrm>
                <a:off x="1100571" y="3176972"/>
                <a:ext cx="3240000" cy="681507"/>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1" name="직사각형 190"/>
              <p:cNvSpPr/>
              <p:nvPr/>
            </p:nvSpPr>
            <p:spPr>
              <a:xfrm>
                <a:off x="1100572" y="3187338"/>
                <a:ext cx="3240000"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2" name="직사각형 191"/>
              <p:cNvSpPr/>
              <p:nvPr/>
            </p:nvSpPr>
            <p:spPr>
              <a:xfrm>
                <a:off x="1109441" y="3193665"/>
                <a:ext cx="734496" cy="215444"/>
              </a:xfrm>
              <a:prstGeom prst="rect">
                <a:avLst/>
              </a:prstGeom>
            </p:spPr>
            <p:txBody>
              <a:bodyPr wrap="none">
                <a:spAutoFit/>
              </a:bodyPr>
              <a:lstStyle/>
              <a:p>
                <a:r>
                  <a:rPr lang="ko-KR" altLang="en-US" sz="800" b="1" dirty="0" smtClean="0">
                    <a:solidFill>
                      <a:schemeClr val="bg1"/>
                    </a:solidFill>
                    <a:latin typeface="+mn-ea"/>
                    <a:ea typeface="+mn-ea"/>
                  </a:rPr>
                  <a:t>오류 메시지</a:t>
                </a:r>
                <a:endParaRPr lang="ko-KR" altLang="en-US" sz="800" b="1" dirty="0">
                  <a:solidFill>
                    <a:schemeClr val="bg1"/>
                  </a:solidFill>
                  <a:latin typeface="+mn-ea"/>
                  <a:ea typeface="+mn-ea"/>
                </a:endParaRPr>
              </a:p>
            </p:txBody>
          </p:sp>
          <p:sp>
            <p:nvSpPr>
              <p:cNvPr id="215" name="직사각형 214"/>
              <p:cNvSpPr/>
              <p:nvPr/>
            </p:nvSpPr>
            <p:spPr>
              <a:xfrm>
                <a:off x="4089634"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9" name="직사각형 188"/>
            <p:cNvSpPr/>
            <p:nvPr/>
          </p:nvSpPr>
          <p:spPr>
            <a:xfrm>
              <a:off x="227395" y="666797"/>
              <a:ext cx="1548822" cy="215444"/>
            </a:xfrm>
            <a:prstGeom prst="rect">
              <a:avLst/>
            </a:prstGeom>
          </p:spPr>
          <p:txBody>
            <a:bodyPr wrap="none">
              <a:spAutoFit/>
            </a:bodyPr>
            <a:lstStyle/>
            <a:p>
              <a:pPr algn="ctr"/>
              <a:r>
                <a:rPr lang="ko-KR" altLang="en-US" sz="800" dirty="0">
                  <a:solidFill>
                    <a:schemeClr val="tx1">
                      <a:lumMod val="65000"/>
                      <a:lumOff val="35000"/>
                    </a:schemeClr>
                  </a:solidFill>
                  <a:latin typeface="+mn-ea"/>
                  <a:ea typeface="+mn-ea"/>
                </a:rPr>
                <a:t>이메일 형식이 맞지 않습니다</a:t>
              </a:r>
              <a:r>
                <a:rPr lang="en-US" altLang="ko-KR" sz="800" dirty="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pSp>
      <p:grpSp>
        <p:nvGrpSpPr>
          <p:cNvPr id="222" name="그룹 221"/>
          <p:cNvGrpSpPr/>
          <p:nvPr/>
        </p:nvGrpSpPr>
        <p:grpSpPr>
          <a:xfrm>
            <a:off x="3619470" y="2699395"/>
            <a:ext cx="234360" cy="200055"/>
            <a:chOff x="1161795" y="11706839"/>
            <a:chExt cx="234360" cy="200055"/>
          </a:xfrm>
        </p:grpSpPr>
        <p:sp>
          <p:nvSpPr>
            <p:cNvPr id="223" name="모서리가 둥근 직사각형 2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4" name="직사각형 223"/>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25" name="그룹 224"/>
          <p:cNvGrpSpPr/>
          <p:nvPr/>
        </p:nvGrpSpPr>
        <p:grpSpPr>
          <a:xfrm>
            <a:off x="8344735" y="6518408"/>
            <a:ext cx="234360" cy="200055"/>
            <a:chOff x="1152270" y="11706839"/>
            <a:chExt cx="234360" cy="200055"/>
          </a:xfrm>
        </p:grpSpPr>
        <p:sp>
          <p:nvSpPr>
            <p:cNvPr id="226" name="모서리가 둥근 직사각형 22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7" name="직사각형 22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01" name="그룹 200"/>
          <p:cNvGrpSpPr/>
          <p:nvPr/>
        </p:nvGrpSpPr>
        <p:grpSpPr>
          <a:xfrm>
            <a:off x="3777735" y="4974913"/>
            <a:ext cx="4445446" cy="216524"/>
            <a:chOff x="4604981" y="4688283"/>
            <a:chExt cx="4445446" cy="216524"/>
          </a:xfrm>
        </p:grpSpPr>
        <p:grpSp>
          <p:nvGrpSpPr>
            <p:cNvPr id="203" name="그룹 202"/>
            <p:cNvGrpSpPr/>
            <p:nvPr/>
          </p:nvGrpSpPr>
          <p:grpSpPr>
            <a:xfrm>
              <a:off x="4604981" y="4689363"/>
              <a:ext cx="2359250" cy="215444"/>
              <a:chOff x="2171085" y="5732886"/>
              <a:chExt cx="2359250" cy="215444"/>
            </a:xfrm>
          </p:grpSpPr>
          <p:sp>
            <p:nvSpPr>
              <p:cNvPr id="206" name="직사각형 205"/>
              <p:cNvSpPr/>
              <p:nvPr/>
            </p:nvSpPr>
            <p:spPr>
              <a:xfrm>
                <a:off x="2171085" y="5736978"/>
                <a:ext cx="108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07" name="직사각형 206"/>
              <p:cNvSpPr/>
              <p:nvPr/>
            </p:nvSpPr>
            <p:spPr>
              <a:xfrm>
                <a:off x="3450335" y="5734883"/>
                <a:ext cx="108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65000"/>
                      <a:lumOff val="35000"/>
                    </a:schemeClr>
                  </a:solidFill>
                  <a:latin typeface="+mn-ea"/>
                </a:endParaRPr>
              </a:p>
            </p:txBody>
          </p:sp>
          <p:sp>
            <p:nvSpPr>
              <p:cNvPr id="208" name="직사각형 207"/>
              <p:cNvSpPr/>
              <p:nvPr/>
            </p:nvSpPr>
            <p:spPr>
              <a:xfrm>
                <a:off x="3210148" y="5732886"/>
                <a:ext cx="285656" cy="215444"/>
              </a:xfrm>
              <a:prstGeom prst="rect">
                <a:avLst/>
              </a:prstGeom>
            </p:spPr>
            <p:txBody>
              <a:bodyPr wrap="none">
                <a:spAutoFit/>
              </a:bodyPr>
              <a:lstStyle/>
              <a:p>
                <a:r>
                  <a:rPr lang="en-US" altLang="ko-KR" sz="800" dirty="0" smtClean="0">
                    <a:solidFill>
                      <a:schemeClr val="tx1">
                        <a:lumMod val="75000"/>
                        <a:lumOff val="25000"/>
                      </a:schemeClr>
                    </a:solidFill>
                    <a:latin typeface="+mn-ea"/>
                  </a:rPr>
                  <a:t>@</a:t>
                </a:r>
                <a:endParaRPr lang="en-US" altLang="ko-KR" sz="800" dirty="0">
                  <a:solidFill>
                    <a:schemeClr val="tx1">
                      <a:lumMod val="65000"/>
                      <a:lumOff val="35000"/>
                    </a:schemeClr>
                  </a:solidFill>
                  <a:latin typeface="+mj-ea"/>
                </a:endParaRPr>
              </a:p>
            </p:txBody>
          </p:sp>
        </p:grpSp>
        <p:sp>
          <p:nvSpPr>
            <p:cNvPr id="204" name="직사각형 203"/>
            <p:cNvSpPr/>
            <p:nvPr/>
          </p:nvSpPr>
          <p:spPr>
            <a:xfrm>
              <a:off x="8150427" y="4688283"/>
              <a:ext cx="900000" cy="187200"/>
            </a:xfrm>
            <a:prstGeom prst="rect">
              <a:avLst/>
            </a:prstGeom>
            <a:solidFill>
              <a:schemeClr val="tx1">
                <a:lumMod val="75000"/>
                <a:lumOff val="25000"/>
              </a:schemeClr>
            </a:solidFill>
            <a:ln w="9525">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ctr"/>
            <a:lstStyle/>
            <a:p>
              <a:pPr>
                <a:lnSpc>
                  <a:spcPct val="150000"/>
                </a:lnSpc>
              </a:pPr>
              <a:r>
                <a:rPr lang="ko-KR" altLang="en-US" sz="800" dirty="0" smtClean="0">
                  <a:solidFill>
                    <a:schemeClr val="bg1"/>
                  </a:solidFill>
                  <a:latin typeface="+mn-ea"/>
                </a:rPr>
                <a:t>    직접입</a:t>
              </a:r>
              <a:r>
                <a:rPr lang="ko-KR" altLang="en-US" sz="800" dirty="0">
                  <a:solidFill>
                    <a:schemeClr val="bg1"/>
                  </a:solidFill>
                  <a:latin typeface="+mn-ea"/>
                </a:rPr>
                <a:t>력</a:t>
              </a:r>
              <a:endParaRPr lang="en-US" altLang="ko-KR" sz="800" dirty="0">
                <a:solidFill>
                  <a:schemeClr val="bg1"/>
                </a:solidFill>
                <a:latin typeface="+mn-ea"/>
              </a:endParaRPr>
            </a:p>
          </p:txBody>
        </p:sp>
        <p:sp>
          <p:nvSpPr>
            <p:cNvPr id="205" name="직사각형 204"/>
            <p:cNvSpPr/>
            <p:nvPr/>
          </p:nvSpPr>
          <p:spPr>
            <a:xfrm>
              <a:off x="7028990" y="4690780"/>
              <a:ext cx="108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ko-KR" altLang="en-US" sz="800" dirty="0" smtClean="0">
                  <a:solidFill>
                    <a:schemeClr val="tx1">
                      <a:lumMod val="65000"/>
                      <a:lumOff val="35000"/>
                    </a:schemeClr>
                  </a:solidFill>
                  <a:latin typeface="+mn-ea"/>
                </a:rPr>
                <a:t>선택        </a:t>
              </a:r>
              <a:r>
                <a:rPr lang="en-US" altLang="ko-KR" sz="800" dirty="0" smtClean="0">
                  <a:solidFill>
                    <a:schemeClr val="tx1">
                      <a:lumMod val="65000"/>
                      <a:lumOff val="35000"/>
                    </a:schemeClr>
                  </a:solidFill>
                  <a:latin typeface="+mn-ea"/>
                </a:rPr>
                <a:t>           </a:t>
              </a:r>
              <a:r>
                <a:rPr lang="ko-KR" altLang="en-US" sz="800" kern="0" dirty="0" smtClean="0">
                  <a:solidFill>
                    <a:schemeClr val="tx1">
                      <a:lumMod val="75000"/>
                      <a:lumOff val="25000"/>
                    </a:schemeClr>
                  </a:solidFill>
                  <a:latin typeface="+mn-ea"/>
                </a:rPr>
                <a:t>▼</a:t>
              </a:r>
              <a:endParaRPr lang="en-US" altLang="ko-KR" sz="800" dirty="0">
                <a:solidFill>
                  <a:schemeClr val="tx1">
                    <a:lumMod val="65000"/>
                    <a:lumOff val="35000"/>
                  </a:schemeClr>
                </a:solidFill>
                <a:latin typeface="+mn-ea"/>
              </a:endParaRPr>
            </a:p>
          </p:txBody>
        </p:sp>
      </p:grpSp>
      <p:grpSp>
        <p:nvGrpSpPr>
          <p:cNvPr id="209" name="그룹 208"/>
          <p:cNvGrpSpPr/>
          <p:nvPr/>
        </p:nvGrpSpPr>
        <p:grpSpPr>
          <a:xfrm>
            <a:off x="3776844" y="4423732"/>
            <a:ext cx="1606536" cy="186695"/>
            <a:chOff x="4140831" y="5206215"/>
            <a:chExt cx="1606536" cy="186695"/>
          </a:xfrm>
        </p:grpSpPr>
        <p:grpSp>
          <p:nvGrpSpPr>
            <p:cNvPr id="210" name="그룹 209"/>
            <p:cNvGrpSpPr/>
            <p:nvPr/>
          </p:nvGrpSpPr>
          <p:grpSpPr>
            <a:xfrm>
              <a:off x="4140831" y="5206215"/>
              <a:ext cx="731884" cy="182760"/>
              <a:chOff x="4527048" y="4072124"/>
              <a:chExt cx="731884" cy="182760"/>
            </a:xfrm>
          </p:grpSpPr>
          <p:sp>
            <p:nvSpPr>
              <p:cNvPr id="228" name="직사각형 227"/>
              <p:cNvSpPr/>
              <p:nvPr/>
            </p:nvSpPr>
            <p:spPr bwMode="auto">
              <a:xfrm>
                <a:off x="4649453" y="4072124"/>
                <a:ext cx="609479"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ko-KR" altLang="en-US" sz="800" kern="0" dirty="0" smtClean="0">
                    <a:solidFill>
                      <a:schemeClr val="tx1">
                        <a:lumMod val="75000"/>
                        <a:lumOff val="25000"/>
                      </a:schemeClr>
                    </a:solidFill>
                    <a:latin typeface="+mj-ea"/>
                    <a:ea typeface="+mj-ea"/>
                    <a:cs typeface="Arial" charset="0"/>
                  </a:rPr>
                  <a:t>연계 이메일</a:t>
                </a:r>
                <a:endParaRPr lang="ko-KR" altLang="en-US" sz="800" kern="0" dirty="0">
                  <a:solidFill>
                    <a:schemeClr val="tx1">
                      <a:lumMod val="75000"/>
                      <a:lumOff val="25000"/>
                    </a:schemeClr>
                  </a:solidFill>
                  <a:latin typeface="+mj-ea"/>
                  <a:ea typeface="+mj-ea"/>
                  <a:cs typeface="Arial" charset="0"/>
                </a:endParaRPr>
              </a:p>
            </p:txBody>
          </p:sp>
          <p:grpSp>
            <p:nvGrpSpPr>
              <p:cNvPr id="229" name="그룹 144"/>
              <p:cNvGrpSpPr>
                <a:grpSpLocks/>
              </p:cNvGrpSpPr>
              <p:nvPr/>
            </p:nvGrpSpPr>
            <p:grpSpPr bwMode="auto">
              <a:xfrm>
                <a:off x="4527048" y="4098546"/>
                <a:ext cx="107053" cy="110868"/>
                <a:chOff x="4146550" y="1085850"/>
                <a:chExt cx="184150" cy="184150"/>
              </a:xfrm>
            </p:grpSpPr>
            <p:sp>
              <p:nvSpPr>
                <p:cNvPr id="230" name="타원 229"/>
                <p:cNvSpPr/>
                <p:nvPr/>
              </p:nvSpPr>
              <p:spPr bwMode="auto">
                <a:xfrm>
                  <a:off x="4146550" y="1085850"/>
                  <a:ext cx="184150" cy="184150"/>
                </a:xfrm>
                <a:prstGeom prst="ellipse">
                  <a:avLst/>
                </a:prstGeom>
                <a:solidFill>
                  <a:srgbClr val="FFFFFF"/>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sp>
              <p:nvSpPr>
                <p:cNvPr id="236" name="타원 235"/>
                <p:cNvSpPr/>
                <p:nvPr/>
              </p:nvSpPr>
              <p:spPr bwMode="auto">
                <a:xfrm>
                  <a:off x="4194381" y="1133681"/>
                  <a:ext cx="88488" cy="88487"/>
                </a:xfrm>
                <a:prstGeom prst="ellips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grpSp>
          <p:nvGrpSpPr>
            <p:cNvPr id="212" name="그룹 211"/>
            <p:cNvGrpSpPr/>
            <p:nvPr/>
          </p:nvGrpSpPr>
          <p:grpSpPr>
            <a:xfrm>
              <a:off x="5015483" y="5210150"/>
              <a:ext cx="731884" cy="182760"/>
              <a:chOff x="4527048" y="4072124"/>
              <a:chExt cx="731884" cy="182760"/>
            </a:xfrm>
          </p:grpSpPr>
          <p:sp>
            <p:nvSpPr>
              <p:cNvPr id="213" name="직사각형 212"/>
              <p:cNvSpPr/>
              <p:nvPr/>
            </p:nvSpPr>
            <p:spPr bwMode="auto">
              <a:xfrm>
                <a:off x="4649453" y="4072124"/>
                <a:ext cx="609479"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ko-KR" altLang="en-US" sz="800" kern="0" dirty="0" smtClean="0">
                    <a:solidFill>
                      <a:schemeClr val="tx1">
                        <a:lumMod val="75000"/>
                        <a:lumOff val="25000"/>
                      </a:schemeClr>
                    </a:solidFill>
                    <a:latin typeface="+mj-ea"/>
                    <a:ea typeface="+mj-ea"/>
                    <a:cs typeface="Arial" charset="0"/>
                  </a:rPr>
                  <a:t>개인 </a:t>
                </a:r>
                <a:r>
                  <a:rPr lang="ko-KR" altLang="en-US" sz="800" kern="0" dirty="0" err="1" smtClean="0">
                    <a:solidFill>
                      <a:schemeClr val="tx1">
                        <a:lumMod val="75000"/>
                        <a:lumOff val="25000"/>
                      </a:schemeClr>
                    </a:solidFill>
                    <a:latin typeface="+mj-ea"/>
                    <a:ea typeface="+mj-ea"/>
                    <a:cs typeface="Arial" charset="0"/>
                  </a:rPr>
                  <a:t>이메일</a:t>
                </a:r>
                <a:endParaRPr lang="ko-KR" altLang="en-US" sz="800" kern="0" dirty="0">
                  <a:solidFill>
                    <a:schemeClr val="tx1">
                      <a:lumMod val="75000"/>
                      <a:lumOff val="25000"/>
                    </a:schemeClr>
                  </a:solidFill>
                  <a:latin typeface="+mj-ea"/>
                  <a:ea typeface="+mj-ea"/>
                  <a:cs typeface="Arial" charset="0"/>
                </a:endParaRPr>
              </a:p>
            </p:txBody>
          </p:sp>
          <p:sp>
            <p:nvSpPr>
              <p:cNvPr id="214" name="타원 213"/>
              <p:cNvSpPr/>
              <p:nvPr/>
            </p:nvSpPr>
            <p:spPr bwMode="auto">
              <a:xfrm>
                <a:off x="4527048" y="4098546"/>
                <a:ext cx="107053" cy="110868"/>
              </a:xfrm>
              <a:prstGeom prst="ellipse">
                <a:avLst/>
              </a:prstGeom>
              <a:solidFill>
                <a:srgbClr val="FFFFFF"/>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sp>
        <p:nvSpPr>
          <p:cNvPr id="277" name="직사각형 27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78" name="그룹 277"/>
          <p:cNvGrpSpPr/>
          <p:nvPr/>
        </p:nvGrpSpPr>
        <p:grpSpPr>
          <a:xfrm>
            <a:off x="4290164" y="2031278"/>
            <a:ext cx="1040981" cy="215444"/>
            <a:chOff x="1618412" y="2762216"/>
            <a:chExt cx="1440000" cy="215444"/>
          </a:xfrm>
        </p:grpSpPr>
        <p:sp>
          <p:nvSpPr>
            <p:cNvPr id="279" name="직사각형 27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80" name="직사각형 279"/>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81" name="그룹 280"/>
          <p:cNvGrpSpPr/>
          <p:nvPr/>
        </p:nvGrpSpPr>
        <p:grpSpPr>
          <a:xfrm>
            <a:off x="5351027" y="2031278"/>
            <a:ext cx="1040981" cy="215444"/>
            <a:chOff x="1618412" y="2762216"/>
            <a:chExt cx="1440000" cy="215444"/>
          </a:xfrm>
        </p:grpSpPr>
        <p:sp>
          <p:nvSpPr>
            <p:cNvPr id="282" name="직사각형 28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83" name="직사각형 282"/>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84" name="그룹 283"/>
          <p:cNvGrpSpPr/>
          <p:nvPr/>
        </p:nvGrpSpPr>
        <p:grpSpPr>
          <a:xfrm>
            <a:off x="6413117" y="2031278"/>
            <a:ext cx="1040981" cy="215444"/>
            <a:chOff x="1618412" y="2762216"/>
            <a:chExt cx="1440000" cy="215444"/>
          </a:xfrm>
        </p:grpSpPr>
        <p:sp>
          <p:nvSpPr>
            <p:cNvPr id="285" name="직사각형 28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86" name="직사각형 285"/>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87" name="그룹 286"/>
          <p:cNvGrpSpPr/>
          <p:nvPr/>
        </p:nvGrpSpPr>
        <p:grpSpPr>
          <a:xfrm>
            <a:off x="7474187" y="2031278"/>
            <a:ext cx="1040981" cy="215444"/>
            <a:chOff x="1618412" y="2762216"/>
            <a:chExt cx="1440000" cy="215444"/>
          </a:xfrm>
        </p:grpSpPr>
        <p:sp>
          <p:nvSpPr>
            <p:cNvPr id="333" name="직사각형 33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35" name="직사각형 334"/>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41" name="그룹 340"/>
          <p:cNvGrpSpPr/>
          <p:nvPr/>
        </p:nvGrpSpPr>
        <p:grpSpPr>
          <a:xfrm>
            <a:off x="3224705" y="2032273"/>
            <a:ext cx="1040982" cy="215444"/>
            <a:chOff x="1618412" y="2762216"/>
            <a:chExt cx="1440000" cy="215444"/>
          </a:xfrm>
        </p:grpSpPr>
        <p:sp>
          <p:nvSpPr>
            <p:cNvPr id="342" name="직사각형 34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344" name="직사각형 34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3" name="그룹 352"/>
          <p:cNvGrpSpPr/>
          <p:nvPr/>
        </p:nvGrpSpPr>
        <p:grpSpPr>
          <a:xfrm>
            <a:off x="2172387" y="2026940"/>
            <a:ext cx="1040981" cy="215444"/>
            <a:chOff x="1618412" y="2762216"/>
            <a:chExt cx="1440000" cy="215444"/>
          </a:xfrm>
        </p:grpSpPr>
        <p:sp>
          <p:nvSpPr>
            <p:cNvPr id="354" name="직사각형 353"/>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355" name="직사각형 354"/>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356" name="직사각형 355"/>
          <p:cNvSpPr/>
          <p:nvPr/>
        </p:nvSpPr>
        <p:spPr>
          <a:xfrm>
            <a:off x="2177150"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57" name="직사각형 356"/>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358" name="그룹 357"/>
          <p:cNvGrpSpPr/>
          <p:nvPr/>
        </p:nvGrpSpPr>
        <p:grpSpPr>
          <a:xfrm>
            <a:off x="9120844" y="1979315"/>
            <a:ext cx="162000" cy="288000"/>
            <a:chOff x="9447994" y="2133019"/>
            <a:chExt cx="162000" cy="288000"/>
          </a:xfrm>
        </p:grpSpPr>
        <p:sp>
          <p:nvSpPr>
            <p:cNvPr id="359" name="직사각형 35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60" name="1/2 액자 35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361" name="그룹 360"/>
          <p:cNvGrpSpPr/>
          <p:nvPr/>
        </p:nvGrpSpPr>
        <p:grpSpPr>
          <a:xfrm>
            <a:off x="1973163" y="1979315"/>
            <a:ext cx="162000" cy="288000"/>
            <a:chOff x="10860" y="2122356"/>
            <a:chExt cx="162000" cy="288000"/>
          </a:xfrm>
        </p:grpSpPr>
        <p:sp>
          <p:nvSpPr>
            <p:cNvPr id="362" name="직사각형 361"/>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64" name="1/2 액자 363"/>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nvGrpSpPr>
          <p:cNvPr id="365" name="그룹 364"/>
          <p:cNvGrpSpPr/>
          <p:nvPr/>
        </p:nvGrpSpPr>
        <p:grpSpPr>
          <a:xfrm>
            <a:off x="1969327" y="2655961"/>
            <a:ext cx="720000" cy="720000"/>
            <a:chOff x="2887095" y="2655961"/>
            <a:chExt cx="720000" cy="720000"/>
          </a:xfrm>
        </p:grpSpPr>
        <p:sp>
          <p:nvSpPr>
            <p:cNvPr id="366" name="직사각형 365"/>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367" name="Picture 2"/>
            <p:cNvPicPr preferRelativeResize="0">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68" name="그룹 367"/>
          <p:cNvGrpSpPr/>
          <p:nvPr/>
        </p:nvGrpSpPr>
        <p:grpSpPr>
          <a:xfrm>
            <a:off x="2198360" y="2492896"/>
            <a:ext cx="234360" cy="200055"/>
            <a:chOff x="1161795"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85" name="그룹 384"/>
          <p:cNvGrpSpPr/>
          <p:nvPr/>
        </p:nvGrpSpPr>
        <p:grpSpPr>
          <a:xfrm>
            <a:off x="8668462" y="1695475"/>
            <a:ext cx="849617" cy="276999"/>
            <a:chOff x="8563069" y="1695475"/>
            <a:chExt cx="849617" cy="276999"/>
          </a:xfrm>
        </p:grpSpPr>
        <p:grpSp>
          <p:nvGrpSpPr>
            <p:cNvPr id="386" name="그룹 385"/>
            <p:cNvGrpSpPr/>
            <p:nvPr/>
          </p:nvGrpSpPr>
          <p:grpSpPr>
            <a:xfrm>
              <a:off x="8563069" y="1761166"/>
              <a:ext cx="792000" cy="162000"/>
              <a:chOff x="8779069" y="1761166"/>
              <a:chExt cx="792000" cy="162000"/>
            </a:xfrm>
          </p:grpSpPr>
          <p:sp>
            <p:nvSpPr>
              <p:cNvPr id="394" name="직사각형 393"/>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9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7" name="그룹 386"/>
            <p:cNvGrpSpPr/>
            <p:nvPr/>
          </p:nvGrpSpPr>
          <p:grpSpPr>
            <a:xfrm>
              <a:off x="8728739" y="1695475"/>
              <a:ext cx="247184" cy="276999"/>
              <a:chOff x="7672972" y="1671999"/>
              <a:chExt cx="247184" cy="276999"/>
            </a:xfrm>
          </p:grpSpPr>
          <p:sp>
            <p:nvSpPr>
              <p:cNvPr id="392" name="타원 39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93" name="직사각형 392"/>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88" name="그룹 387"/>
            <p:cNvGrpSpPr/>
            <p:nvPr/>
          </p:nvGrpSpPr>
          <p:grpSpPr>
            <a:xfrm>
              <a:off x="9138252" y="1714525"/>
              <a:ext cx="274434" cy="246221"/>
              <a:chOff x="7663447" y="1691049"/>
              <a:chExt cx="274434" cy="246221"/>
            </a:xfrm>
          </p:grpSpPr>
          <p:sp>
            <p:nvSpPr>
              <p:cNvPr id="390" name="타원 389"/>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91" name="직사각형 390"/>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89" name="직사각형 38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4" name="그룹 3"/>
          <p:cNvGrpSpPr/>
          <p:nvPr/>
        </p:nvGrpSpPr>
        <p:grpSpPr>
          <a:xfrm>
            <a:off x="5709220" y="2702306"/>
            <a:ext cx="769741" cy="215444"/>
            <a:chOff x="3789311" y="2987427"/>
            <a:chExt cx="769741" cy="215444"/>
          </a:xfrm>
        </p:grpSpPr>
        <p:sp>
          <p:nvSpPr>
            <p:cNvPr id="211" name="직사각형 210"/>
            <p:cNvSpPr/>
            <p:nvPr/>
          </p:nvSpPr>
          <p:spPr>
            <a:xfrm>
              <a:off x="3789311" y="3011392"/>
              <a:ext cx="720000" cy="162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nSpc>
                  <a:spcPct val="150000"/>
                </a:lnSpc>
              </a:pPr>
              <a:r>
                <a:rPr lang="ko-KR" altLang="en-US" sz="800" dirty="0" smtClean="0">
                  <a:solidFill>
                    <a:schemeClr val="tx1">
                      <a:lumMod val="65000"/>
                      <a:lumOff val="35000"/>
                    </a:schemeClr>
                  </a:solidFill>
                  <a:latin typeface="+mn-ea"/>
                </a:rPr>
                <a:t> 대학원</a:t>
              </a:r>
              <a:endParaRPr lang="en-US" altLang="ko-KR" sz="800" dirty="0">
                <a:solidFill>
                  <a:schemeClr val="tx1">
                    <a:lumMod val="65000"/>
                    <a:lumOff val="35000"/>
                  </a:schemeClr>
                </a:solidFill>
                <a:latin typeface="+mn-ea"/>
              </a:endParaRPr>
            </a:p>
          </p:txBody>
        </p:sp>
        <p:sp>
          <p:nvSpPr>
            <p:cNvPr id="240" name="직사각형 239"/>
            <p:cNvSpPr/>
            <p:nvPr/>
          </p:nvSpPr>
          <p:spPr>
            <a:xfrm>
              <a:off x="4307060" y="2987427"/>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nvGrpSpPr>
          <p:cNvPr id="3" name="그룹 2"/>
          <p:cNvGrpSpPr/>
          <p:nvPr/>
        </p:nvGrpSpPr>
        <p:grpSpPr>
          <a:xfrm>
            <a:off x="6459911" y="2702306"/>
            <a:ext cx="773038" cy="215444"/>
            <a:chOff x="4540002" y="2987427"/>
            <a:chExt cx="773038" cy="215444"/>
          </a:xfrm>
        </p:grpSpPr>
        <p:sp>
          <p:nvSpPr>
            <p:cNvPr id="237" name="직사각형 236"/>
            <p:cNvSpPr/>
            <p:nvPr/>
          </p:nvSpPr>
          <p:spPr>
            <a:xfrm>
              <a:off x="4540002" y="3007543"/>
              <a:ext cx="720000" cy="162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nSpc>
                  <a:spcPct val="150000"/>
                </a:lnSpc>
              </a:pPr>
              <a:r>
                <a:rPr lang="ko-KR" altLang="en-US" sz="800" dirty="0" smtClean="0">
                  <a:solidFill>
                    <a:schemeClr val="tx1">
                      <a:lumMod val="65000"/>
                      <a:lumOff val="35000"/>
                    </a:schemeClr>
                  </a:solidFill>
                  <a:latin typeface="+mn-ea"/>
                </a:rPr>
                <a:t> 평생교육</a:t>
              </a:r>
              <a:endParaRPr lang="en-US" altLang="ko-KR" sz="800" dirty="0">
                <a:solidFill>
                  <a:schemeClr val="tx1">
                    <a:lumMod val="65000"/>
                    <a:lumOff val="35000"/>
                  </a:schemeClr>
                </a:solidFill>
                <a:latin typeface="+mn-ea"/>
              </a:endParaRPr>
            </a:p>
          </p:txBody>
        </p:sp>
        <p:sp>
          <p:nvSpPr>
            <p:cNvPr id="241" name="직사각형 240"/>
            <p:cNvSpPr/>
            <p:nvPr/>
          </p:nvSpPr>
          <p:spPr>
            <a:xfrm>
              <a:off x="5061048" y="2987427"/>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nvGrpSpPr>
          <p:cNvPr id="6" name="그룹 5"/>
          <p:cNvGrpSpPr/>
          <p:nvPr/>
        </p:nvGrpSpPr>
        <p:grpSpPr>
          <a:xfrm>
            <a:off x="3781822" y="2721356"/>
            <a:ext cx="1807529" cy="163738"/>
            <a:chOff x="6213360" y="2996952"/>
            <a:chExt cx="1807529" cy="163738"/>
          </a:xfrm>
        </p:grpSpPr>
        <p:sp>
          <p:nvSpPr>
            <p:cNvPr id="153" name="직사각형 152"/>
            <p:cNvSpPr/>
            <p:nvPr/>
          </p:nvSpPr>
          <p:spPr>
            <a:xfrm>
              <a:off x="6213360" y="2998690"/>
              <a:ext cx="1440000" cy="162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ko-KR" altLang="en-US" sz="800" kern="0" dirty="0" smtClean="0">
                  <a:solidFill>
                    <a:schemeClr val="tx1">
                      <a:lumMod val="75000"/>
                      <a:lumOff val="25000"/>
                    </a:schemeClr>
                  </a:solidFill>
                  <a:latin typeface="+mn-ea"/>
                </a:rPr>
                <a:t>기관                           ▼</a:t>
              </a:r>
              <a:endParaRPr lang="ko-KR" altLang="en-US" sz="800" dirty="0">
                <a:solidFill>
                  <a:schemeClr val="tx1">
                    <a:lumMod val="75000"/>
                    <a:lumOff val="25000"/>
                  </a:schemeClr>
                </a:solidFill>
                <a:latin typeface="+mn-ea"/>
              </a:endParaRPr>
            </a:p>
          </p:txBody>
        </p:sp>
        <p:sp>
          <p:nvSpPr>
            <p:cNvPr id="242" name="직사각형 241"/>
            <p:cNvSpPr/>
            <p:nvPr/>
          </p:nvSpPr>
          <p:spPr>
            <a:xfrm>
              <a:off x="7660889" y="2996952"/>
              <a:ext cx="360000" cy="162000"/>
            </a:xfrm>
            <a:prstGeom prst="rect">
              <a:avLst/>
            </a:prstGeom>
            <a:solidFill>
              <a:schemeClr val="tx1">
                <a:lumMod val="75000"/>
                <a:lumOff val="25000"/>
              </a:schemeClr>
            </a:solidFill>
            <a:ln w="952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lnSpc>
                  <a:spcPct val="150000"/>
                </a:lnSpc>
              </a:pPr>
              <a:r>
                <a:rPr lang="ko-KR" altLang="en-US" sz="800" dirty="0" smtClean="0">
                  <a:solidFill>
                    <a:schemeClr val="bg1"/>
                  </a:solidFill>
                  <a:latin typeface="+mn-ea"/>
                </a:rPr>
                <a:t>주가</a:t>
              </a:r>
              <a:endParaRPr lang="ko-KR" altLang="en-US" sz="800" dirty="0">
                <a:solidFill>
                  <a:schemeClr val="bg1"/>
                </a:solidFill>
                <a:latin typeface="+mn-ea"/>
              </a:endParaRPr>
            </a:p>
          </p:txBody>
        </p:sp>
      </p:grpSp>
      <p:sp>
        <p:nvSpPr>
          <p:cNvPr id="259" name="TextBox 258"/>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프로필</a:t>
            </a:r>
            <a:r>
              <a:rPr lang="en-US" altLang="ko-KR" sz="800" spc="-60" dirty="0" smtClean="0">
                <a:latin typeface="+mn-ea"/>
                <a:ea typeface="+mn-ea"/>
              </a:rPr>
              <a:t> </a:t>
            </a:r>
            <a:endParaRPr lang="ko-KR" altLang="en-US" sz="800" spc="-60" dirty="0">
              <a:latin typeface="+mn-ea"/>
              <a:ea typeface="+mn-ea"/>
            </a:endParaRPr>
          </a:p>
        </p:txBody>
      </p:sp>
      <p:sp>
        <p:nvSpPr>
          <p:cNvPr id="260" name="TextBox 259"/>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프로필 수정</a:t>
            </a:r>
            <a:endParaRPr lang="ko-KR" altLang="en-US" sz="800" spc="-60" dirty="0">
              <a:latin typeface="+mn-ea"/>
              <a:ea typeface="+mn-ea"/>
            </a:endParaRPr>
          </a:p>
        </p:txBody>
      </p:sp>
      <p:grpSp>
        <p:nvGrpSpPr>
          <p:cNvPr id="408" name="그룹 407"/>
          <p:cNvGrpSpPr/>
          <p:nvPr/>
        </p:nvGrpSpPr>
        <p:grpSpPr>
          <a:xfrm>
            <a:off x="5709344" y="1485584"/>
            <a:ext cx="3761110" cy="261068"/>
            <a:chOff x="4948808" y="1485584"/>
            <a:chExt cx="3761110" cy="261068"/>
          </a:xfrm>
        </p:grpSpPr>
        <p:grpSp>
          <p:nvGrpSpPr>
            <p:cNvPr id="409" name="그룹 408"/>
            <p:cNvGrpSpPr/>
            <p:nvPr/>
          </p:nvGrpSpPr>
          <p:grpSpPr>
            <a:xfrm>
              <a:off x="4948808" y="1579923"/>
              <a:ext cx="3761110" cy="166729"/>
              <a:chOff x="5665911" y="1579923"/>
              <a:chExt cx="3761110" cy="166729"/>
            </a:xfrm>
          </p:grpSpPr>
          <p:pic>
            <p:nvPicPr>
              <p:cNvPr id="41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2"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3"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15" name="그룹 414"/>
              <p:cNvGrpSpPr/>
              <p:nvPr/>
            </p:nvGrpSpPr>
            <p:grpSpPr>
              <a:xfrm>
                <a:off x="5665911" y="1583291"/>
                <a:ext cx="648000" cy="162000"/>
                <a:chOff x="4953000" y="2780928"/>
                <a:chExt cx="648000" cy="162000"/>
              </a:xfrm>
            </p:grpSpPr>
            <p:sp>
              <p:nvSpPr>
                <p:cNvPr id="417" name="모서리가 둥근 직사각형 416"/>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18"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16" name="모서리가 둥근 직사각형 415"/>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410" name="타원 409"/>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231" name="그룹 230"/>
          <p:cNvGrpSpPr/>
          <p:nvPr/>
        </p:nvGrpSpPr>
        <p:grpSpPr>
          <a:xfrm>
            <a:off x="626748" y="2104281"/>
            <a:ext cx="1245456" cy="4277047"/>
            <a:chOff x="626748" y="2104281"/>
            <a:chExt cx="1245456" cy="4277047"/>
          </a:xfrm>
        </p:grpSpPr>
        <p:grpSp>
          <p:nvGrpSpPr>
            <p:cNvPr id="232" name="그룹 231"/>
            <p:cNvGrpSpPr/>
            <p:nvPr/>
          </p:nvGrpSpPr>
          <p:grpSpPr>
            <a:xfrm>
              <a:off x="629956" y="3318264"/>
              <a:ext cx="1188000" cy="180000"/>
              <a:chOff x="666428" y="3785432"/>
              <a:chExt cx="1188000" cy="180000"/>
            </a:xfrm>
          </p:grpSpPr>
          <p:sp>
            <p:nvSpPr>
              <p:cNvPr id="326" name="모서리가 둥근 직사각형 32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2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29956" y="3568824"/>
              <a:ext cx="1188000" cy="180000"/>
              <a:chOff x="666428" y="4310612"/>
              <a:chExt cx="1188000" cy="180000"/>
            </a:xfrm>
          </p:grpSpPr>
          <p:sp>
            <p:nvSpPr>
              <p:cNvPr id="324" name="모서리가 둥근 직사각형 32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2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9955" y="3042501"/>
              <a:ext cx="1188000" cy="180000"/>
              <a:chOff x="666427" y="3266516"/>
              <a:chExt cx="1188000" cy="180000"/>
            </a:xfrm>
          </p:grpSpPr>
          <p:sp>
            <p:nvSpPr>
              <p:cNvPr id="322" name="모서리가 둥근 직사각형 321"/>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프로</a:t>
                </a:r>
                <a:r>
                  <a:rPr lang="ko-KR" altLang="en-US" sz="800" dirty="0">
                    <a:solidFill>
                      <a:schemeClr val="tx1">
                        <a:lumMod val="75000"/>
                        <a:lumOff val="25000"/>
                      </a:schemeClr>
                    </a:solidFill>
                    <a:latin typeface="+mn-ea"/>
                    <a:ea typeface="+mn-ea"/>
                    <a:cs typeface="Calibri" pitchFamily="34" charset="0"/>
                  </a:rPr>
                  <a:t>필</a:t>
                </a:r>
                <a:endParaRPr kumimoji="1" lang="ko-KR" altLang="en-US" sz="800" dirty="0">
                  <a:solidFill>
                    <a:schemeClr val="tx1">
                      <a:lumMod val="75000"/>
                      <a:lumOff val="25000"/>
                    </a:schemeClr>
                  </a:solidFill>
                  <a:latin typeface="+mn-ea"/>
                  <a:ea typeface="+mn-ea"/>
                  <a:cs typeface="Calibri" pitchFamily="34" charset="0"/>
                </a:endParaRPr>
              </a:p>
            </p:txBody>
          </p:sp>
          <p:pic>
            <p:nvPicPr>
              <p:cNvPr id="323"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29956" y="4106828"/>
              <a:ext cx="1188000" cy="180000"/>
              <a:chOff x="666428" y="4570824"/>
              <a:chExt cx="1188000" cy="180000"/>
            </a:xfrm>
          </p:grpSpPr>
          <p:sp>
            <p:nvSpPr>
              <p:cNvPr id="320" name="모서리가 둥근 직사각형 31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2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6" y="5568923"/>
              <a:ext cx="1188000" cy="180000"/>
              <a:chOff x="666428" y="5096004"/>
              <a:chExt cx="1188000" cy="180000"/>
            </a:xfrm>
          </p:grpSpPr>
          <p:sp>
            <p:nvSpPr>
              <p:cNvPr id="318" name="모서리가 둥근 직사각형 31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319"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4148" y="6201328"/>
              <a:ext cx="1188000" cy="180000"/>
              <a:chOff x="666428" y="3785432"/>
              <a:chExt cx="1188000" cy="180000"/>
            </a:xfrm>
          </p:grpSpPr>
          <p:sp>
            <p:nvSpPr>
              <p:cNvPr id="316" name="모서리가 둥근 직사각형 31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31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1150" y="4387873"/>
              <a:ext cx="1188000" cy="180000"/>
              <a:chOff x="666428" y="4570824"/>
              <a:chExt cx="1188000" cy="180000"/>
            </a:xfrm>
          </p:grpSpPr>
          <p:sp>
            <p:nvSpPr>
              <p:cNvPr id="314" name="모서리가 둥근 직사각형 31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15"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29956" y="4675443"/>
              <a:ext cx="1188000" cy="180000"/>
              <a:chOff x="666428" y="4310612"/>
              <a:chExt cx="1188000" cy="180000"/>
            </a:xfrm>
          </p:grpSpPr>
          <p:sp>
            <p:nvSpPr>
              <p:cNvPr id="276" name="모서리가 둥근 직사각형 27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1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26748" y="2104281"/>
              <a:ext cx="1245456" cy="442923"/>
              <a:chOff x="468506" y="2320305"/>
              <a:chExt cx="1245456" cy="442923"/>
            </a:xfrm>
          </p:grpSpPr>
          <p:sp>
            <p:nvSpPr>
              <p:cNvPr id="273" name="직사각형 27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4"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5" name="TextBox 274"/>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56" name="그룹 255"/>
            <p:cNvGrpSpPr/>
            <p:nvPr/>
          </p:nvGrpSpPr>
          <p:grpSpPr>
            <a:xfrm>
              <a:off x="632520" y="4975116"/>
              <a:ext cx="1188000" cy="180000"/>
              <a:chOff x="666428" y="4310612"/>
              <a:chExt cx="1188000" cy="180000"/>
            </a:xfrm>
          </p:grpSpPr>
          <p:sp>
            <p:nvSpPr>
              <p:cNvPr id="271" name="모서리가 둥근 직사각형 27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2752353"/>
              <a:ext cx="1188000" cy="180000"/>
              <a:chOff x="666427" y="3266516"/>
              <a:chExt cx="1188000" cy="180000"/>
            </a:xfrm>
          </p:grpSpPr>
          <p:sp>
            <p:nvSpPr>
              <p:cNvPr id="269" name="모서리가 둥근 직사각형 26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7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5257815"/>
              <a:ext cx="1188000" cy="180000"/>
              <a:chOff x="666428" y="4310612"/>
              <a:chExt cx="1188000" cy="180000"/>
            </a:xfrm>
          </p:grpSpPr>
          <p:sp>
            <p:nvSpPr>
              <p:cNvPr id="267" name="모서리가 둥근 직사각형 26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1" name="그룹 260"/>
            <p:cNvGrpSpPr/>
            <p:nvPr/>
          </p:nvGrpSpPr>
          <p:grpSpPr>
            <a:xfrm>
              <a:off x="632520" y="5884721"/>
              <a:ext cx="1188000" cy="180000"/>
              <a:chOff x="666428" y="4570824"/>
              <a:chExt cx="1188000" cy="180000"/>
            </a:xfrm>
          </p:grpSpPr>
          <p:sp>
            <p:nvSpPr>
              <p:cNvPr id="265" name="모서리가 둥근 직사각형 26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66"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3825064"/>
              <a:ext cx="1188000" cy="180000"/>
              <a:chOff x="666428" y="4310612"/>
              <a:chExt cx="1188000" cy="180000"/>
            </a:xfrm>
          </p:grpSpPr>
          <p:sp>
            <p:nvSpPr>
              <p:cNvPr id="263" name="모서리가 둥근 직사각형 2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16" name="그룹 215"/>
          <p:cNvGrpSpPr/>
          <p:nvPr/>
        </p:nvGrpSpPr>
        <p:grpSpPr>
          <a:xfrm>
            <a:off x="507554" y="1602349"/>
            <a:ext cx="3075218" cy="252000"/>
            <a:chOff x="507554" y="1537742"/>
            <a:chExt cx="3075218" cy="252000"/>
          </a:xfrm>
        </p:grpSpPr>
        <p:pic>
          <p:nvPicPr>
            <p:cNvPr id="217"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8" name="그룹 217"/>
            <p:cNvGrpSpPr/>
            <p:nvPr/>
          </p:nvGrpSpPr>
          <p:grpSpPr>
            <a:xfrm>
              <a:off x="2288704" y="1581175"/>
              <a:ext cx="1294068" cy="166725"/>
              <a:chOff x="2288704" y="1581175"/>
              <a:chExt cx="1294068" cy="166725"/>
            </a:xfrm>
          </p:grpSpPr>
          <p:sp>
            <p:nvSpPr>
              <p:cNvPr id="219" name="직사각형 218"/>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0" name="직사각형 219"/>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221" name="직사각형 220"/>
          <p:cNvSpPr/>
          <p:nvPr/>
        </p:nvSpPr>
        <p:spPr bwMode="auto">
          <a:xfrm>
            <a:off x="-1560422" y="5930304"/>
            <a:ext cx="4299637" cy="741552"/>
          </a:xfrm>
          <a:prstGeom prst="rect">
            <a:avLst/>
          </a:prstGeom>
          <a:solidFill>
            <a:srgbClr val="FFC000"/>
          </a:solidFill>
          <a:ln w="6350" cap="flat" cmpd="sng" algn="ctr">
            <a:solidFill>
              <a:schemeClr val="bg1">
                <a:lumMod val="65000"/>
              </a:schemeClr>
            </a:solidFill>
            <a:prstDash val="solid"/>
            <a:round/>
            <a:headEnd type="none" w="med" len="med"/>
            <a:tailEnd type="none" w="med" len="med"/>
          </a:ln>
          <a:effectLst/>
        </p:spPr>
        <p:txBody>
          <a:bodyPr rtlCol="0" anchor="t"/>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프로필 </a:t>
            </a:r>
            <a:r>
              <a:rPr lang="en-US" altLang="ko-KR" sz="800" dirty="0" smtClean="0">
                <a:solidFill>
                  <a:schemeClr val="tx1">
                    <a:lumMod val="75000"/>
                    <a:lumOff val="25000"/>
                  </a:schemeClr>
                </a:solidFill>
                <a:latin typeface="+mn-ea"/>
                <a:ea typeface="+mn-ea"/>
              </a:rPr>
              <a:t>&gt; </a:t>
            </a:r>
            <a:r>
              <a:rPr lang="ko-KR" altLang="en-US" sz="800" dirty="0" smtClean="0">
                <a:solidFill>
                  <a:schemeClr val="tx1">
                    <a:lumMod val="75000"/>
                    <a:lumOff val="25000"/>
                  </a:schemeClr>
                </a:solidFill>
                <a:latin typeface="+mn-ea"/>
                <a:ea typeface="+mn-ea"/>
              </a:rPr>
              <a:t>사용자 연락처 변경 이력저장 </a:t>
            </a:r>
            <a:r>
              <a:rPr lang="en-US" altLang="ko-KR" sz="800" dirty="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저장 항목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기관</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대표아이디</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학번</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교번</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이름</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변경내용</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변경일시</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변경내용 </a:t>
            </a:r>
            <a:r>
              <a:rPr lang="en-US" altLang="ko-KR" sz="800" dirty="0" smtClean="0">
                <a:solidFill>
                  <a:schemeClr val="tx1">
                    <a:lumMod val="75000"/>
                    <a:lumOff val="25000"/>
                  </a:schemeClr>
                </a:solidFill>
                <a:latin typeface="+mn-ea"/>
                <a:ea typeface="+mn-ea"/>
              </a:rPr>
              <a:t>: 010-1254-95** &gt; 010-9547-8745 </a:t>
            </a:r>
            <a:endParaRPr lang="ko-KR" altLang="en-US" sz="800" dirty="0">
              <a:solidFill>
                <a:schemeClr val="tx1">
                  <a:lumMod val="75000"/>
                  <a:lumOff val="25000"/>
                </a:schemeClr>
              </a:solidFill>
              <a:latin typeface="+mn-ea"/>
              <a:ea typeface="+mn-ea"/>
            </a:endParaRPr>
          </a:p>
        </p:txBody>
      </p:sp>
      <p:cxnSp>
        <p:nvCxnSpPr>
          <p:cNvPr id="288" name="꺾인 연결선 287"/>
          <p:cNvCxnSpPr>
            <a:endCxn id="221" idx="2"/>
          </p:cNvCxnSpPr>
          <p:nvPr/>
        </p:nvCxnSpPr>
        <p:spPr>
          <a:xfrm rot="10800000">
            <a:off x="589398" y="6671856"/>
            <a:ext cx="7964003" cy="225212"/>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5041935"/>
      </p:ext>
    </p:extLst>
  </p:cSld>
  <p:clrMapOvr>
    <a:masterClrMapping/>
  </p:clrMapOvr>
  <p:transition>
    <p:wipe dir="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7" name="그룹 156"/>
          <p:cNvGrpSpPr/>
          <p:nvPr/>
        </p:nvGrpSpPr>
        <p:grpSpPr>
          <a:xfrm>
            <a:off x="507554" y="1602349"/>
            <a:ext cx="3075218" cy="252000"/>
            <a:chOff x="507554" y="1537742"/>
            <a:chExt cx="3075218" cy="252000"/>
          </a:xfrm>
        </p:grpSpPr>
        <p:pic>
          <p:nvPicPr>
            <p:cNvPr id="15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9" name="그룹 158"/>
            <p:cNvGrpSpPr/>
            <p:nvPr/>
          </p:nvGrpSpPr>
          <p:grpSpPr>
            <a:xfrm>
              <a:off x="2288704" y="1581175"/>
              <a:ext cx="1294068" cy="166725"/>
              <a:chOff x="2288704" y="1581175"/>
              <a:chExt cx="1294068" cy="166725"/>
            </a:xfrm>
          </p:grpSpPr>
          <p:sp>
            <p:nvSpPr>
              <p:cNvPr id="164" name="직사각형 163"/>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68" name="직사각형 16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88" name="그룹 287"/>
          <p:cNvGrpSpPr/>
          <p:nvPr/>
        </p:nvGrpSpPr>
        <p:grpSpPr>
          <a:xfrm>
            <a:off x="5709344" y="1485584"/>
            <a:ext cx="3761110" cy="261068"/>
            <a:chOff x="4948808" y="1485584"/>
            <a:chExt cx="3761110" cy="261068"/>
          </a:xfrm>
        </p:grpSpPr>
        <p:grpSp>
          <p:nvGrpSpPr>
            <p:cNvPr id="289" name="그룹 288"/>
            <p:cNvGrpSpPr/>
            <p:nvPr/>
          </p:nvGrpSpPr>
          <p:grpSpPr>
            <a:xfrm>
              <a:off x="4948808" y="1579923"/>
              <a:ext cx="3761110" cy="166729"/>
              <a:chOff x="5665911" y="1579923"/>
              <a:chExt cx="3761110" cy="166729"/>
            </a:xfrm>
          </p:grpSpPr>
          <p:pic>
            <p:nvPicPr>
              <p:cNvPr id="29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8"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11" name="그룹 310"/>
              <p:cNvGrpSpPr/>
              <p:nvPr/>
            </p:nvGrpSpPr>
            <p:grpSpPr>
              <a:xfrm>
                <a:off x="5665911" y="1583291"/>
                <a:ext cx="648000" cy="162000"/>
                <a:chOff x="4953000" y="2780928"/>
                <a:chExt cx="648000" cy="162000"/>
              </a:xfrm>
            </p:grpSpPr>
            <p:sp>
              <p:nvSpPr>
                <p:cNvPr id="314" name="모서리가 둥근 직사각형 313"/>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15"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13" name="모서리가 둥근 직사각형 312"/>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90" name="타원 289"/>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235" name="직사각형 234"/>
          <p:cNvSpPr/>
          <p:nvPr/>
        </p:nvSpPr>
        <p:spPr bwMode="auto">
          <a:xfrm>
            <a:off x="502221" y="1969791"/>
            <a:ext cx="1440160" cy="5203626"/>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9" name="그룹 8"/>
          <p:cNvGrpSpPr/>
          <p:nvPr/>
        </p:nvGrpSpPr>
        <p:grpSpPr>
          <a:xfrm>
            <a:off x="1973163" y="1979315"/>
            <a:ext cx="162000" cy="288000"/>
            <a:chOff x="10860" y="2122356"/>
            <a:chExt cx="162000" cy="288000"/>
          </a:xfrm>
        </p:grpSpPr>
        <p:sp>
          <p:nvSpPr>
            <p:cNvPr id="167" name="직사각형 16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47" name="1/2 액자 146"/>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nvGrpSpPr>
          <p:cNvPr id="240" name="그룹 239"/>
          <p:cNvGrpSpPr/>
          <p:nvPr/>
        </p:nvGrpSpPr>
        <p:grpSpPr>
          <a:xfrm>
            <a:off x="626748" y="2104281"/>
            <a:ext cx="1245456" cy="4024999"/>
            <a:chOff x="626748" y="2104281"/>
            <a:chExt cx="1245456" cy="4024999"/>
          </a:xfrm>
        </p:grpSpPr>
        <p:grpSp>
          <p:nvGrpSpPr>
            <p:cNvPr id="241" name="그룹 240"/>
            <p:cNvGrpSpPr/>
            <p:nvPr/>
          </p:nvGrpSpPr>
          <p:grpSpPr>
            <a:xfrm>
              <a:off x="629956" y="3318264"/>
              <a:ext cx="1188000" cy="180000"/>
              <a:chOff x="666428" y="3785432"/>
              <a:chExt cx="1188000" cy="180000"/>
            </a:xfrm>
          </p:grpSpPr>
          <p:sp>
            <p:nvSpPr>
              <p:cNvPr id="286" name="모서리가 둥근 직사각형 28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8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568824"/>
              <a:ext cx="1188000" cy="180000"/>
              <a:chOff x="666428" y="4310612"/>
              <a:chExt cx="1188000" cy="180000"/>
            </a:xfrm>
          </p:grpSpPr>
          <p:sp>
            <p:nvSpPr>
              <p:cNvPr id="284" name="모서리가 둥근 직사각형 28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28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5" y="3042501"/>
              <a:ext cx="1188000" cy="180000"/>
              <a:chOff x="666427" y="3266516"/>
              <a:chExt cx="1188000" cy="180000"/>
            </a:xfrm>
          </p:grpSpPr>
          <p:sp>
            <p:nvSpPr>
              <p:cNvPr id="282" name="모서리가 둥근 직사각형 281"/>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프로</a:t>
                </a:r>
                <a:r>
                  <a:rPr lang="ko-KR" altLang="en-US" sz="800" dirty="0">
                    <a:solidFill>
                      <a:schemeClr val="tx1">
                        <a:lumMod val="75000"/>
                        <a:lumOff val="25000"/>
                      </a:schemeClr>
                    </a:solidFill>
                    <a:latin typeface="+mn-ea"/>
                    <a:ea typeface="+mn-ea"/>
                    <a:cs typeface="Calibri" pitchFamily="34" charset="0"/>
                  </a:rPr>
                  <a:t>필</a:t>
                </a:r>
                <a:endParaRPr kumimoji="1" lang="ko-KR" altLang="en-US" sz="800" dirty="0">
                  <a:solidFill>
                    <a:schemeClr val="tx1">
                      <a:lumMod val="75000"/>
                      <a:lumOff val="25000"/>
                    </a:schemeClr>
                  </a:solidFill>
                  <a:latin typeface="+mn-ea"/>
                  <a:ea typeface="+mn-ea"/>
                  <a:cs typeface="Calibri" pitchFamily="34" charset="0"/>
                </a:endParaRPr>
              </a:p>
            </p:txBody>
          </p:sp>
          <p:pic>
            <p:nvPicPr>
              <p:cNvPr id="28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3854780"/>
              <a:ext cx="1188000" cy="180000"/>
              <a:chOff x="666428" y="4570824"/>
              <a:chExt cx="1188000" cy="180000"/>
            </a:xfrm>
          </p:grpSpPr>
          <p:sp>
            <p:nvSpPr>
              <p:cNvPr id="280" name="모서리가 둥근 직사각형 2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1"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29956" y="5316875"/>
              <a:ext cx="1188000" cy="180000"/>
              <a:chOff x="666428" y="5096004"/>
              <a:chExt cx="1188000" cy="180000"/>
            </a:xfrm>
          </p:grpSpPr>
          <p:sp>
            <p:nvSpPr>
              <p:cNvPr id="278" name="모서리가 둥근 직사각형 27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9"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4148" y="5949280"/>
              <a:ext cx="1188000" cy="180000"/>
              <a:chOff x="666428" y="3785432"/>
              <a:chExt cx="1188000" cy="180000"/>
            </a:xfrm>
          </p:grpSpPr>
          <p:sp>
            <p:nvSpPr>
              <p:cNvPr id="276" name="모서리가 둥근 직사각형 27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7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1150" y="4135825"/>
              <a:ext cx="1188000" cy="180000"/>
              <a:chOff x="666428" y="4570824"/>
              <a:chExt cx="1188000" cy="180000"/>
            </a:xfrm>
          </p:grpSpPr>
          <p:sp>
            <p:nvSpPr>
              <p:cNvPr id="274" name="모서리가 둥근 직사각형 27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75"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29956" y="4423395"/>
              <a:ext cx="1188000" cy="180000"/>
              <a:chOff x="666428" y="4310612"/>
              <a:chExt cx="1188000" cy="180000"/>
            </a:xfrm>
          </p:grpSpPr>
          <p:sp>
            <p:nvSpPr>
              <p:cNvPr id="272" name="모서리가 둥근 직사각형 27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73"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26748" y="2104281"/>
              <a:ext cx="1245456" cy="442923"/>
              <a:chOff x="468506" y="2320305"/>
              <a:chExt cx="1245456" cy="442923"/>
            </a:xfrm>
          </p:grpSpPr>
          <p:sp>
            <p:nvSpPr>
              <p:cNvPr id="268" name="직사각형 267"/>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9"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0" name="TextBox 269"/>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55" name="그룹 254"/>
            <p:cNvGrpSpPr/>
            <p:nvPr/>
          </p:nvGrpSpPr>
          <p:grpSpPr>
            <a:xfrm>
              <a:off x="632520" y="4723068"/>
              <a:ext cx="1188000" cy="180000"/>
              <a:chOff x="666428" y="4310612"/>
              <a:chExt cx="1188000" cy="180000"/>
            </a:xfrm>
          </p:grpSpPr>
          <p:sp>
            <p:nvSpPr>
              <p:cNvPr id="266" name="모서리가 둥근 직사각형 26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6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2752353"/>
              <a:ext cx="1188000" cy="180000"/>
              <a:chOff x="666427" y="3266516"/>
              <a:chExt cx="1188000" cy="180000"/>
            </a:xfrm>
          </p:grpSpPr>
          <p:sp>
            <p:nvSpPr>
              <p:cNvPr id="264" name="모서리가 둥근 직사각형 26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5005767"/>
              <a:ext cx="1188000" cy="180000"/>
              <a:chOff x="666428" y="4310612"/>
              <a:chExt cx="1188000" cy="180000"/>
            </a:xfrm>
          </p:grpSpPr>
          <p:sp>
            <p:nvSpPr>
              <p:cNvPr id="262" name="모서리가 둥근 직사각형 26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3"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5632673"/>
              <a:ext cx="1188000" cy="180000"/>
              <a:chOff x="666428" y="4570824"/>
              <a:chExt cx="1188000" cy="180000"/>
            </a:xfrm>
          </p:grpSpPr>
          <p:sp>
            <p:nvSpPr>
              <p:cNvPr id="259" name="모서리가 둥근 직사각형 25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61"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97" name="그룹 296"/>
          <p:cNvGrpSpPr/>
          <p:nvPr/>
        </p:nvGrpSpPr>
        <p:grpSpPr>
          <a:xfrm>
            <a:off x="8668462" y="1695475"/>
            <a:ext cx="849617" cy="276999"/>
            <a:chOff x="8563069" y="1695475"/>
            <a:chExt cx="849617" cy="276999"/>
          </a:xfrm>
        </p:grpSpPr>
        <p:grpSp>
          <p:nvGrpSpPr>
            <p:cNvPr id="298" name="그룹 297"/>
            <p:cNvGrpSpPr/>
            <p:nvPr/>
          </p:nvGrpSpPr>
          <p:grpSpPr>
            <a:xfrm>
              <a:off x="8563069" y="1761166"/>
              <a:ext cx="792000" cy="162000"/>
              <a:chOff x="8779069" y="1761166"/>
              <a:chExt cx="792000" cy="162000"/>
            </a:xfrm>
          </p:grpSpPr>
          <p:sp>
            <p:nvSpPr>
              <p:cNvPr id="306" name="직사각형 305"/>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0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99" name="그룹 298"/>
            <p:cNvGrpSpPr/>
            <p:nvPr/>
          </p:nvGrpSpPr>
          <p:grpSpPr>
            <a:xfrm>
              <a:off x="8728739" y="1695475"/>
              <a:ext cx="247184" cy="276999"/>
              <a:chOff x="7672972" y="1671999"/>
              <a:chExt cx="247184" cy="276999"/>
            </a:xfrm>
          </p:grpSpPr>
          <p:sp>
            <p:nvSpPr>
              <p:cNvPr id="304" name="타원 303"/>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05" name="직사각형 30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00" name="그룹 299"/>
            <p:cNvGrpSpPr/>
            <p:nvPr/>
          </p:nvGrpSpPr>
          <p:grpSpPr>
            <a:xfrm>
              <a:off x="9138252" y="1714525"/>
              <a:ext cx="274434" cy="246221"/>
              <a:chOff x="7663447" y="1691049"/>
              <a:chExt cx="274434" cy="246221"/>
            </a:xfrm>
          </p:grpSpPr>
          <p:sp>
            <p:nvSpPr>
              <p:cNvPr id="302" name="타원 30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03" name="직사각형 302"/>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01" name="직사각형 30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10" name="그룹 309"/>
          <p:cNvGrpSpPr/>
          <p:nvPr/>
        </p:nvGrpSpPr>
        <p:grpSpPr>
          <a:xfrm>
            <a:off x="406970" y="6409747"/>
            <a:ext cx="9082533" cy="198780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22</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34679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63" name="직사각형 362"/>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72" name="그룹 371"/>
          <p:cNvGrpSpPr/>
          <p:nvPr/>
        </p:nvGrpSpPr>
        <p:grpSpPr>
          <a:xfrm>
            <a:off x="4290164" y="2031278"/>
            <a:ext cx="1040981" cy="215444"/>
            <a:chOff x="1618412" y="2762216"/>
            <a:chExt cx="1440000" cy="215444"/>
          </a:xfrm>
        </p:grpSpPr>
        <p:sp>
          <p:nvSpPr>
            <p:cNvPr id="375" name="직사각형 37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376" name="직사각형 375"/>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78" name="그룹 377"/>
          <p:cNvGrpSpPr/>
          <p:nvPr/>
        </p:nvGrpSpPr>
        <p:grpSpPr>
          <a:xfrm>
            <a:off x="5351027" y="2031278"/>
            <a:ext cx="1040981" cy="215444"/>
            <a:chOff x="1618412" y="2762216"/>
            <a:chExt cx="1440000" cy="215444"/>
          </a:xfrm>
        </p:grpSpPr>
        <p:sp>
          <p:nvSpPr>
            <p:cNvPr id="379" name="직사각형 37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80" name="직사각형 37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81" name="그룹 380"/>
          <p:cNvGrpSpPr/>
          <p:nvPr/>
        </p:nvGrpSpPr>
        <p:grpSpPr>
          <a:xfrm>
            <a:off x="6413117" y="2031278"/>
            <a:ext cx="1040981" cy="215444"/>
            <a:chOff x="1618412" y="2762216"/>
            <a:chExt cx="1440000" cy="215444"/>
          </a:xfrm>
        </p:grpSpPr>
        <p:sp>
          <p:nvSpPr>
            <p:cNvPr id="382" name="직사각형 38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83" name="직사각형 382"/>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84" name="그룹 383"/>
          <p:cNvGrpSpPr/>
          <p:nvPr/>
        </p:nvGrpSpPr>
        <p:grpSpPr>
          <a:xfrm>
            <a:off x="7474187" y="2031278"/>
            <a:ext cx="1040981" cy="215444"/>
            <a:chOff x="1618412" y="2762216"/>
            <a:chExt cx="1440000" cy="215444"/>
          </a:xfrm>
        </p:grpSpPr>
        <p:sp>
          <p:nvSpPr>
            <p:cNvPr id="385" name="직사각형 38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86" name="직사각형 38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프로필</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93" name="그룹 192"/>
          <p:cNvGrpSpPr/>
          <p:nvPr/>
        </p:nvGrpSpPr>
        <p:grpSpPr>
          <a:xfrm>
            <a:off x="3224705" y="2032273"/>
            <a:ext cx="1040982" cy="215444"/>
            <a:chOff x="1618412" y="2762216"/>
            <a:chExt cx="1440000" cy="215444"/>
          </a:xfrm>
        </p:grpSpPr>
        <p:sp>
          <p:nvSpPr>
            <p:cNvPr id="194" name="직사각형 19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195" name="직사각형 19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6" name="그룹 195"/>
          <p:cNvGrpSpPr/>
          <p:nvPr/>
        </p:nvGrpSpPr>
        <p:grpSpPr>
          <a:xfrm>
            <a:off x="2172387" y="2026940"/>
            <a:ext cx="1040981" cy="215444"/>
            <a:chOff x="1618412" y="2762216"/>
            <a:chExt cx="1440000" cy="215444"/>
          </a:xfrm>
        </p:grpSpPr>
        <p:sp>
          <p:nvSpPr>
            <p:cNvPr id="197" name="직사각형 196"/>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198" name="직사각형 197"/>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9" name="직사각형 198"/>
          <p:cNvSpPr/>
          <p:nvPr/>
        </p:nvSpPr>
        <p:spPr>
          <a:xfrm>
            <a:off x="2177150"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201" name="Group 37"/>
          <p:cNvGraphicFramePr>
            <a:graphicFrameLocks noGrp="1"/>
          </p:cNvGraphicFramePr>
          <p:nvPr>
            <p:extLst>
              <p:ext uri="{D42A27DB-BD31-4B8C-83A1-F6EECF244321}">
                <p14:modId xmlns:p14="http://schemas.microsoft.com/office/powerpoint/2010/main" val="1326897936"/>
              </p:ext>
            </p:extLst>
          </p:nvPr>
        </p:nvGraphicFramePr>
        <p:xfrm>
          <a:off x="2827257" y="2655962"/>
          <a:ext cx="5797150" cy="1416545"/>
        </p:xfrm>
        <a:graphic>
          <a:graphicData uri="http://schemas.openxmlformats.org/drawingml/2006/table">
            <a:tbl>
              <a:tblPr/>
              <a:tblGrid>
                <a:gridCol w="900605"/>
                <a:gridCol w="4896545"/>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소속</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경영대학원</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홍*동</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bl>
          </a:graphicData>
        </a:graphic>
      </p:graphicFrame>
      <p:grpSp>
        <p:nvGrpSpPr>
          <p:cNvPr id="11" name="그룹 10"/>
          <p:cNvGrpSpPr/>
          <p:nvPr/>
        </p:nvGrpSpPr>
        <p:grpSpPr>
          <a:xfrm>
            <a:off x="1969327" y="2655961"/>
            <a:ext cx="720000" cy="720000"/>
            <a:chOff x="2887095" y="2655961"/>
            <a:chExt cx="720000" cy="720000"/>
          </a:xfrm>
        </p:grpSpPr>
        <p:sp>
          <p:nvSpPr>
            <p:cNvPr id="200" name="직사각형 199"/>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202" name="Picture 2"/>
            <p:cNvPicPr preferRelativeResize="0">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 name="직사각형 1"/>
          <p:cNvSpPr/>
          <p:nvPr/>
        </p:nvSpPr>
        <p:spPr>
          <a:xfrm>
            <a:off x="2821966" y="2657066"/>
            <a:ext cx="6620484" cy="1407738"/>
          </a:xfrm>
          <a:prstGeom prst="rect">
            <a:avLst/>
          </a:prstGeom>
          <a:noFill/>
          <a:ln w="9525">
            <a:solidFill>
              <a:srgbClr val="CAD5E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48" name="TextBox 147"/>
          <p:cNvSpPr txBox="1"/>
          <p:nvPr/>
        </p:nvSpPr>
        <p:spPr>
          <a:xfrm>
            <a:off x="2776901" y="4086597"/>
            <a:ext cx="468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다른 이메일을 사용하시려면 </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등록</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수정</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에서 개인 </a:t>
            </a:r>
            <a:r>
              <a:rPr lang="ko-KR" altLang="en-US" sz="800" kern="0" dirty="0" err="1" smtClean="0">
                <a:solidFill>
                  <a:srgbClr val="C00000"/>
                </a:solidFill>
                <a:latin typeface="+mn-ea"/>
                <a:ea typeface="+mn-ea"/>
                <a:cs typeface="Arial" charset="0"/>
              </a:rPr>
              <a:t>이메일</a:t>
            </a:r>
            <a:r>
              <a:rPr lang="ko-KR" altLang="en-US" sz="800" kern="0" dirty="0" smtClean="0">
                <a:solidFill>
                  <a:srgbClr val="C00000"/>
                </a:solidFill>
                <a:latin typeface="+mn-ea"/>
                <a:ea typeface="+mn-ea"/>
                <a:cs typeface="Arial" charset="0"/>
              </a:rPr>
              <a:t> 등록하고 사용설정 하시면 됩니다</a:t>
            </a:r>
            <a:r>
              <a:rPr lang="en-US" altLang="ko-KR" sz="800" kern="0" dirty="0" smtClean="0">
                <a:solidFill>
                  <a:srgbClr val="C00000"/>
                </a:solidFill>
                <a:latin typeface="+mn-ea"/>
                <a:ea typeface="+mn-ea"/>
                <a:cs typeface="Arial" charset="0"/>
              </a:rPr>
              <a:t>.</a:t>
            </a:r>
            <a:endParaRPr lang="ko-KR" altLang="en-US" sz="800" kern="0" dirty="0">
              <a:solidFill>
                <a:srgbClr val="C00000"/>
              </a:solidFill>
              <a:latin typeface="+mn-ea"/>
              <a:ea typeface="+mn-ea"/>
              <a:cs typeface="Arial" charset="0"/>
            </a:endParaRPr>
          </a:p>
        </p:txBody>
      </p:sp>
      <p:graphicFrame>
        <p:nvGraphicFramePr>
          <p:cNvPr id="149" name="Group 37"/>
          <p:cNvGraphicFramePr>
            <a:graphicFrameLocks noGrp="1"/>
          </p:cNvGraphicFramePr>
          <p:nvPr>
            <p:extLst>
              <p:ext uri="{D42A27DB-BD31-4B8C-83A1-F6EECF244321}">
                <p14:modId xmlns:p14="http://schemas.microsoft.com/office/powerpoint/2010/main" val="3640321304"/>
              </p:ext>
            </p:extLst>
          </p:nvPr>
        </p:nvGraphicFramePr>
        <p:xfrm>
          <a:off x="2820334" y="4767809"/>
          <a:ext cx="6622116" cy="1416545"/>
        </p:xfrm>
        <a:graphic>
          <a:graphicData uri="http://schemas.openxmlformats.org/drawingml/2006/table">
            <a:tbl>
              <a:tblPr/>
              <a:tblGrid>
                <a:gridCol w="904012"/>
                <a:gridCol w="5718104"/>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PUSH</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PUSH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쪽지</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쪽지</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이메일</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알림톡</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알림톡</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문자</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문자</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문자</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150" name="직사각형 149"/>
          <p:cNvSpPr/>
          <p:nvPr/>
        </p:nvSpPr>
        <p:spPr>
          <a:xfrm>
            <a:off x="2720752" y="45097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알림 수신 동의 설정 </a:t>
            </a:r>
            <a:endParaRPr lang="ko-KR" altLang="en-US" sz="800" b="1" dirty="0">
              <a:solidFill>
                <a:srgbClr val="FF0000"/>
              </a:solidFill>
              <a:latin typeface="+mn-ea"/>
              <a:ea typeface="+mn-ea"/>
            </a:endParaRPr>
          </a:p>
        </p:txBody>
      </p:sp>
      <p:pic>
        <p:nvPicPr>
          <p:cNvPr id="151"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94538" y="4816202"/>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98769" y="5661553"/>
            <a:ext cx="403200" cy="19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99871" y="5094958"/>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4"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99871" y="5382990"/>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99871" y="5944196"/>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6" name="TextBox 155"/>
          <p:cNvSpPr txBox="1"/>
          <p:nvPr/>
        </p:nvSpPr>
        <p:spPr>
          <a:xfrm>
            <a:off x="2776901" y="6210679"/>
            <a:ext cx="468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공지 </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강의</a:t>
            </a:r>
            <a:r>
              <a:rPr lang="en-US" altLang="ko-KR" sz="800" kern="0" dirty="0" smtClean="0">
                <a:solidFill>
                  <a:srgbClr val="C00000"/>
                </a:solidFill>
                <a:latin typeface="+mn-ea"/>
                <a:ea typeface="+mn-ea"/>
                <a:cs typeface="Arial" charset="0"/>
              </a:rPr>
              <a:t>Q&amp;A / 1:1</a:t>
            </a:r>
            <a:r>
              <a:rPr lang="ko-KR" altLang="en-US" sz="800" kern="0" dirty="0" smtClean="0">
                <a:solidFill>
                  <a:srgbClr val="C00000"/>
                </a:solidFill>
                <a:latin typeface="+mn-ea"/>
                <a:ea typeface="+mn-ea"/>
                <a:cs typeface="Arial" charset="0"/>
              </a:rPr>
              <a:t>문의에 대한 알림은 동의여부와 상관없이 발송됩니다</a:t>
            </a:r>
            <a:r>
              <a:rPr lang="en-US" altLang="ko-KR" sz="800" kern="0" dirty="0" smtClean="0">
                <a:solidFill>
                  <a:srgbClr val="C00000"/>
                </a:solidFill>
                <a:latin typeface="+mn-ea"/>
                <a:ea typeface="+mn-ea"/>
                <a:cs typeface="Arial" charset="0"/>
              </a:rPr>
              <a:t>. </a:t>
            </a:r>
            <a:endParaRPr lang="ko-KR" altLang="en-US" sz="800" kern="0" dirty="0">
              <a:solidFill>
                <a:srgbClr val="C00000"/>
              </a:solidFill>
              <a:latin typeface="+mn-ea"/>
              <a:ea typeface="+mn-ea"/>
              <a:cs typeface="Arial" charset="0"/>
            </a:endParaRPr>
          </a:p>
        </p:txBody>
      </p:sp>
      <p:grpSp>
        <p:nvGrpSpPr>
          <p:cNvPr id="3" name="그룹 2"/>
          <p:cNvGrpSpPr/>
          <p:nvPr/>
        </p:nvGrpSpPr>
        <p:grpSpPr>
          <a:xfrm>
            <a:off x="7996546" y="4535619"/>
            <a:ext cx="1440000" cy="180000"/>
            <a:chOff x="8005911" y="4535619"/>
            <a:chExt cx="1440000" cy="180000"/>
          </a:xfrm>
        </p:grpSpPr>
        <p:sp>
          <p:nvSpPr>
            <p:cNvPr id="160" name="직사각형 159"/>
            <p:cNvSpPr/>
            <p:nvPr/>
          </p:nvSpPr>
          <p:spPr>
            <a:xfrm>
              <a:off x="8005911" y="4535619"/>
              <a:ext cx="1440000" cy="1800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알림 수신 유의사항  읽음</a:t>
              </a:r>
              <a:endParaRPr lang="en-US" altLang="ko-KR" sz="800" dirty="0">
                <a:solidFill>
                  <a:schemeClr val="tx1">
                    <a:lumMod val="65000"/>
                    <a:lumOff val="35000"/>
                  </a:schemeClr>
                </a:solidFill>
                <a:latin typeface="+mn-ea"/>
              </a:endParaRPr>
            </a:p>
          </p:txBody>
        </p:sp>
        <p:pic>
          <p:nvPicPr>
            <p:cNvPr id="161" name="Picture 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286069" y="4582756"/>
              <a:ext cx="133350"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63" name="직사각형 162"/>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8" name="그룹 7"/>
          <p:cNvGrpSpPr/>
          <p:nvPr/>
        </p:nvGrpSpPr>
        <p:grpSpPr>
          <a:xfrm>
            <a:off x="9120844" y="1979315"/>
            <a:ext cx="162000" cy="288000"/>
            <a:chOff x="9447994" y="2133019"/>
            <a:chExt cx="162000" cy="288000"/>
          </a:xfrm>
        </p:grpSpPr>
        <p:sp>
          <p:nvSpPr>
            <p:cNvPr id="165" name="직사각형 164"/>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62" name="1/2 액자 161"/>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sp>
        <p:nvSpPr>
          <p:cNvPr id="172" name="모서리가 둥근 직사각형 171"/>
          <p:cNvSpPr/>
          <p:nvPr/>
        </p:nvSpPr>
        <p:spPr>
          <a:xfrm>
            <a:off x="8553400" y="413003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9" name="TextBox 178"/>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KNOU_UI_C01020200_03</a:t>
            </a:r>
            <a:endParaRPr lang="ko-KR" altLang="en-US" sz="800" spc="-60" dirty="0">
              <a:latin typeface="+mn-ea"/>
            </a:endParaRPr>
          </a:p>
        </p:txBody>
      </p:sp>
      <p:sp>
        <p:nvSpPr>
          <p:cNvPr id="181" name="TextBox 180"/>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solidFill>
                  <a:schemeClr val="tx1">
                    <a:lumMod val="75000"/>
                    <a:lumOff val="25000"/>
                  </a:schemeClr>
                </a:solidFill>
                <a:latin typeface="+mn-ea"/>
                <a:ea typeface="+mn-ea"/>
              </a:rPr>
              <a:t>대시보드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글로벌메뉴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프로필</a:t>
            </a:r>
            <a:endParaRPr lang="ko-KR" altLang="en-US" sz="800" spc="-60" dirty="0">
              <a:solidFill>
                <a:schemeClr val="tx1">
                  <a:lumMod val="75000"/>
                  <a:lumOff val="25000"/>
                </a:schemeClr>
              </a:solidFill>
              <a:latin typeface="+mn-ea"/>
              <a:ea typeface="+mn-ea"/>
            </a:endParaRPr>
          </a:p>
        </p:txBody>
      </p:sp>
      <p:graphicFrame>
        <p:nvGraphicFramePr>
          <p:cNvPr id="182" name="Group 175"/>
          <p:cNvGraphicFramePr>
            <a:graphicFrameLocks noGrp="1"/>
          </p:cNvGraphicFramePr>
          <p:nvPr>
            <p:extLst>
              <p:ext uri="{D42A27DB-BD31-4B8C-83A1-F6EECF244321}">
                <p14:modId xmlns:p14="http://schemas.microsoft.com/office/powerpoint/2010/main" val="1050260244"/>
              </p:ext>
            </p:extLst>
          </p:nvPr>
        </p:nvGraphicFramePr>
        <p:xfrm>
          <a:off x="9496933" y="1492213"/>
          <a:ext cx="1404156" cy="32168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읽음 확인 저장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141" name="직사각형 140"/>
          <p:cNvSpPr/>
          <p:nvPr/>
        </p:nvSpPr>
        <p:spPr bwMode="auto">
          <a:xfrm>
            <a:off x="421444" y="1491081"/>
            <a:ext cx="9067421" cy="690647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142" name="그룹 141"/>
          <p:cNvGrpSpPr/>
          <p:nvPr/>
        </p:nvGrpSpPr>
        <p:grpSpPr>
          <a:xfrm>
            <a:off x="2576736" y="1772816"/>
            <a:ext cx="5130919" cy="5033151"/>
            <a:chOff x="2774409" y="2491086"/>
            <a:chExt cx="5130919" cy="5033151"/>
          </a:xfrm>
        </p:grpSpPr>
        <p:grpSp>
          <p:nvGrpSpPr>
            <p:cNvPr id="143" name="그룹 142"/>
            <p:cNvGrpSpPr/>
            <p:nvPr/>
          </p:nvGrpSpPr>
          <p:grpSpPr>
            <a:xfrm>
              <a:off x="2809060" y="2491086"/>
              <a:ext cx="5096268" cy="5033151"/>
              <a:chOff x="2809060" y="2491086"/>
              <a:chExt cx="5096268" cy="5033151"/>
            </a:xfrm>
          </p:grpSpPr>
          <p:sp>
            <p:nvSpPr>
              <p:cNvPr id="145" name="직사각형 144"/>
              <p:cNvSpPr/>
              <p:nvPr/>
            </p:nvSpPr>
            <p:spPr>
              <a:xfrm>
                <a:off x="2809060" y="2492896"/>
                <a:ext cx="5086743" cy="5031341"/>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46" name="직사각형 145"/>
              <p:cNvSpPr/>
              <p:nvPr/>
            </p:nvSpPr>
            <p:spPr>
              <a:xfrm>
                <a:off x="2813299" y="2495865"/>
                <a:ext cx="50868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66" name="직사각형 165"/>
              <p:cNvSpPr/>
              <p:nvPr/>
            </p:nvSpPr>
            <p:spPr>
              <a:xfrm>
                <a:off x="7637306" y="2491086"/>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sp>
            <p:nvSpPr>
              <p:cNvPr id="171" name="모서리가 둥근 직사각형 170"/>
              <p:cNvSpPr/>
              <p:nvPr/>
            </p:nvSpPr>
            <p:spPr>
              <a:xfrm>
                <a:off x="4883887" y="717160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144" name="직사각형 143"/>
            <p:cNvSpPr/>
            <p:nvPr/>
          </p:nvSpPr>
          <p:spPr>
            <a:xfrm>
              <a:off x="2774409" y="2502471"/>
              <a:ext cx="1321196" cy="215444"/>
            </a:xfrm>
            <a:prstGeom prst="rect">
              <a:avLst/>
            </a:prstGeom>
          </p:spPr>
          <p:txBody>
            <a:bodyPr wrap="none">
              <a:spAutoFit/>
            </a:bodyPr>
            <a:lstStyle/>
            <a:p>
              <a:r>
                <a:rPr lang="ko-KR" altLang="en-US" sz="800" b="1" dirty="0" smtClean="0">
                  <a:solidFill>
                    <a:schemeClr val="bg1"/>
                  </a:solidFill>
                  <a:latin typeface="+mn-ea"/>
                  <a:ea typeface="+mn-ea"/>
                </a:rPr>
                <a:t>알림 수신동의 유의사항</a:t>
              </a:r>
              <a:endParaRPr lang="ko-KR" altLang="en-US" sz="800" b="1" dirty="0">
                <a:solidFill>
                  <a:schemeClr val="bg1"/>
                </a:solidFill>
                <a:latin typeface="+mn-ea"/>
                <a:ea typeface="+mn-ea"/>
              </a:endParaRPr>
            </a:p>
          </p:txBody>
        </p:sp>
      </p:grpSp>
      <p:sp>
        <p:nvSpPr>
          <p:cNvPr id="173" name="Rectangle 251"/>
          <p:cNvSpPr>
            <a:spLocks noChangeArrowheads="1"/>
          </p:cNvSpPr>
          <p:nvPr/>
        </p:nvSpPr>
        <p:spPr bwMode="auto">
          <a:xfrm>
            <a:off x="2663602" y="2051323"/>
            <a:ext cx="5004000" cy="4051490"/>
          </a:xfrm>
          <a:prstGeom prst="rect">
            <a:avLst/>
          </a:prstGeom>
          <a:solidFill>
            <a:schemeClr val="bg1"/>
          </a:solidFill>
          <a:ln w="9525" algn="ctr">
            <a:solidFill>
              <a:schemeClr val="bg1">
                <a:lumMod val="85000"/>
              </a:schemeClr>
            </a:solidFill>
            <a:miter lim="800000"/>
            <a:headEnd/>
            <a:tailEnd/>
          </a:ln>
        </p:spPr>
        <p:txBody>
          <a:bodyPr wrap="none" lIns="72000" tIns="72000" rIns="72000" bIns="72000" anchor="t"/>
          <a:lstStyle/>
          <a:p>
            <a:pPr>
              <a:lnSpc>
                <a:spcPct val="150000"/>
              </a:lnSpc>
              <a:defRPr/>
            </a:pPr>
            <a:r>
              <a:rPr lang="en-US" altLang="ko-KR" sz="800" dirty="0" smtClean="0">
                <a:solidFill>
                  <a:schemeClr val="tx1">
                    <a:lumMod val="75000"/>
                    <a:lumOff val="25000"/>
                  </a:schemeClr>
                </a:solidFill>
                <a:latin typeface="+mn-ea"/>
                <a:ea typeface="+mn-ea"/>
              </a:rPr>
              <a:t>1. </a:t>
            </a:r>
            <a:r>
              <a:rPr lang="ko-KR" altLang="en-US" sz="800" dirty="0" smtClean="0">
                <a:solidFill>
                  <a:schemeClr val="tx1">
                    <a:lumMod val="75000"/>
                    <a:lumOff val="25000"/>
                  </a:schemeClr>
                </a:solidFill>
                <a:latin typeface="+mn-ea"/>
                <a:ea typeface="+mn-ea"/>
              </a:rPr>
              <a:t>유의사항</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rgbClr val="FF0000"/>
                </a:solidFill>
                <a:latin typeface="+mn-ea"/>
                <a:ea typeface="+mn-ea"/>
              </a:rPr>
              <a:t>문구 필요함</a:t>
            </a:r>
            <a:endParaRPr lang="en-US" altLang="ko-KR" sz="800" dirty="0">
              <a:solidFill>
                <a:srgbClr val="FF0000"/>
              </a:solidFill>
              <a:latin typeface="+mn-ea"/>
              <a:ea typeface="+mn-ea"/>
            </a:endParaRPr>
          </a:p>
        </p:txBody>
      </p:sp>
      <p:sp>
        <p:nvSpPr>
          <p:cNvPr id="174" name="Track"/>
          <p:cNvSpPr>
            <a:spLocks/>
          </p:cNvSpPr>
          <p:nvPr>
            <p:custDataLst>
              <p:tags r:id="rId1"/>
            </p:custDataLst>
          </p:nvPr>
        </p:nvSpPr>
        <p:spPr bwMode="auto">
          <a:xfrm>
            <a:off x="7589087" y="2088286"/>
            <a:ext cx="43200" cy="396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grpSp>
        <p:nvGrpSpPr>
          <p:cNvPr id="175" name="그룹 174"/>
          <p:cNvGrpSpPr/>
          <p:nvPr/>
        </p:nvGrpSpPr>
        <p:grpSpPr>
          <a:xfrm>
            <a:off x="4637107" y="6285073"/>
            <a:ext cx="234360" cy="200055"/>
            <a:chOff x="1161795" y="11706839"/>
            <a:chExt cx="234360" cy="200055"/>
          </a:xfrm>
        </p:grpSpPr>
        <p:sp>
          <p:nvSpPr>
            <p:cNvPr id="176" name="모서리가 둥근 직사각형 1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7" name="직사각형 176"/>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238" name="TextBox 237"/>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프로필 </a:t>
            </a:r>
            <a:r>
              <a:rPr lang="en-US" altLang="ko-KR" sz="800" spc="-60" dirty="0" smtClean="0">
                <a:latin typeface="+mn-ea"/>
                <a:ea typeface="+mn-ea"/>
              </a:rPr>
              <a:t> </a:t>
            </a:r>
            <a:endParaRPr lang="ko-KR" altLang="en-US" sz="800" spc="-60" dirty="0">
              <a:latin typeface="+mn-ea"/>
              <a:ea typeface="+mn-ea"/>
            </a:endParaRPr>
          </a:p>
        </p:txBody>
      </p:sp>
      <p:sp>
        <p:nvSpPr>
          <p:cNvPr id="239" name="TextBox 238"/>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a:latin typeface="+mn-ea"/>
                <a:ea typeface="+mn-ea"/>
              </a:rPr>
              <a:t>알림 수신동의 유의사항 레이어팝업</a:t>
            </a:r>
          </a:p>
        </p:txBody>
      </p:sp>
    </p:spTree>
    <p:extLst>
      <p:ext uri="{BB962C8B-B14F-4D97-AF65-F5344CB8AC3E}">
        <p14:creationId xmlns:p14="http://schemas.microsoft.com/office/powerpoint/2010/main" val="3576010846"/>
      </p:ext>
    </p:extLst>
  </p:cSld>
  <p:clrMapOvr>
    <a:masterClrMapping/>
  </p:clrMapOvr>
  <p:transition>
    <p:wipe dir="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 name="그룹 167"/>
          <p:cNvGrpSpPr/>
          <p:nvPr/>
        </p:nvGrpSpPr>
        <p:grpSpPr>
          <a:xfrm>
            <a:off x="507554" y="1602349"/>
            <a:ext cx="3075218" cy="252000"/>
            <a:chOff x="507554" y="1537742"/>
            <a:chExt cx="3075218" cy="252000"/>
          </a:xfrm>
        </p:grpSpPr>
        <p:pic>
          <p:nvPicPr>
            <p:cNvPr id="169"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0" name="그룹 169"/>
            <p:cNvGrpSpPr/>
            <p:nvPr/>
          </p:nvGrpSpPr>
          <p:grpSpPr>
            <a:xfrm>
              <a:off x="2288704" y="1581175"/>
              <a:ext cx="1294068" cy="166725"/>
              <a:chOff x="2288704" y="1581175"/>
              <a:chExt cx="1294068" cy="166725"/>
            </a:xfrm>
          </p:grpSpPr>
          <p:sp>
            <p:nvSpPr>
              <p:cNvPr id="173" name="직사각형 17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74" name="직사각형 17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10" name="그룹 309"/>
          <p:cNvGrpSpPr/>
          <p:nvPr/>
        </p:nvGrpSpPr>
        <p:grpSpPr>
          <a:xfrm>
            <a:off x="406970" y="6409747"/>
            <a:ext cx="9082533" cy="198780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23</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34679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1"/>
            <a:ext cx="1440160" cy="5203626"/>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377" name="Group 175"/>
          <p:cNvGraphicFramePr>
            <a:graphicFrameLocks noGrp="1"/>
          </p:cNvGraphicFramePr>
          <p:nvPr>
            <p:extLst>
              <p:ext uri="{D42A27DB-BD31-4B8C-83A1-F6EECF244321}">
                <p14:modId xmlns:p14="http://schemas.microsoft.com/office/powerpoint/2010/main" val="589336112"/>
              </p:ext>
            </p:extLst>
          </p:nvPr>
        </p:nvGraphicFramePr>
        <p:xfrm>
          <a:off x="9496933" y="1492213"/>
          <a:ext cx="1404156" cy="32168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63" name="직사각형 362"/>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72" name="그룹 371"/>
          <p:cNvGrpSpPr/>
          <p:nvPr/>
        </p:nvGrpSpPr>
        <p:grpSpPr>
          <a:xfrm>
            <a:off x="4290164" y="2031278"/>
            <a:ext cx="1040981" cy="215444"/>
            <a:chOff x="1618412" y="2762216"/>
            <a:chExt cx="1440000" cy="215444"/>
          </a:xfrm>
        </p:grpSpPr>
        <p:sp>
          <p:nvSpPr>
            <p:cNvPr id="375" name="직사각형 37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376" name="직사각형 375"/>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78" name="그룹 377"/>
          <p:cNvGrpSpPr/>
          <p:nvPr/>
        </p:nvGrpSpPr>
        <p:grpSpPr>
          <a:xfrm>
            <a:off x="5351027" y="2031278"/>
            <a:ext cx="1040981" cy="215444"/>
            <a:chOff x="1618412" y="2762216"/>
            <a:chExt cx="1440000" cy="215444"/>
          </a:xfrm>
        </p:grpSpPr>
        <p:sp>
          <p:nvSpPr>
            <p:cNvPr id="379" name="직사각형 37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80" name="직사각형 37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81" name="그룹 380"/>
          <p:cNvGrpSpPr/>
          <p:nvPr/>
        </p:nvGrpSpPr>
        <p:grpSpPr>
          <a:xfrm>
            <a:off x="6413117" y="2031278"/>
            <a:ext cx="1040981" cy="215444"/>
            <a:chOff x="1618412" y="2762216"/>
            <a:chExt cx="1440000" cy="215444"/>
          </a:xfrm>
        </p:grpSpPr>
        <p:sp>
          <p:nvSpPr>
            <p:cNvPr id="382" name="직사각형 38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83" name="직사각형 382"/>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84" name="그룹 383"/>
          <p:cNvGrpSpPr/>
          <p:nvPr/>
        </p:nvGrpSpPr>
        <p:grpSpPr>
          <a:xfrm>
            <a:off x="7474187" y="2031278"/>
            <a:ext cx="1040981" cy="215444"/>
            <a:chOff x="1618412" y="2762216"/>
            <a:chExt cx="1440000" cy="215444"/>
          </a:xfrm>
        </p:grpSpPr>
        <p:sp>
          <p:nvSpPr>
            <p:cNvPr id="385" name="직사각형 38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86" name="직사각형 38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프로필</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93" name="그룹 192"/>
          <p:cNvGrpSpPr/>
          <p:nvPr/>
        </p:nvGrpSpPr>
        <p:grpSpPr>
          <a:xfrm>
            <a:off x="3224705" y="2032273"/>
            <a:ext cx="1040982" cy="215444"/>
            <a:chOff x="1618412" y="2762216"/>
            <a:chExt cx="1440000" cy="215444"/>
          </a:xfrm>
        </p:grpSpPr>
        <p:sp>
          <p:nvSpPr>
            <p:cNvPr id="194" name="직사각형 19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195" name="직사각형 19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6" name="그룹 195"/>
          <p:cNvGrpSpPr/>
          <p:nvPr/>
        </p:nvGrpSpPr>
        <p:grpSpPr>
          <a:xfrm>
            <a:off x="2172387" y="2026940"/>
            <a:ext cx="1040981" cy="215444"/>
            <a:chOff x="1618412" y="2762216"/>
            <a:chExt cx="1440000" cy="215444"/>
          </a:xfrm>
        </p:grpSpPr>
        <p:sp>
          <p:nvSpPr>
            <p:cNvPr id="197" name="직사각형 196"/>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198" name="직사각형 197"/>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9" name="직사각형 198"/>
          <p:cNvSpPr/>
          <p:nvPr/>
        </p:nvSpPr>
        <p:spPr>
          <a:xfrm>
            <a:off x="2177150"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201" name="Group 37"/>
          <p:cNvGraphicFramePr>
            <a:graphicFrameLocks noGrp="1"/>
          </p:cNvGraphicFramePr>
          <p:nvPr>
            <p:extLst>
              <p:ext uri="{D42A27DB-BD31-4B8C-83A1-F6EECF244321}">
                <p14:modId xmlns:p14="http://schemas.microsoft.com/office/powerpoint/2010/main" val="4287810404"/>
              </p:ext>
            </p:extLst>
          </p:nvPr>
        </p:nvGraphicFramePr>
        <p:xfrm>
          <a:off x="2827257" y="2655962"/>
          <a:ext cx="5797150" cy="1416545"/>
        </p:xfrm>
        <a:graphic>
          <a:graphicData uri="http://schemas.openxmlformats.org/drawingml/2006/table">
            <a:tbl>
              <a:tblPr/>
              <a:tblGrid>
                <a:gridCol w="900605"/>
                <a:gridCol w="4896545"/>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소속</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나*송</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r>
            </a:tbl>
          </a:graphicData>
        </a:graphic>
      </p:graphicFrame>
      <p:grpSp>
        <p:nvGrpSpPr>
          <p:cNvPr id="11" name="그룹 10"/>
          <p:cNvGrpSpPr/>
          <p:nvPr/>
        </p:nvGrpSpPr>
        <p:grpSpPr>
          <a:xfrm>
            <a:off x="1969327" y="2655961"/>
            <a:ext cx="720000" cy="720000"/>
            <a:chOff x="2887095" y="2655961"/>
            <a:chExt cx="720000" cy="720000"/>
          </a:xfrm>
        </p:grpSpPr>
        <p:sp>
          <p:nvSpPr>
            <p:cNvPr id="200" name="직사각형 199"/>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202" name="Picture 2"/>
            <p:cNvPicPr preferRelativeResize="0">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15" name="TextBox 214"/>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프로필 </a:t>
            </a:r>
            <a:r>
              <a:rPr lang="en-US" altLang="ko-KR" sz="800" spc="-60" dirty="0" smtClean="0">
                <a:latin typeface="+mn-ea"/>
                <a:ea typeface="+mn-ea"/>
              </a:rPr>
              <a:t> </a:t>
            </a:r>
            <a:endParaRPr lang="ko-KR" altLang="en-US" sz="800" spc="-60" dirty="0">
              <a:latin typeface="+mn-ea"/>
              <a:ea typeface="+mn-ea"/>
            </a:endParaRPr>
          </a:p>
        </p:txBody>
      </p:sp>
      <p:sp>
        <p:nvSpPr>
          <p:cNvPr id="216" name="TextBox 215"/>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KNOU_UI_C01020200_04</a:t>
            </a:r>
            <a:endParaRPr lang="ko-KR" altLang="en-US" sz="800" spc="-60" dirty="0">
              <a:latin typeface="+mn-ea"/>
            </a:endParaRPr>
          </a:p>
        </p:txBody>
      </p:sp>
      <p:sp>
        <p:nvSpPr>
          <p:cNvPr id="217" name="TextBox 216"/>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프로필 정보 </a:t>
            </a:r>
            <a:r>
              <a:rPr lang="en-US" altLang="ko-KR" sz="800" spc="-60" dirty="0" smtClean="0">
                <a:latin typeface="+mn-ea"/>
                <a:ea typeface="+mn-ea"/>
              </a:rPr>
              <a:t>&gt; </a:t>
            </a:r>
            <a:r>
              <a:rPr lang="ko-KR" altLang="en-US" sz="800" spc="-60" dirty="0" smtClean="0">
                <a:latin typeface="+mn-ea"/>
                <a:ea typeface="+mn-ea"/>
              </a:rPr>
              <a:t>네이버연동</a:t>
            </a:r>
            <a:endParaRPr lang="ko-KR" altLang="en-US" sz="800" spc="-60" dirty="0">
              <a:latin typeface="+mn-ea"/>
              <a:ea typeface="+mn-ea"/>
            </a:endParaRPr>
          </a:p>
        </p:txBody>
      </p:sp>
      <p:sp>
        <p:nvSpPr>
          <p:cNvPr id="218" name="TextBox 217"/>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solidFill>
                  <a:schemeClr val="tx1">
                    <a:lumMod val="75000"/>
                    <a:lumOff val="25000"/>
                  </a:schemeClr>
                </a:solidFill>
                <a:latin typeface="+mn-ea"/>
                <a:ea typeface="+mn-ea"/>
              </a:rPr>
              <a:t>대시보드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글로벌메뉴 </a:t>
            </a:r>
            <a:r>
              <a:rPr lang="en-US" altLang="ko-KR" sz="800" spc="-60" dirty="0" smtClean="0">
                <a:solidFill>
                  <a:schemeClr val="tx1">
                    <a:lumMod val="75000"/>
                    <a:lumOff val="25000"/>
                  </a:schemeClr>
                </a:solidFill>
                <a:latin typeface="+mn-ea"/>
                <a:ea typeface="+mn-ea"/>
              </a:rPr>
              <a:t>&gt; </a:t>
            </a:r>
            <a:r>
              <a:rPr lang="ko-KR" altLang="en-US" sz="800" spc="-60" dirty="0" smtClean="0">
                <a:solidFill>
                  <a:schemeClr val="tx1">
                    <a:lumMod val="75000"/>
                    <a:lumOff val="25000"/>
                  </a:schemeClr>
                </a:solidFill>
                <a:latin typeface="+mn-ea"/>
                <a:ea typeface="+mn-ea"/>
              </a:rPr>
              <a:t>프로필</a:t>
            </a:r>
            <a:endParaRPr lang="ko-KR" altLang="en-US" sz="800" spc="-60" dirty="0">
              <a:solidFill>
                <a:schemeClr val="tx1">
                  <a:lumMod val="75000"/>
                  <a:lumOff val="25000"/>
                </a:schemeClr>
              </a:solidFill>
              <a:latin typeface="+mn-ea"/>
              <a:ea typeface="+mn-ea"/>
            </a:endParaRPr>
          </a:p>
        </p:txBody>
      </p:sp>
      <p:sp>
        <p:nvSpPr>
          <p:cNvPr id="2" name="직사각형 1"/>
          <p:cNvSpPr/>
          <p:nvPr/>
        </p:nvSpPr>
        <p:spPr>
          <a:xfrm>
            <a:off x="2821966" y="2657066"/>
            <a:ext cx="6620484" cy="1407738"/>
          </a:xfrm>
          <a:prstGeom prst="rect">
            <a:avLst/>
          </a:prstGeom>
          <a:noFill/>
          <a:ln w="9525">
            <a:solidFill>
              <a:srgbClr val="CAD5E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48" name="TextBox 147"/>
          <p:cNvSpPr txBox="1"/>
          <p:nvPr/>
        </p:nvSpPr>
        <p:spPr>
          <a:xfrm>
            <a:off x="2776901" y="4086597"/>
            <a:ext cx="468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다른 이메일을 사용하시려면 </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등록</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수정</a:t>
            </a:r>
            <a:r>
              <a:rPr lang="en-US" altLang="ko-KR" sz="800" kern="0" dirty="0" smtClean="0">
                <a:solidFill>
                  <a:srgbClr val="C00000"/>
                </a:solidFill>
                <a:latin typeface="+mn-ea"/>
                <a:ea typeface="+mn-ea"/>
                <a:cs typeface="Arial" charset="0"/>
              </a:rPr>
              <a:t>”</a:t>
            </a:r>
            <a:r>
              <a:rPr lang="ko-KR" altLang="en-US" sz="800" kern="0" dirty="0" smtClean="0">
                <a:solidFill>
                  <a:srgbClr val="C00000"/>
                </a:solidFill>
                <a:latin typeface="+mn-ea"/>
                <a:ea typeface="+mn-ea"/>
                <a:cs typeface="Arial" charset="0"/>
              </a:rPr>
              <a:t>에서 개인 </a:t>
            </a:r>
            <a:r>
              <a:rPr lang="ko-KR" altLang="en-US" sz="800" kern="0" dirty="0" err="1" smtClean="0">
                <a:solidFill>
                  <a:srgbClr val="C00000"/>
                </a:solidFill>
                <a:latin typeface="+mn-ea"/>
                <a:ea typeface="+mn-ea"/>
                <a:cs typeface="Arial" charset="0"/>
              </a:rPr>
              <a:t>이메일</a:t>
            </a:r>
            <a:r>
              <a:rPr lang="ko-KR" altLang="en-US" sz="800" kern="0" dirty="0" smtClean="0">
                <a:solidFill>
                  <a:srgbClr val="C00000"/>
                </a:solidFill>
                <a:latin typeface="+mn-ea"/>
                <a:ea typeface="+mn-ea"/>
                <a:cs typeface="Arial" charset="0"/>
              </a:rPr>
              <a:t> 등록하고 사용설정 하시면 됩니다</a:t>
            </a:r>
            <a:r>
              <a:rPr lang="en-US" altLang="ko-KR" sz="800" kern="0" dirty="0" smtClean="0">
                <a:solidFill>
                  <a:srgbClr val="C00000"/>
                </a:solidFill>
                <a:latin typeface="+mn-ea"/>
                <a:ea typeface="+mn-ea"/>
                <a:cs typeface="Arial" charset="0"/>
              </a:rPr>
              <a:t>.</a:t>
            </a:r>
            <a:endParaRPr lang="ko-KR" altLang="en-US" sz="800" kern="0" dirty="0">
              <a:solidFill>
                <a:srgbClr val="C00000"/>
              </a:solidFill>
              <a:latin typeface="+mn-ea"/>
              <a:ea typeface="+mn-ea"/>
              <a:cs typeface="Arial" charset="0"/>
            </a:endParaRPr>
          </a:p>
        </p:txBody>
      </p:sp>
      <p:graphicFrame>
        <p:nvGraphicFramePr>
          <p:cNvPr id="149" name="Group 37"/>
          <p:cNvGraphicFramePr>
            <a:graphicFrameLocks noGrp="1"/>
          </p:cNvGraphicFramePr>
          <p:nvPr>
            <p:extLst>
              <p:ext uri="{D42A27DB-BD31-4B8C-83A1-F6EECF244321}">
                <p14:modId xmlns:p14="http://schemas.microsoft.com/office/powerpoint/2010/main" val="3043930982"/>
              </p:ext>
            </p:extLst>
          </p:nvPr>
        </p:nvGraphicFramePr>
        <p:xfrm>
          <a:off x="2820334" y="4767809"/>
          <a:ext cx="6622116" cy="1416545"/>
        </p:xfrm>
        <a:graphic>
          <a:graphicData uri="http://schemas.openxmlformats.org/drawingml/2006/table">
            <a:tbl>
              <a:tblPr/>
              <a:tblGrid>
                <a:gridCol w="904012"/>
                <a:gridCol w="5718104"/>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PUSH</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PUSH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쪽지</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쪽지</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이메일</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알림톡</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알림톡</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문자</a:t>
                      </a: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문자</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문자</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 동의 합니다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150" name="직사각형 149"/>
          <p:cNvSpPr/>
          <p:nvPr/>
        </p:nvSpPr>
        <p:spPr>
          <a:xfrm>
            <a:off x="2720752" y="45097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알림 수신 동의 설정 </a:t>
            </a:r>
            <a:endParaRPr lang="ko-KR" altLang="en-US" sz="800" b="1" dirty="0">
              <a:solidFill>
                <a:srgbClr val="FF0000"/>
              </a:solidFill>
              <a:latin typeface="+mn-ea"/>
              <a:ea typeface="+mn-ea"/>
            </a:endParaRPr>
          </a:p>
        </p:txBody>
      </p:sp>
      <p:pic>
        <p:nvPicPr>
          <p:cNvPr id="15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94538" y="4816202"/>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98769" y="5661553"/>
            <a:ext cx="403200" cy="19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99871" y="5094958"/>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99871" y="5382990"/>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99871" y="5944196"/>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6" name="TextBox 155"/>
          <p:cNvSpPr txBox="1"/>
          <p:nvPr/>
        </p:nvSpPr>
        <p:spPr>
          <a:xfrm>
            <a:off x="2776901" y="6210679"/>
            <a:ext cx="468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공지 </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강의</a:t>
            </a:r>
            <a:r>
              <a:rPr lang="en-US" altLang="ko-KR" sz="800" kern="0" dirty="0" smtClean="0">
                <a:solidFill>
                  <a:srgbClr val="C00000"/>
                </a:solidFill>
                <a:latin typeface="+mn-ea"/>
                <a:ea typeface="+mn-ea"/>
                <a:cs typeface="Arial" charset="0"/>
              </a:rPr>
              <a:t>Q&amp;A / 1:1</a:t>
            </a:r>
            <a:r>
              <a:rPr lang="ko-KR" altLang="en-US" sz="800" kern="0" dirty="0" smtClean="0">
                <a:solidFill>
                  <a:srgbClr val="C00000"/>
                </a:solidFill>
                <a:latin typeface="+mn-ea"/>
                <a:ea typeface="+mn-ea"/>
                <a:cs typeface="Arial" charset="0"/>
              </a:rPr>
              <a:t>문의에 대한 알림은 동의여부와 상관없이 발송됩니다</a:t>
            </a:r>
            <a:r>
              <a:rPr lang="en-US" altLang="ko-KR" sz="800" kern="0" dirty="0" smtClean="0">
                <a:solidFill>
                  <a:srgbClr val="C00000"/>
                </a:solidFill>
                <a:latin typeface="+mn-ea"/>
                <a:ea typeface="+mn-ea"/>
                <a:cs typeface="Arial" charset="0"/>
              </a:rPr>
              <a:t>. </a:t>
            </a:r>
            <a:endParaRPr lang="ko-KR" altLang="en-US" sz="800" kern="0" dirty="0">
              <a:solidFill>
                <a:srgbClr val="C00000"/>
              </a:solidFill>
              <a:latin typeface="+mn-ea"/>
              <a:ea typeface="+mn-ea"/>
              <a:cs typeface="Arial" charset="0"/>
            </a:endParaRPr>
          </a:p>
        </p:txBody>
      </p:sp>
      <p:grpSp>
        <p:nvGrpSpPr>
          <p:cNvPr id="157" name="그룹 156"/>
          <p:cNvGrpSpPr/>
          <p:nvPr/>
        </p:nvGrpSpPr>
        <p:grpSpPr>
          <a:xfrm>
            <a:off x="3799871" y="4512726"/>
            <a:ext cx="234360" cy="200055"/>
            <a:chOff x="1152270" y="11706839"/>
            <a:chExt cx="234360" cy="200055"/>
          </a:xfrm>
        </p:grpSpPr>
        <p:sp>
          <p:nvSpPr>
            <p:cNvPr id="158" name="모서리가 둥근 직사각형 15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59" name="직사각형 15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 name="그룹 2"/>
          <p:cNvGrpSpPr/>
          <p:nvPr/>
        </p:nvGrpSpPr>
        <p:grpSpPr>
          <a:xfrm>
            <a:off x="7996546" y="4535619"/>
            <a:ext cx="1440000" cy="180000"/>
            <a:chOff x="8005911" y="4535619"/>
            <a:chExt cx="1440000" cy="180000"/>
          </a:xfrm>
        </p:grpSpPr>
        <p:sp>
          <p:nvSpPr>
            <p:cNvPr id="160" name="직사각형 159"/>
            <p:cNvSpPr/>
            <p:nvPr/>
          </p:nvSpPr>
          <p:spPr>
            <a:xfrm>
              <a:off x="8005911" y="4535619"/>
              <a:ext cx="1440000" cy="1800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알림 수신 유의사항  읽음</a:t>
              </a:r>
              <a:endParaRPr lang="en-US" altLang="ko-KR" sz="800" dirty="0">
                <a:solidFill>
                  <a:schemeClr val="tx1">
                    <a:lumMod val="65000"/>
                    <a:lumOff val="35000"/>
                  </a:schemeClr>
                </a:solidFill>
                <a:latin typeface="+mn-ea"/>
              </a:endParaRPr>
            </a:p>
          </p:txBody>
        </p:sp>
        <p:pic>
          <p:nvPicPr>
            <p:cNvPr id="16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286069" y="4582756"/>
              <a:ext cx="133350"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5" name="그룹 4"/>
          <p:cNvGrpSpPr/>
          <p:nvPr/>
        </p:nvGrpSpPr>
        <p:grpSpPr>
          <a:xfrm>
            <a:off x="8001328" y="4719861"/>
            <a:ext cx="1459601" cy="230832"/>
            <a:chOff x="9499189" y="4507498"/>
            <a:chExt cx="1459601" cy="230832"/>
          </a:xfrm>
        </p:grpSpPr>
        <p:sp>
          <p:nvSpPr>
            <p:cNvPr id="164" name="직사각형 163"/>
            <p:cNvSpPr/>
            <p:nvPr/>
          </p:nvSpPr>
          <p:spPr>
            <a:xfrm>
              <a:off x="9499189" y="4528170"/>
              <a:ext cx="1440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알림 수신 유의사항  읽음</a:t>
              </a:r>
              <a:endParaRPr lang="en-US" altLang="ko-KR" sz="800" dirty="0">
                <a:solidFill>
                  <a:schemeClr val="tx1">
                    <a:lumMod val="65000"/>
                    <a:lumOff val="35000"/>
                  </a:schemeClr>
                </a:solidFill>
                <a:latin typeface="+mn-ea"/>
              </a:endParaRPr>
            </a:p>
          </p:txBody>
        </p:sp>
        <p:sp>
          <p:nvSpPr>
            <p:cNvPr id="4" name="직사각형 3"/>
            <p:cNvSpPr/>
            <p:nvPr/>
          </p:nvSpPr>
          <p:spPr>
            <a:xfrm>
              <a:off x="10698782" y="4507498"/>
              <a:ext cx="260008" cy="230832"/>
            </a:xfrm>
            <a:prstGeom prst="rect">
              <a:avLst/>
            </a:prstGeom>
          </p:spPr>
          <p:txBody>
            <a:bodyPr wrap="none">
              <a:spAutoFit/>
            </a:bodyPr>
            <a:lstStyle/>
            <a:p>
              <a:r>
                <a:rPr lang="en-US" altLang="ko-KR" sz="900" b="1" dirty="0" smtClean="0">
                  <a:solidFill>
                    <a:srgbClr val="FF0000"/>
                  </a:solidFill>
                  <a:latin typeface="+mn-ea"/>
                </a:rPr>
                <a:t>X</a:t>
              </a:r>
              <a:endParaRPr lang="ko-KR" altLang="en-US" sz="900" b="1" dirty="0">
                <a:solidFill>
                  <a:srgbClr val="FF0000"/>
                </a:solidFill>
              </a:endParaRPr>
            </a:p>
          </p:txBody>
        </p:sp>
      </p:grpSp>
      <p:sp>
        <p:nvSpPr>
          <p:cNvPr id="163" name="직사각형 162"/>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8" name="그룹 7"/>
          <p:cNvGrpSpPr/>
          <p:nvPr/>
        </p:nvGrpSpPr>
        <p:grpSpPr>
          <a:xfrm>
            <a:off x="9120844" y="1979315"/>
            <a:ext cx="162000" cy="288000"/>
            <a:chOff x="9447994" y="2133019"/>
            <a:chExt cx="162000" cy="288000"/>
          </a:xfrm>
        </p:grpSpPr>
        <p:sp>
          <p:nvSpPr>
            <p:cNvPr id="165" name="직사각형 164"/>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62" name="1/2 액자 161"/>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9" name="그룹 8"/>
          <p:cNvGrpSpPr/>
          <p:nvPr/>
        </p:nvGrpSpPr>
        <p:grpSpPr>
          <a:xfrm>
            <a:off x="1973163" y="1979315"/>
            <a:ext cx="162000" cy="288000"/>
            <a:chOff x="10860" y="2122356"/>
            <a:chExt cx="162000" cy="288000"/>
          </a:xfrm>
        </p:grpSpPr>
        <p:sp>
          <p:nvSpPr>
            <p:cNvPr id="167" name="직사각형 16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47" name="1/2 액자 146"/>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sp>
        <p:nvSpPr>
          <p:cNvPr id="172" name="모서리가 둥근 직사각형 171"/>
          <p:cNvSpPr/>
          <p:nvPr/>
        </p:nvSpPr>
        <p:spPr>
          <a:xfrm>
            <a:off x="8553400" y="413003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4" name="그룹 303"/>
          <p:cNvGrpSpPr/>
          <p:nvPr/>
        </p:nvGrpSpPr>
        <p:grpSpPr>
          <a:xfrm>
            <a:off x="8658937" y="1695475"/>
            <a:ext cx="849617" cy="276999"/>
            <a:chOff x="8563069" y="1695475"/>
            <a:chExt cx="849617" cy="276999"/>
          </a:xfrm>
        </p:grpSpPr>
        <p:grpSp>
          <p:nvGrpSpPr>
            <p:cNvPr id="305" name="그룹 304"/>
            <p:cNvGrpSpPr/>
            <p:nvPr/>
          </p:nvGrpSpPr>
          <p:grpSpPr>
            <a:xfrm>
              <a:off x="8563069" y="1761166"/>
              <a:ext cx="792000" cy="162000"/>
              <a:chOff x="8779069" y="1761166"/>
              <a:chExt cx="792000" cy="162000"/>
            </a:xfrm>
          </p:grpSpPr>
          <p:sp>
            <p:nvSpPr>
              <p:cNvPr id="315" name="직사각형 314"/>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1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6" name="그룹 305"/>
            <p:cNvGrpSpPr/>
            <p:nvPr/>
          </p:nvGrpSpPr>
          <p:grpSpPr>
            <a:xfrm>
              <a:off x="8728739" y="1695475"/>
              <a:ext cx="247184" cy="276999"/>
              <a:chOff x="7672972" y="1671999"/>
              <a:chExt cx="247184" cy="276999"/>
            </a:xfrm>
          </p:grpSpPr>
          <p:sp>
            <p:nvSpPr>
              <p:cNvPr id="313" name="타원 31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14" name="직사각형 313"/>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07" name="그룹 306"/>
            <p:cNvGrpSpPr/>
            <p:nvPr/>
          </p:nvGrpSpPr>
          <p:grpSpPr>
            <a:xfrm>
              <a:off x="9138252" y="1714525"/>
              <a:ext cx="274434" cy="246221"/>
              <a:chOff x="7663447" y="1691049"/>
              <a:chExt cx="274434" cy="246221"/>
            </a:xfrm>
          </p:grpSpPr>
          <p:sp>
            <p:nvSpPr>
              <p:cNvPr id="309" name="타원 30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11" name="직사각형 310"/>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08" name="직사각형 307"/>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234" name="직사각형 233"/>
          <p:cNvSpPr/>
          <p:nvPr/>
        </p:nvSpPr>
        <p:spPr>
          <a:xfrm>
            <a:off x="3817886" y="2703244"/>
            <a:ext cx="540000" cy="162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대학원</a:t>
            </a:r>
            <a:endParaRPr lang="en-US" altLang="ko-KR" sz="800" dirty="0">
              <a:solidFill>
                <a:schemeClr val="tx1">
                  <a:lumMod val="65000"/>
                  <a:lumOff val="35000"/>
                </a:schemeClr>
              </a:solidFill>
              <a:latin typeface="+mn-ea"/>
            </a:endParaRPr>
          </a:p>
        </p:txBody>
      </p:sp>
      <p:sp>
        <p:nvSpPr>
          <p:cNvPr id="236" name="직사각형 235"/>
          <p:cNvSpPr/>
          <p:nvPr/>
        </p:nvSpPr>
        <p:spPr>
          <a:xfrm>
            <a:off x="4413000" y="2708920"/>
            <a:ext cx="540000" cy="162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ct val="150000"/>
              </a:lnSpc>
            </a:pPr>
            <a:r>
              <a:rPr lang="ko-KR" altLang="en-US" sz="800" dirty="0" smtClean="0">
                <a:solidFill>
                  <a:schemeClr val="tx1">
                    <a:lumMod val="65000"/>
                    <a:lumOff val="35000"/>
                  </a:schemeClr>
                </a:solidFill>
                <a:latin typeface="+mn-ea"/>
              </a:rPr>
              <a:t>평생교육</a:t>
            </a:r>
            <a:endParaRPr lang="en-US" altLang="ko-KR" sz="800" dirty="0">
              <a:solidFill>
                <a:schemeClr val="tx1">
                  <a:lumMod val="65000"/>
                  <a:lumOff val="35000"/>
                </a:schemeClr>
              </a:solidFill>
              <a:latin typeface="+mn-ea"/>
            </a:endParaRPr>
          </a:p>
        </p:txBody>
      </p:sp>
      <p:grpSp>
        <p:nvGrpSpPr>
          <p:cNvPr id="238" name="그룹 237"/>
          <p:cNvGrpSpPr/>
          <p:nvPr/>
        </p:nvGrpSpPr>
        <p:grpSpPr>
          <a:xfrm>
            <a:off x="626748" y="2104281"/>
            <a:ext cx="1245456" cy="4024999"/>
            <a:chOff x="626748" y="2104281"/>
            <a:chExt cx="1245456" cy="4024999"/>
          </a:xfrm>
        </p:grpSpPr>
        <p:grpSp>
          <p:nvGrpSpPr>
            <p:cNvPr id="239" name="그룹 238"/>
            <p:cNvGrpSpPr/>
            <p:nvPr/>
          </p:nvGrpSpPr>
          <p:grpSpPr>
            <a:xfrm>
              <a:off x="629956" y="3318264"/>
              <a:ext cx="1188000" cy="180000"/>
              <a:chOff x="666428" y="3785432"/>
              <a:chExt cx="1188000" cy="180000"/>
            </a:xfrm>
          </p:grpSpPr>
          <p:sp>
            <p:nvSpPr>
              <p:cNvPr id="277" name="모서리가 둥근 직사각형 27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7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29956" y="3568824"/>
              <a:ext cx="1188000" cy="180000"/>
              <a:chOff x="666428" y="4310612"/>
              <a:chExt cx="1188000" cy="180000"/>
            </a:xfrm>
          </p:grpSpPr>
          <p:sp>
            <p:nvSpPr>
              <p:cNvPr id="275" name="모서리가 둥근 직사각형 2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276"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29955" y="3042501"/>
              <a:ext cx="1188000" cy="180000"/>
              <a:chOff x="666427" y="3266516"/>
              <a:chExt cx="1188000" cy="180000"/>
            </a:xfrm>
          </p:grpSpPr>
          <p:sp>
            <p:nvSpPr>
              <p:cNvPr id="273" name="모서리가 둥근 직사각형 272"/>
              <p:cNvSpPr/>
              <p:nvPr/>
            </p:nvSpPr>
            <p:spPr bwMode="auto">
              <a:xfrm>
                <a:off x="666427" y="3266516"/>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프로</a:t>
                </a:r>
                <a:r>
                  <a:rPr lang="ko-KR" altLang="en-US" sz="800" dirty="0">
                    <a:solidFill>
                      <a:schemeClr val="tx1">
                        <a:lumMod val="75000"/>
                        <a:lumOff val="25000"/>
                      </a:schemeClr>
                    </a:solidFill>
                    <a:latin typeface="+mn-ea"/>
                    <a:ea typeface="+mn-ea"/>
                    <a:cs typeface="Calibri" pitchFamily="34" charset="0"/>
                  </a:rPr>
                  <a:t>필</a:t>
                </a:r>
                <a:endParaRPr kumimoji="1" lang="ko-KR" altLang="en-US" sz="800" dirty="0">
                  <a:solidFill>
                    <a:schemeClr val="tx1">
                      <a:lumMod val="75000"/>
                      <a:lumOff val="25000"/>
                    </a:schemeClr>
                  </a:solidFill>
                  <a:latin typeface="+mn-ea"/>
                  <a:ea typeface="+mn-ea"/>
                  <a:cs typeface="Calibri" pitchFamily="34" charset="0"/>
                </a:endParaRPr>
              </a:p>
            </p:txBody>
          </p:sp>
          <p:pic>
            <p:nvPicPr>
              <p:cNvPr id="27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854780"/>
              <a:ext cx="1188000" cy="180000"/>
              <a:chOff x="666428" y="4570824"/>
              <a:chExt cx="1188000" cy="180000"/>
            </a:xfrm>
          </p:grpSpPr>
          <p:sp>
            <p:nvSpPr>
              <p:cNvPr id="271" name="모서리가 둥근 직사각형 27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72"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5316875"/>
              <a:ext cx="1188000" cy="180000"/>
              <a:chOff x="666428" y="5096004"/>
              <a:chExt cx="1188000" cy="180000"/>
            </a:xfrm>
          </p:grpSpPr>
          <p:sp>
            <p:nvSpPr>
              <p:cNvPr id="269" name="모서리가 둥근 직사각형 26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0"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34148" y="5949280"/>
              <a:ext cx="1188000" cy="180000"/>
              <a:chOff x="666428" y="3785432"/>
              <a:chExt cx="1188000" cy="180000"/>
            </a:xfrm>
          </p:grpSpPr>
          <p:sp>
            <p:nvSpPr>
              <p:cNvPr id="267" name="모서리가 둥근 직사각형 26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1150" y="4135825"/>
              <a:ext cx="1188000" cy="180000"/>
              <a:chOff x="666428" y="4570824"/>
              <a:chExt cx="1188000" cy="180000"/>
            </a:xfrm>
          </p:grpSpPr>
          <p:sp>
            <p:nvSpPr>
              <p:cNvPr id="265" name="모서리가 둥근 직사각형 26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66"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29956" y="4423395"/>
              <a:ext cx="1188000" cy="180000"/>
              <a:chOff x="666428" y="4310612"/>
              <a:chExt cx="1188000" cy="180000"/>
            </a:xfrm>
          </p:grpSpPr>
          <p:sp>
            <p:nvSpPr>
              <p:cNvPr id="263" name="모서리가 둥근 직사각형 2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6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6748" y="2104281"/>
              <a:ext cx="1245456" cy="442923"/>
              <a:chOff x="468506" y="2320305"/>
              <a:chExt cx="1245456" cy="442923"/>
            </a:xfrm>
          </p:grpSpPr>
          <p:sp>
            <p:nvSpPr>
              <p:cNvPr id="260" name="직사각형 259"/>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1"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2" name="TextBox 261"/>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48" name="그룹 247"/>
            <p:cNvGrpSpPr/>
            <p:nvPr/>
          </p:nvGrpSpPr>
          <p:grpSpPr>
            <a:xfrm>
              <a:off x="632520" y="4723068"/>
              <a:ext cx="1188000" cy="180000"/>
              <a:chOff x="666428" y="4310612"/>
              <a:chExt cx="1188000" cy="180000"/>
            </a:xfrm>
          </p:grpSpPr>
          <p:sp>
            <p:nvSpPr>
              <p:cNvPr id="258" name="모서리가 둥근 직사각형 2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9" name="그룹 248"/>
            <p:cNvGrpSpPr/>
            <p:nvPr/>
          </p:nvGrpSpPr>
          <p:grpSpPr>
            <a:xfrm>
              <a:off x="632520" y="2752353"/>
              <a:ext cx="1188000" cy="180000"/>
              <a:chOff x="666427" y="3266516"/>
              <a:chExt cx="1188000" cy="180000"/>
            </a:xfrm>
          </p:grpSpPr>
          <p:sp>
            <p:nvSpPr>
              <p:cNvPr id="256" name="모서리가 둥근 직사각형 25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57"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5005767"/>
              <a:ext cx="1188000" cy="180000"/>
              <a:chOff x="666428" y="4310612"/>
              <a:chExt cx="1188000" cy="180000"/>
            </a:xfrm>
          </p:grpSpPr>
          <p:sp>
            <p:nvSpPr>
              <p:cNvPr id="254" name="모서리가 둥근 직사각형 2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632673"/>
              <a:ext cx="1188000" cy="180000"/>
              <a:chOff x="666428" y="4570824"/>
              <a:chExt cx="1188000" cy="180000"/>
            </a:xfrm>
          </p:grpSpPr>
          <p:sp>
            <p:nvSpPr>
              <p:cNvPr id="252" name="모서리가 둥근 직사각형 25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53"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82" name="그룹 281"/>
          <p:cNvGrpSpPr/>
          <p:nvPr/>
        </p:nvGrpSpPr>
        <p:grpSpPr>
          <a:xfrm>
            <a:off x="5709344" y="1485584"/>
            <a:ext cx="3761110" cy="261068"/>
            <a:chOff x="4948808" y="1485584"/>
            <a:chExt cx="3761110" cy="261068"/>
          </a:xfrm>
        </p:grpSpPr>
        <p:grpSp>
          <p:nvGrpSpPr>
            <p:cNvPr id="283" name="그룹 282"/>
            <p:cNvGrpSpPr/>
            <p:nvPr/>
          </p:nvGrpSpPr>
          <p:grpSpPr>
            <a:xfrm>
              <a:off x="4948808" y="1579923"/>
              <a:ext cx="3761110" cy="166729"/>
              <a:chOff x="5665911" y="1579923"/>
              <a:chExt cx="3761110" cy="166729"/>
            </a:xfrm>
          </p:grpSpPr>
          <p:pic>
            <p:nvPicPr>
              <p:cNvPr id="28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6"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7"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8"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9" name="그룹 288"/>
              <p:cNvGrpSpPr/>
              <p:nvPr/>
            </p:nvGrpSpPr>
            <p:grpSpPr>
              <a:xfrm>
                <a:off x="5665911" y="1583291"/>
                <a:ext cx="648000" cy="162000"/>
                <a:chOff x="4953000" y="2780928"/>
                <a:chExt cx="648000" cy="162000"/>
              </a:xfrm>
            </p:grpSpPr>
            <p:sp>
              <p:nvSpPr>
                <p:cNvPr id="291" name="모서리가 둥근 직사각형 290"/>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92" name="Picture 10"/>
                <p:cNvPicPr>
                  <a:picLocks noChangeAspect="1" noChangeArrowheads="1"/>
                </p:cNvPicPr>
                <p:nvPr userDrawn="1"/>
              </p:nvPicPr>
              <p:blipFill>
                <a:blip r:embed="rId20">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90" name="모서리가 둥근 직사각형 289"/>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84" name="타원 283"/>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pic>
        <p:nvPicPr>
          <p:cNvPr id="102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360782" y="2780773"/>
            <a:ext cx="984706"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310214" y="2780952"/>
            <a:ext cx="984706"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6" name="직사각형 165"/>
          <p:cNvSpPr/>
          <p:nvPr/>
        </p:nvSpPr>
        <p:spPr bwMode="auto">
          <a:xfrm>
            <a:off x="421444" y="1491081"/>
            <a:ext cx="9067421" cy="690647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pic>
        <p:nvPicPr>
          <p:cNvPr id="171"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21335" y="3301628"/>
            <a:ext cx="2520000" cy="3727772"/>
          </a:xfrm>
          <a:prstGeom prst="rect">
            <a:avLst/>
          </a:prstGeom>
          <a:noFill/>
          <a:ln w="9525">
            <a:solidFill>
              <a:schemeClr val="bg1">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6" name="Picture 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773943" y="3297391"/>
            <a:ext cx="2520000" cy="3467436"/>
          </a:xfrm>
          <a:prstGeom prst="rect">
            <a:avLst/>
          </a:prstGeom>
          <a:noFill/>
          <a:ln w="9525">
            <a:solidFill>
              <a:schemeClr val="bg1">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77" name="꺾인 연결선 176"/>
          <p:cNvCxnSpPr>
            <a:endCxn id="171" idx="0"/>
          </p:cNvCxnSpPr>
          <p:nvPr/>
        </p:nvCxnSpPr>
        <p:spPr>
          <a:xfrm rot="10800000" flipV="1">
            <a:off x="4081336" y="2888952"/>
            <a:ext cx="3228879" cy="412676"/>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71" idx="3"/>
            <a:endCxn id="176" idx="1"/>
          </p:cNvCxnSpPr>
          <p:nvPr/>
        </p:nvCxnSpPr>
        <p:spPr>
          <a:xfrm flipV="1">
            <a:off x="5341335" y="5031109"/>
            <a:ext cx="432608" cy="134405"/>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6" name="직사각형 5"/>
          <p:cNvSpPr/>
          <p:nvPr/>
        </p:nvSpPr>
        <p:spPr>
          <a:xfrm>
            <a:off x="2821966" y="1534497"/>
            <a:ext cx="4132684" cy="1200329"/>
          </a:xfrm>
          <a:prstGeom prst="rect">
            <a:avLst/>
          </a:prstGeom>
          <a:solidFill>
            <a:srgbClr val="FFC000"/>
          </a:solidFill>
        </p:spPr>
        <p:txBody>
          <a:bodyPr wrap="square">
            <a:spAutoFit/>
          </a:bodyPr>
          <a:lstStyle/>
          <a:p>
            <a:pPr>
              <a:lnSpc>
                <a:spcPct val="150000"/>
              </a:lnSpc>
            </a:pPr>
            <a:r>
              <a:rPr lang="ko-KR" altLang="en-US"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네이버</a:t>
            </a:r>
            <a:r>
              <a:rPr lang="ko-KR" altLang="en-US" sz="800" dirty="0">
                <a:solidFill>
                  <a:schemeClr val="tx1">
                    <a:lumMod val="75000"/>
                    <a:lumOff val="25000"/>
                  </a:schemeClr>
                </a:solidFill>
                <a:latin typeface="+mn-ea"/>
                <a:ea typeface="+mn-ea"/>
              </a:rPr>
              <a:t> 연동 로그인 </a:t>
            </a:r>
            <a:r>
              <a:rPr lang="en-US" altLang="ko-KR" sz="800" dirty="0">
                <a:solidFill>
                  <a:schemeClr val="tx1">
                    <a:lumMod val="75000"/>
                    <a:lumOff val="25000"/>
                  </a:schemeClr>
                </a:solidFill>
                <a:latin typeface="+mn-ea"/>
                <a:ea typeface="+mn-ea"/>
              </a:rPr>
              <a:t>API </a:t>
            </a:r>
            <a:r>
              <a:rPr lang="ko-KR" altLang="en-US" sz="800" dirty="0">
                <a:solidFill>
                  <a:schemeClr val="tx1">
                    <a:lumMod val="75000"/>
                    <a:lumOff val="25000"/>
                  </a:schemeClr>
                </a:solidFill>
                <a:latin typeface="+mn-ea"/>
                <a:ea typeface="+mn-ea"/>
              </a:rPr>
              <a:t>사용 </a:t>
            </a:r>
            <a:r>
              <a:rPr lang="en-US" altLang="ko-KR" sz="800" dirty="0">
                <a:solidFill>
                  <a:schemeClr val="tx1">
                    <a:lumMod val="75000"/>
                    <a:lumOff val="25000"/>
                  </a:schemeClr>
                </a:solidFill>
                <a:latin typeface="+mn-ea"/>
                <a:ea typeface="+mn-ea"/>
              </a:rPr>
              <a:t>( </a:t>
            </a:r>
            <a:r>
              <a:rPr lang="en-US" altLang="ko-KR" sz="800" dirty="0" err="1">
                <a:solidFill>
                  <a:schemeClr val="tx1">
                    <a:lumMod val="75000"/>
                    <a:lumOff val="25000"/>
                  </a:schemeClr>
                </a:solidFill>
                <a:latin typeface="+mn-ea"/>
                <a:ea typeface="+mn-ea"/>
              </a:rPr>
              <a:t>Naver</a:t>
            </a:r>
            <a:r>
              <a:rPr lang="en-US" altLang="ko-KR" sz="800" dirty="0">
                <a:solidFill>
                  <a:schemeClr val="tx1">
                    <a:lumMod val="75000"/>
                    <a:lumOff val="25000"/>
                  </a:schemeClr>
                </a:solidFill>
                <a:latin typeface="+mn-ea"/>
                <a:ea typeface="+mn-ea"/>
              </a:rPr>
              <a:t> Login </a:t>
            </a:r>
            <a:r>
              <a:rPr lang="en-US" altLang="ko-KR" sz="800" dirty="0" err="1">
                <a:solidFill>
                  <a:schemeClr val="tx1">
                    <a:lumMod val="75000"/>
                    <a:lumOff val="25000"/>
                  </a:schemeClr>
                </a:solidFill>
                <a:latin typeface="+mn-ea"/>
                <a:ea typeface="+mn-ea"/>
              </a:rPr>
              <a:t>OpenAPI</a:t>
            </a:r>
            <a:r>
              <a:rPr lang="en-US" altLang="ko-KR" sz="800" dirty="0">
                <a:solidFill>
                  <a:schemeClr val="tx1">
                    <a:lumMod val="75000"/>
                    <a:lumOff val="25000"/>
                  </a:schemeClr>
                </a:solidFill>
                <a:latin typeface="+mn-ea"/>
                <a:ea typeface="+mn-ea"/>
              </a:rPr>
              <a:t> )</a:t>
            </a:r>
          </a:p>
          <a:p>
            <a:pPr>
              <a:lnSpc>
                <a:spcPct val="150000"/>
              </a:lnSpc>
            </a:pPr>
            <a:r>
              <a:rPr lang="en-US" altLang="ko-KR" sz="800" dirty="0">
                <a:solidFill>
                  <a:schemeClr val="tx1">
                    <a:lumMod val="75000"/>
                    <a:lumOff val="25000"/>
                  </a:schemeClr>
                </a:solidFill>
                <a:latin typeface="+mn-ea"/>
                <a:ea typeface="+mn-ea"/>
              </a:rPr>
              <a:t>1. </a:t>
            </a:r>
            <a:r>
              <a:rPr lang="ko-KR" altLang="en-US" sz="800" dirty="0">
                <a:solidFill>
                  <a:schemeClr val="tx1">
                    <a:lumMod val="75000"/>
                    <a:lumOff val="25000"/>
                  </a:schemeClr>
                </a:solidFill>
                <a:latin typeface="+mn-ea"/>
                <a:ea typeface="+mn-ea"/>
              </a:rPr>
              <a:t>사용자가 로그인 버튼 클릭</a:t>
            </a:r>
          </a:p>
          <a:p>
            <a:pPr>
              <a:lnSpc>
                <a:spcPct val="150000"/>
              </a:lnSpc>
            </a:pPr>
            <a:r>
              <a:rPr lang="en-US" altLang="ko-KR" sz="800" dirty="0">
                <a:solidFill>
                  <a:schemeClr val="tx1">
                    <a:lumMod val="75000"/>
                    <a:lumOff val="25000"/>
                  </a:schemeClr>
                </a:solidFill>
                <a:latin typeface="+mn-ea"/>
                <a:ea typeface="+mn-ea"/>
              </a:rPr>
              <a:t>2. </a:t>
            </a:r>
            <a:r>
              <a:rPr lang="ko-KR" altLang="en-US" sz="800" dirty="0" err="1">
                <a:solidFill>
                  <a:schemeClr val="tx1">
                    <a:lumMod val="75000"/>
                    <a:lumOff val="25000"/>
                  </a:schemeClr>
                </a:solidFill>
                <a:latin typeface="+mn-ea"/>
                <a:ea typeface="+mn-ea"/>
              </a:rPr>
              <a:t>네이버</a:t>
            </a:r>
            <a:r>
              <a:rPr lang="ko-KR" altLang="en-US" sz="800" dirty="0">
                <a:solidFill>
                  <a:schemeClr val="tx1">
                    <a:lumMod val="75000"/>
                    <a:lumOff val="25000"/>
                  </a:schemeClr>
                </a:solidFill>
                <a:latin typeface="+mn-ea"/>
                <a:ea typeface="+mn-ea"/>
              </a:rPr>
              <a:t> 로그인 페이지로 이동</a:t>
            </a:r>
          </a:p>
          <a:p>
            <a:pPr>
              <a:lnSpc>
                <a:spcPct val="150000"/>
              </a:lnSpc>
            </a:pPr>
            <a:r>
              <a:rPr lang="en-US" altLang="ko-KR" sz="800" dirty="0">
                <a:solidFill>
                  <a:schemeClr val="tx1">
                    <a:lumMod val="75000"/>
                    <a:lumOff val="25000"/>
                  </a:schemeClr>
                </a:solidFill>
                <a:latin typeface="+mn-ea"/>
                <a:ea typeface="+mn-ea"/>
              </a:rPr>
              <a:t>3. </a:t>
            </a:r>
            <a:r>
              <a:rPr lang="ko-KR" altLang="en-US" sz="800" dirty="0">
                <a:solidFill>
                  <a:schemeClr val="tx1">
                    <a:lumMod val="75000"/>
                    <a:lumOff val="25000"/>
                  </a:schemeClr>
                </a:solidFill>
                <a:latin typeface="+mn-ea"/>
                <a:ea typeface="+mn-ea"/>
              </a:rPr>
              <a:t>사용자 인증 후 </a:t>
            </a:r>
            <a:r>
              <a:rPr lang="en-US" altLang="ko-KR" sz="800" dirty="0">
                <a:solidFill>
                  <a:schemeClr val="tx1">
                    <a:lumMod val="75000"/>
                    <a:lumOff val="25000"/>
                  </a:schemeClr>
                </a:solidFill>
                <a:latin typeface="+mn-ea"/>
                <a:ea typeface="+mn-ea"/>
              </a:rPr>
              <a:t>code + state </a:t>
            </a:r>
            <a:r>
              <a:rPr lang="ko-KR" altLang="en-US" sz="800" dirty="0">
                <a:solidFill>
                  <a:schemeClr val="tx1">
                    <a:lumMod val="75000"/>
                    <a:lumOff val="25000"/>
                  </a:schemeClr>
                </a:solidFill>
                <a:latin typeface="+mn-ea"/>
                <a:ea typeface="+mn-ea"/>
              </a:rPr>
              <a:t>와 함께 </a:t>
            </a:r>
            <a:r>
              <a:rPr lang="en-US" altLang="ko-KR" sz="800" dirty="0">
                <a:solidFill>
                  <a:schemeClr val="tx1">
                    <a:lumMod val="75000"/>
                    <a:lumOff val="25000"/>
                  </a:schemeClr>
                </a:solidFill>
                <a:latin typeface="+mn-ea"/>
                <a:ea typeface="+mn-ea"/>
              </a:rPr>
              <a:t>callback URL</a:t>
            </a:r>
            <a:r>
              <a:rPr lang="ko-KR" altLang="en-US" sz="800" dirty="0">
                <a:solidFill>
                  <a:schemeClr val="tx1">
                    <a:lumMod val="75000"/>
                    <a:lumOff val="25000"/>
                  </a:schemeClr>
                </a:solidFill>
                <a:latin typeface="+mn-ea"/>
                <a:ea typeface="+mn-ea"/>
              </a:rPr>
              <a:t>로 </a:t>
            </a:r>
            <a:r>
              <a:rPr lang="ko-KR" altLang="en-US" sz="800" dirty="0" err="1">
                <a:solidFill>
                  <a:schemeClr val="tx1">
                    <a:lumMod val="75000"/>
                    <a:lumOff val="25000"/>
                  </a:schemeClr>
                </a:solidFill>
                <a:latin typeface="+mn-ea"/>
                <a:ea typeface="+mn-ea"/>
              </a:rPr>
              <a:t>리다이렉트</a:t>
            </a:r>
            <a:endParaRPr lang="ko-KR" altLang="en-US"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4. </a:t>
            </a:r>
            <a:r>
              <a:rPr lang="ko-KR" altLang="en-US" sz="800" dirty="0">
                <a:solidFill>
                  <a:schemeClr val="tx1">
                    <a:lumMod val="75000"/>
                    <a:lumOff val="25000"/>
                  </a:schemeClr>
                </a:solidFill>
                <a:latin typeface="+mn-ea"/>
                <a:ea typeface="+mn-ea"/>
              </a:rPr>
              <a:t>서버에서 </a:t>
            </a:r>
            <a:r>
              <a:rPr lang="en-US" altLang="ko-KR" sz="800" dirty="0">
                <a:solidFill>
                  <a:schemeClr val="tx1">
                    <a:lumMod val="75000"/>
                    <a:lumOff val="25000"/>
                  </a:schemeClr>
                </a:solidFill>
                <a:latin typeface="+mn-ea"/>
                <a:ea typeface="+mn-ea"/>
              </a:rPr>
              <a:t>code</a:t>
            </a:r>
            <a:r>
              <a:rPr lang="ko-KR" altLang="en-US" sz="800" dirty="0">
                <a:solidFill>
                  <a:schemeClr val="tx1">
                    <a:lumMod val="75000"/>
                    <a:lumOff val="25000"/>
                  </a:schemeClr>
                </a:solidFill>
                <a:latin typeface="+mn-ea"/>
                <a:ea typeface="+mn-ea"/>
              </a:rPr>
              <a:t>로 토큰 요청</a:t>
            </a:r>
          </a:p>
          <a:p>
            <a:pPr>
              <a:lnSpc>
                <a:spcPct val="150000"/>
              </a:lnSpc>
            </a:pPr>
            <a:r>
              <a:rPr lang="en-US" altLang="ko-KR" sz="800" dirty="0">
                <a:solidFill>
                  <a:schemeClr val="tx1">
                    <a:lumMod val="75000"/>
                    <a:lumOff val="25000"/>
                  </a:schemeClr>
                </a:solidFill>
                <a:latin typeface="+mn-ea"/>
                <a:ea typeface="+mn-ea"/>
              </a:rPr>
              <a:t>5. </a:t>
            </a:r>
            <a:r>
              <a:rPr lang="ko-KR" altLang="en-US" sz="800" dirty="0">
                <a:solidFill>
                  <a:schemeClr val="tx1">
                    <a:lumMod val="75000"/>
                    <a:lumOff val="25000"/>
                  </a:schemeClr>
                </a:solidFill>
                <a:latin typeface="+mn-ea"/>
                <a:ea typeface="+mn-ea"/>
              </a:rPr>
              <a:t>토큰으로 사용자 정보 요청</a:t>
            </a:r>
          </a:p>
        </p:txBody>
      </p:sp>
    </p:spTree>
    <p:extLst>
      <p:ext uri="{BB962C8B-B14F-4D97-AF65-F5344CB8AC3E}">
        <p14:creationId xmlns:p14="http://schemas.microsoft.com/office/powerpoint/2010/main" val="1436833214"/>
      </p:ext>
    </p:extLst>
  </p:cSld>
  <p:clrMapOvr>
    <a:masterClrMapping/>
  </p:clrMapOvr>
  <p:transition>
    <p:wipe dir="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메시지함</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385275503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281477" y="201513"/>
            <a:ext cx="3015340" cy="246221"/>
          </a:xfrm>
          <a:prstGeom prst="rect">
            <a:avLst/>
          </a:prstGeom>
          <a:noFill/>
        </p:spPr>
        <p:txBody>
          <a:bodyPr wrap="square" rtlCol="0">
            <a:spAutoFit/>
          </a:bodyPr>
          <a:lstStyle/>
          <a:p>
            <a:r>
              <a:rPr lang="en-US" altLang="ko-KR" sz="1000" b="1" dirty="0">
                <a:latin typeface="+mn-ea"/>
                <a:ea typeface="+mn-ea"/>
              </a:rPr>
              <a:t>1. </a:t>
            </a:r>
            <a:r>
              <a:rPr lang="ko-KR" altLang="en-US" sz="1000" b="1" dirty="0" smtClean="0">
                <a:latin typeface="+mn-ea"/>
                <a:ea typeface="+mn-ea"/>
              </a:rPr>
              <a:t>자동 알림 정리</a:t>
            </a:r>
            <a:r>
              <a:rPr lang="en-US" altLang="ko-KR" sz="1000" b="1" dirty="0" smtClean="0">
                <a:latin typeface="+mn-ea"/>
                <a:ea typeface="+mn-ea"/>
              </a:rPr>
              <a:t>(1/4) : </a:t>
            </a:r>
            <a:r>
              <a:rPr lang="ko-KR" altLang="en-US" sz="1000" b="1" dirty="0" smtClean="0">
                <a:latin typeface="+mn-ea"/>
                <a:ea typeface="+mn-ea"/>
              </a:rPr>
              <a:t>기본 발송 </a:t>
            </a:r>
            <a:r>
              <a:rPr lang="en-US" altLang="ko-KR" sz="1000" b="1" dirty="0" smtClean="0">
                <a:latin typeface="+mn-ea"/>
                <a:ea typeface="+mn-ea"/>
              </a:rPr>
              <a:t>PUSH</a:t>
            </a:r>
            <a:endParaRPr lang="ko-KR" altLang="en-US" sz="800" dirty="0">
              <a:latin typeface="+mn-ea"/>
              <a:ea typeface="+mn-ea"/>
            </a:endParaRPr>
          </a:p>
        </p:txBody>
      </p:sp>
      <p:graphicFrame>
        <p:nvGraphicFramePr>
          <p:cNvPr id="48" name="표 47"/>
          <p:cNvGraphicFramePr>
            <a:graphicFrameLocks noGrp="1"/>
          </p:cNvGraphicFramePr>
          <p:nvPr>
            <p:extLst>
              <p:ext uri="{D42A27DB-BD31-4B8C-83A1-F6EECF244321}">
                <p14:modId xmlns:p14="http://schemas.microsoft.com/office/powerpoint/2010/main" val="3022527839"/>
              </p:ext>
            </p:extLst>
          </p:nvPr>
        </p:nvGraphicFramePr>
        <p:xfrm>
          <a:off x="387920" y="620689"/>
          <a:ext cx="9173592" cy="5773920"/>
        </p:xfrm>
        <a:graphic>
          <a:graphicData uri="http://schemas.openxmlformats.org/drawingml/2006/table">
            <a:tbl>
              <a:tblPr firstRow="1" bandRow="1">
                <a:tableStyleId>{5C22544A-7EE6-4342-B048-85BDC9FD1C3A}</a:tableStyleId>
              </a:tblPr>
              <a:tblGrid>
                <a:gridCol w="2260824"/>
                <a:gridCol w="3024336"/>
                <a:gridCol w="2088232"/>
                <a:gridCol w="1800200"/>
              </a:tblGrid>
              <a:tr h="251040">
                <a:tc>
                  <a:txBody>
                    <a:bodyPr/>
                    <a:lstStyle/>
                    <a:p>
                      <a:pPr algn="l" latinLnBrk="1"/>
                      <a:r>
                        <a:rPr lang="ko-KR" altLang="en-US" sz="800" dirty="0" smtClean="0">
                          <a:solidFill>
                            <a:schemeClr val="tx1">
                              <a:lumMod val="75000"/>
                              <a:lumOff val="25000"/>
                            </a:schemeClr>
                          </a:solidFill>
                          <a:latin typeface="+mn-ea"/>
                          <a:ea typeface="+mn-ea"/>
                        </a:rPr>
                        <a:t>자동 알림 목록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문구 </a:t>
                      </a:r>
                      <a:r>
                        <a:rPr lang="en-US" altLang="ko-KR" sz="800" dirty="0" smtClean="0">
                          <a:solidFill>
                            <a:srgbClr val="FF0000"/>
                          </a:solidFill>
                          <a:latin typeface="+mn-ea"/>
                          <a:ea typeface="+mn-ea"/>
                        </a:rPr>
                        <a:t>(</a:t>
                      </a:r>
                      <a:r>
                        <a:rPr lang="en-US" altLang="ko-KR" sz="800" baseline="0" dirty="0" smtClean="0">
                          <a:solidFill>
                            <a:srgbClr val="FF0000"/>
                          </a:solidFill>
                          <a:latin typeface="+mn-ea"/>
                          <a:ea typeface="+mn-ea"/>
                        </a:rPr>
                        <a:t> </a:t>
                      </a:r>
                      <a:r>
                        <a:rPr lang="ko-KR" altLang="en-US" sz="800" baseline="0" dirty="0" smtClean="0">
                          <a:solidFill>
                            <a:srgbClr val="FF0000"/>
                          </a:solidFill>
                          <a:latin typeface="+mn-ea"/>
                          <a:ea typeface="+mn-ea"/>
                        </a:rPr>
                        <a:t>확인 요청 </a:t>
                      </a:r>
                      <a:r>
                        <a:rPr lang="en-US" altLang="ko-KR" sz="800" baseline="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발신 조건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대상</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주차 시작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주차 시작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rgbClr val="0070C0"/>
                          </a:solidFill>
                          <a:latin typeface="+mn-ea"/>
                          <a:ea typeface="+mn-ea"/>
                        </a:rPr>
                        <a:t>각 주차 시작일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주차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en-US" altLang="ko-KR" sz="800" dirty="0" smtClean="0">
                          <a:solidFill>
                            <a:srgbClr val="FF0000"/>
                          </a:solidFill>
                          <a:latin typeface="+mn-ea"/>
                          <a:ea typeface="+mn-ea"/>
                        </a:rPr>
                        <a:t>3</a:t>
                      </a:r>
                      <a:r>
                        <a:rPr lang="ko-KR" altLang="en-US" sz="800" dirty="0" smtClean="0">
                          <a:solidFill>
                            <a:srgbClr val="FF0000"/>
                          </a:solidFill>
                          <a:latin typeface="+mn-ea"/>
                          <a:ea typeface="+mn-ea"/>
                        </a:rPr>
                        <a:t>주차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rgbClr val="0070C0"/>
                          </a:solidFill>
                          <a:latin typeface="+mn-ea"/>
                          <a:ea typeface="+mn-ea"/>
                        </a:rPr>
                        <a:t>각 주차 마감일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강의 출석</a:t>
                      </a:r>
                      <a:r>
                        <a:rPr lang="ko-KR" altLang="en-US" sz="800" baseline="0" dirty="0" smtClean="0">
                          <a:solidFill>
                            <a:schemeClr val="tx1">
                              <a:lumMod val="75000"/>
                              <a:lumOff val="25000"/>
                            </a:schemeClr>
                          </a:solidFill>
                          <a:latin typeface="+mn-ea"/>
                          <a:ea typeface="+mn-ea"/>
                        </a:rPr>
                        <a:t> 마감 </a:t>
                      </a:r>
                      <a:r>
                        <a:rPr lang="en-US" altLang="ko-KR" sz="800" baseline="0" dirty="0" smtClean="0">
                          <a:solidFill>
                            <a:schemeClr val="tx1">
                              <a:lumMod val="75000"/>
                              <a:lumOff val="25000"/>
                            </a:schemeClr>
                          </a:solidFill>
                          <a:latin typeface="+mn-ea"/>
                          <a:ea typeface="+mn-ea"/>
                        </a:rPr>
                        <a:t>1</a:t>
                      </a:r>
                      <a:r>
                        <a:rPr lang="ko-KR" altLang="en-US" sz="800" baseline="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5</a:t>
                      </a:r>
                      <a:r>
                        <a:rPr lang="ko-KR" altLang="en-US" sz="800" dirty="0" smtClean="0">
                          <a:solidFill>
                            <a:srgbClr val="FF0000"/>
                          </a:solidFill>
                          <a:latin typeface="+mn-ea"/>
                          <a:ea typeface="+mn-ea"/>
                        </a:rPr>
                        <a:t>주차 </a:t>
                      </a: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강의 출석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현재 주차 강의 출석 마감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강의 지각출석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5</a:t>
                      </a:r>
                      <a:r>
                        <a:rPr lang="ko-KR" altLang="en-US" sz="800" dirty="0" smtClean="0">
                          <a:solidFill>
                            <a:srgbClr val="FF0000"/>
                          </a:solidFill>
                          <a:latin typeface="+mn-ea"/>
                          <a:ea typeface="+mn-ea"/>
                        </a:rPr>
                        <a:t>주차 </a:t>
                      </a: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강의 지각 출석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현재 주차 강의 지각 출석 마감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과목공지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공지사항이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공지사항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과목공지 읽지 않은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경과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읽지 않은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경과된  공지사항이 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공지사항 읽지 않은 수강생 </a:t>
                      </a:r>
                      <a:r>
                        <a:rPr lang="en-US" altLang="ko-KR" sz="800" dirty="0" smtClean="0">
                          <a:solidFill>
                            <a:srgbClr val="0070C0"/>
                          </a:solidFill>
                          <a:latin typeface="+mn-ea"/>
                          <a:ea typeface="+mn-ea"/>
                        </a:rPr>
                        <a:t>&amp;</a:t>
                      </a:r>
                      <a:r>
                        <a:rPr lang="ko-KR" altLang="en-US" sz="800" dirty="0" smtClean="0">
                          <a:solidFill>
                            <a:srgbClr val="0070C0"/>
                          </a:solidFill>
                          <a:latin typeface="+mn-ea"/>
                          <a:ea typeface="+mn-ea"/>
                        </a:rPr>
                        <a:t>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전체공지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전체공지</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공지사항이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과목공지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전체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전체공지 읽지 않은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경과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전체공지</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읽지 않은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경과된  공지사항이 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과목공지 읽지 않은 수강생 </a:t>
                      </a:r>
                      <a:r>
                        <a:rPr lang="en-US" altLang="ko-KR" sz="800" dirty="0" smtClean="0">
                          <a:solidFill>
                            <a:srgbClr val="0070C0"/>
                          </a:solidFill>
                          <a:latin typeface="+mn-ea"/>
                          <a:ea typeface="+mn-ea"/>
                        </a:rPr>
                        <a:t>&amp;</a:t>
                      </a:r>
                      <a:r>
                        <a:rPr lang="ko-KR" altLang="en-US" sz="800" dirty="0" smtClean="0">
                          <a:solidFill>
                            <a:srgbClr val="0070C0"/>
                          </a:solidFill>
                          <a:latin typeface="+mn-ea"/>
                          <a:ea typeface="+mn-ea"/>
                        </a:rPr>
                        <a:t>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latinLnBrk="1">
                        <a:lnSpc>
                          <a:spcPct val="200000"/>
                        </a:lnSpc>
                      </a:pPr>
                      <a:r>
                        <a:rPr lang="ko-KR" altLang="en-US" sz="800" dirty="0" smtClean="0">
                          <a:solidFill>
                            <a:schemeClr val="tx1">
                              <a:lumMod val="75000"/>
                              <a:lumOff val="25000"/>
                            </a:schemeClr>
                          </a:solidFill>
                          <a:latin typeface="+mn-ea"/>
                          <a:ea typeface="+mn-ea"/>
                        </a:rPr>
                        <a:t>강의</a:t>
                      </a:r>
                      <a:r>
                        <a:rPr lang="en-US" altLang="ko-KR" sz="800" dirty="0" smtClean="0">
                          <a:solidFill>
                            <a:schemeClr val="tx1">
                              <a:lumMod val="75000"/>
                              <a:lumOff val="25000"/>
                            </a:schemeClr>
                          </a:solidFill>
                          <a:latin typeface="+mn-ea"/>
                          <a:ea typeface="+mn-ea"/>
                        </a:rPr>
                        <a:t>Q&amp;A </a:t>
                      </a:r>
                      <a:r>
                        <a:rPr lang="ko-KR" altLang="en-US" sz="800" dirty="0" smtClean="0">
                          <a:solidFill>
                            <a:schemeClr val="tx1">
                              <a:lumMod val="75000"/>
                              <a:lumOff val="25000"/>
                            </a:schemeClr>
                          </a:solidFill>
                          <a:latin typeface="+mn-ea"/>
                          <a:ea typeface="+mn-ea"/>
                        </a:rPr>
                        <a:t>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강의</a:t>
                      </a:r>
                      <a:r>
                        <a:rPr lang="en-US" altLang="ko-KR" sz="800" dirty="0" smtClean="0">
                          <a:solidFill>
                            <a:srgbClr val="FF0000"/>
                          </a:solidFill>
                          <a:latin typeface="+mn-ea"/>
                          <a:ea typeface="+mn-ea"/>
                        </a:rPr>
                        <a:t>Q&amp;A</a:t>
                      </a:r>
                      <a:r>
                        <a:rPr lang="ko-KR" altLang="en-US" sz="800" dirty="0" smtClean="0">
                          <a:solidFill>
                            <a:srgbClr val="FF0000"/>
                          </a:solidFill>
                          <a:latin typeface="+mn-ea"/>
                          <a:ea typeface="+mn-ea"/>
                        </a:rPr>
                        <a:t>에 문의가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강의</a:t>
                      </a:r>
                      <a:r>
                        <a:rPr lang="en-US" altLang="ko-KR" sz="800" dirty="0" smtClean="0">
                          <a:solidFill>
                            <a:schemeClr val="tx1">
                              <a:lumMod val="75000"/>
                              <a:lumOff val="25000"/>
                            </a:schemeClr>
                          </a:solidFill>
                          <a:latin typeface="+mn-ea"/>
                          <a:ea typeface="+mn-ea"/>
                        </a:rPr>
                        <a:t>Q&amp;A</a:t>
                      </a:r>
                      <a:r>
                        <a:rPr lang="ko-KR" altLang="en-US" sz="800" dirty="0" smtClean="0">
                          <a:solidFill>
                            <a:schemeClr val="tx1">
                              <a:lumMod val="75000"/>
                              <a:lumOff val="25000"/>
                            </a:schemeClr>
                          </a:solidFill>
                          <a:latin typeface="+mn-ea"/>
                          <a:ea typeface="+mn-ea"/>
                        </a:rPr>
                        <a:t>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latinLnBrk="1">
                        <a:lnSpc>
                          <a:spcPct val="200000"/>
                        </a:lnSpc>
                      </a:pPr>
                      <a:r>
                        <a:rPr lang="ko-KR" altLang="en-US" sz="800" dirty="0" smtClean="0">
                          <a:solidFill>
                            <a:schemeClr val="tx1">
                              <a:lumMod val="75000"/>
                              <a:lumOff val="25000"/>
                            </a:schemeClr>
                          </a:solidFill>
                          <a:latin typeface="+mn-ea"/>
                          <a:ea typeface="+mn-ea"/>
                        </a:rPr>
                        <a:t>강의</a:t>
                      </a:r>
                      <a:r>
                        <a:rPr lang="en-US" altLang="ko-KR" sz="800" dirty="0" smtClean="0">
                          <a:solidFill>
                            <a:schemeClr val="tx1">
                              <a:lumMod val="75000"/>
                              <a:lumOff val="25000"/>
                            </a:schemeClr>
                          </a:solidFill>
                          <a:latin typeface="+mn-ea"/>
                          <a:ea typeface="+mn-ea"/>
                        </a:rPr>
                        <a:t>Q&amp;A </a:t>
                      </a:r>
                      <a:r>
                        <a:rPr lang="ko-KR" altLang="en-US" sz="800" dirty="0" smtClean="0">
                          <a:solidFill>
                            <a:schemeClr val="tx1">
                              <a:lumMod val="75000"/>
                              <a:lumOff val="25000"/>
                            </a:schemeClr>
                          </a:solidFill>
                          <a:latin typeface="+mn-ea"/>
                          <a:ea typeface="+mn-ea"/>
                        </a:rPr>
                        <a:t>답변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지연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강의</a:t>
                      </a:r>
                      <a:r>
                        <a:rPr lang="en-US" altLang="ko-KR" sz="800" dirty="0" smtClean="0">
                          <a:solidFill>
                            <a:srgbClr val="FF0000"/>
                          </a:solidFill>
                          <a:latin typeface="+mn-ea"/>
                          <a:ea typeface="+mn-ea"/>
                        </a:rPr>
                        <a:t>Q&amp;A </a:t>
                      </a:r>
                      <a:r>
                        <a:rPr lang="ko-KR" altLang="en-US" sz="800" dirty="0" smtClean="0">
                          <a:solidFill>
                            <a:srgbClr val="FF0000"/>
                          </a:solidFill>
                          <a:latin typeface="+mn-ea"/>
                          <a:ea typeface="+mn-ea"/>
                        </a:rPr>
                        <a:t>답변이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강의</a:t>
                      </a:r>
                      <a:r>
                        <a:rPr lang="en-US" altLang="ko-KR" sz="800" dirty="0" smtClean="0">
                          <a:solidFill>
                            <a:srgbClr val="0070C0"/>
                          </a:solidFill>
                          <a:latin typeface="+mn-ea"/>
                          <a:ea typeface="+mn-ea"/>
                        </a:rPr>
                        <a:t>Q&amp;A </a:t>
                      </a:r>
                      <a:r>
                        <a:rPr lang="ko-KR" altLang="en-US" sz="800" dirty="0" smtClean="0">
                          <a:solidFill>
                            <a:srgbClr val="0070C0"/>
                          </a:solidFill>
                          <a:latin typeface="+mn-ea"/>
                          <a:ea typeface="+mn-ea"/>
                        </a:rPr>
                        <a:t>등록일 기준 답변없이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강의</a:t>
                      </a:r>
                      <a:r>
                        <a:rPr lang="en-US" altLang="ko-KR" sz="800" dirty="0" smtClean="0">
                          <a:solidFill>
                            <a:schemeClr val="tx1">
                              <a:lumMod val="75000"/>
                              <a:lumOff val="25000"/>
                            </a:schemeClr>
                          </a:solidFill>
                          <a:latin typeface="+mn-ea"/>
                          <a:ea typeface="+mn-ea"/>
                        </a:rPr>
                        <a:t>Q&amp;A </a:t>
                      </a:r>
                      <a:r>
                        <a:rPr lang="ko-KR" altLang="en-US" sz="800" dirty="0" smtClean="0">
                          <a:solidFill>
                            <a:schemeClr val="tx1">
                              <a:lumMod val="75000"/>
                              <a:lumOff val="25000"/>
                            </a:schemeClr>
                          </a:solidFill>
                          <a:latin typeface="+mn-ea"/>
                          <a:ea typeface="+mn-ea"/>
                        </a:rPr>
                        <a:t>답변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강의</a:t>
                      </a:r>
                      <a:r>
                        <a:rPr lang="en-US" altLang="ko-KR" sz="800" dirty="0" smtClean="0">
                          <a:solidFill>
                            <a:srgbClr val="FF0000"/>
                          </a:solidFill>
                          <a:latin typeface="+mn-ea"/>
                          <a:ea typeface="+mn-ea"/>
                        </a:rPr>
                        <a:t>Q&amp;A</a:t>
                      </a:r>
                      <a:r>
                        <a:rPr lang="ko-KR" altLang="en-US" sz="800" dirty="0" smtClean="0">
                          <a:solidFill>
                            <a:srgbClr val="FF0000"/>
                          </a:solidFill>
                          <a:latin typeface="+mn-ea"/>
                          <a:ea typeface="+mn-ea"/>
                        </a:rPr>
                        <a:t>에 답변이 등록되었습니다</a:t>
                      </a:r>
                      <a:r>
                        <a:rPr lang="en-US" altLang="ko-KR" sz="800" dirty="0" smtClean="0">
                          <a:solidFill>
                            <a:srgbClr val="FF0000"/>
                          </a:solidFill>
                          <a:latin typeface="+mn-ea"/>
                          <a:ea typeface="+mn-ea"/>
                        </a:rPr>
                        <a:t>. </a:t>
                      </a:r>
                      <a:endParaRPr lang="ko-KR" altLang="en-US" sz="800" dirty="0" smtClean="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강의</a:t>
                      </a:r>
                      <a:r>
                        <a:rPr lang="en-US" altLang="ko-KR" sz="800" dirty="0" smtClean="0">
                          <a:solidFill>
                            <a:schemeClr val="tx1">
                              <a:lumMod val="75000"/>
                              <a:lumOff val="25000"/>
                            </a:schemeClr>
                          </a:solidFill>
                          <a:latin typeface="+mn-ea"/>
                          <a:ea typeface="+mn-ea"/>
                        </a:rPr>
                        <a:t>Q&amp;A</a:t>
                      </a:r>
                      <a:r>
                        <a:rPr lang="ko-KR" altLang="en-US" sz="800" dirty="0" smtClean="0">
                          <a:solidFill>
                            <a:schemeClr val="tx1">
                              <a:lumMod val="75000"/>
                              <a:lumOff val="25000"/>
                            </a:schemeClr>
                          </a:solidFill>
                          <a:latin typeface="+mn-ea"/>
                          <a:ea typeface="+mn-ea"/>
                        </a:rPr>
                        <a:t> 답변 등록 시점</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강의</a:t>
                      </a:r>
                      <a:r>
                        <a:rPr lang="en-US" altLang="ko-KR" sz="800" dirty="0" smtClean="0">
                          <a:solidFill>
                            <a:schemeClr val="tx1">
                              <a:lumMod val="75000"/>
                              <a:lumOff val="25000"/>
                            </a:schemeClr>
                          </a:solidFill>
                          <a:latin typeface="+mn-ea"/>
                          <a:ea typeface="+mn-ea"/>
                        </a:rPr>
                        <a:t>Q&amp;A </a:t>
                      </a:r>
                      <a:r>
                        <a:rPr lang="ko-KR" altLang="en-US" sz="800" dirty="0" smtClean="0">
                          <a:solidFill>
                            <a:schemeClr val="tx1">
                              <a:lumMod val="75000"/>
                              <a:lumOff val="25000"/>
                            </a:schemeClr>
                          </a:solidFill>
                          <a:latin typeface="+mn-ea"/>
                          <a:ea typeface="+mn-ea"/>
                        </a:rPr>
                        <a:t>답변 등록 읽지 않은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경과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강의</a:t>
                      </a:r>
                      <a:r>
                        <a:rPr lang="en-US" altLang="ko-KR" sz="800" dirty="0" smtClean="0">
                          <a:solidFill>
                            <a:srgbClr val="FF0000"/>
                          </a:solidFill>
                          <a:latin typeface="+mn-ea"/>
                          <a:ea typeface="+mn-ea"/>
                        </a:rPr>
                        <a:t>Q&amp;A</a:t>
                      </a:r>
                      <a:r>
                        <a:rPr lang="ko-KR" altLang="en-US" sz="800" dirty="0" smtClean="0">
                          <a:solidFill>
                            <a:srgbClr val="FF0000"/>
                          </a:solidFill>
                          <a:latin typeface="+mn-ea"/>
                          <a:ea typeface="+mn-ea"/>
                        </a:rPr>
                        <a:t>에 읽지 않은 답변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경과되었습니다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강의</a:t>
                      </a:r>
                      <a:r>
                        <a:rPr lang="en-US" altLang="ko-KR" sz="800" dirty="0" smtClean="0">
                          <a:solidFill>
                            <a:srgbClr val="0070C0"/>
                          </a:solidFill>
                          <a:latin typeface="+mn-ea"/>
                          <a:ea typeface="+mn-ea"/>
                        </a:rPr>
                        <a:t>Q&amp;A</a:t>
                      </a:r>
                      <a:r>
                        <a:rPr lang="ko-KR" altLang="en-US" sz="800" dirty="0" smtClean="0">
                          <a:solidFill>
                            <a:srgbClr val="0070C0"/>
                          </a:solidFill>
                          <a:latin typeface="+mn-ea"/>
                          <a:ea typeface="+mn-ea"/>
                        </a:rPr>
                        <a:t> 답변 등록일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latinLnBrk="1">
                        <a:lnSpc>
                          <a:spcPct val="200000"/>
                        </a:lnSpc>
                      </a:pPr>
                      <a:r>
                        <a:rPr lang="en-US" altLang="ko-KR" sz="800" dirty="0" smtClean="0">
                          <a:solidFill>
                            <a:schemeClr val="tx1">
                              <a:lumMod val="75000"/>
                              <a:lumOff val="25000"/>
                            </a:schemeClr>
                          </a:solidFill>
                          <a:latin typeface="+mn-ea"/>
                          <a:ea typeface="+mn-ea"/>
                        </a:rPr>
                        <a:t>1:1</a:t>
                      </a:r>
                      <a:r>
                        <a:rPr lang="ko-KR" altLang="en-US" sz="800" dirty="0" smtClean="0">
                          <a:solidFill>
                            <a:schemeClr val="tx1">
                              <a:lumMod val="75000"/>
                              <a:lumOff val="25000"/>
                            </a:schemeClr>
                          </a:solidFill>
                          <a:latin typeface="+mn-ea"/>
                          <a:ea typeface="+mn-ea"/>
                        </a:rPr>
                        <a:t>상담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1:1</a:t>
                      </a:r>
                      <a:r>
                        <a:rPr lang="ko-KR" altLang="en-US" sz="800" dirty="0" smtClean="0">
                          <a:solidFill>
                            <a:srgbClr val="FF0000"/>
                          </a:solidFill>
                          <a:latin typeface="+mn-ea"/>
                          <a:ea typeface="+mn-ea"/>
                        </a:rPr>
                        <a:t>상담에 문의가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chemeClr val="tx1">
                              <a:lumMod val="75000"/>
                              <a:lumOff val="25000"/>
                            </a:schemeClr>
                          </a:solidFill>
                          <a:latin typeface="+mn-ea"/>
                          <a:ea typeface="+mn-ea"/>
                        </a:rPr>
                        <a:t>1:1</a:t>
                      </a:r>
                      <a:r>
                        <a:rPr lang="ko-KR" altLang="en-US" sz="800" dirty="0" smtClean="0">
                          <a:solidFill>
                            <a:schemeClr val="tx1">
                              <a:lumMod val="75000"/>
                              <a:lumOff val="25000"/>
                            </a:schemeClr>
                          </a:solidFill>
                          <a:latin typeface="+mn-ea"/>
                          <a:ea typeface="+mn-ea"/>
                        </a:rPr>
                        <a:t>상담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latinLnBrk="1">
                        <a:lnSpc>
                          <a:spcPct val="200000"/>
                        </a:lnSpc>
                      </a:pPr>
                      <a:r>
                        <a:rPr lang="en-US" altLang="ko-KR" sz="800" dirty="0" smtClean="0">
                          <a:solidFill>
                            <a:schemeClr val="tx1">
                              <a:lumMod val="75000"/>
                              <a:lumOff val="25000"/>
                            </a:schemeClr>
                          </a:solidFill>
                          <a:latin typeface="+mn-ea"/>
                          <a:ea typeface="+mn-ea"/>
                        </a:rPr>
                        <a:t>1:1</a:t>
                      </a:r>
                      <a:r>
                        <a:rPr lang="ko-KR" altLang="en-US" sz="800" dirty="0" smtClean="0">
                          <a:solidFill>
                            <a:schemeClr val="tx1">
                              <a:lumMod val="75000"/>
                              <a:lumOff val="25000"/>
                            </a:schemeClr>
                          </a:solidFill>
                          <a:latin typeface="+mn-ea"/>
                          <a:ea typeface="+mn-ea"/>
                        </a:rPr>
                        <a:t>상담 답변 지연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1:1</a:t>
                      </a:r>
                      <a:r>
                        <a:rPr lang="ko-KR" altLang="en-US" sz="800" dirty="0" smtClean="0">
                          <a:solidFill>
                            <a:srgbClr val="FF0000"/>
                          </a:solidFill>
                          <a:latin typeface="+mn-ea"/>
                          <a:ea typeface="+mn-ea"/>
                        </a:rPr>
                        <a:t>상담</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답변이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0070C0"/>
                          </a:solidFill>
                          <a:latin typeface="+mn-ea"/>
                          <a:ea typeface="+mn-ea"/>
                        </a:rPr>
                        <a:t>1:1</a:t>
                      </a:r>
                      <a:r>
                        <a:rPr lang="ko-KR" altLang="en-US" sz="800" dirty="0" smtClean="0">
                          <a:solidFill>
                            <a:srgbClr val="0070C0"/>
                          </a:solidFill>
                          <a:latin typeface="+mn-ea"/>
                          <a:ea typeface="+mn-ea"/>
                        </a:rPr>
                        <a:t>상담</a:t>
                      </a:r>
                      <a:r>
                        <a:rPr lang="en-US" altLang="ko-KR" sz="800" dirty="0" smtClean="0">
                          <a:solidFill>
                            <a:srgbClr val="0070C0"/>
                          </a:solidFill>
                          <a:latin typeface="+mn-ea"/>
                          <a:ea typeface="+mn-ea"/>
                        </a:rPr>
                        <a:t> </a:t>
                      </a:r>
                      <a:r>
                        <a:rPr lang="ko-KR" altLang="en-US" sz="800" dirty="0" smtClean="0">
                          <a:solidFill>
                            <a:srgbClr val="0070C0"/>
                          </a:solidFill>
                          <a:latin typeface="+mn-ea"/>
                          <a:ea typeface="+mn-ea"/>
                        </a:rPr>
                        <a:t>등록일 기준 답변없이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en-US" altLang="ko-KR" sz="800" dirty="0" smtClean="0">
                          <a:solidFill>
                            <a:schemeClr val="tx1">
                              <a:lumMod val="75000"/>
                              <a:lumOff val="25000"/>
                            </a:schemeClr>
                          </a:solidFill>
                          <a:latin typeface="+mn-ea"/>
                          <a:ea typeface="+mn-ea"/>
                        </a:rPr>
                        <a:t>1:1</a:t>
                      </a:r>
                      <a:r>
                        <a:rPr lang="ko-KR" altLang="en-US" sz="800" dirty="0" smtClean="0">
                          <a:solidFill>
                            <a:schemeClr val="tx1">
                              <a:lumMod val="75000"/>
                              <a:lumOff val="25000"/>
                            </a:schemeClr>
                          </a:solidFill>
                          <a:latin typeface="+mn-ea"/>
                          <a:ea typeface="+mn-ea"/>
                        </a:rPr>
                        <a:t>상담</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1:1</a:t>
                      </a:r>
                      <a:r>
                        <a:rPr lang="ko-KR" altLang="en-US" sz="800" dirty="0" smtClean="0">
                          <a:solidFill>
                            <a:srgbClr val="FF0000"/>
                          </a:solidFill>
                          <a:latin typeface="+mn-ea"/>
                          <a:ea typeface="+mn-ea"/>
                        </a:rPr>
                        <a:t>상담에 답변이 등록되었습니다</a:t>
                      </a:r>
                      <a:r>
                        <a:rPr lang="en-US" altLang="ko-KR" sz="800" dirty="0" smtClean="0">
                          <a:solidFill>
                            <a:srgbClr val="FF0000"/>
                          </a:solidFill>
                          <a:latin typeface="+mn-ea"/>
                          <a:ea typeface="+mn-ea"/>
                        </a:rPr>
                        <a:t>. </a:t>
                      </a:r>
                      <a:endParaRPr lang="ko-KR" altLang="en-US" sz="800" dirty="0" smtClean="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1:1</a:t>
                      </a:r>
                      <a:r>
                        <a:rPr lang="ko-KR" altLang="en-US" sz="800" dirty="0" smtClean="0">
                          <a:solidFill>
                            <a:schemeClr val="tx1">
                              <a:lumMod val="75000"/>
                              <a:lumOff val="25000"/>
                            </a:schemeClr>
                          </a:solidFill>
                          <a:latin typeface="+mn-ea"/>
                          <a:ea typeface="+mn-ea"/>
                        </a:rPr>
                        <a:t>상담 답변 등록 시점</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1:1</a:t>
                      </a:r>
                      <a:r>
                        <a:rPr lang="ko-KR" altLang="en-US" sz="800" dirty="0" smtClean="0">
                          <a:solidFill>
                            <a:schemeClr val="tx1">
                              <a:lumMod val="75000"/>
                              <a:lumOff val="25000"/>
                            </a:schemeClr>
                          </a:solidFill>
                          <a:latin typeface="+mn-ea"/>
                          <a:ea typeface="+mn-ea"/>
                        </a:rPr>
                        <a:t>상담</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 등록 읽지 않은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경과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1:1</a:t>
                      </a:r>
                      <a:r>
                        <a:rPr lang="ko-KR" altLang="en-US" sz="800" dirty="0" smtClean="0">
                          <a:solidFill>
                            <a:srgbClr val="FF0000"/>
                          </a:solidFill>
                          <a:latin typeface="+mn-ea"/>
                          <a:ea typeface="+mn-ea"/>
                        </a:rPr>
                        <a:t>상담에 읽지 않은 답변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경과되었습니다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0070C0"/>
                          </a:solidFill>
                          <a:latin typeface="+mn-ea"/>
                          <a:ea typeface="+mn-ea"/>
                        </a:rPr>
                        <a:t>1:1</a:t>
                      </a:r>
                      <a:r>
                        <a:rPr lang="ko-KR" altLang="en-US" sz="800" dirty="0" smtClean="0">
                          <a:solidFill>
                            <a:srgbClr val="0070C0"/>
                          </a:solidFill>
                          <a:latin typeface="+mn-ea"/>
                          <a:ea typeface="+mn-ea"/>
                        </a:rPr>
                        <a:t>상담 답변 등록일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과제 등록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과제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과제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과제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과제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과제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과제 지각마감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 </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과제 지각마감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과제 지각마감일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과제 마감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과제 마감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과제 마감일 기준</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과제 평가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지연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과제 평가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과제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51040">
                <a:tc>
                  <a:txBody>
                    <a:bodyPr/>
                    <a:lstStyle/>
                    <a:p>
                      <a:pPr algn="l">
                        <a:lnSpc>
                          <a:spcPct val="150000"/>
                        </a:lnSpc>
                      </a:pPr>
                      <a:r>
                        <a:rPr lang="ko-KR" altLang="en-US" sz="800" dirty="0" smtClean="0">
                          <a:solidFill>
                            <a:schemeClr val="tx1">
                              <a:lumMod val="75000"/>
                              <a:lumOff val="25000"/>
                            </a:schemeClr>
                          </a:solidFill>
                          <a:latin typeface="+mn-ea"/>
                          <a:ea typeface="+mn-ea"/>
                        </a:rPr>
                        <a:t>과제 평가완료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과제 평가완료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과제 평가완료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 name="TextBox 3"/>
          <p:cNvSpPr txBox="1"/>
          <p:nvPr/>
        </p:nvSpPr>
        <p:spPr>
          <a:xfrm>
            <a:off x="6537176" y="211752"/>
            <a:ext cx="3015340" cy="230832"/>
          </a:xfrm>
          <a:prstGeom prst="rect">
            <a:avLst/>
          </a:prstGeom>
          <a:noFill/>
        </p:spPr>
        <p:txBody>
          <a:bodyPr wrap="square" rtlCol="0">
            <a:spAutoFit/>
          </a:bodyPr>
          <a:lstStyle/>
          <a:p>
            <a:pPr algn="r"/>
            <a:r>
              <a:rPr lang="ko-KR" altLang="en-US" sz="900" dirty="0" smtClean="0">
                <a:solidFill>
                  <a:srgbClr val="0070C0"/>
                </a:solidFill>
                <a:latin typeface="+mn-ea"/>
                <a:ea typeface="+mn-ea"/>
              </a:rPr>
              <a:t>오늘 기준</a:t>
            </a:r>
            <a:r>
              <a:rPr lang="en-US" altLang="ko-KR" sz="900" dirty="0" smtClean="0">
                <a:solidFill>
                  <a:srgbClr val="0070C0"/>
                </a:solidFill>
                <a:latin typeface="+mn-ea"/>
                <a:ea typeface="+mn-ea"/>
              </a:rPr>
              <a:t>, </a:t>
            </a:r>
            <a:r>
              <a:rPr lang="ko-KR" altLang="en-US" sz="900" dirty="0" smtClean="0">
                <a:solidFill>
                  <a:srgbClr val="0070C0"/>
                </a:solidFill>
                <a:latin typeface="+mn-ea"/>
                <a:ea typeface="+mn-ea"/>
              </a:rPr>
              <a:t>매일 오전 </a:t>
            </a:r>
            <a:r>
              <a:rPr lang="en-US" altLang="ko-KR" sz="900" dirty="0" smtClean="0">
                <a:solidFill>
                  <a:srgbClr val="0070C0"/>
                </a:solidFill>
                <a:latin typeface="+mn-ea"/>
                <a:ea typeface="+mn-ea"/>
              </a:rPr>
              <a:t>7</a:t>
            </a:r>
            <a:r>
              <a:rPr lang="ko-KR" altLang="en-US" sz="900" dirty="0" smtClean="0">
                <a:solidFill>
                  <a:srgbClr val="0070C0"/>
                </a:solidFill>
                <a:latin typeface="+mn-ea"/>
                <a:ea typeface="+mn-ea"/>
              </a:rPr>
              <a:t>시 스케줄링 일괄 발송</a:t>
            </a:r>
            <a:endParaRPr lang="ko-KR" altLang="en-US" sz="900" dirty="0">
              <a:solidFill>
                <a:srgbClr val="0070C0"/>
              </a:solidFill>
              <a:latin typeface="+mn-ea"/>
              <a:ea typeface="+mn-ea"/>
            </a:endParaRPr>
          </a:p>
        </p:txBody>
      </p:sp>
    </p:spTree>
    <p:extLst>
      <p:ext uri="{BB962C8B-B14F-4D97-AF65-F5344CB8AC3E}">
        <p14:creationId xmlns:p14="http://schemas.microsoft.com/office/powerpoint/2010/main" val="392799102"/>
      </p:ext>
    </p:extLst>
  </p:cSld>
  <p:clrMapOvr>
    <a:masterClrMapping/>
  </p:clrMapOvr>
  <p:transition>
    <p:wipe dir="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 name="표 47"/>
          <p:cNvGraphicFramePr>
            <a:graphicFrameLocks noGrp="1"/>
          </p:cNvGraphicFramePr>
          <p:nvPr>
            <p:extLst>
              <p:ext uri="{D42A27DB-BD31-4B8C-83A1-F6EECF244321}">
                <p14:modId xmlns:p14="http://schemas.microsoft.com/office/powerpoint/2010/main" val="4126915076"/>
              </p:ext>
            </p:extLst>
          </p:nvPr>
        </p:nvGraphicFramePr>
        <p:xfrm>
          <a:off x="387920" y="620689"/>
          <a:ext cx="9173592" cy="5652503"/>
        </p:xfrm>
        <a:graphic>
          <a:graphicData uri="http://schemas.openxmlformats.org/drawingml/2006/table">
            <a:tbl>
              <a:tblPr firstRow="1" bandRow="1">
                <a:tableStyleId>{5C22544A-7EE6-4342-B048-85BDC9FD1C3A}</a:tableStyleId>
              </a:tblPr>
              <a:tblGrid>
                <a:gridCol w="2260824"/>
                <a:gridCol w="2952328"/>
                <a:gridCol w="2088232"/>
                <a:gridCol w="1872208"/>
              </a:tblGrid>
              <a:tr h="245761">
                <a:tc>
                  <a:txBody>
                    <a:bodyPr/>
                    <a:lstStyle/>
                    <a:p>
                      <a:pPr algn="l" latinLnBrk="1"/>
                      <a:r>
                        <a:rPr lang="ko-KR" altLang="en-US" sz="800" dirty="0" smtClean="0">
                          <a:solidFill>
                            <a:schemeClr val="tx1">
                              <a:lumMod val="75000"/>
                              <a:lumOff val="25000"/>
                            </a:schemeClr>
                          </a:solidFill>
                          <a:latin typeface="+mn-ea"/>
                          <a:ea typeface="+mn-ea"/>
                        </a:rPr>
                        <a:t>자동 알림 목록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문구 </a:t>
                      </a:r>
                      <a:r>
                        <a:rPr lang="en-US" altLang="ko-KR" sz="800" dirty="0" smtClean="0">
                          <a:solidFill>
                            <a:srgbClr val="FF0000"/>
                          </a:solidFill>
                          <a:latin typeface="+mn-ea"/>
                          <a:ea typeface="+mn-ea"/>
                        </a:rPr>
                        <a:t>(</a:t>
                      </a:r>
                      <a:r>
                        <a:rPr lang="en-US" altLang="ko-KR" sz="800" baseline="0" dirty="0" smtClean="0">
                          <a:solidFill>
                            <a:srgbClr val="FF0000"/>
                          </a:solidFill>
                          <a:latin typeface="+mn-ea"/>
                          <a:ea typeface="+mn-ea"/>
                        </a:rPr>
                        <a:t> </a:t>
                      </a:r>
                      <a:r>
                        <a:rPr lang="ko-KR" altLang="en-US" sz="800" baseline="0" dirty="0" smtClean="0">
                          <a:solidFill>
                            <a:srgbClr val="FF0000"/>
                          </a:solidFill>
                          <a:latin typeface="+mn-ea"/>
                          <a:ea typeface="+mn-ea"/>
                        </a:rPr>
                        <a:t>확인 요청 </a:t>
                      </a:r>
                      <a:r>
                        <a:rPr lang="en-US" altLang="ko-KR" sz="800" baseline="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발신 조건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대상</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토론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토론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토론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토론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토론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토론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토론 마감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토론 마감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토론 마감일 기준</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latinLnBrk="1">
                        <a:lnSpc>
                          <a:spcPct val="200000"/>
                        </a:lnSpc>
                      </a:pPr>
                      <a:r>
                        <a:rPr lang="ko-KR" altLang="en-US" sz="800" dirty="0" smtClean="0">
                          <a:solidFill>
                            <a:schemeClr val="tx1">
                              <a:lumMod val="75000"/>
                              <a:lumOff val="25000"/>
                            </a:schemeClr>
                          </a:solidFill>
                          <a:latin typeface="+mn-ea"/>
                          <a:ea typeface="+mn-ea"/>
                        </a:rPr>
                        <a:t>토론 평가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지연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토론 평가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토론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latinLnBrk="1">
                        <a:lnSpc>
                          <a:spcPct val="200000"/>
                        </a:lnSpc>
                      </a:pPr>
                      <a:r>
                        <a:rPr lang="ko-KR" altLang="en-US" sz="800" dirty="0" smtClean="0">
                          <a:solidFill>
                            <a:schemeClr val="tx1">
                              <a:lumMod val="75000"/>
                              <a:lumOff val="25000"/>
                            </a:schemeClr>
                          </a:solidFill>
                          <a:latin typeface="+mn-ea"/>
                          <a:ea typeface="+mn-ea"/>
                        </a:rPr>
                        <a:t>토론 평가완료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토론 평가완료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토론 평가완료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세미나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세미나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세미나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세미나 참여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세미나 참여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세미나 시작일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세미나 마감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세미나 마감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세미나 마감 일시 기준</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세미나 출결 미처리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세미나 출결처리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세미나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세미나 평가완료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세미나 평가완료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세미나 평가완료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퀴즈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퀴즈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퀴즈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퀴즈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퀴즈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퀴즈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퀴즈 지각마감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 </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퀴즈 지각마감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퀴즈 지각마감일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마감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퀴즈 마감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퀴즈 마감일 기준</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퀴즈 평가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지연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퀴즈 평가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퀴즈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평가완료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퀴즈 평가완료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퀴즈 평가완료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설문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설문 등록되었습니다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설문 등록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설문 제출마감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설문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설문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algn="l">
                        <a:lnSpc>
                          <a:spcPct val="150000"/>
                        </a:lnSpc>
                      </a:pPr>
                      <a:r>
                        <a:rPr lang="ko-KR" altLang="en-US" sz="800" dirty="0" smtClean="0">
                          <a:solidFill>
                            <a:schemeClr val="tx1">
                              <a:lumMod val="75000"/>
                              <a:lumOff val="25000"/>
                            </a:schemeClr>
                          </a:solidFill>
                          <a:latin typeface="+mn-ea"/>
                          <a:ea typeface="+mn-ea"/>
                        </a:rPr>
                        <a:t>설문 지각제출마감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 </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설문 지각마감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 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설문 지각마감일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설문 마감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설문 마감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설문 마감일 기준</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설문 평가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지연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설문 평가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설문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 경과</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튜터</a:t>
                      </a:r>
                      <a:r>
                        <a:rPr lang="en-US" altLang="ko-KR" sz="800" baseline="0" dirty="0" smtClean="0">
                          <a:solidFill>
                            <a:schemeClr val="tx1">
                              <a:lumMod val="75000"/>
                              <a:lumOff val="25000"/>
                            </a:schemeClr>
                          </a:solidFill>
                          <a:latin typeface="+mn-ea"/>
                          <a:ea typeface="+mn-ea"/>
                        </a:rPr>
                        <a:t>, </a:t>
                      </a:r>
                      <a:r>
                        <a:rPr lang="ko-KR" altLang="en-US" sz="800" baseline="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576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설문 평가완료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설문 평가완료 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설문 평가완료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해당과목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 name="TextBox 3"/>
          <p:cNvSpPr txBox="1"/>
          <p:nvPr/>
        </p:nvSpPr>
        <p:spPr>
          <a:xfrm>
            <a:off x="281477" y="201513"/>
            <a:ext cx="3015340" cy="246221"/>
          </a:xfrm>
          <a:prstGeom prst="rect">
            <a:avLst/>
          </a:prstGeom>
          <a:noFill/>
        </p:spPr>
        <p:txBody>
          <a:bodyPr wrap="square" rtlCol="0">
            <a:spAutoFit/>
          </a:bodyPr>
          <a:lstStyle/>
          <a:p>
            <a:r>
              <a:rPr lang="en-US" altLang="ko-KR" sz="1000" b="1" dirty="0">
                <a:latin typeface="+mn-ea"/>
                <a:ea typeface="+mn-ea"/>
              </a:rPr>
              <a:t>1. </a:t>
            </a:r>
            <a:r>
              <a:rPr lang="ko-KR" altLang="en-US" sz="1000" b="1" dirty="0" smtClean="0">
                <a:latin typeface="+mn-ea"/>
                <a:ea typeface="+mn-ea"/>
              </a:rPr>
              <a:t>자동 알림 정리</a:t>
            </a:r>
            <a:r>
              <a:rPr lang="en-US" altLang="ko-KR" sz="1000" b="1" dirty="0" smtClean="0">
                <a:latin typeface="+mn-ea"/>
                <a:ea typeface="+mn-ea"/>
              </a:rPr>
              <a:t>(</a:t>
            </a:r>
            <a:r>
              <a:rPr lang="en-US" altLang="ko-KR" sz="1000" b="1" dirty="0">
                <a:latin typeface="+mn-ea"/>
                <a:ea typeface="+mn-ea"/>
              </a:rPr>
              <a:t>2</a:t>
            </a:r>
            <a:r>
              <a:rPr lang="en-US" altLang="ko-KR" sz="1000" b="1" dirty="0" smtClean="0">
                <a:latin typeface="+mn-ea"/>
                <a:ea typeface="+mn-ea"/>
              </a:rPr>
              <a:t>/4) : </a:t>
            </a:r>
            <a:r>
              <a:rPr lang="ko-KR" altLang="en-US" sz="1000" b="1" dirty="0" smtClean="0">
                <a:latin typeface="+mn-ea"/>
                <a:ea typeface="+mn-ea"/>
              </a:rPr>
              <a:t>기본 발송 </a:t>
            </a:r>
            <a:r>
              <a:rPr lang="en-US" altLang="ko-KR" sz="1000" b="1" dirty="0" smtClean="0">
                <a:latin typeface="+mn-ea"/>
                <a:ea typeface="+mn-ea"/>
              </a:rPr>
              <a:t>PUSH</a:t>
            </a:r>
            <a:endParaRPr lang="ko-KR" altLang="en-US" sz="800" dirty="0">
              <a:latin typeface="+mn-ea"/>
              <a:ea typeface="+mn-ea"/>
            </a:endParaRPr>
          </a:p>
        </p:txBody>
      </p:sp>
      <p:sp>
        <p:nvSpPr>
          <p:cNvPr id="5" name="TextBox 4"/>
          <p:cNvSpPr txBox="1"/>
          <p:nvPr/>
        </p:nvSpPr>
        <p:spPr>
          <a:xfrm>
            <a:off x="6537176" y="211752"/>
            <a:ext cx="3015340" cy="230832"/>
          </a:xfrm>
          <a:prstGeom prst="rect">
            <a:avLst/>
          </a:prstGeom>
          <a:noFill/>
        </p:spPr>
        <p:txBody>
          <a:bodyPr wrap="square" rtlCol="0">
            <a:spAutoFit/>
          </a:bodyPr>
          <a:lstStyle/>
          <a:p>
            <a:pPr algn="r"/>
            <a:r>
              <a:rPr lang="ko-KR" altLang="en-US" sz="900" dirty="0" smtClean="0">
                <a:solidFill>
                  <a:srgbClr val="0070C0"/>
                </a:solidFill>
                <a:latin typeface="+mn-ea"/>
                <a:ea typeface="+mn-ea"/>
              </a:rPr>
              <a:t>오늘 기준</a:t>
            </a:r>
            <a:r>
              <a:rPr lang="en-US" altLang="ko-KR" sz="900" dirty="0" smtClean="0">
                <a:solidFill>
                  <a:srgbClr val="0070C0"/>
                </a:solidFill>
                <a:latin typeface="+mn-ea"/>
                <a:ea typeface="+mn-ea"/>
              </a:rPr>
              <a:t>, </a:t>
            </a:r>
            <a:r>
              <a:rPr lang="ko-KR" altLang="en-US" sz="900" dirty="0" smtClean="0">
                <a:solidFill>
                  <a:srgbClr val="0070C0"/>
                </a:solidFill>
                <a:latin typeface="+mn-ea"/>
                <a:ea typeface="+mn-ea"/>
              </a:rPr>
              <a:t>매일 오전 </a:t>
            </a:r>
            <a:r>
              <a:rPr lang="en-US" altLang="ko-KR" sz="900" dirty="0" smtClean="0">
                <a:solidFill>
                  <a:srgbClr val="0070C0"/>
                </a:solidFill>
                <a:latin typeface="+mn-ea"/>
                <a:ea typeface="+mn-ea"/>
              </a:rPr>
              <a:t>7</a:t>
            </a:r>
            <a:r>
              <a:rPr lang="ko-KR" altLang="en-US" sz="900" dirty="0" smtClean="0">
                <a:solidFill>
                  <a:srgbClr val="0070C0"/>
                </a:solidFill>
                <a:latin typeface="+mn-ea"/>
                <a:ea typeface="+mn-ea"/>
              </a:rPr>
              <a:t>시 스케줄링 일괄 발송</a:t>
            </a:r>
            <a:endParaRPr lang="ko-KR" altLang="en-US" sz="900" dirty="0">
              <a:solidFill>
                <a:srgbClr val="0070C0"/>
              </a:solidFill>
              <a:latin typeface="+mn-ea"/>
              <a:ea typeface="+mn-ea"/>
            </a:endParaRPr>
          </a:p>
        </p:txBody>
      </p:sp>
    </p:spTree>
    <p:extLst>
      <p:ext uri="{BB962C8B-B14F-4D97-AF65-F5344CB8AC3E}">
        <p14:creationId xmlns:p14="http://schemas.microsoft.com/office/powerpoint/2010/main" val="3962460977"/>
      </p:ext>
    </p:extLst>
  </p:cSld>
  <p:clrMapOvr>
    <a:masterClrMapping/>
  </p:clrMapOvr>
  <p:transition>
    <p:wipe dir="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 name="표 47"/>
          <p:cNvGraphicFramePr>
            <a:graphicFrameLocks noGrp="1"/>
          </p:cNvGraphicFramePr>
          <p:nvPr>
            <p:extLst>
              <p:ext uri="{D42A27DB-BD31-4B8C-83A1-F6EECF244321}">
                <p14:modId xmlns:p14="http://schemas.microsoft.com/office/powerpoint/2010/main" val="4080786254"/>
              </p:ext>
            </p:extLst>
          </p:nvPr>
        </p:nvGraphicFramePr>
        <p:xfrm>
          <a:off x="387920" y="620688"/>
          <a:ext cx="9173592" cy="4521050"/>
        </p:xfrm>
        <a:graphic>
          <a:graphicData uri="http://schemas.openxmlformats.org/drawingml/2006/table">
            <a:tbl>
              <a:tblPr firstRow="1" bandRow="1">
                <a:tableStyleId>{5C22544A-7EE6-4342-B048-85BDC9FD1C3A}</a:tableStyleId>
              </a:tblPr>
              <a:tblGrid>
                <a:gridCol w="2260824"/>
                <a:gridCol w="2952328"/>
                <a:gridCol w="2016224"/>
                <a:gridCol w="1944216"/>
              </a:tblGrid>
              <a:tr h="288032">
                <a:tc>
                  <a:txBody>
                    <a:bodyPr/>
                    <a:lstStyle/>
                    <a:p>
                      <a:pPr algn="l" latinLnBrk="1"/>
                      <a:r>
                        <a:rPr lang="ko-KR" altLang="en-US" sz="800" dirty="0" smtClean="0">
                          <a:solidFill>
                            <a:schemeClr val="tx1">
                              <a:lumMod val="75000"/>
                              <a:lumOff val="25000"/>
                            </a:schemeClr>
                          </a:solidFill>
                          <a:latin typeface="+mn-ea"/>
                          <a:ea typeface="+mn-ea"/>
                        </a:rPr>
                        <a:t>자동 알림 목록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문구 </a:t>
                      </a:r>
                      <a:r>
                        <a:rPr lang="en-US" altLang="ko-KR" sz="800" dirty="0" smtClean="0">
                          <a:solidFill>
                            <a:srgbClr val="FF0000"/>
                          </a:solidFill>
                          <a:latin typeface="+mn-ea"/>
                          <a:ea typeface="+mn-ea"/>
                        </a:rPr>
                        <a:t>(</a:t>
                      </a:r>
                      <a:r>
                        <a:rPr lang="en-US" altLang="ko-KR" sz="800" baseline="0" dirty="0" smtClean="0">
                          <a:solidFill>
                            <a:srgbClr val="FF0000"/>
                          </a:solidFill>
                          <a:latin typeface="+mn-ea"/>
                          <a:ea typeface="+mn-ea"/>
                        </a:rPr>
                        <a:t> </a:t>
                      </a:r>
                      <a:r>
                        <a:rPr lang="ko-KR" altLang="en-US" sz="800" baseline="0" dirty="0" smtClean="0">
                          <a:solidFill>
                            <a:srgbClr val="FF0000"/>
                          </a:solidFill>
                          <a:latin typeface="+mn-ea"/>
                          <a:ea typeface="+mn-ea"/>
                        </a:rPr>
                        <a:t>확인 요청 </a:t>
                      </a:r>
                      <a:r>
                        <a:rPr lang="en-US" altLang="ko-KR" sz="800" baseline="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발신 조건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대상</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44837">
                <a:tc>
                  <a:txBody>
                    <a:bodyPr/>
                    <a:lstStyle/>
                    <a:p>
                      <a:pPr algn="l">
                        <a:lnSpc>
                          <a:spcPct val="15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신청기간 시작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err="1" smtClean="0">
                          <a:solidFill>
                            <a:srgbClr val="FF0000"/>
                          </a:solidFill>
                          <a:latin typeface="+mn-ea"/>
                          <a:ea typeface="+mn-ea"/>
                        </a:rPr>
                        <a:t>결시신청</a:t>
                      </a:r>
                      <a:r>
                        <a:rPr lang="ko-KR" altLang="en-US" sz="800" dirty="0" smtClean="0">
                          <a:solidFill>
                            <a:srgbClr val="FF0000"/>
                          </a:solidFill>
                          <a:latin typeface="+mn-ea"/>
                          <a:ea typeface="+mn-ea"/>
                        </a:rPr>
                        <a:t> 신청 기간입니다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err="1" smtClean="0">
                          <a:solidFill>
                            <a:srgbClr val="0070C0"/>
                          </a:solidFill>
                          <a:latin typeface="+mn-ea"/>
                          <a:ea typeface="+mn-ea"/>
                        </a:rPr>
                        <a:t>결시신청</a:t>
                      </a:r>
                      <a:r>
                        <a:rPr lang="ko-KR" altLang="en-US" sz="800" dirty="0" smtClean="0">
                          <a:solidFill>
                            <a:srgbClr val="0070C0"/>
                          </a:solidFill>
                          <a:latin typeface="+mn-ea"/>
                          <a:ea typeface="+mn-ea"/>
                        </a:rPr>
                        <a:t> 신청기간 시작일 기준</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모든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4837">
                <a:tc>
                  <a:txBody>
                    <a:bodyPr/>
                    <a:lstStyle/>
                    <a:p>
                      <a:pPr algn="l">
                        <a:lnSpc>
                          <a:spcPct val="15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err="1" smtClean="0">
                          <a:solidFill>
                            <a:srgbClr val="FF0000"/>
                          </a:solidFill>
                          <a:latin typeface="+mn-ea"/>
                          <a:ea typeface="+mn-ea"/>
                        </a:rPr>
                        <a:t>결시신청이</a:t>
                      </a:r>
                      <a:r>
                        <a:rPr lang="ko-KR" altLang="en-US" sz="800" dirty="0" smtClean="0">
                          <a:solidFill>
                            <a:srgbClr val="FF0000"/>
                          </a:solidFill>
                          <a:latin typeface="+mn-ea"/>
                          <a:ea typeface="+mn-ea"/>
                        </a:rPr>
                        <a:t> 등록되었습니다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등록 시점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4837">
                <a:tc>
                  <a:txBody>
                    <a:bodyPr/>
                    <a:lstStyle/>
                    <a:p>
                      <a:pPr algn="l">
                        <a:lnSpc>
                          <a:spcPct val="15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미처리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err="1" smtClean="0">
                          <a:solidFill>
                            <a:srgbClr val="FF0000"/>
                          </a:solidFill>
                          <a:latin typeface="+mn-ea"/>
                          <a:ea typeface="+mn-ea"/>
                        </a:rPr>
                        <a:t>결시신청</a:t>
                      </a:r>
                      <a:r>
                        <a:rPr lang="ko-KR" altLang="en-US" sz="800" dirty="0" smtClean="0">
                          <a:solidFill>
                            <a:srgbClr val="FF0000"/>
                          </a:solidFill>
                          <a:latin typeface="+mn-ea"/>
                          <a:ea typeface="+mn-ea"/>
                        </a:rPr>
                        <a:t> 미처리 건이 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err="1" smtClean="0">
                          <a:solidFill>
                            <a:srgbClr val="0070C0"/>
                          </a:solidFill>
                          <a:latin typeface="+mn-ea"/>
                          <a:ea typeface="+mn-ea"/>
                        </a:rPr>
                        <a:t>결시신청</a:t>
                      </a:r>
                      <a:r>
                        <a:rPr lang="ko-KR" altLang="en-US" sz="800" dirty="0" smtClean="0">
                          <a:solidFill>
                            <a:srgbClr val="0070C0"/>
                          </a:solidFill>
                          <a:latin typeface="+mn-ea"/>
                          <a:ea typeface="+mn-ea"/>
                        </a:rPr>
                        <a:t> 미처리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건 이상  있는 경우</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6531">
                <a:tc>
                  <a:txBody>
                    <a:bodyPr/>
                    <a:lstStyle/>
                    <a:p>
                      <a:pPr algn="l">
                        <a:lnSpc>
                          <a:spcPct val="15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승인여부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err="1" smtClean="0">
                          <a:solidFill>
                            <a:srgbClr val="FF0000"/>
                          </a:solidFill>
                          <a:latin typeface="+mn-ea"/>
                          <a:ea typeface="+mn-ea"/>
                        </a:rPr>
                        <a:t>결시신청</a:t>
                      </a:r>
                      <a:r>
                        <a:rPr lang="ko-KR" altLang="en-US" sz="800" dirty="0" smtClean="0">
                          <a:solidFill>
                            <a:srgbClr val="FF0000"/>
                          </a:solidFill>
                          <a:latin typeface="+mn-ea"/>
                          <a:ea typeface="+mn-ea"/>
                        </a:rPr>
                        <a:t> 승인여부 확인 바랍니다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처리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해당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4837">
                <a:tc>
                  <a:txBody>
                    <a:bodyPr/>
                    <a:lstStyle/>
                    <a:p>
                      <a:pPr algn="l">
                        <a:lnSpc>
                          <a:spcPct val="15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신청기간 마감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err="1" smtClean="0">
                          <a:solidFill>
                            <a:srgbClr val="FF0000"/>
                          </a:solidFill>
                          <a:latin typeface="+mn-ea"/>
                          <a:ea typeface="+mn-ea"/>
                        </a:rPr>
                        <a:t>결시신청</a:t>
                      </a:r>
                      <a:r>
                        <a:rPr lang="ko-KR" altLang="en-US" sz="800" dirty="0" smtClean="0">
                          <a:solidFill>
                            <a:srgbClr val="FF0000"/>
                          </a:solidFill>
                          <a:latin typeface="+mn-ea"/>
                          <a:ea typeface="+mn-ea"/>
                        </a:rPr>
                        <a:t> 신청기간이 마감되었습니다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err="1" smtClean="0">
                          <a:solidFill>
                            <a:srgbClr val="0070C0"/>
                          </a:solidFill>
                          <a:latin typeface="+mn-ea"/>
                          <a:ea typeface="+mn-ea"/>
                        </a:rPr>
                        <a:t>결시신청</a:t>
                      </a:r>
                      <a:r>
                        <a:rPr lang="ko-KR" altLang="en-US" sz="800" dirty="0" smtClean="0">
                          <a:solidFill>
                            <a:srgbClr val="0070C0"/>
                          </a:solidFill>
                          <a:latin typeface="+mn-ea"/>
                          <a:ea typeface="+mn-ea"/>
                        </a:rPr>
                        <a:t> 신청기간 마감일 기준</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모든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4837">
                <a:tc>
                  <a:txBody>
                    <a:bodyPr/>
                    <a:lstStyle/>
                    <a:p>
                      <a:pPr algn="l">
                        <a:lnSpc>
                          <a:spcPct val="150000"/>
                        </a:lnSpc>
                      </a:pPr>
                      <a:r>
                        <a:rPr lang="ko-KR" altLang="en-US" sz="800" dirty="0" smtClean="0">
                          <a:solidFill>
                            <a:schemeClr val="tx1">
                              <a:lumMod val="75000"/>
                              <a:lumOff val="25000"/>
                            </a:schemeClr>
                          </a:solidFill>
                          <a:latin typeface="+mn-ea"/>
                          <a:ea typeface="+mn-ea"/>
                        </a:rPr>
                        <a:t>장애인지원 신청기간 시작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장애인지원 신청 기간입니다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장애인지원 신청기간 시작일 기준</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모든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4837">
                <a:tc>
                  <a:txBody>
                    <a:bodyPr/>
                    <a:lstStyle/>
                    <a:p>
                      <a:pPr algn="l">
                        <a:lnSpc>
                          <a:spcPct val="150000"/>
                        </a:lnSpc>
                      </a:pPr>
                      <a:r>
                        <a:rPr lang="ko-KR" altLang="en-US" sz="800" dirty="0" smtClean="0">
                          <a:solidFill>
                            <a:schemeClr val="tx1">
                              <a:lumMod val="75000"/>
                              <a:lumOff val="25000"/>
                            </a:schemeClr>
                          </a:solidFill>
                          <a:latin typeface="+mn-ea"/>
                          <a:ea typeface="+mn-ea"/>
                        </a:rPr>
                        <a:t>장애인지원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장애인지원이 등록되었습니다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등록 시점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4837">
                <a:tc>
                  <a:txBody>
                    <a:bodyPr/>
                    <a:lstStyle/>
                    <a:p>
                      <a:pPr algn="l">
                        <a:lnSpc>
                          <a:spcPct val="150000"/>
                        </a:lnSpc>
                      </a:pPr>
                      <a:r>
                        <a:rPr lang="ko-KR" altLang="en-US" sz="800" dirty="0" smtClean="0">
                          <a:solidFill>
                            <a:schemeClr val="tx1">
                              <a:lumMod val="75000"/>
                              <a:lumOff val="25000"/>
                            </a:schemeClr>
                          </a:solidFill>
                          <a:latin typeface="+mn-ea"/>
                          <a:ea typeface="+mn-ea"/>
                        </a:rPr>
                        <a:t>장애인지원 미처리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장애인지원 미처리 건이 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장애인지원 미처리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건 이상  있는 경우</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6531">
                <a:tc>
                  <a:txBody>
                    <a:bodyPr/>
                    <a:lstStyle/>
                    <a:p>
                      <a:pPr algn="l">
                        <a:lnSpc>
                          <a:spcPct val="150000"/>
                        </a:lnSpc>
                      </a:pPr>
                      <a:r>
                        <a:rPr lang="ko-KR" altLang="en-US" sz="800" dirty="0" smtClean="0">
                          <a:solidFill>
                            <a:schemeClr val="tx1">
                              <a:lumMod val="75000"/>
                              <a:lumOff val="25000"/>
                            </a:schemeClr>
                          </a:solidFill>
                          <a:latin typeface="+mn-ea"/>
                          <a:ea typeface="+mn-ea"/>
                        </a:rPr>
                        <a:t>장애인지원 승인여부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장애인지원 승인여부 확인 바랍니다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처리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해당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44837">
                <a:tc>
                  <a:txBody>
                    <a:bodyPr/>
                    <a:lstStyle/>
                    <a:p>
                      <a:pPr algn="l">
                        <a:lnSpc>
                          <a:spcPct val="150000"/>
                        </a:lnSpc>
                      </a:pPr>
                      <a:r>
                        <a:rPr lang="ko-KR" altLang="en-US" sz="800" dirty="0" smtClean="0">
                          <a:solidFill>
                            <a:schemeClr val="tx1">
                              <a:lumMod val="75000"/>
                              <a:lumOff val="25000"/>
                            </a:schemeClr>
                          </a:solidFill>
                          <a:latin typeface="+mn-ea"/>
                          <a:ea typeface="+mn-ea"/>
                        </a:rPr>
                        <a:t>장애인지원 신청기간 마감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장애인지원 신청기간이 마감되었습니다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장애인지원 신청기간 마감일 기준</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모든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6531">
                <a:tc>
                  <a:txBody>
                    <a:bodyPr/>
                    <a:lstStyle/>
                    <a:p>
                      <a:pPr algn="l">
                        <a:lnSpc>
                          <a:spcPct val="150000"/>
                        </a:lnSpc>
                      </a:pPr>
                      <a:r>
                        <a:rPr lang="ko-KR" altLang="en-US" sz="800" dirty="0" smtClean="0">
                          <a:solidFill>
                            <a:schemeClr val="tx1">
                              <a:lumMod val="75000"/>
                              <a:lumOff val="25000"/>
                            </a:schemeClr>
                          </a:solidFill>
                          <a:latin typeface="+mn-ea"/>
                          <a:ea typeface="+mn-ea"/>
                        </a:rPr>
                        <a:t>중간고사 </a:t>
                      </a:r>
                      <a:r>
                        <a:rPr lang="en-US" altLang="ko-KR" sz="800" dirty="0" smtClean="0">
                          <a:solidFill>
                            <a:schemeClr val="tx1">
                              <a:lumMod val="75000"/>
                              <a:lumOff val="25000"/>
                            </a:schemeClr>
                          </a:solidFill>
                          <a:latin typeface="+mn-ea"/>
                          <a:ea typeface="+mn-ea"/>
                        </a:rPr>
                        <a:t>7</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중간고사 </a:t>
                      </a:r>
                      <a:r>
                        <a:rPr lang="en-US" altLang="ko-KR" sz="800" dirty="0" smtClean="0">
                          <a:solidFill>
                            <a:srgbClr val="FF0000"/>
                          </a:solidFill>
                          <a:latin typeface="+mn-ea"/>
                          <a:ea typeface="+mn-ea"/>
                        </a:rPr>
                        <a:t>7</a:t>
                      </a:r>
                      <a:r>
                        <a:rPr lang="ko-KR" altLang="en-US" sz="800" dirty="0" smtClean="0">
                          <a:solidFill>
                            <a:srgbClr val="FF0000"/>
                          </a:solidFill>
                          <a:latin typeface="+mn-ea"/>
                          <a:ea typeface="+mn-ea"/>
                        </a:rPr>
                        <a:t>일 전입니다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중간고사 시행일 기준 </a:t>
                      </a:r>
                      <a:r>
                        <a:rPr lang="en-US" altLang="ko-KR" sz="800" dirty="0" smtClean="0">
                          <a:solidFill>
                            <a:srgbClr val="0070C0"/>
                          </a:solidFill>
                          <a:latin typeface="+mn-ea"/>
                          <a:ea typeface="+mn-ea"/>
                        </a:rPr>
                        <a:t>7</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과목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6531">
                <a:tc>
                  <a:txBody>
                    <a:bodyPr/>
                    <a:lstStyle/>
                    <a:p>
                      <a:pPr algn="l">
                        <a:lnSpc>
                          <a:spcPct val="150000"/>
                        </a:lnSpc>
                      </a:pPr>
                      <a:r>
                        <a:rPr lang="ko-KR" altLang="en-US" sz="800" dirty="0" smtClean="0">
                          <a:solidFill>
                            <a:schemeClr val="tx1">
                              <a:lumMod val="75000"/>
                              <a:lumOff val="25000"/>
                            </a:schemeClr>
                          </a:solidFill>
                          <a:latin typeface="+mn-ea"/>
                          <a:ea typeface="+mn-ea"/>
                        </a:rPr>
                        <a:t>중간고사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중간고사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전입니다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중간고사 시행일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과목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6531">
                <a:tc>
                  <a:txBody>
                    <a:bodyPr/>
                    <a:lstStyle/>
                    <a:p>
                      <a:pPr algn="l">
                        <a:lnSpc>
                          <a:spcPct val="150000"/>
                        </a:lnSpc>
                      </a:pPr>
                      <a:r>
                        <a:rPr lang="ko-KR" altLang="en-US" sz="800" dirty="0" smtClean="0">
                          <a:solidFill>
                            <a:schemeClr val="tx1">
                              <a:lumMod val="75000"/>
                              <a:lumOff val="25000"/>
                            </a:schemeClr>
                          </a:solidFill>
                          <a:latin typeface="+mn-ea"/>
                          <a:ea typeface="+mn-ea"/>
                        </a:rPr>
                        <a:t>중간고사 평가기간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중간고사 평가기간 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중간고사 평가기간 시작일 기준</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6531">
                <a:tc>
                  <a:txBody>
                    <a:bodyPr/>
                    <a:lstStyle/>
                    <a:p>
                      <a:pPr algn="l">
                        <a:lnSpc>
                          <a:spcPct val="150000"/>
                        </a:lnSpc>
                      </a:pPr>
                      <a:r>
                        <a:rPr lang="ko-KR" altLang="en-US" sz="800" dirty="0" smtClean="0">
                          <a:solidFill>
                            <a:schemeClr val="tx1">
                              <a:lumMod val="75000"/>
                              <a:lumOff val="25000"/>
                            </a:schemeClr>
                          </a:solidFill>
                          <a:latin typeface="+mn-ea"/>
                          <a:ea typeface="+mn-ea"/>
                        </a:rPr>
                        <a:t>중간고사 평가기간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중간고사 평가기간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중간고사 평가기간 마감일 기준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517818">
                <a:tc>
                  <a:txBody>
                    <a:bodyPr/>
                    <a:lstStyle/>
                    <a:p>
                      <a:pPr algn="l">
                        <a:lnSpc>
                          <a:spcPct val="150000"/>
                        </a:lnSpc>
                      </a:pPr>
                      <a:r>
                        <a:rPr lang="ko-KR" altLang="en-US" sz="800" dirty="0" smtClean="0">
                          <a:solidFill>
                            <a:schemeClr val="tx1">
                              <a:lumMod val="75000"/>
                              <a:lumOff val="25000"/>
                            </a:schemeClr>
                          </a:solidFill>
                          <a:latin typeface="+mn-ea"/>
                          <a:ea typeface="+mn-ea"/>
                        </a:rPr>
                        <a:t>중간고사 평가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지연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중간고사 평가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중간고사 평가기간 마감일 지준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경과 </a:t>
                      </a:r>
                      <a:r>
                        <a:rPr lang="en-US" altLang="ko-KR" sz="800" dirty="0" smtClean="0">
                          <a:solidFill>
                            <a:schemeClr val="tx1">
                              <a:lumMod val="75000"/>
                              <a:lumOff val="25000"/>
                            </a:schemeClr>
                          </a:solidFill>
                          <a:latin typeface="+mn-ea"/>
                          <a:ea typeface="+mn-ea"/>
                        </a:rPr>
                        <a:t>&amp; </a:t>
                      </a:r>
                      <a:r>
                        <a:rPr lang="ko-KR" altLang="en-US" sz="800" dirty="0" smtClean="0">
                          <a:solidFill>
                            <a:schemeClr val="tx1">
                              <a:lumMod val="75000"/>
                              <a:lumOff val="25000"/>
                            </a:schemeClr>
                          </a:solidFill>
                          <a:latin typeface="+mn-ea"/>
                          <a:ea typeface="+mn-ea"/>
                        </a:rPr>
                        <a:t>미평가</a:t>
                      </a:r>
                      <a:r>
                        <a:rPr lang="ko-KR" altLang="en-US" sz="800" baseline="0" dirty="0" smtClean="0">
                          <a:solidFill>
                            <a:schemeClr val="tx1">
                              <a:lumMod val="75000"/>
                              <a:lumOff val="25000"/>
                            </a:schemeClr>
                          </a:solidFill>
                          <a:latin typeface="+mn-ea"/>
                          <a:ea typeface="+mn-ea"/>
                        </a:rPr>
                        <a:t> 수강생이 </a:t>
                      </a:r>
                      <a:r>
                        <a:rPr lang="en-US" altLang="ko-KR" sz="800" baseline="0" dirty="0" smtClean="0">
                          <a:solidFill>
                            <a:schemeClr val="tx1">
                              <a:lumMod val="75000"/>
                              <a:lumOff val="25000"/>
                            </a:schemeClr>
                          </a:solidFill>
                          <a:latin typeface="+mn-ea"/>
                          <a:ea typeface="+mn-ea"/>
                        </a:rPr>
                        <a:t>1</a:t>
                      </a:r>
                      <a:r>
                        <a:rPr lang="ko-KR" altLang="en-US" sz="800" baseline="0" dirty="0" smtClean="0">
                          <a:solidFill>
                            <a:schemeClr val="tx1">
                              <a:lumMod val="75000"/>
                              <a:lumOff val="25000"/>
                            </a:schemeClr>
                          </a:solidFill>
                          <a:latin typeface="+mn-ea"/>
                          <a:ea typeface="+mn-ea"/>
                        </a:rPr>
                        <a:t>명 이상인 경우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6531">
                <a:tc>
                  <a:txBody>
                    <a:bodyPr/>
                    <a:lstStyle/>
                    <a:p>
                      <a:pPr algn="l">
                        <a:lnSpc>
                          <a:spcPct val="150000"/>
                        </a:lnSpc>
                      </a:pPr>
                      <a:r>
                        <a:rPr lang="ko-KR" altLang="en-US" sz="800" dirty="0" smtClean="0">
                          <a:solidFill>
                            <a:schemeClr val="tx1">
                              <a:lumMod val="75000"/>
                              <a:lumOff val="25000"/>
                            </a:schemeClr>
                          </a:solidFill>
                          <a:latin typeface="+mn-ea"/>
                          <a:ea typeface="+mn-ea"/>
                        </a:rPr>
                        <a:t>중간고사 평가완료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중간고사 평가 완료되었습니다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중간고사 미평가</a:t>
                      </a:r>
                      <a:r>
                        <a:rPr lang="ko-KR" altLang="en-US" sz="800" baseline="0" dirty="0" smtClean="0">
                          <a:solidFill>
                            <a:schemeClr val="tx1">
                              <a:lumMod val="75000"/>
                              <a:lumOff val="25000"/>
                            </a:schemeClr>
                          </a:solidFill>
                          <a:latin typeface="+mn-ea"/>
                          <a:ea typeface="+mn-ea"/>
                        </a:rPr>
                        <a:t> 수강생이 </a:t>
                      </a:r>
                      <a:r>
                        <a:rPr lang="en-US" altLang="ko-KR" sz="800" baseline="0" dirty="0" smtClean="0">
                          <a:solidFill>
                            <a:schemeClr val="tx1">
                              <a:lumMod val="75000"/>
                              <a:lumOff val="25000"/>
                            </a:schemeClr>
                          </a:solidFill>
                          <a:latin typeface="+mn-ea"/>
                          <a:ea typeface="+mn-ea"/>
                        </a:rPr>
                        <a:t>0</a:t>
                      </a:r>
                      <a:r>
                        <a:rPr lang="ko-KR" altLang="en-US" sz="800" baseline="0" dirty="0" smtClean="0">
                          <a:solidFill>
                            <a:schemeClr val="tx1">
                              <a:lumMod val="75000"/>
                              <a:lumOff val="25000"/>
                            </a:schemeClr>
                          </a:solidFill>
                          <a:latin typeface="+mn-ea"/>
                          <a:ea typeface="+mn-ea"/>
                        </a:rPr>
                        <a:t>명인 경우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 name="TextBox 3"/>
          <p:cNvSpPr txBox="1"/>
          <p:nvPr/>
        </p:nvSpPr>
        <p:spPr>
          <a:xfrm>
            <a:off x="281477" y="201513"/>
            <a:ext cx="3015340" cy="246221"/>
          </a:xfrm>
          <a:prstGeom prst="rect">
            <a:avLst/>
          </a:prstGeom>
          <a:noFill/>
        </p:spPr>
        <p:txBody>
          <a:bodyPr wrap="square" rtlCol="0">
            <a:spAutoFit/>
          </a:bodyPr>
          <a:lstStyle/>
          <a:p>
            <a:r>
              <a:rPr lang="en-US" altLang="ko-KR" sz="1000" b="1" dirty="0">
                <a:latin typeface="+mn-ea"/>
                <a:ea typeface="+mn-ea"/>
              </a:rPr>
              <a:t>1. </a:t>
            </a:r>
            <a:r>
              <a:rPr lang="ko-KR" altLang="en-US" sz="1000" b="1" dirty="0" smtClean="0">
                <a:latin typeface="+mn-ea"/>
                <a:ea typeface="+mn-ea"/>
              </a:rPr>
              <a:t>자동 알림 정리</a:t>
            </a:r>
            <a:r>
              <a:rPr lang="en-US" altLang="ko-KR" sz="1000" b="1" dirty="0" smtClean="0">
                <a:latin typeface="+mn-ea"/>
                <a:ea typeface="+mn-ea"/>
              </a:rPr>
              <a:t>(</a:t>
            </a:r>
            <a:r>
              <a:rPr lang="en-US" altLang="ko-KR" sz="1000" b="1" dirty="0">
                <a:latin typeface="+mn-ea"/>
                <a:ea typeface="+mn-ea"/>
              </a:rPr>
              <a:t>3</a:t>
            </a:r>
            <a:r>
              <a:rPr lang="en-US" altLang="ko-KR" sz="1000" b="1" dirty="0" smtClean="0">
                <a:latin typeface="+mn-ea"/>
                <a:ea typeface="+mn-ea"/>
              </a:rPr>
              <a:t>/4) : </a:t>
            </a:r>
            <a:r>
              <a:rPr lang="ko-KR" altLang="en-US" sz="1000" b="1" dirty="0" smtClean="0">
                <a:latin typeface="+mn-ea"/>
                <a:ea typeface="+mn-ea"/>
              </a:rPr>
              <a:t>기본 발송 </a:t>
            </a:r>
            <a:r>
              <a:rPr lang="en-US" altLang="ko-KR" sz="1000" b="1" dirty="0" smtClean="0">
                <a:latin typeface="+mn-ea"/>
                <a:ea typeface="+mn-ea"/>
              </a:rPr>
              <a:t>PUSH</a:t>
            </a:r>
            <a:endParaRPr lang="ko-KR" altLang="en-US" sz="800" dirty="0">
              <a:latin typeface="+mn-ea"/>
              <a:ea typeface="+mn-ea"/>
            </a:endParaRPr>
          </a:p>
        </p:txBody>
      </p:sp>
      <p:sp>
        <p:nvSpPr>
          <p:cNvPr id="5" name="TextBox 4"/>
          <p:cNvSpPr txBox="1"/>
          <p:nvPr/>
        </p:nvSpPr>
        <p:spPr>
          <a:xfrm>
            <a:off x="6537176" y="211752"/>
            <a:ext cx="3015340" cy="230832"/>
          </a:xfrm>
          <a:prstGeom prst="rect">
            <a:avLst/>
          </a:prstGeom>
          <a:noFill/>
        </p:spPr>
        <p:txBody>
          <a:bodyPr wrap="square" rtlCol="0">
            <a:spAutoFit/>
          </a:bodyPr>
          <a:lstStyle/>
          <a:p>
            <a:pPr algn="r"/>
            <a:r>
              <a:rPr lang="ko-KR" altLang="en-US" sz="900" dirty="0" smtClean="0">
                <a:solidFill>
                  <a:srgbClr val="0070C0"/>
                </a:solidFill>
                <a:latin typeface="+mn-ea"/>
                <a:ea typeface="+mn-ea"/>
              </a:rPr>
              <a:t>오늘 기준</a:t>
            </a:r>
            <a:r>
              <a:rPr lang="en-US" altLang="ko-KR" sz="900" dirty="0" smtClean="0">
                <a:solidFill>
                  <a:srgbClr val="0070C0"/>
                </a:solidFill>
                <a:latin typeface="+mn-ea"/>
                <a:ea typeface="+mn-ea"/>
              </a:rPr>
              <a:t>, </a:t>
            </a:r>
            <a:r>
              <a:rPr lang="ko-KR" altLang="en-US" sz="900" dirty="0" smtClean="0">
                <a:solidFill>
                  <a:srgbClr val="0070C0"/>
                </a:solidFill>
                <a:latin typeface="+mn-ea"/>
                <a:ea typeface="+mn-ea"/>
              </a:rPr>
              <a:t>매일 오전 </a:t>
            </a:r>
            <a:r>
              <a:rPr lang="en-US" altLang="ko-KR" sz="900" dirty="0" smtClean="0">
                <a:solidFill>
                  <a:srgbClr val="0070C0"/>
                </a:solidFill>
                <a:latin typeface="+mn-ea"/>
                <a:ea typeface="+mn-ea"/>
              </a:rPr>
              <a:t>7</a:t>
            </a:r>
            <a:r>
              <a:rPr lang="ko-KR" altLang="en-US" sz="900" dirty="0" smtClean="0">
                <a:solidFill>
                  <a:srgbClr val="0070C0"/>
                </a:solidFill>
                <a:latin typeface="+mn-ea"/>
                <a:ea typeface="+mn-ea"/>
              </a:rPr>
              <a:t>시 스케줄링 일괄 발송</a:t>
            </a:r>
            <a:endParaRPr lang="ko-KR" altLang="en-US" sz="900" dirty="0">
              <a:solidFill>
                <a:srgbClr val="0070C0"/>
              </a:solidFill>
              <a:latin typeface="+mn-ea"/>
              <a:ea typeface="+mn-ea"/>
            </a:endParaRPr>
          </a:p>
        </p:txBody>
      </p:sp>
    </p:spTree>
    <p:extLst>
      <p:ext uri="{BB962C8B-B14F-4D97-AF65-F5344CB8AC3E}">
        <p14:creationId xmlns:p14="http://schemas.microsoft.com/office/powerpoint/2010/main" val="3895443492"/>
      </p:ext>
    </p:extLst>
  </p:cSld>
  <p:clrMapOvr>
    <a:masterClrMapping/>
  </p:clrMapOvr>
  <p:transition>
    <p:wipe dir="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 name="표 47"/>
          <p:cNvGraphicFramePr>
            <a:graphicFrameLocks noGrp="1"/>
          </p:cNvGraphicFramePr>
          <p:nvPr>
            <p:extLst>
              <p:ext uri="{D42A27DB-BD31-4B8C-83A1-F6EECF244321}">
                <p14:modId xmlns:p14="http://schemas.microsoft.com/office/powerpoint/2010/main" val="1024999711"/>
              </p:ext>
            </p:extLst>
          </p:nvPr>
        </p:nvGraphicFramePr>
        <p:xfrm>
          <a:off x="387920" y="620689"/>
          <a:ext cx="9173592" cy="4469311"/>
        </p:xfrm>
        <a:graphic>
          <a:graphicData uri="http://schemas.openxmlformats.org/drawingml/2006/table">
            <a:tbl>
              <a:tblPr firstRow="1" bandRow="1">
                <a:tableStyleId>{5C22544A-7EE6-4342-B048-85BDC9FD1C3A}</a:tableStyleId>
              </a:tblPr>
              <a:tblGrid>
                <a:gridCol w="2260824"/>
                <a:gridCol w="2952328"/>
                <a:gridCol w="2088232"/>
                <a:gridCol w="1872208"/>
              </a:tblGrid>
              <a:tr h="288031">
                <a:tc>
                  <a:txBody>
                    <a:bodyPr/>
                    <a:lstStyle/>
                    <a:p>
                      <a:pPr algn="l" latinLnBrk="1"/>
                      <a:r>
                        <a:rPr lang="ko-KR" altLang="en-US" sz="800" dirty="0" smtClean="0">
                          <a:solidFill>
                            <a:schemeClr val="tx1">
                              <a:lumMod val="75000"/>
                              <a:lumOff val="25000"/>
                            </a:schemeClr>
                          </a:solidFill>
                          <a:latin typeface="+mn-ea"/>
                          <a:ea typeface="+mn-ea"/>
                        </a:rPr>
                        <a:t>자동 알림 목록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문구 </a:t>
                      </a:r>
                      <a:r>
                        <a:rPr lang="en-US" altLang="ko-KR" sz="800" dirty="0" smtClean="0">
                          <a:solidFill>
                            <a:srgbClr val="FF0000"/>
                          </a:solidFill>
                          <a:latin typeface="+mn-ea"/>
                          <a:ea typeface="+mn-ea"/>
                        </a:rPr>
                        <a:t>(</a:t>
                      </a:r>
                      <a:r>
                        <a:rPr lang="en-US" altLang="ko-KR" sz="800" baseline="0" dirty="0" smtClean="0">
                          <a:solidFill>
                            <a:srgbClr val="FF0000"/>
                          </a:solidFill>
                          <a:latin typeface="+mn-ea"/>
                          <a:ea typeface="+mn-ea"/>
                        </a:rPr>
                        <a:t> </a:t>
                      </a:r>
                      <a:r>
                        <a:rPr lang="ko-KR" altLang="en-US" sz="800" baseline="0" dirty="0" smtClean="0">
                          <a:solidFill>
                            <a:srgbClr val="FF0000"/>
                          </a:solidFill>
                          <a:latin typeface="+mn-ea"/>
                          <a:ea typeface="+mn-ea"/>
                        </a:rPr>
                        <a:t>확인 요청 </a:t>
                      </a:r>
                      <a:r>
                        <a:rPr lang="en-US" altLang="ko-KR" sz="800" baseline="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발신 조건</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l" latinLnBrk="1"/>
                      <a:r>
                        <a:rPr lang="ko-KR" altLang="en-US" sz="800" dirty="0" smtClean="0">
                          <a:solidFill>
                            <a:schemeClr val="tx1">
                              <a:lumMod val="75000"/>
                              <a:lumOff val="25000"/>
                            </a:schemeClr>
                          </a:solidFill>
                          <a:latin typeface="+mn-ea"/>
                          <a:ea typeface="+mn-ea"/>
                        </a:rPr>
                        <a:t>대상</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기말고사 </a:t>
                      </a:r>
                      <a:r>
                        <a:rPr lang="en-US" altLang="ko-KR" sz="800" dirty="0" smtClean="0">
                          <a:solidFill>
                            <a:schemeClr val="tx1">
                              <a:lumMod val="75000"/>
                              <a:lumOff val="25000"/>
                            </a:schemeClr>
                          </a:solidFill>
                          <a:latin typeface="+mn-ea"/>
                          <a:ea typeface="+mn-ea"/>
                        </a:rPr>
                        <a:t>7</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기말고사 </a:t>
                      </a:r>
                      <a:r>
                        <a:rPr lang="en-US" altLang="ko-KR" sz="800" dirty="0" smtClean="0">
                          <a:solidFill>
                            <a:srgbClr val="FF0000"/>
                          </a:solidFill>
                          <a:latin typeface="+mn-ea"/>
                          <a:ea typeface="+mn-ea"/>
                        </a:rPr>
                        <a:t>7</a:t>
                      </a:r>
                      <a:r>
                        <a:rPr lang="ko-KR" altLang="en-US" sz="800" dirty="0" smtClean="0">
                          <a:solidFill>
                            <a:srgbClr val="FF0000"/>
                          </a:solidFill>
                          <a:latin typeface="+mn-ea"/>
                          <a:ea typeface="+mn-ea"/>
                        </a:rPr>
                        <a:t>일 전입니다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기말고사 시행일 기준 </a:t>
                      </a:r>
                      <a:r>
                        <a:rPr lang="en-US" altLang="ko-KR" sz="800" dirty="0" smtClean="0">
                          <a:solidFill>
                            <a:srgbClr val="0070C0"/>
                          </a:solidFill>
                          <a:latin typeface="+mn-ea"/>
                          <a:ea typeface="+mn-ea"/>
                        </a:rPr>
                        <a:t>7</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과목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기말고사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기말고사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전입니다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기말고사 시행일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과목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기말고사 평가기간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기말고사 평가기간 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기말고사 평가기간 시작일 기준</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기말고사 평가기간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기말고사 평가기간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일전입니다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기말고사 평가기간 마감일 기준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기말고사 평가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지연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기말고사 평가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지연되었습니다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기말고사 평가기간 마감일 지준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 경과 </a:t>
                      </a:r>
                      <a:r>
                        <a:rPr lang="en-US" altLang="ko-KR" sz="800" dirty="0" smtClean="0">
                          <a:solidFill>
                            <a:schemeClr val="tx1">
                              <a:lumMod val="75000"/>
                              <a:lumOff val="25000"/>
                            </a:schemeClr>
                          </a:solidFill>
                          <a:latin typeface="+mn-ea"/>
                          <a:ea typeface="+mn-ea"/>
                        </a:rPr>
                        <a:t>&amp; </a:t>
                      </a:r>
                      <a:r>
                        <a:rPr lang="ko-KR" altLang="en-US" sz="800" dirty="0" smtClean="0">
                          <a:solidFill>
                            <a:schemeClr val="tx1">
                              <a:lumMod val="75000"/>
                              <a:lumOff val="25000"/>
                            </a:schemeClr>
                          </a:solidFill>
                          <a:latin typeface="+mn-ea"/>
                          <a:ea typeface="+mn-ea"/>
                        </a:rPr>
                        <a:t>미평가</a:t>
                      </a:r>
                      <a:r>
                        <a:rPr lang="ko-KR" altLang="en-US" sz="800" baseline="0" dirty="0" smtClean="0">
                          <a:solidFill>
                            <a:schemeClr val="tx1">
                              <a:lumMod val="75000"/>
                              <a:lumOff val="25000"/>
                            </a:schemeClr>
                          </a:solidFill>
                          <a:latin typeface="+mn-ea"/>
                          <a:ea typeface="+mn-ea"/>
                        </a:rPr>
                        <a:t> 수강생이 </a:t>
                      </a:r>
                      <a:r>
                        <a:rPr lang="en-US" altLang="ko-KR" sz="800" baseline="0" dirty="0" smtClean="0">
                          <a:solidFill>
                            <a:schemeClr val="tx1">
                              <a:lumMod val="75000"/>
                              <a:lumOff val="25000"/>
                            </a:schemeClr>
                          </a:solidFill>
                          <a:latin typeface="+mn-ea"/>
                          <a:ea typeface="+mn-ea"/>
                        </a:rPr>
                        <a:t>1</a:t>
                      </a:r>
                      <a:r>
                        <a:rPr lang="ko-KR" altLang="en-US" sz="800" baseline="0" dirty="0" smtClean="0">
                          <a:solidFill>
                            <a:schemeClr val="tx1">
                              <a:lumMod val="75000"/>
                              <a:lumOff val="25000"/>
                            </a:schemeClr>
                          </a:solidFill>
                          <a:latin typeface="+mn-ea"/>
                          <a:ea typeface="+mn-ea"/>
                        </a:rPr>
                        <a:t>명 이상인 경우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기말고사 평가완료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기말고사 평가완료 되었습니다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기말고사 미평가</a:t>
                      </a:r>
                      <a:r>
                        <a:rPr lang="ko-KR" altLang="en-US" sz="800" baseline="0" dirty="0" smtClean="0">
                          <a:solidFill>
                            <a:schemeClr val="tx1">
                              <a:lumMod val="75000"/>
                              <a:lumOff val="25000"/>
                            </a:schemeClr>
                          </a:solidFill>
                          <a:latin typeface="+mn-ea"/>
                          <a:ea typeface="+mn-ea"/>
                        </a:rPr>
                        <a:t> 수강생이 </a:t>
                      </a:r>
                      <a:r>
                        <a:rPr lang="en-US" altLang="ko-KR" sz="800" baseline="0" dirty="0" smtClean="0">
                          <a:solidFill>
                            <a:schemeClr val="tx1">
                              <a:lumMod val="75000"/>
                              <a:lumOff val="25000"/>
                            </a:schemeClr>
                          </a:solidFill>
                          <a:latin typeface="+mn-ea"/>
                          <a:ea typeface="+mn-ea"/>
                        </a:rPr>
                        <a:t>0</a:t>
                      </a:r>
                      <a:r>
                        <a:rPr lang="ko-KR" altLang="en-US" sz="800" baseline="0" dirty="0" smtClean="0">
                          <a:solidFill>
                            <a:schemeClr val="tx1">
                              <a:lumMod val="75000"/>
                              <a:lumOff val="25000"/>
                            </a:schemeClr>
                          </a:solidFill>
                          <a:latin typeface="+mn-ea"/>
                          <a:ea typeface="+mn-ea"/>
                        </a:rPr>
                        <a:t>명인 경우</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강의평가 기간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FF0000"/>
                          </a:solidFill>
                          <a:latin typeface="+mn-ea"/>
                          <a:ea typeface="+mn-ea"/>
                        </a:rPr>
                        <a:t>강의평가 기간입니다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강의평가 시작일</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모든 수강생</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강의평가 마감 </a:t>
                      </a:r>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일전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FF0000"/>
                          </a:solidFill>
                          <a:latin typeface="+mn-ea"/>
                          <a:ea typeface="+mn-ea"/>
                        </a:rPr>
                        <a:t>강의평가 마감 </a:t>
                      </a:r>
                      <a:r>
                        <a:rPr lang="en-US" altLang="ko-KR" sz="800" dirty="0" smtClean="0">
                          <a:solidFill>
                            <a:srgbClr val="FF0000"/>
                          </a:solidFill>
                          <a:latin typeface="+mn-ea"/>
                          <a:ea typeface="+mn-ea"/>
                        </a:rPr>
                        <a:t>1</a:t>
                      </a:r>
                      <a:r>
                        <a:rPr lang="ko-KR" altLang="en-US" sz="800" dirty="0" smtClean="0">
                          <a:solidFill>
                            <a:srgbClr val="FF0000"/>
                          </a:solidFill>
                          <a:latin typeface="+mn-ea"/>
                          <a:ea typeface="+mn-ea"/>
                        </a:rPr>
                        <a:t>일 전입니다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강의평가 마감일 기준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일전</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모든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강의평가 마감 알림</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FF0000"/>
                          </a:solidFill>
                          <a:latin typeface="+mn-ea"/>
                          <a:ea typeface="+mn-ea"/>
                        </a:rPr>
                        <a:t>강의평가 마감되었습니다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강의평가 마감일 기준</a:t>
                      </a:r>
                      <a:endParaRPr lang="ko-KR" altLang="en-US" sz="800" dirty="0">
                        <a:solidFill>
                          <a:srgbClr val="0070C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모든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종합성적 확인기간 시작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종합성적 확인 기간입니다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ko-KR" altLang="en-US" sz="800" dirty="0" smtClean="0">
                          <a:solidFill>
                            <a:srgbClr val="0070C0"/>
                          </a:solidFill>
                          <a:latin typeface="+mn-ea"/>
                          <a:ea typeface="+mn-ea"/>
                        </a:rPr>
                        <a:t>종합성적 확인기간 시작일 기준</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과목 수강생</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종합성적 확인기간 마감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종합성적 확인기간이 마감되었습니다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ko-KR" altLang="en-US" sz="800" dirty="0" smtClean="0">
                          <a:solidFill>
                            <a:srgbClr val="0070C0"/>
                          </a:solidFill>
                          <a:latin typeface="+mn-ea"/>
                          <a:ea typeface="+mn-ea"/>
                        </a:rPr>
                        <a:t>종합성적 확인기간 마감일 기준</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2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과목 수강생</a:t>
                      </a: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성적이의 신청기간 시작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성적이의 신청 기간입니다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성적이의 신청기간 시작일 기준</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모든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성적이의신청 등록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성적이의신청이 등록되었습니다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성적이의신청 등록 시점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성적이의신청 미처리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성적이의신청 미처리 건이 있습니다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성적이의신청 미처리 </a:t>
                      </a:r>
                      <a:r>
                        <a:rPr lang="en-US" altLang="ko-KR" sz="800" dirty="0" smtClean="0">
                          <a:solidFill>
                            <a:srgbClr val="0070C0"/>
                          </a:solidFill>
                          <a:latin typeface="+mn-ea"/>
                          <a:ea typeface="+mn-ea"/>
                        </a:rPr>
                        <a:t>1</a:t>
                      </a:r>
                      <a:r>
                        <a:rPr lang="ko-KR" altLang="en-US" sz="800" dirty="0" smtClean="0">
                          <a:solidFill>
                            <a:srgbClr val="0070C0"/>
                          </a:solidFill>
                          <a:latin typeface="+mn-ea"/>
                          <a:ea typeface="+mn-ea"/>
                        </a:rPr>
                        <a:t>건 이상  있는 경우</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해당 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성적이의신청 처리여부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성적이의신청 처리여부 확인 바랍니다</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성적이의신청 처리 시점</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chemeClr val="tx1">
                              <a:lumMod val="75000"/>
                              <a:lumOff val="25000"/>
                            </a:schemeClr>
                          </a:solidFill>
                          <a:latin typeface="+mn-ea"/>
                          <a:ea typeface="+mn-ea"/>
                        </a:rPr>
                        <a:t>해당 수강생</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160671">
                <a:tc>
                  <a:txBody>
                    <a:bodyPr/>
                    <a:lstStyle/>
                    <a:p>
                      <a:pPr algn="l">
                        <a:lnSpc>
                          <a:spcPct val="150000"/>
                        </a:lnSpc>
                      </a:pPr>
                      <a:r>
                        <a:rPr lang="ko-KR" altLang="en-US" sz="800" dirty="0" smtClean="0">
                          <a:solidFill>
                            <a:schemeClr val="tx1">
                              <a:lumMod val="75000"/>
                              <a:lumOff val="25000"/>
                            </a:schemeClr>
                          </a:solidFill>
                          <a:latin typeface="+mn-ea"/>
                          <a:ea typeface="+mn-ea"/>
                        </a:rPr>
                        <a:t>성적이의신청 신청기간 마감 알림</a:t>
                      </a:r>
                      <a:endParaRPr lang="ko-KR" altLang="en-US" sz="800" dirty="0">
                        <a:solidFill>
                          <a:schemeClr val="tx1">
                            <a:lumMod val="75000"/>
                            <a:lumOff val="25000"/>
                          </a:schemeClr>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en-US" altLang="ko-KR" sz="800" dirty="0" smtClean="0">
                          <a:solidFill>
                            <a:srgbClr val="FF0000"/>
                          </a:solidFill>
                          <a:latin typeface="+mn-ea"/>
                          <a:ea typeface="+mn-ea"/>
                        </a:rPr>
                        <a:t>[</a:t>
                      </a:r>
                      <a:r>
                        <a:rPr lang="ko-KR" altLang="en-US" sz="800" dirty="0" smtClean="0">
                          <a:solidFill>
                            <a:srgbClr val="FF0000"/>
                          </a:solidFill>
                          <a:latin typeface="+mn-ea"/>
                          <a:ea typeface="+mn-ea"/>
                        </a:rPr>
                        <a:t>과목명</a:t>
                      </a:r>
                      <a:r>
                        <a:rPr lang="en-US" altLang="ko-KR" sz="800" dirty="0" smtClean="0">
                          <a:solidFill>
                            <a:srgbClr val="FF0000"/>
                          </a:solidFill>
                          <a:latin typeface="+mn-ea"/>
                          <a:ea typeface="+mn-ea"/>
                        </a:rPr>
                        <a:t>] </a:t>
                      </a:r>
                      <a:r>
                        <a:rPr lang="ko-KR" altLang="en-US" sz="800" dirty="0" smtClean="0">
                          <a:solidFill>
                            <a:srgbClr val="FF0000"/>
                          </a:solidFill>
                          <a:latin typeface="+mn-ea"/>
                          <a:ea typeface="+mn-ea"/>
                        </a:rPr>
                        <a:t>성적이의신청 신청기간이 마감되었습니다</a:t>
                      </a:r>
                      <a:r>
                        <a:rPr lang="en-US" altLang="ko-KR" sz="800" dirty="0" smtClean="0">
                          <a:solidFill>
                            <a:srgbClr val="FF0000"/>
                          </a:solidFill>
                          <a:latin typeface="+mn-ea"/>
                          <a:ea typeface="+mn-ea"/>
                        </a:rPr>
                        <a:t> </a:t>
                      </a:r>
                      <a:endParaRPr lang="ko-KR" altLang="en-US" sz="800" dirty="0">
                        <a:solidFill>
                          <a:srgbClr val="FF0000"/>
                        </a:solidFill>
                        <a:latin typeface="+mn-ea"/>
                        <a:ea typeface="+mn-ea"/>
                      </a:endParaRPr>
                    </a:p>
                  </a:txBody>
                  <a:tcPr marL="36000" marR="3600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200000"/>
                        </a:lnSpc>
                      </a:pPr>
                      <a:r>
                        <a:rPr lang="ko-KR" altLang="en-US" sz="800" dirty="0" smtClean="0">
                          <a:solidFill>
                            <a:srgbClr val="0070C0"/>
                          </a:solidFill>
                          <a:latin typeface="+mn-ea"/>
                          <a:ea typeface="+mn-ea"/>
                        </a:rPr>
                        <a:t>성적이의신청 신청기간 마감일 기준</a:t>
                      </a:r>
                      <a:endParaRPr lang="ko-KR" altLang="en-US" sz="800" dirty="0">
                        <a:solidFill>
                          <a:srgbClr val="0070C0"/>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a:lnSpc>
                          <a:spcPct val="150000"/>
                        </a:lnSpc>
                      </a:pPr>
                      <a:r>
                        <a:rPr lang="ko-KR" altLang="en-US" sz="800" dirty="0" smtClean="0">
                          <a:solidFill>
                            <a:schemeClr val="tx1">
                              <a:lumMod val="75000"/>
                              <a:lumOff val="25000"/>
                            </a:schemeClr>
                          </a:solidFill>
                          <a:latin typeface="+mn-ea"/>
                          <a:ea typeface="+mn-ea"/>
                        </a:rPr>
                        <a:t>모든 수강생</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교수</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a:txBody>
                  <a:tcPr marL="36000" marR="36000" marT="3600" marB="36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 name="TextBox 3"/>
          <p:cNvSpPr txBox="1"/>
          <p:nvPr/>
        </p:nvSpPr>
        <p:spPr>
          <a:xfrm>
            <a:off x="281477" y="201513"/>
            <a:ext cx="3015340" cy="246221"/>
          </a:xfrm>
          <a:prstGeom prst="rect">
            <a:avLst/>
          </a:prstGeom>
          <a:noFill/>
        </p:spPr>
        <p:txBody>
          <a:bodyPr wrap="square" rtlCol="0">
            <a:spAutoFit/>
          </a:bodyPr>
          <a:lstStyle/>
          <a:p>
            <a:r>
              <a:rPr lang="en-US" altLang="ko-KR" sz="1000" b="1" dirty="0">
                <a:latin typeface="+mn-ea"/>
                <a:ea typeface="+mn-ea"/>
              </a:rPr>
              <a:t>1. </a:t>
            </a:r>
            <a:r>
              <a:rPr lang="ko-KR" altLang="en-US" sz="1000" b="1" dirty="0" smtClean="0">
                <a:latin typeface="+mn-ea"/>
                <a:ea typeface="+mn-ea"/>
              </a:rPr>
              <a:t>자동 알림 정리</a:t>
            </a:r>
            <a:r>
              <a:rPr lang="en-US" altLang="ko-KR" sz="1000" b="1" dirty="0" smtClean="0">
                <a:latin typeface="+mn-ea"/>
                <a:ea typeface="+mn-ea"/>
              </a:rPr>
              <a:t>(4/4) : </a:t>
            </a:r>
            <a:r>
              <a:rPr lang="ko-KR" altLang="en-US" sz="1000" b="1" dirty="0" smtClean="0">
                <a:latin typeface="+mn-ea"/>
                <a:ea typeface="+mn-ea"/>
              </a:rPr>
              <a:t>기본 발송 </a:t>
            </a:r>
            <a:r>
              <a:rPr lang="en-US" altLang="ko-KR" sz="1000" b="1" dirty="0" smtClean="0">
                <a:latin typeface="+mn-ea"/>
                <a:ea typeface="+mn-ea"/>
              </a:rPr>
              <a:t>PUSH</a:t>
            </a:r>
            <a:endParaRPr lang="ko-KR" altLang="en-US" sz="800" dirty="0">
              <a:latin typeface="+mn-ea"/>
              <a:ea typeface="+mn-ea"/>
            </a:endParaRPr>
          </a:p>
        </p:txBody>
      </p:sp>
      <p:sp>
        <p:nvSpPr>
          <p:cNvPr id="5" name="TextBox 4"/>
          <p:cNvSpPr txBox="1"/>
          <p:nvPr/>
        </p:nvSpPr>
        <p:spPr>
          <a:xfrm>
            <a:off x="6537176" y="211752"/>
            <a:ext cx="3015340" cy="230832"/>
          </a:xfrm>
          <a:prstGeom prst="rect">
            <a:avLst/>
          </a:prstGeom>
          <a:noFill/>
        </p:spPr>
        <p:txBody>
          <a:bodyPr wrap="square" rtlCol="0">
            <a:spAutoFit/>
          </a:bodyPr>
          <a:lstStyle/>
          <a:p>
            <a:pPr algn="r"/>
            <a:r>
              <a:rPr lang="ko-KR" altLang="en-US" sz="900" dirty="0" smtClean="0">
                <a:solidFill>
                  <a:srgbClr val="0070C0"/>
                </a:solidFill>
                <a:latin typeface="+mn-ea"/>
                <a:ea typeface="+mn-ea"/>
              </a:rPr>
              <a:t>오늘 기준</a:t>
            </a:r>
            <a:r>
              <a:rPr lang="en-US" altLang="ko-KR" sz="900" dirty="0" smtClean="0">
                <a:solidFill>
                  <a:srgbClr val="0070C0"/>
                </a:solidFill>
                <a:latin typeface="+mn-ea"/>
                <a:ea typeface="+mn-ea"/>
              </a:rPr>
              <a:t>, </a:t>
            </a:r>
            <a:r>
              <a:rPr lang="ko-KR" altLang="en-US" sz="900" dirty="0" smtClean="0">
                <a:solidFill>
                  <a:srgbClr val="0070C0"/>
                </a:solidFill>
                <a:latin typeface="+mn-ea"/>
                <a:ea typeface="+mn-ea"/>
              </a:rPr>
              <a:t>매일 오전 </a:t>
            </a:r>
            <a:r>
              <a:rPr lang="en-US" altLang="ko-KR" sz="900" dirty="0" smtClean="0">
                <a:solidFill>
                  <a:srgbClr val="0070C0"/>
                </a:solidFill>
                <a:latin typeface="+mn-ea"/>
                <a:ea typeface="+mn-ea"/>
              </a:rPr>
              <a:t>7</a:t>
            </a:r>
            <a:r>
              <a:rPr lang="ko-KR" altLang="en-US" sz="900" dirty="0" smtClean="0">
                <a:solidFill>
                  <a:srgbClr val="0070C0"/>
                </a:solidFill>
                <a:latin typeface="+mn-ea"/>
                <a:ea typeface="+mn-ea"/>
              </a:rPr>
              <a:t>시 스케줄링 일괄 발송</a:t>
            </a:r>
            <a:endParaRPr lang="ko-KR" altLang="en-US" sz="900" dirty="0">
              <a:solidFill>
                <a:srgbClr val="0070C0"/>
              </a:solidFill>
              <a:latin typeface="+mn-ea"/>
              <a:ea typeface="+mn-ea"/>
            </a:endParaRPr>
          </a:p>
        </p:txBody>
      </p:sp>
    </p:spTree>
    <p:extLst>
      <p:ext uri="{BB962C8B-B14F-4D97-AF65-F5344CB8AC3E}">
        <p14:creationId xmlns:p14="http://schemas.microsoft.com/office/powerpoint/2010/main" val="1864291101"/>
      </p:ext>
    </p:extLst>
  </p:cSld>
  <p:clrMapOvr>
    <a:masterClrMapping/>
  </p:clrMapOvr>
  <p:transition>
    <p:wipe dir="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그룹 10"/>
          <p:cNvGrpSpPr/>
          <p:nvPr/>
        </p:nvGrpSpPr>
        <p:grpSpPr>
          <a:xfrm>
            <a:off x="1967772" y="1979315"/>
            <a:ext cx="7489822" cy="326132"/>
            <a:chOff x="1967772" y="1979315"/>
            <a:chExt cx="7489822" cy="326132"/>
          </a:xfrm>
        </p:grpSpPr>
        <p:sp>
          <p:nvSpPr>
            <p:cNvPr id="328" name="직사각형 327"/>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29" name="그룹 328"/>
            <p:cNvGrpSpPr/>
            <p:nvPr/>
          </p:nvGrpSpPr>
          <p:grpSpPr>
            <a:xfrm>
              <a:off x="4290164" y="2031278"/>
              <a:ext cx="1040981" cy="215444"/>
              <a:chOff x="1618412" y="2762216"/>
              <a:chExt cx="1440000" cy="215444"/>
            </a:xfrm>
          </p:grpSpPr>
          <p:sp>
            <p:nvSpPr>
              <p:cNvPr id="330" name="직사각형 32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331" name="직사각형 330"/>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32" name="그룹 331"/>
            <p:cNvGrpSpPr/>
            <p:nvPr/>
          </p:nvGrpSpPr>
          <p:grpSpPr>
            <a:xfrm>
              <a:off x="5351027" y="2031278"/>
              <a:ext cx="1040981" cy="215444"/>
              <a:chOff x="1618412" y="2762216"/>
              <a:chExt cx="1440000" cy="215444"/>
            </a:xfrm>
          </p:grpSpPr>
          <p:sp>
            <p:nvSpPr>
              <p:cNvPr id="333" name="직사각형 33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35" name="직사각형 334"/>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41" name="그룹 340"/>
            <p:cNvGrpSpPr/>
            <p:nvPr/>
          </p:nvGrpSpPr>
          <p:grpSpPr>
            <a:xfrm>
              <a:off x="6413117" y="2031278"/>
              <a:ext cx="1040981" cy="215444"/>
              <a:chOff x="1618412" y="2762216"/>
              <a:chExt cx="1440000" cy="215444"/>
            </a:xfrm>
          </p:grpSpPr>
          <p:sp>
            <p:nvSpPr>
              <p:cNvPr id="342" name="직사각형 34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44" name="직사각형 343"/>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3" name="그룹 352"/>
            <p:cNvGrpSpPr/>
            <p:nvPr/>
          </p:nvGrpSpPr>
          <p:grpSpPr>
            <a:xfrm>
              <a:off x="7474187" y="2031278"/>
              <a:ext cx="1040981" cy="215444"/>
              <a:chOff x="1618412" y="2762216"/>
              <a:chExt cx="1440000" cy="215444"/>
            </a:xfrm>
          </p:grpSpPr>
          <p:sp>
            <p:nvSpPr>
              <p:cNvPr id="354" name="직사각형 35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55" name="직사각형 354"/>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6" name="그룹 355"/>
            <p:cNvGrpSpPr/>
            <p:nvPr/>
          </p:nvGrpSpPr>
          <p:grpSpPr>
            <a:xfrm>
              <a:off x="3224705" y="2032273"/>
              <a:ext cx="1040982" cy="215444"/>
              <a:chOff x="1618412" y="2762216"/>
              <a:chExt cx="1440000" cy="215444"/>
            </a:xfrm>
          </p:grpSpPr>
          <p:sp>
            <p:nvSpPr>
              <p:cNvPr id="357" name="직사각형 356"/>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358" name="직사각형 357"/>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9" name="그룹 358"/>
            <p:cNvGrpSpPr/>
            <p:nvPr/>
          </p:nvGrpSpPr>
          <p:grpSpPr>
            <a:xfrm>
              <a:off x="2172387" y="2026940"/>
              <a:ext cx="1040981" cy="215444"/>
              <a:chOff x="1618412" y="2762216"/>
              <a:chExt cx="1440000" cy="215444"/>
            </a:xfrm>
          </p:grpSpPr>
          <p:sp>
            <p:nvSpPr>
              <p:cNvPr id="360" name="직사각형 35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361" name="직사각형 360"/>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362" name="직사각형 361"/>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90" name="직사각형 389"/>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391" name="그룹 390"/>
            <p:cNvGrpSpPr/>
            <p:nvPr/>
          </p:nvGrpSpPr>
          <p:grpSpPr>
            <a:xfrm>
              <a:off x="9120844" y="1979315"/>
              <a:ext cx="162000" cy="288000"/>
              <a:chOff x="9447994" y="2133019"/>
              <a:chExt cx="162000" cy="288000"/>
            </a:xfrm>
          </p:grpSpPr>
          <p:sp>
            <p:nvSpPr>
              <p:cNvPr id="392" name="직사각형 391"/>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93" name="1/2 액자 392"/>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394" name="그룹 393"/>
            <p:cNvGrpSpPr/>
            <p:nvPr/>
          </p:nvGrpSpPr>
          <p:grpSpPr>
            <a:xfrm>
              <a:off x="1973163" y="1979315"/>
              <a:ext cx="162000" cy="288000"/>
              <a:chOff x="10860" y="2122356"/>
              <a:chExt cx="162000" cy="288000"/>
            </a:xfrm>
          </p:grpSpPr>
          <p:sp>
            <p:nvSpPr>
              <p:cNvPr id="395" name="직사각형 394"/>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01" name="1/2 액자 400"/>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249186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29</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95869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577968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PUSH</a:t>
            </a:r>
            <a:r>
              <a:rPr lang="ko-KR" altLang="en-US" sz="800" spc="-60" dirty="0" smtClean="0">
                <a:latin typeface="+mn-ea"/>
                <a:ea typeface="+mn-ea"/>
              </a:rPr>
              <a:t> </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320064784"/>
              </p:ext>
            </p:extLst>
          </p:nvPr>
        </p:nvGraphicFramePr>
        <p:xfrm>
          <a:off x="9499029" y="1492213"/>
          <a:ext cx="1404156" cy="53725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메시지함 활성화</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메시지함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Refresh</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목록에서 선택 항목 삭제</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baseline="0" dirty="0" smtClean="0">
                          <a:solidFill>
                            <a:srgbClr val="0070C0"/>
                          </a:solidFill>
                          <a:latin typeface="+mn-ea"/>
                          <a:ea typeface="+mn-ea"/>
                          <a:cs typeface="+mn-cs"/>
                        </a:rPr>
                        <a:t>confirm “</a:t>
                      </a:r>
                      <a:r>
                        <a:rPr lang="ko-KR" altLang="en-US" sz="800" kern="1200" baseline="0" dirty="0" smtClean="0">
                          <a:solidFill>
                            <a:srgbClr val="0070C0"/>
                          </a:solidFill>
                          <a:latin typeface="+mn-ea"/>
                          <a:ea typeface="+mn-ea"/>
                          <a:cs typeface="+mn-cs"/>
                        </a:rPr>
                        <a:t>정말 삭제하시겠습니까</a:t>
                      </a:r>
                      <a:r>
                        <a:rPr lang="en-US" altLang="ko-KR" sz="800" kern="1200" baseline="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10, 20, 30, 50 </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수신내용 화면링크</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indent="0" algn="l" defTabSz="914400" rtl="0" eaLnBrk="1" latinLnBrk="1" hangingPunct="1">
                        <a:lnSpc>
                          <a:spcPct val="150000"/>
                        </a:lnSpc>
                        <a:buFont typeface="Arial" panose="020B0604020202020204" pitchFamily="34" charset="0"/>
                        <a:buNone/>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533" name="Rectangle 122"/>
          <p:cNvSpPr>
            <a:spLocks noChangeArrowheads="1"/>
          </p:cNvSpPr>
          <p:nvPr/>
        </p:nvSpPr>
        <p:spPr bwMode="auto">
          <a:xfrm>
            <a:off x="9059596" y="3974928"/>
            <a:ext cx="396000" cy="1728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34" name="직사각형 533"/>
          <p:cNvSpPr/>
          <p:nvPr/>
        </p:nvSpPr>
        <p:spPr>
          <a:xfrm>
            <a:off x="1979567" y="2675011"/>
            <a:ext cx="7462883" cy="11232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 name="그룹 2"/>
          <p:cNvGrpSpPr/>
          <p:nvPr/>
        </p:nvGrpSpPr>
        <p:grpSpPr>
          <a:xfrm>
            <a:off x="2031684" y="3259162"/>
            <a:ext cx="3583105" cy="226485"/>
            <a:chOff x="2939213" y="3009230"/>
            <a:chExt cx="3583105" cy="226485"/>
          </a:xfrm>
        </p:grpSpPr>
        <p:sp>
          <p:nvSpPr>
            <p:cNvPr id="535" name="직사각형 534"/>
            <p:cNvSpPr/>
            <p:nvPr/>
          </p:nvSpPr>
          <p:spPr>
            <a:xfrm>
              <a:off x="2939213" y="3020271"/>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요청 일시</a:t>
              </a:r>
              <a:endParaRPr lang="ko-KR" altLang="en-US" sz="800" dirty="0">
                <a:solidFill>
                  <a:srgbClr val="FF0000"/>
                </a:solidFill>
                <a:latin typeface="+mn-ea"/>
                <a:ea typeface="+mn-ea"/>
              </a:endParaRPr>
            </a:p>
          </p:txBody>
        </p:sp>
        <p:grpSp>
          <p:nvGrpSpPr>
            <p:cNvPr id="537" name="그룹 536"/>
            <p:cNvGrpSpPr/>
            <p:nvPr/>
          </p:nvGrpSpPr>
          <p:grpSpPr>
            <a:xfrm>
              <a:off x="3856267" y="3009230"/>
              <a:ext cx="2666051" cy="215444"/>
              <a:chOff x="3745956" y="12051048"/>
              <a:chExt cx="2666051" cy="215444"/>
            </a:xfrm>
          </p:grpSpPr>
          <p:pic>
            <p:nvPicPr>
              <p:cNvPr id="538" name="그림 53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75826" y="12068831"/>
                <a:ext cx="165115" cy="180000"/>
              </a:xfrm>
              <a:prstGeom prst="rect">
                <a:avLst/>
              </a:prstGeom>
            </p:spPr>
          </p:pic>
          <p:sp>
            <p:nvSpPr>
              <p:cNvPr id="539" name="직사각형 538"/>
              <p:cNvSpPr/>
              <p:nvPr/>
            </p:nvSpPr>
            <p:spPr>
              <a:xfrm>
                <a:off x="3745956" y="12065231"/>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시작 일시</a:t>
                </a:r>
                <a:endParaRPr lang="en-US" altLang="ko-KR" sz="800" dirty="0">
                  <a:solidFill>
                    <a:schemeClr val="tx1">
                      <a:lumMod val="75000"/>
                      <a:lumOff val="25000"/>
                    </a:schemeClr>
                  </a:solidFill>
                  <a:latin typeface="+mn-ea"/>
                </a:endParaRPr>
              </a:p>
            </p:txBody>
          </p:sp>
          <p:pic>
            <p:nvPicPr>
              <p:cNvPr id="540" name="그림 53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81217" y="12068559"/>
                <a:ext cx="165115" cy="180000"/>
              </a:xfrm>
              <a:prstGeom prst="rect">
                <a:avLst/>
              </a:prstGeom>
            </p:spPr>
          </p:pic>
          <p:sp>
            <p:nvSpPr>
              <p:cNvPr id="544" name="직사각형 543"/>
              <p:cNvSpPr/>
              <p:nvPr/>
            </p:nvSpPr>
            <p:spPr>
              <a:xfrm>
                <a:off x="5151347" y="12064959"/>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종료 일시</a:t>
                </a:r>
                <a:endParaRPr lang="en-US" altLang="ko-KR" sz="800" dirty="0">
                  <a:solidFill>
                    <a:schemeClr val="tx1">
                      <a:lumMod val="75000"/>
                      <a:lumOff val="25000"/>
                    </a:schemeClr>
                  </a:solidFill>
                  <a:latin typeface="+mn-ea"/>
                </a:endParaRPr>
              </a:p>
            </p:txBody>
          </p:sp>
          <p:pic>
            <p:nvPicPr>
              <p:cNvPr id="545" name="그림 54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857151" y="12077685"/>
                <a:ext cx="148604" cy="162000"/>
              </a:xfrm>
              <a:prstGeom prst="rect">
                <a:avLst/>
              </a:prstGeom>
            </p:spPr>
          </p:pic>
          <p:pic>
            <p:nvPicPr>
              <p:cNvPr id="546" name="그림 54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63403" y="12077413"/>
                <a:ext cx="148604" cy="162000"/>
              </a:xfrm>
              <a:prstGeom prst="rect">
                <a:avLst/>
              </a:prstGeom>
            </p:spPr>
          </p:pic>
          <p:sp>
            <p:nvSpPr>
              <p:cNvPr id="556" name="직사각형 555"/>
              <p:cNvSpPr/>
              <p:nvPr/>
            </p:nvSpPr>
            <p:spPr>
              <a:xfrm>
                <a:off x="4957448" y="12051048"/>
                <a:ext cx="256802" cy="215444"/>
              </a:xfrm>
              <a:prstGeom prst="rect">
                <a:avLst/>
              </a:prstGeom>
            </p:spPr>
            <p:txBody>
              <a:bodyPr wrap="none">
                <a:spAutoFit/>
              </a:bodyPr>
              <a:lstStyle/>
              <a:p>
                <a:r>
                  <a:rPr lang="en-US" altLang="ko-KR" sz="800" dirty="0" smtClean="0">
                    <a:latin typeface="+mj-ea"/>
                  </a:rPr>
                  <a:t>~</a:t>
                </a:r>
                <a:endParaRPr lang="en-US" altLang="ko-KR" sz="800" dirty="0">
                  <a:latin typeface="+mj-ea"/>
                </a:endParaRPr>
              </a:p>
            </p:txBody>
          </p:sp>
        </p:grpSp>
      </p:grpSp>
      <p:grpSp>
        <p:nvGrpSpPr>
          <p:cNvPr id="4" name="그룹 3"/>
          <p:cNvGrpSpPr/>
          <p:nvPr/>
        </p:nvGrpSpPr>
        <p:grpSpPr>
          <a:xfrm>
            <a:off x="2031684" y="3533400"/>
            <a:ext cx="3588438" cy="217540"/>
            <a:chOff x="2939213" y="3283468"/>
            <a:chExt cx="3588438" cy="217540"/>
          </a:xfrm>
        </p:grpSpPr>
        <p:sp>
          <p:nvSpPr>
            <p:cNvPr id="557" name="직사각형 556"/>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 조건</a:t>
              </a:r>
              <a:endParaRPr lang="ko-KR" altLang="en-US" sz="800" dirty="0">
                <a:solidFill>
                  <a:srgbClr val="FF0000"/>
                </a:solidFill>
                <a:latin typeface="+mn-ea"/>
                <a:ea typeface="+mn-ea"/>
              </a:endParaRPr>
            </a:p>
          </p:txBody>
        </p:sp>
        <p:sp>
          <p:nvSpPr>
            <p:cNvPr id="558" name="Rectangle 122"/>
            <p:cNvSpPr>
              <a:spLocks noChangeArrowheads="1"/>
            </p:cNvSpPr>
            <p:nvPr/>
          </p:nvSpPr>
          <p:spPr bwMode="auto">
            <a:xfrm>
              <a:off x="3853272" y="328556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발신자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9" name="Rectangle 122"/>
            <p:cNvSpPr>
              <a:spLocks noChangeArrowheads="1"/>
            </p:cNvSpPr>
            <p:nvPr/>
          </p:nvSpPr>
          <p:spPr bwMode="auto">
            <a:xfrm>
              <a:off x="4612451" y="3283468"/>
              <a:ext cx="1915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검색어입력</a:t>
              </a:r>
              <a:endParaRPr lang="ko-KR" altLang="en-US" sz="800" kern="0" dirty="0">
                <a:solidFill>
                  <a:schemeClr val="tx1">
                    <a:lumMod val="50000"/>
                    <a:lumOff val="50000"/>
                  </a:schemeClr>
                </a:solidFill>
                <a:latin typeface="+mn-ea"/>
                <a:ea typeface="+mn-ea"/>
              </a:endParaRPr>
            </a:p>
          </p:txBody>
        </p:sp>
      </p:grpSp>
      <p:sp>
        <p:nvSpPr>
          <p:cNvPr id="560" name="직사각형 559"/>
          <p:cNvSpPr/>
          <p:nvPr/>
        </p:nvSpPr>
        <p:spPr>
          <a:xfrm>
            <a:off x="1881039" y="3948494"/>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PUSH </a:t>
            </a:r>
            <a:r>
              <a:rPr lang="ko-KR" altLang="en-US" sz="800" b="1" dirty="0" smtClean="0">
                <a:solidFill>
                  <a:schemeClr val="tx1">
                    <a:lumMod val="75000"/>
                    <a:lumOff val="25000"/>
                  </a:schemeClr>
                </a:solidFill>
                <a:latin typeface="+mn-ea"/>
                <a:ea typeface="+mn-ea"/>
              </a:rPr>
              <a:t>수신 목록 </a:t>
            </a:r>
            <a:r>
              <a:rPr lang="en-US" altLang="ko-KR" sz="800" b="1" dirty="0" smtClean="0">
                <a:solidFill>
                  <a:schemeClr val="tx1">
                    <a:lumMod val="75000"/>
                    <a:lumOff val="25000"/>
                  </a:schemeClr>
                </a:solidFill>
                <a:latin typeface="+mn-ea"/>
                <a:ea typeface="+mn-ea"/>
              </a:rPr>
              <a:t>[ </a:t>
            </a:r>
            <a:r>
              <a:rPr lang="ko-KR" altLang="en-US" sz="800" b="1" dirty="0" smtClean="0">
                <a:solidFill>
                  <a:srgbClr val="0070C0"/>
                </a:solidFill>
                <a:latin typeface="+mn-ea"/>
                <a:ea typeface="+mn-ea"/>
              </a:rPr>
              <a:t>총건수 </a:t>
            </a:r>
            <a:r>
              <a:rPr lang="en-US" altLang="ko-KR" sz="800" b="1" dirty="0" smtClean="0">
                <a:solidFill>
                  <a:srgbClr val="0070C0"/>
                </a:solidFill>
                <a:latin typeface="+mn-ea"/>
                <a:ea typeface="+mn-ea"/>
              </a:rPr>
              <a:t>: 90 </a:t>
            </a:r>
            <a:r>
              <a:rPr lang="en-US" altLang="ko-KR" sz="800" b="1" dirty="0" smtClean="0">
                <a:solidFill>
                  <a:schemeClr val="tx1">
                    <a:lumMod val="75000"/>
                    <a:lumOff val="25000"/>
                  </a:schemeClr>
                </a:solidFill>
                <a:latin typeface="+mn-ea"/>
                <a:ea typeface="+mn-ea"/>
              </a:rPr>
              <a:t>]</a:t>
            </a:r>
            <a:endParaRPr lang="ko-KR" altLang="en-US" sz="800" b="1" dirty="0">
              <a:solidFill>
                <a:srgbClr val="FF0000"/>
              </a:solidFill>
              <a:latin typeface="+mn-ea"/>
              <a:ea typeface="+mn-ea"/>
            </a:endParaRPr>
          </a:p>
        </p:txBody>
      </p:sp>
      <p:pic>
        <p:nvPicPr>
          <p:cNvPr id="56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17427" y="3977979"/>
            <a:ext cx="18620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66" name="직사각형 565"/>
          <p:cNvSpPr/>
          <p:nvPr/>
        </p:nvSpPr>
        <p:spPr>
          <a:xfrm>
            <a:off x="8632881" y="3969080"/>
            <a:ext cx="396000" cy="1728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삭제</a:t>
            </a:r>
            <a:endParaRPr lang="en-US" altLang="ko-KR" sz="800" dirty="0">
              <a:solidFill>
                <a:schemeClr val="tx1">
                  <a:lumMod val="65000"/>
                  <a:lumOff val="35000"/>
                </a:schemeClr>
              </a:solidFill>
              <a:latin typeface="+mn-ea"/>
            </a:endParaRPr>
          </a:p>
        </p:txBody>
      </p:sp>
      <p:graphicFrame>
        <p:nvGraphicFramePr>
          <p:cNvPr id="581" name="Group 37"/>
          <p:cNvGraphicFramePr>
            <a:graphicFrameLocks noGrp="1"/>
          </p:cNvGraphicFramePr>
          <p:nvPr>
            <p:extLst>
              <p:ext uri="{D42A27DB-BD31-4B8C-83A1-F6EECF244321}">
                <p14:modId xmlns:p14="http://schemas.microsoft.com/office/powerpoint/2010/main" val="1302068623"/>
              </p:ext>
            </p:extLst>
          </p:nvPr>
        </p:nvGraphicFramePr>
        <p:xfrm>
          <a:off x="1986137" y="4220095"/>
          <a:ext cx="7457053" cy="2644543"/>
        </p:xfrm>
        <a:graphic>
          <a:graphicData uri="http://schemas.openxmlformats.org/drawingml/2006/table">
            <a:tbl>
              <a:tblPr/>
              <a:tblGrid>
                <a:gridCol w="272215">
                  <a:extLst>
                    <a:ext uri="{9D8B030D-6E8A-4147-A177-3AD203B41FA5}">
                      <a16:colId xmlns="" xmlns:a16="http://schemas.microsoft.com/office/drawing/2014/main" val="20000"/>
                    </a:ext>
                  </a:extLst>
                </a:gridCol>
                <a:gridCol w="414347">
                  <a:extLst>
                    <a:ext uri="{9D8B030D-6E8A-4147-A177-3AD203B41FA5}">
                      <a16:colId xmlns="" xmlns:a16="http://schemas.microsoft.com/office/drawing/2014/main" val="20001"/>
                    </a:ext>
                  </a:extLst>
                </a:gridCol>
                <a:gridCol w="538890"/>
                <a:gridCol w="415707"/>
                <a:gridCol w="415805"/>
                <a:gridCol w="473300"/>
                <a:gridCol w="715720"/>
                <a:gridCol w="415708"/>
                <a:gridCol w="613769"/>
                <a:gridCol w="1615109"/>
                <a:gridCol w="989174"/>
                <a:gridCol w="577309"/>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lang="ko-KR" altLang="en-US" sz="800" b="0" i="0" kern="1200" dirty="0" smtClean="0">
                          <a:solidFill>
                            <a:schemeClr val="tx1">
                              <a:lumMod val="75000"/>
                              <a:lumOff val="25000"/>
                            </a:schemeClr>
                          </a:solidFill>
                          <a:effectLst/>
                          <a:latin typeface="+mn-lt"/>
                          <a:ea typeface="+mn-ea"/>
                          <a:cs typeface="+mn-cs"/>
                        </a:rPr>
                        <a:t>기관↕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수강과목</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발신자</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발신일시</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읽음</a:t>
                      </a:r>
                      <a:r>
                        <a:rPr lang="ko-KR" altLang="en-US" sz="800" b="0" i="0" kern="1200" dirty="0" smtClean="0">
                          <a:solidFill>
                            <a:schemeClr val="tx1">
                              <a:lumMod val="75000"/>
                              <a:lumOff val="25000"/>
                            </a:schemeClr>
                          </a:solidFill>
                          <a:effectLst/>
                          <a:latin typeface="+mn-lt"/>
                          <a:ea typeface="+mn-ea"/>
                          <a:cs typeface="+mn-cs"/>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하*동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서*동</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582" name="직사각형 581"/>
          <p:cNvSpPr/>
          <p:nvPr/>
        </p:nvSpPr>
        <p:spPr>
          <a:xfrm>
            <a:off x="2057491" y="428257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583" name="직사각형 582"/>
          <p:cNvSpPr/>
          <p:nvPr/>
        </p:nvSpPr>
        <p:spPr>
          <a:xfrm>
            <a:off x="2058978" y="451765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584" name="직사각형 583"/>
          <p:cNvSpPr/>
          <p:nvPr/>
        </p:nvSpPr>
        <p:spPr>
          <a:xfrm>
            <a:off x="2058978" y="476758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585" name="직사각형 584"/>
          <p:cNvSpPr/>
          <p:nvPr/>
        </p:nvSpPr>
        <p:spPr>
          <a:xfrm>
            <a:off x="2051549" y="500265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5" name="직사각형 604"/>
          <p:cNvSpPr/>
          <p:nvPr/>
        </p:nvSpPr>
        <p:spPr>
          <a:xfrm>
            <a:off x="2061074" y="523773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6" name="직사각형 605"/>
          <p:cNvSpPr/>
          <p:nvPr/>
        </p:nvSpPr>
        <p:spPr>
          <a:xfrm>
            <a:off x="2058978" y="5487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7" name="직사각형 606"/>
          <p:cNvSpPr/>
          <p:nvPr/>
        </p:nvSpPr>
        <p:spPr>
          <a:xfrm>
            <a:off x="2058978" y="5722738"/>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8" name="직사각형 607"/>
          <p:cNvSpPr/>
          <p:nvPr/>
        </p:nvSpPr>
        <p:spPr>
          <a:xfrm>
            <a:off x="2052489" y="5965253"/>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9" name="직사각형 608"/>
          <p:cNvSpPr/>
          <p:nvPr/>
        </p:nvSpPr>
        <p:spPr>
          <a:xfrm>
            <a:off x="2062014" y="6200327"/>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11" name="직사각형 610"/>
          <p:cNvSpPr/>
          <p:nvPr/>
        </p:nvSpPr>
        <p:spPr>
          <a:xfrm>
            <a:off x="2059918" y="6450259"/>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26" name="직사각형 625"/>
          <p:cNvSpPr/>
          <p:nvPr/>
        </p:nvSpPr>
        <p:spPr>
          <a:xfrm>
            <a:off x="2059918" y="6685333"/>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27" name="Track"/>
          <p:cNvSpPr>
            <a:spLocks/>
          </p:cNvSpPr>
          <p:nvPr>
            <p:custDataLst>
              <p:tags r:id="rId1"/>
            </p:custDataLst>
          </p:nvPr>
        </p:nvSpPr>
        <p:spPr bwMode="auto">
          <a:xfrm>
            <a:off x="9393346" y="4464902"/>
            <a:ext cx="43200" cy="23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grpSp>
        <p:nvGrpSpPr>
          <p:cNvPr id="631" name="그룹 630"/>
          <p:cNvGrpSpPr/>
          <p:nvPr/>
        </p:nvGrpSpPr>
        <p:grpSpPr>
          <a:xfrm>
            <a:off x="3854544" y="2041798"/>
            <a:ext cx="234360" cy="200055"/>
            <a:chOff x="1152270" y="11706839"/>
            <a:chExt cx="234360" cy="200055"/>
          </a:xfrm>
        </p:grpSpPr>
        <p:sp>
          <p:nvSpPr>
            <p:cNvPr id="632" name="모서리가 둥근 직사각형 6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35" name="직사각형 6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3" name="모서리가 둥근 직사각형 192"/>
          <p:cNvSpPr/>
          <p:nvPr/>
        </p:nvSpPr>
        <p:spPr>
          <a:xfrm>
            <a:off x="8488749" y="353703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94" name="그룹 193"/>
          <p:cNvGrpSpPr/>
          <p:nvPr/>
        </p:nvGrpSpPr>
        <p:grpSpPr>
          <a:xfrm>
            <a:off x="-1260488" y="2834692"/>
            <a:ext cx="1440000" cy="1449282"/>
            <a:chOff x="-1167680" y="1619275"/>
            <a:chExt cx="1440000" cy="1449282"/>
          </a:xfrm>
        </p:grpSpPr>
        <p:sp>
          <p:nvSpPr>
            <p:cNvPr id="195" name="직사각형 194"/>
            <p:cNvSpPr/>
            <p:nvPr/>
          </p:nvSpPr>
          <p:spPr>
            <a:xfrm>
              <a:off x="-1167680" y="1619275"/>
              <a:ext cx="1440000"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발신자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a:t>
              </a:r>
            </a:p>
          </p:txBody>
        </p:sp>
        <p:sp>
          <p:nvSpPr>
            <p:cNvPr id="196" name="직사각형 195"/>
            <p:cNvSpPr/>
            <p:nvPr/>
          </p:nvSpPr>
          <p:spPr>
            <a:xfrm>
              <a:off x="-1167680" y="1792899"/>
              <a:ext cx="1440000" cy="127565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발신자</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발신자번호</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제목</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내용</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rgbClr val="FF0000"/>
                  </a:solidFill>
                  <a:latin typeface="+mn-ea"/>
                </a:rPr>
                <a:t>학번</a:t>
              </a:r>
              <a:r>
                <a:rPr lang="en-US" altLang="ko-KR" sz="800" dirty="0" smtClean="0">
                  <a:solidFill>
                    <a:srgbClr val="FF0000"/>
                  </a:solidFill>
                  <a:latin typeface="+mn-ea"/>
                </a:rPr>
                <a:t>/</a:t>
              </a:r>
              <a:r>
                <a:rPr lang="ko-KR" altLang="en-US" sz="800" dirty="0" smtClean="0">
                  <a:solidFill>
                    <a:srgbClr val="FF0000"/>
                  </a:solidFill>
                  <a:latin typeface="+mn-ea"/>
                </a:rPr>
                <a:t>교번</a:t>
              </a:r>
              <a:endParaRPr lang="en-US" altLang="ko-KR" sz="800" dirty="0" smtClean="0">
                <a:solidFill>
                  <a:srgbClr val="FF0000"/>
                </a:solidFill>
                <a:latin typeface="+mn-ea"/>
              </a:endParaRPr>
            </a:p>
            <a:p>
              <a:pPr>
                <a:lnSpc>
                  <a:spcPct val="150000"/>
                </a:lnSpc>
              </a:pPr>
              <a:r>
                <a:rPr lang="ko-KR" altLang="en-US" sz="800" dirty="0" smtClean="0">
                  <a:solidFill>
                    <a:srgbClr val="FF0000"/>
                  </a:solidFill>
                  <a:latin typeface="+mn-ea"/>
                </a:rPr>
                <a:t>아이</a:t>
              </a:r>
              <a:r>
                <a:rPr lang="ko-KR" altLang="en-US" sz="800" dirty="0">
                  <a:solidFill>
                    <a:srgbClr val="FF0000"/>
                  </a:solidFill>
                  <a:latin typeface="+mn-ea"/>
                </a:rPr>
                <a:t>디</a:t>
              </a:r>
              <a:endParaRPr lang="en-US" altLang="ko-KR" sz="800" dirty="0">
                <a:solidFill>
                  <a:srgbClr val="FF0000"/>
                </a:solidFill>
                <a:latin typeface="+mn-ea"/>
              </a:endParaRPr>
            </a:p>
          </p:txBody>
        </p:sp>
      </p:grpSp>
      <p:grpSp>
        <p:nvGrpSpPr>
          <p:cNvPr id="212" name="그룹 211"/>
          <p:cNvGrpSpPr/>
          <p:nvPr/>
        </p:nvGrpSpPr>
        <p:grpSpPr>
          <a:xfrm>
            <a:off x="8370516" y="3805388"/>
            <a:ext cx="234360" cy="200055"/>
            <a:chOff x="1154366" y="11716364"/>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15" name="그룹 214"/>
          <p:cNvGrpSpPr/>
          <p:nvPr/>
        </p:nvGrpSpPr>
        <p:grpSpPr>
          <a:xfrm>
            <a:off x="8577015" y="3805388"/>
            <a:ext cx="234360" cy="200055"/>
            <a:chOff x="1154366" y="11716364"/>
            <a:chExt cx="234360" cy="200055"/>
          </a:xfrm>
        </p:grpSpPr>
        <p:sp>
          <p:nvSpPr>
            <p:cNvPr id="216" name="모서리가 둥근 직사각형 21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7" name="직사각형 216"/>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21" name="그룹 220"/>
          <p:cNvGrpSpPr/>
          <p:nvPr/>
        </p:nvGrpSpPr>
        <p:grpSpPr>
          <a:xfrm>
            <a:off x="9004498" y="3789040"/>
            <a:ext cx="234360" cy="200055"/>
            <a:chOff x="1154366" y="11716364"/>
            <a:chExt cx="234360" cy="200055"/>
          </a:xfrm>
        </p:grpSpPr>
        <p:sp>
          <p:nvSpPr>
            <p:cNvPr id="222" name="모서리가 둥근 직사각형 2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3" name="직사각형 222"/>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KNOU_UI_C01020301_01</a:t>
            </a:r>
            <a:endParaRPr lang="ko-KR" altLang="en-US" sz="800" spc="-60" dirty="0">
              <a:latin typeface="+mn-ea"/>
            </a:endParaRPr>
          </a:p>
        </p:txBody>
      </p:sp>
      <p:grpSp>
        <p:nvGrpSpPr>
          <p:cNvPr id="5" name="그룹 4"/>
          <p:cNvGrpSpPr/>
          <p:nvPr/>
        </p:nvGrpSpPr>
        <p:grpSpPr>
          <a:xfrm>
            <a:off x="2029247"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34" name="그룹 233"/>
          <p:cNvGrpSpPr/>
          <p:nvPr/>
        </p:nvGrpSpPr>
        <p:grpSpPr>
          <a:xfrm>
            <a:off x="2883027" y="2589287"/>
            <a:ext cx="234360" cy="200055"/>
            <a:chOff x="1152270" y="11706839"/>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43" name="그룹 242"/>
          <p:cNvGrpSpPr/>
          <p:nvPr/>
        </p:nvGrpSpPr>
        <p:grpSpPr>
          <a:xfrm>
            <a:off x="5595739" y="4352498"/>
            <a:ext cx="234360" cy="200055"/>
            <a:chOff x="1148319" y="11716364"/>
            <a:chExt cx="234360" cy="200055"/>
          </a:xfrm>
        </p:grpSpPr>
        <p:sp>
          <p:nvSpPr>
            <p:cNvPr id="246" name="모서리가 둥근 직사각형 24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7" name="직사각형 246"/>
            <p:cNvSpPr/>
            <p:nvPr/>
          </p:nvSpPr>
          <p:spPr>
            <a:xfrm>
              <a:off x="1148319"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326" name="그룹 325"/>
          <p:cNvGrpSpPr/>
          <p:nvPr/>
        </p:nvGrpSpPr>
        <p:grpSpPr>
          <a:xfrm>
            <a:off x="8668462" y="1695475"/>
            <a:ext cx="849617" cy="276999"/>
            <a:chOff x="8563069" y="1695475"/>
            <a:chExt cx="849617" cy="276999"/>
          </a:xfrm>
        </p:grpSpPr>
        <p:grpSp>
          <p:nvGrpSpPr>
            <p:cNvPr id="327" name="그룹 326"/>
            <p:cNvGrpSpPr/>
            <p:nvPr/>
          </p:nvGrpSpPr>
          <p:grpSpPr>
            <a:xfrm>
              <a:off x="8563069" y="1761166"/>
              <a:ext cx="792000" cy="162000"/>
              <a:chOff x="8779069" y="1761166"/>
              <a:chExt cx="792000" cy="162000"/>
            </a:xfrm>
          </p:grpSpPr>
          <p:sp>
            <p:nvSpPr>
              <p:cNvPr id="370" name="직사각형 369"/>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7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8728739" y="1695475"/>
              <a:ext cx="247184" cy="276999"/>
              <a:chOff x="7672972" y="1671999"/>
              <a:chExt cx="247184" cy="276999"/>
            </a:xfrm>
          </p:grpSpPr>
          <p:sp>
            <p:nvSpPr>
              <p:cNvPr id="368" name="타원 36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9" name="직사각형 36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64" name="그룹 363"/>
            <p:cNvGrpSpPr/>
            <p:nvPr/>
          </p:nvGrpSpPr>
          <p:grpSpPr>
            <a:xfrm>
              <a:off x="9138252" y="1714525"/>
              <a:ext cx="274434" cy="246221"/>
              <a:chOff x="7663447" y="1691049"/>
              <a:chExt cx="274434" cy="246221"/>
            </a:xfrm>
          </p:grpSpPr>
          <p:sp>
            <p:nvSpPr>
              <p:cNvPr id="366" name="타원 36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67" name="직사각형 36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65" name="직사각형 36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308" name="TextBox 307"/>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PUSH</a:t>
            </a:r>
            <a:r>
              <a:rPr lang="ko-KR" altLang="en-US" sz="800" spc="-60" dirty="0" smtClean="0">
                <a:latin typeface="+mn-ea"/>
                <a:ea typeface="+mn-ea"/>
              </a:rPr>
              <a:t> </a:t>
            </a:r>
            <a:endParaRPr lang="ko-KR" altLang="en-US" sz="800" spc="-60" dirty="0">
              <a:latin typeface="+mn-ea"/>
              <a:ea typeface="+mn-ea"/>
            </a:endParaRPr>
          </a:p>
        </p:txBody>
      </p:sp>
      <p:sp>
        <p:nvSpPr>
          <p:cNvPr id="309" name="TextBox 308"/>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smtClean="0">
                <a:latin typeface="+mn-ea"/>
                <a:ea typeface="+mn-ea"/>
              </a:rPr>
              <a:t>PUSH</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수신목록</a:t>
            </a:r>
            <a:endParaRPr lang="ko-KR" altLang="en-US" sz="800" spc="-60" dirty="0">
              <a:latin typeface="+mn-ea"/>
              <a:ea typeface="+mn-ea"/>
            </a:endParaRPr>
          </a:p>
        </p:txBody>
      </p:sp>
      <p:grpSp>
        <p:nvGrpSpPr>
          <p:cNvPr id="419" name="그룹 418"/>
          <p:cNvGrpSpPr/>
          <p:nvPr/>
        </p:nvGrpSpPr>
        <p:grpSpPr>
          <a:xfrm>
            <a:off x="1972097" y="2358429"/>
            <a:ext cx="7488000" cy="216000"/>
            <a:chOff x="559370" y="2267347"/>
            <a:chExt cx="7488000" cy="216000"/>
          </a:xfrm>
        </p:grpSpPr>
        <p:sp>
          <p:nvSpPr>
            <p:cNvPr id="420" name="직사각형 419"/>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21" name="그룹 420"/>
            <p:cNvGrpSpPr/>
            <p:nvPr/>
          </p:nvGrpSpPr>
          <p:grpSpPr>
            <a:xfrm>
              <a:off x="596648" y="2286397"/>
              <a:ext cx="1800000" cy="180000"/>
              <a:chOff x="524640" y="2276872"/>
              <a:chExt cx="1800000" cy="180000"/>
            </a:xfrm>
          </p:grpSpPr>
          <p:sp>
            <p:nvSpPr>
              <p:cNvPr id="422" name="모서리가 둥근 직사각형 421"/>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PUSH</a:t>
                </a:r>
                <a:endParaRPr kumimoji="1" lang="ko-KR" altLang="en-US" sz="900" dirty="0">
                  <a:solidFill>
                    <a:schemeClr val="tx1">
                      <a:lumMod val="75000"/>
                      <a:lumOff val="25000"/>
                    </a:schemeClr>
                  </a:solidFill>
                  <a:latin typeface="+mn-ea"/>
                  <a:ea typeface="+mn-ea"/>
                  <a:cs typeface="Calibri" pitchFamily="34" charset="0"/>
                </a:endParaRPr>
              </a:p>
            </p:txBody>
          </p:sp>
          <p:pic>
            <p:nvPicPr>
              <p:cNvPr id="42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24" name="그룹 423"/>
          <p:cNvGrpSpPr/>
          <p:nvPr/>
        </p:nvGrpSpPr>
        <p:grpSpPr>
          <a:xfrm>
            <a:off x="5709344" y="1485584"/>
            <a:ext cx="3761110" cy="261068"/>
            <a:chOff x="4948808" y="1485584"/>
            <a:chExt cx="3761110" cy="261068"/>
          </a:xfrm>
        </p:grpSpPr>
        <p:grpSp>
          <p:nvGrpSpPr>
            <p:cNvPr id="425" name="그룹 424"/>
            <p:cNvGrpSpPr/>
            <p:nvPr/>
          </p:nvGrpSpPr>
          <p:grpSpPr>
            <a:xfrm>
              <a:off x="4948808" y="1579923"/>
              <a:ext cx="3761110" cy="166729"/>
              <a:chOff x="5665911" y="1579923"/>
              <a:chExt cx="3761110" cy="166729"/>
            </a:xfrm>
          </p:grpSpPr>
          <p:pic>
            <p:nvPicPr>
              <p:cNvPr id="42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1" name="그룹 430"/>
              <p:cNvGrpSpPr/>
              <p:nvPr/>
            </p:nvGrpSpPr>
            <p:grpSpPr>
              <a:xfrm>
                <a:off x="5665911" y="1583291"/>
                <a:ext cx="648000" cy="162000"/>
                <a:chOff x="4953000" y="2780928"/>
                <a:chExt cx="648000" cy="162000"/>
              </a:xfrm>
            </p:grpSpPr>
            <p:sp>
              <p:nvSpPr>
                <p:cNvPr id="433" name="모서리가 둥근 직사각형 43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34"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2" name="모서리가 둥근 직사각형 43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426" name="타원 425"/>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92" name="그룹 191"/>
          <p:cNvGrpSpPr/>
          <p:nvPr/>
        </p:nvGrpSpPr>
        <p:grpSpPr>
          <a:xfrm>
            <a:off x="2029247" y="3007057"/>
            <a:ext cx="4597216" cy="215444"/>
            <a:chOff x="2029247" y="3007057"/>
            <a:chExt cx="4597216" cy="215444"/>
          </a:xfrm>
        </p:grpSpPr>
        <p:sp>
          <p:nvSpPr>
            <p:cNvPr id="198"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99" name="직사각형 198"/>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00"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01"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cxnSp>
        <p:nvCxnSpPr>
          <p:cNvPr id="197" name="꺾인 연결선 196"/>
          <p:cNvCxnSpPr>
            <a:stCxn id="558" idx="0"/>
            <a:endCxn id="195" idx="0"/>
          </p:cNvCxnSpPr>
          <p:nvPr/>
        </p:nvCxnSpPr>
        <p:spPr>
          <a:xfrm rot="16200000" flipV="1">
            <a:off x="1032226" y="1261978"/>
            <a:ext cx="700804" cy="3846231"/>
          </a:xfrm>
          <a:prstGeom prst="bentConnector3">
            <a:avLst>
              <a:gd name="adj1" fmla="val 13262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89" name="그룹 188"/>
          <p:cNvGrpSpPr/>
          <p:nvPr/>
        </p:nvGrpSpPr>
        <p:grpSpPr>
          <a:xfrm>
            <a:off x="626748" y="2104281"/>
            <a:ext cx="1245456" cy="4536504"/>
            <a:chOff x="626748" y="2104281"/>
            <a:chExt cx="1245456" cy="4536504"/>
          </a:xfrm>
        </p:grpSpPr>
        <p:grpSp>
          <p:nvGrpSpPr>
            <p:cNvPr id="190" name="그룹 189"/>
            <p:cNvGrpSpPr/>
            <p:nvPr/>
          </p:nvGrpSpPr>
          <p:grpSpPr>
            <a:xfrm>
              <a:off x="629955" y="3042501"/>
              <a:ext cx="1188000" cy="180000"/>
              <a:chOff x="666427" y="3266516"/>
              <a:chExt cx="1188000" cy="180000"/>
            </a:xfrm>
          </p:grpSpPr>
          <p:sp>
            <p:nvSpPr>
              <p:cNvPr id="276" name="모서리가 둥근 직사각형 27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7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6748" y="2104281"/>
              <a:ext cx="1245456" cy="442923"/>
              <a:chOff x="468506" y="2320305"/>
              <a:chExt cx="1245456" cy="442923"/>
            </a:xfrm>
          </p:grpSpPr>
          <p:sp>
            <p:nvSpPr>
              <p:cNvPr id="273" name="직사각형 27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4"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5" name="TextBox 274"/>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02" name="그룹 201"/>
            <p:cNvGrpSpPr/>
            <p:nvPr/>
          </p:nvGrpSpPr>
          <p:grpSpPr>
            <a:xfrm>
              <a:off x="632520" y="2752353"/>
              <a:ext cx="1188000" cy="180000"/>
              <a:chOff x="666427" y="3266516"/>
              <a:chExt cx="1188000" cy="180000"/>
            </a:xfrm>
          </p:grpSpPr>
          <p:sp>
            <p:nvSpPr>
              <p:cNvPr id="267" name="모서리가 둥근 직사각형 26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6" y="3318264"/>
              <a:ext cx="1188000" cy="668891"/>
              <a:chOff x="629956" y="3318264"/>
              <a:chExt cx="1188000" cy="668891"/>
            </a:xfrm>
          </p:grpSpPr>
          <p:grpSp>
            <p:nvGrpSpPr>
              <p:cNvPr id="258" name="그룹 257"/>
              <p:cNvGrpSpPr/>
              <p:nvPr/>
            </p:nvGrpSpPr>
            <p:grpSpPr>
              <a:xfrm>
                <a:off x="629956" y="3318264"/>
                <a:ext cx="1188000" cy="180000"/>
                <a:chOff x="666428" y="3785432"/>
                <a:chExt cx="1188000" cy="180000"/>
              </a:xfrm>
            </p:grpSpPr>
            <p:sp>
              <p:nvSpPr>
                <p:cNvPr id="265" name="모서리가 둥근 직사각형 264"/>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266"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9" name="직사각형 258"/>
              <p:cNvSpPr/>
              <p:nvPr/>
            </p:nvSpPr>
            <p:spPr>
              <a:xfrm>
                <a:off x="632520" y="3507789"/>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260" name="직사각형 259"/>
              <p:cNvSpPr/>
              <p:nvPr/>
            </p:nvSpPr>
            <p:spPr>
              <a:xfrm>
                <a:off x="632520" y="366971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264" name="직사각형 263"/>
              <p:cNvSpPr/>
              <p:nvPr/>
            </p:nvSpPr>
            <p:spPr>
              <a:xfrm>
                <a:off x="632520" y="3825155"/>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204" name="그룹 203"/>
            <p:cNvGrpSpPr/>
            <p:nvPr/>
          </p:nvGrpSpPr>
          <p:grpSpPr>
            <a:xfrm>
              <a:off x="635889" y="4127954"/>
              <a:ext cx="1188000" cy="180000"/>
              <a:chOff x="666428" y="4310612"/>
              <a:chExt cx="1188000" cy="180000"/>
            </a:xfrm>
          </p:grpSpPr>
          <p:sp>
            <p:nvSpPr>
              <p:cNvPr id="256" name="모서리가 둥근 직사각형 25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5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5889" y="4682892"/>
              <a:ext cx="1188000" cy="180000"/>
              <a:chOff x="666428" y="4570824"/>
              <a:chExt cx="1188000" cy="180000"/>
            </a:xfrm>
          </p:grpSpPr>
          <p:sp>
            <p:nvSpPr>
              <p:cNvPr id="254" name="모서리가 둥근 직사각형 25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55"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5889" y="6144987"/>
              <a:ext cx="1188000" cy="180000"/>
              <a:chOff x="666428" y="5096004"/>
              <a:chExt cx="1188000" cy="180000"/>
            </a:xfrm>
          </p:grpSpPr>
          <p:sp>
            <p:nvSpPr>
              <p:cNvPr id="252" name="모서리가 둥근 직사각형 25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53"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37083" y="4963937"/>
              <a:ext cx="1188000" cy="180000"/>
              <a:chOff x="666428" y="4570824"/>
              <a:chExt cx="1188000" cy="180000"/>
            </a:xfrm>
          </p:grpSpPr>
          <p:sp>
            <p:nvSpPr>
              <p:cNvPr id="244" name="모서리가 둥근 직사각형 24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45"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5889" y="5251507"/>
              <a:ext cx="1188000" cy="180000"/>
              <a:chOff x="666428" y="4310612"/>
              <a:chExt cx="1188000" cy="180000"/>
            </a:xfrm>
          </p:grpSpPr>
          <p:sp>
            <p:nvSpPr>
              <p:cNvPr id="241" name="모서리가 둥근 직사각형 24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4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8453" y="5551180"/>
              <a:ext cx="1188000" cy="180000"/>
              <a:chOff x="666428" y="4310612"/>
              <a:chExt cx="1188000" cy="180000"/>
            </a:xfrm>
          </p:grpSpPr>
          <p:sp>
            <p:nvSpPr>
              <p:cNvPr id="239" name="모서리가 둥근 직사각형 23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8453" y="5833879"/>
              <a:ext cx="1188000" cy="180000"/>
              <a:chOff x="666428" y="4310612"/>
              <a:chExt cx="1188000" cy="180000"/>
            </a:xfrm>
          </p:grpSpPr>
          <p:sp>
            <p:nvSpPr>
              <p:cNvPr id="229" name="모서리가 둥근 직사각형 22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3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8453" y="6460785"/>
              <a:ext cx="1188000" cy="180000"/>
              <a:chOff x="666428" y="4570824"/>
              <a:chExt cx="1188000" cy="180000"/>
            </a:xfrm>
          </p:grpSpPr>
          <p:sp>
            <p:nvSpPr>
              <p:cNvPr id="227" name="모서리가 둥근 직사각형 22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28"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32520" y="4391603"/>
              <a:ext cx="1188000" cy="180000"/>
              <a:chOff x="666428" y="4310612"/>
              <a:chExt cx="1188000" cy="180000"/>
            </a:xfrm>
          </p:grpSpPr>
          <p:sp>
            <p:nvSpPr>
              <p:cNvPr id="220" name="모서리가 둥근 직사각형 21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2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25" name="그룹 224"/>
          <p:cNvGrpSpPr/>
          <p:nvPr/>
        </p:nvGrpSpPr>
        <p:grpSpPr>
          <a:xfrm>
            <a:off x="507554" y="1602349"/>
            <a:ext cx="3075218" cy="252000"/>
            <a:chOff x="507554" y="1537742"/>
            <a:chExt cx="3075218" cy="252000"/>
          </a:xfrm>
        </p:grpSpPr>
        <p:pic>
          <p:nvPicPr>
            <p:cNvPr id="226"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9" name="그룹 248"/>
            <p:cNvGrpSpPr/>
            <p:nvPr/>
          </p:nvGrpSpPr>
          <p:grpSpPr>
            <a:xfrm>
              <a:off x="2288704" y="1581175"/>
              <a:ext cx="1294068" cy="166725"/>
              <a:chOff x="2288704" y="1581175"/>
              <a:chExt cx="1294068" cy="166725"/>
            </a:xfrm>
          </p:grpSpPr>
          <p:sp>
            <p:nvSpPr>
              <p:cNvPr id="251" name="직사각형 25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1" name="직사각형 260"/>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62" name="그룹 261"/>
          <p:cNvGrpSpPr/>
          <p:nvPr/>
        </p:nvGrpSpPr>
        <p:grpSpPr>
          <a:xfrm>
            <a:off x="634148" y="6722318"/>
            <a:ext cx="1188000" cy="180000"/>
            <a:chOff x="666428" y="3785432"/>
            <a:chExt cx="1188000" cy="180000"/>
          </a:xfrm>
        </p:grpSpPr>
        <p:sp>
          <p:nvSpPr>
            <p:cNvPr id="263" name="모서리가 둥근 직사각형 26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68"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0" name="그룹 269"/>
          <p:cNvGrpSpPr/>
          <p:nvPr/>
        </p:nvGrpSpPr>
        <p:grpSpPr>
          <a:xfrm>
            <a:off x="620431" y="6964801"/>
            <a:ext cx="1188000" cy="180000"/>
            <a:chOff x="666428" y="5881828"/>
            <a:chExt cx="1188000" cy="180000"/>
          </a:xfrm>
        </p:grpSpPr>
        <p:sp>
          <p:nvSpPr>
            <p:cNvPr id="271" name="모서리가 둥근 직사각형 270"/>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72"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762027760"/>
      </p:ext>
    </p:extLst>
  </p:cSld>
  <p:clrMapOvr>
    <a:masterClrMapping/>
  </p:clrMapOvr>
  <p:transition>
    <p:wipe dir="r"/>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2059813"/>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30</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82420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1"/>
            <a:ext cx="1440160" cy="574709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377" name="Group 175"/>
          <p:cNvGraphicFramePr>
            <a:graphicFrameLocks noGrp="1"/>
          </p:cNvGraphicFramePr>
          <p:nvPr>
            <p:extLst>
              <p:ext uri="{D42A27DB-BD31-4B8C-83A1-F6EECF244321}">
                <p14:modId xmlns:p14="http://schemas.microsoft.com/office/powerpoint/2010/main" val="3640149525"/>
              </p:ext>
            </p:extLst>
          </p:nvPr>
        </p:nvGraphicFramePr>
        <p:xfrm>
          <a:off x="9496933" y="1492213"/>
          <a:ext cx="1404156" cy="34717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수신목록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aphicFrame>
        <p:nvGraphicFramePr>
          <p:cNvPr id="239" name="Group 37"/>
          <p:cNvGraphicFramePr>
            <a:graphicFrameLocks noGrp="1"/>
          </p:cNvGraphicFramePr>
          <p:nvPr>
            <p:extLst>
              <p:ext uri="{D42A27DB-BD31-4B8C-83A1-F6EECF244321}">
                <p14:modId xmlns:p14="http://schemas.microsoft.com/office/powerpoint/2010/main" val="3368356400"/>
              </p:ext>
            </p:extLst>
          </p:nvPr>
        </p:nvGraphicFramePr>
        <p:xfrm>
          <a:off x="1981622" y="2967236"/>
          <a:ext cx="7460828" cy="2468403"/>
        </p:xfrm>
        <a:graphic>
          <a:graphicData uri="http://schemas.openxmlformats.org/drawingml/2006/table">
            <a:tbl>
              <a:tblPr/>
              <a:tblGrid>
                <a:gridCol w="1203779"/>
                <a:gridCol w="6257049"/>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학사년도</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학기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2025</a:t>
                      </a:r>
                      <a:r>
                        <a:rPr lang="ko-KR" altLang="en-US" sz="800" b="0" dirty="0" smtClean="0">
                          <a:solidFill>
                            <a:schemeClr val="tx1">
                              <a:lumMod val="75000"/>
                              <a:lumOff val="25000"/>
                            </a:schemeClr>
                          </a:solidFill>
                          <a:latin typeface="+mn-ea"/>
                          <a:ea typeface="+mn-ea"/>
                        </a:rPr>
                        <a:t>년 </a:t>
                      </a:r>
                      <a:r>
                        <a:rPr lang="en-US" altLang="ko-KR" sz="800" b="0" dirty="0" smtClean="0">
                          <a:solidFill>
                            <a:schemeClr val="tx1">
                              <a:lumMod val="75000"/>
                              <a:lumOff val="25000"/>
                            </a:schemeClr>
                          </a:solidFill>
                          <a:latin typeface="+mn-ea"/>
                          <a:ea typeface="+mn-ea"/>
                        </a:rPr>
                        <a:t>/ 2</a:t>
                      </a:r>
                      <a:r>
                        <a:rPr lang="ko-KR" altLang="en-US" sz="800" b="0" dirty="0" smtClean="0">
                          <a:solidFill>
                            <a:schemeClr val="tx1">
                              <a:lumMod val="75000"/>
                              <a:lumOff val="25000"/>
                            </a:schemeClr>
                          </a:solidFill>
                          <a:latin typeface="+mn-ea"/>
                          <a:ea typeface="+mn-ea"/>
                        </a:rPr>
                        <a:t>학기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&gt; OO</a:t>
                      </a:r>
                      <a:r>
                        <a:rPr lang="ko-KR" altLang="en-US" sz="800" b="0" dirty="0" smtClean="0">
                          <a:solidFill>
                            <a:schemeClr val="tx1">
                              <a:lumMod val="75000"/>
                              <a:lumOff val="25000"/>
                            </a:schemeClr>
                          </a:solidFill>
                          <a:latin typeface="+mn-ea"/>
                          <a:ea typeface="+mn-ea"/>
                        </a:rPr>
                        <a:t>학과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일본어 </a:t>
                      </a: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알림내용알림내용알림내용알림내용알림내용알림내용알림내용알림내용알림내용</a:t>
                      </a:r>
                      <a:r>
                        <a:rPr lang="en-US" altLang="ko-KR" sz="800" b="0" dirty="0" smtClean="0">
                          <a:solidFill>
                            <a:schemeClr val="tx1">
                              <a:lumMod val="75000"/>
                              <a:lumOff val="25000"/>
                            </a:schemeClr>
                          </a:solidFill>
                          <a:latin typeface="+mn-ea"/>
                          <a:ea typeface="+mn-ea"/>
                        </a:rPr>
                        <a:t>01</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2025.08.04 15:32</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홍*동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82" name="직사각형 281"/>
          <p:cNvSpPr/>
          <p:nvPr/>
        </p:nvSpPr>
        <p:spPr>
          <a:xfrm>
            <a:off x="1881039" y="272855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PUSH </a:t>
            </a:r>
            <a:r>
              <a:rPr lang="ko-KR" altLang="en-US" sz="800" b="1" dirty="0" smtClean="0">
                <a:solidFill>
                  <a:schemeClr val="tx1">
                    <a:lumMod val="75000"/>
                    <a:lumOff val="25000"/>
                  </a:schemeClr>
                </a:solidFill>
                <a:latin typeface="+mn-ea"/>
                <a:ea typeface="+mn-ea"/>
              </a:rPr>
              <a:t>수신 내용</a:t>
            </a:r>
            <a:endParaRPr lang="ko-KR" altLang="en-US" sz="800" b="1" dirty="0">
              <a:solidFill>
                <a:srgbClr val="FF0000"/>
              </a:solidFill>
              <a:latin typeface="+mn-ea"/>
              <a:ea typeface="+mn-ea"/>
            </a:endParaRPr>
          </a:p>
        </p:txBody>
      </p:sp>
      <p:sp>
        <p:nvSpPr>
          <p:cNvPr id="192" name="Rectangle 251"/>
          <p:cNvSpPr>
            <a:spLocks noChangeArrowheads="1"/>
          </p:cNvSpPr>
          <p:nvPr/>
        </p:nvSpPr>
        <p:spPr bwMode="auto">
          <a:xfrm>
            <a:off x="3234333" y="3870573"/>
            <a:ext cx="6111027"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알림내용</a:t>
            </a:r>
            <a:endParaRPr lang="en-US" altLang="ko-KR" sz="800" dirty="0">
              <a:solidFill>
                <a:schemeClr val="tx1">
                  <a:lumMod val="75000"/>
                  <a:lumOff val="25000"/>
                </a:schemeClr>
              </a:solidFill>
              <a:latin typeface="+mn-ea"/>
              <a:ea typeface="+mn-ea"/>
            </a:endParaRPr>
          </a:p>
        </p:txBody>
      </p:sp>
      <p:sp>
        <p:nvSpPr>
          <p:cNvPr id="202" name="직사각형 201"/>
          <p:cNvSpPr/>
          <p:nvPr/>
        </p:nvSpPr>
        <p:spPr>
          <a:xfrm>
            <a:off x="8395139" y="4638278"/>
            <a:ext cx="1056265" cy="215444"/>
          </a:xfrm>
          <a:prstGeom prst="rect">
            <a:avLst/>
          </a:prstGeom>
        </p:spPr>
        <p:txBody>
          <a:bodyPr wrap="square">
            <a:spAutoFit/>
          </a:bodyPr>
          <a:lstStyle/>
          <a:p>
            <a:pPr algn="r"/>
            <a:r>
              <a:rPr lang="en-US" altLang="ko-KR" sz="800" dirty="0" smtClean="0">
                <a:solidFill>
                  <a:schemeClr val="tx1">
                    <a:lumMod val="75000"/>
                    <a:lumOff val="25000"/>
                  </a:schemeClr>
                </a:solidFill>
                <a:latin typeface="+mn-ea"/>
                <a:ea typeface="+mn-ea"/>
              </a:rPr>
              <a:t>0 / 2000 byte</a:t>
            </a:r>
            <a:endParaRPr lang="ko-KR" altLang="en-US" sz="800" dirty="0">
              <a:solidFill>
                <a:srgbClr val="FF0000"/>
              </a:solidFill>
              <a:latin typeface="+mn-ea"/>
              <a:ea typeface="+mn-ea"/>
            </a:endParaRPr>
          </a:p>
        </p:txBody>
      </p:sp>
      <p:sp>
        <p:nvSpPr>
          <p:cNvPr id="217" name="모서리가 둥근 직사각형 216"/>
          <p:cNvSpPr/>
          <p:nvPr/>
        </p:nvSpPr>
        <p:spPr>
          <a:xfrm>
            <a:off x="8534350" y="270472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수신목록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45" name="Track"/>
          <p:cNvSpPr>
            <a:spLocks/>
          </p:cNvSpPr>
          <p:nvPr>
            <p:custDataLst>
              <p:tags r:id="rId1"/>
            </p:custDataLst>
          </p:nvPr>
        </p:nvSpPr>
        <p:spPr bwMode="auto">
          <a:xfrm>
            <a:off x="9289906" y="3892886"/>
            <a:ext cx="43200" cy="712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nvGrpSpPr>
          <p:cNvPr id="249" name="그룹 248"/>
          <p:cNvGrpSpPr/>
          <p:nvPr/>
        </p:nvGrpSpPr>
        <p:grpSpPr>
          <a:xfrm>
            <a:off x="8509967" y="2536329"/>
            <a:ext cx="234360" cy="200055"/>
            <a:chOff x="1152270" y="11706839"/>
            <a:chExt cx="234360" cy="200055"/>
          </a:xfrm>
        </p:grpSpPr>
        <p:sp>
          <p:nvSpPr>
            <p:cNvPr id="250" name="모서리가 둥근 직사각형 2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1" name="직사각형 2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52" name="TextBox 151"/>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KNOU_UI_C01020301_02</a:t>
            </a:r>
            <a:endParaRPr lang="ko-KR" altLang="en-US" sz="800" spc="-60" dirty="0">
              <a:latin typeface="+mn-ea"/>
            </a:endParaRPr>
          </a:p>
        </p:txBody>
      </p:sp>
      <p:sp>
        <p:nvSpPr>
          <p:cNvPr id="153" name="TextBox 152"/>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PUSH</a:t>
            </a:r>
            <a:r>
              <a:rPr lang="ko-KR" altLang="en-US" sz="800" spc="-60" dirty="0" smtClean="0">
                <a:latin typeface="+mn-ea"/>
                <a:ea typeface="+mn-ea"/>
              </a:rPr>
              <a:t> </a:t>
            </a:r>
            <a:endParaRPr lang="ko-KR" altLang="en-US" sz="800" spc="-60" dirty="0">
              <a:latin typeface="+mn-ea"/>
              <a:ea typeface="+mn-ea"/>
            </a:endParaRPr>
          </a:p>
        </p:txBody>
      </p:sp>
      <p:grpSp>
        <p:nvGrpSpPr>
          <p:cNvPr id="406" name="그룹 405"/>
          <p:cNvGrpSpPr/>
          <p:nvPr/>
        </p:nvGrpSpPr>
        <p:grpSpPr>
          <a:xfrm>
            <a:off x="1967772" y="1979315"/>
            <a:ext cx="7489822" cy="326132"/>
            <a:chOff x="1967772" y="1979315"/>
            <a:chExt cx="7489822" cy="326132"/>
          </a:xfrm>
        </p:grpSpPr>
        <p:sp>
          <p:nvSpPr>
            <p:cNvPr id="407" name="직사각형 40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8" name="그룹 407"/>
            <p:cNvGrpSpPr/>
            <p:nvPr/>
          </p:nvGrpSpPr>
          <p:grpSpPr>
            <a:xfrm>
              <a:off x="4290164" y="2031278"/>
              <a:ext cx="1040981" cy="215444"/>
              <a:chOff x="1618412" y="2762216"/>
              <a:chExt cx="1440000" cy="215444"/>
            </a:xfrm>
          </p:grpSpPr>
          <p:sp>
            <p:nvSpPr>
              <p:cNvPr id="433" name="직사각형 43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434" name="직사각형 433"/>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09" name="그룹 408"/>
            <p:cNvGrpSpPr/>
            <p:nvPr/>
          </p:nvGrpSpPr>
          <p:grpSpPr>
            <a:xfrm>
              <a:off x="5351027" y="2031278"/>
              <a:ext cx="1040981" cy="215444"/>
              <a:chOff x="1618412" y="2762216"/>
              <a:chExt cx="1440000" cy="215444"/>
            </a:xfrm>
          </p:grpSpPr>
          <p:sp>
            <p:nvSpPr>
              <p:cNvPr id="431" name="직사각형 43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432" name="직사각형 431"/>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10" name="그룹 409"/>
            <p:cNvGrpSpPr/>
            <p:nvPr/>
          </p:nvGrpSpPr>
          <p:grpSpPr>
            <a:xfrm>
              <a:off x="6413117" y="2031278"/>
              <a:ext cx="1040981" cy="215444"/>
              <a:chOff x="1618412" y="2762216"/>
              <a:chExt cx="1440000" cy="215444"/>
            </a:xfrm>
          </p:grpSpPr>
          <p:sp>
            <p:nvSpPr>
              <p:cNvPr id="429" name="직사각형 42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430" name="직사각형 429"/>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11" name="그룹 410"/>
            <p:cNvGrpSpPr/>
            <p:nvPr/>
          </p:nvGrpSpPr>
          <p:grpSpPr>
            <a:xfrm>
              <a:off x="7474187" y="2031278"/>
              <a:ext cx="1040981" cy="215444"/>
              <a:chOff x="1618412" y="2762216"/>
              <a:chExt cx="1440000" cy="215444"/>
            </a:xfrm>
          </p:grpSpPr>
          <p:sp>
            <p:nvSpPr>
              <p:cNvPr id="427" name="직사각형 42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428" name="직사각형 427"/>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12" name="그룹 411"/>
            <p:cNvGrpSpPr/>
            <p:nvPr/>
          </p:nvGrpSpPr>
          <p:grpSpPr>
            <a:xfrm>
              <a:off x="3224705" y="2032273"/>
              <a:ext cx="1040982" cy="215444"/>
              <a:chOff x="1618412" y="2762216"/>
              <a:chExt cx="1440000" cy="215444"/>
            </a:xfrm>
          </p:grpSpPr>
          <p:sp>
            <p:nvSpPr>
              <p:cNvPr id="425" name="직사각형 424"/>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426" name="직사각형 425"/>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13" name="그룹 412"/>
            <p:cNvGrpSpPr/>
            <p:nvPr/>
          </p:nvGrpSpPr>
          <p:grpSpPr>
            <a:xfrm>
              <a:off x="2172387" y="2026940"/>
              <a:ext cx="1040981" cy="215444"/>
              <a:chOff x="1618412" y="2762216"/>
              <a:chExt cx="1440000" cy="215444"/>
            </a:xfrm>
          </p:grpSpPr>
          <p:sp>
            <p:nvSpPr>
              <p:cNvPr id="423" name="직사각형 42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424" name="직사각형 423"/>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414" name="직사각형 413"/>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직사각형 415"/>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417" name="그룹 416"/>
            <p:cNvGrpSpPr/>
            <p:nvPr/>
          </p:nvGrpSpPr>
          <p:grpSpPr>
            <a:xfrm>
              <a:off x="9120844" y="1979315"/>
              <a:ext cx="162000" cy="288000"/>
              <a:chOff x="9447994" y="2133019"/>
              <a:chExt cx="162000" cy="288000"/>
            </a:xfrm>
          </p:grpSpPr>
          <p:sp>
            <p:nvSpPr>
              <p:cNvPr id="421" name="직사각형 420"/>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22" name="1/2 액자 421"/>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418" name="그룹 417"/>
            <p:cNvGrpSpPr/>
            <p:nvPr/>
          </p:nvGrpSpPr>
          <p:grpSpPr>
            <a:xfrm>
              <a:off x="1973163" y="1979315"/>
              <a:ext cx="162000" cy="288000"/>
              <a:chOff x="10860" y="2122356"/>
              <a:chExt cx="162000" cy="288000"/>
            </a:xfrm>
          </p:grpSpPr>
          <p:sp>
            <p:nvSpPr>
              <p:cNvPr id="419" name="직사각형 418"/>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20" name="1/2 액자 419"/>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8" name="그룹 217"/>
          <p:cNvGrpSpPr/>
          <p:nvPr/>
        </p:nvGrpSpPr>
        <p:grpSpPr>
          <a:xfrm>
            <a:off x="8668462" y="1695475"/>
            <a:ext cx="849617" cy="276999"/>
            <a:chOff x="8563069" y="1695475"/>
            <a:chExt cx="849617" cy="276999"/>
          </a:xfrm>
        </p:grpSpPr>
        <p:grpSp>
          <p:nvGrpSpPr>
            <p:cNvPr id="219" name="그룹 218"/>
            <p:cNvGrpSpPr/>
            <p:nvPr/>
          </p:nvGrpSpPr>
          <p:grpSpPr>
            <a:xfrm>
              <a:off x="8563069" y="1761166"/>
              <a:ext cx="792000" cy="162000"/>
              <a:chOff x="8779069" y="1761166"/>
              <a:chExt cx="792000" cy="162000"/>
            </a:xfrm>
          </p:grpSpPr>
          <p:sp>
            <p:nvSpPr>
              <p:cNvPr id="227" name="직사각형 226"/>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2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8728739" y="1695475"/>
              <a:ext cx="247184" cy="276999"/>
              <a:chOff x="7672972" y="1671999"/>
              <a:chExt cx="247184" cy="276999"/>
            </a:xfrm>
          </p:grpSpPr>
          <p:sp>
            <p:nvSpPr>
              <p:cNvPr id="225" name="타원 224"/>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26" name="직사각형 225"/>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1" name="그룹 220"/>
            <p:cNvGrpSpPr/>
            <p:nvPr/>
          </p:nvGrpSpPr>
          <p:grpSpPr>
            <a:xfrm>
              <a:off x="9138252" y="1714525"/>
              <a:ext cx="274434" cy="246221"/>
              <a:chOff x="7663447" y="1691049"/>
              <a:chExt cx="274434" cy="246221"/>
            </a:xfrm>
          </p:grpSpPr>
          <p:sp>
            <p:nvSpPr>
              <p:cNvPr id="223" name="타원 22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24" name="직사각형 223"/>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2" name="직사각형 221"/>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268" name="TextBox 267"/>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PUSH</a:t>
            </a:r>
            <a:r>
              <a:rPr lang="ko-KR" altLang="en-US" sz="800" spc="-60" dirty="0" smtClean="0">
                <a:latin typeface="+mn-ea"/>
                <a:ea typeface="+mn-ea"/>
              </a:rPr>
              <a:t> </a:t>
            </a:r>
            <a:endParaRPr lang="ko-KR" altLang="en-US" sz="800" spc="-60" dirty="0">
              <a:latin typeface="+mn-ea"/>
              <a:ea typeface="+mn-ea"/>
            </a:endParaRPr>
          </a:p>
        </p:txBody>
      </p:sp>
      <p:sp>
        <p:nvSpPr>
          <p:cNvPr id="269" name="TextBox 268"/>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smtClean="0">
                <a:latin typeface="+mn-ea"/>
                <a:ea typeface="+mn-ea"/>
              </a:rPr>
              <a:t>PUSH</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수신내용</a:t>
            </a:r>
            <a:endParaRPr lang="ko-KR" altLang="en-US" sz="800" spc="-60" dirty="0">
              <a:latin typeface="+mn-ea"/>
              <a:ea typeface="+mn-ea"/>
            </a:endParaRPr>
          </a:p>
        </p:txBody>
      </p:sp>
      <p:grpSp>
        <p:nvGrpSpPr>
          <p:cNvPr id="287" name="그룹 286"/>
          <p:cNvGrpSpPr/>
          <p:nvPr/>
        </p:nvGrpSpPr>
        <p:grpSpPr>
          <a:xfrm>
            <a:off x="1972097" y="2358429"/>
            <a:ext cx="7488000" cy="216000"/>
            <a:chOff x="559370" y="2267347"/>
            <a:chExt cx="7488000" cy="216000"/>
          </a:xfrm>
        </p:grpSpPr>
        <p:sp>
          <p:nvSpPr>
            <p:cNvPr id="288" name="직사각형 287"/>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89" name="그룹 288"/>
            <p:cNvGrpSpPr/>
            <p:nvPr/>
          </p:nvGrpSpPr>
          <p:grpSpPr>
            <a:xfrm>
              <a:off x="596648" y="2286397"/>
              <a:ext cx="1800000" cy="180000"/>
              <a:chOff x="524640" y="2276872"/>
              <a:chExt cx="1800000" cy="180000"/>
            </a:xfrm>
          </p:grpSpPr>
          <p:sp>
            <p:nvSpPr>
              <p:cNvPr id="290" name="모서리가 둥근 직사각형 289"/>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PUSH</a:t>
                </a:r>
                <a:endParaRPr kumimoji="1" lang="ko-KR" altLang="en-US" sz="900" dirty="0">
                  <a:solidFill>
                    <a:schemeClr val="tx1">
                      <a:lumMod val="75000"/>
                      <a:lumOff val="25000"/>
                    </a:schemeClr>
                  </a:solidFill>
                  <a:latin typeface="+mn-ea"/>
                  <a:ea typeface="+mn-ea"/>
                  <a:cs typeface="Calibri" pitchFamily="34" charset="0"/>
                </a:endParaRPr>
              </a:p>
            </p:txBody>
          </p:sp>
          <p:pic>
            <p:nvPicPr>
              <p:cNvPr id="291"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92" name="그룹 291"/>
          <p:cNvGrpSpPr/>
          <p:nvPr/>
        </p:nvGrpSpPr>
        <p:grpSpPr>
          <a:xfrm>
            <a:off x="5709344" y="1485584"/>
            <a:ext cx="3761110" cy="261068"/>
            <a:chOff x="4948808" y="1485584"/>
            <a:chExt cx="3761110" cy="261068"/>
          </a:xfrm>
        </p:grpSpPr>
        <p:grpSp>
          <p:nvGrpSpPr>
            <p:cNvPr id="293" name="그룹 292"/>
            <p:cNvGrpSpPr/>
            <p:nvPr/>
          </p:nvGrpSpPr>
          <p:grpSpPr>
            <a:xfrm>
              <a:off x="4948808" y="1579923"/>
              <a:ext cx="3761110" cy="166729"/>
              <a:chOff x="5665911" y="1579923"/>
              <a:chExt cx="3761110" cy="166729"/>
            </a:xfrm>
          </p:grpSpPr>
          <p:pic>
            <p:nvPicPr>
              <p:cNvPr id="29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6"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8"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99" name="그룹 298"/>
              <p:cNvGrpSpPr/>
              <p:nvPr/>
            </p:nvGrpSpPr>
            <p:grpSpPr>
              <a:xfrm>
                <a:off x="5665911" y="1583291"/>
                <a:ext cx="648000" cy="162000"/>
                <a:chOff x="4953000" y="2780928"/>
                <a:chExt cx="648000" cy="162000"/>
              </a:xfrm>
            </p:grpSpPr>
            <p:sp>
              <p:nvSpPr>
                <p:cNvPr id="301" name="모서리가 둥근 직사각형 300"/>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02"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00" name="모서리가 둥근 직사각형 299"/>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94" name="타원 293"/>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33" name="그룹 132"/>
          <p:cNvGrpSpPr/>
          <p:nvPr/>
        </p:nvGrpSpPr>
        <p:grpSpPr>
          <a:xfrm>
            <a:off x="626748" y="2104281"/>
            <a:ext cx="1245456" cy="4536504"/>
            <a:chOff x="626748" y="2104281"/>
            <a:chExt cx="1245456" cy="4536504"/>
          </a:xfrm>
        </p:grpSpPr>
        <p:grpSp>
          <p:nvGrpSpPr>
            <p:cNvPr id="134" name="그룹 133"/>
            <p:cNvGrpSpPr/>
            <p:nvPr/>
          </p:nvGrpSpPr>
          <p:grpSpPr>
            <a:xfrm>
              <a:off x="629955" y="3042501"/>
              <a:ext cx="1188000" cy="180000"/>
              <a:chOff x="666427" y="3266516"/>
              <a:chExt cx="1188000" cy="180000"/>
            </a:xfrm>
          </p:grpSpPr>
          <p:sp>
            <p:nvSpPr>
              <p:cNvPr id="181" name="모서리가 둥근 직사각형 18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182"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5" name="그룹 134"/>
            <p:cNvGrpSpPr/>
            <p:nvPr/>
          </p:nvGrpSpPr>
          <p:grpSpPr>
            <a:xfrm>
              <a:off x="626748" y="2104281"/>
              <a:ext cx="1245456" cy="442923"/>
              <a:chOff x="468506" y="2320305"/>
              <a:chExt cx="1245456" cy="442923"/>
            </a:xfrm>
          </p:grpSpPr>
          <p:sp>
            <p:nvSpPr>
              <p:cNvPr id="178" name="직사각형 177"/>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179"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0" name="TextBox 179"/>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36" name="그룹 135"/>
            <p:cNvGrpSpPr/>
            <p:nvPr/>
          </p:nvGrpSpPr>
          <p:grpSpPr>
            <a:xfrm>
              <a:off x="632520" y="2752353"/>
              <a:ext cx="1188000" cy="180000"/>
              <a:chOff x="666427" y="3266516"/>
              <a:chExt cx="1188000" cy="180000"/>
            </a:xfrm>
          </p:grpSpPr>
          <p:sp>
            <p:nvSpPr>
              <p:cNvPr id="176" name="모서리가 둥근 직사각형 17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177"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7" name="그룹 136"/>
            <p:cNvGrpSpPr/>
            <p:nvPr/>
          </p:nvGrpSpPr>
          <p:grpSpPr>
            <a:xfrm>
              <a:off x="629956" y="3318264"/>
              <a:ext cx="1188000" cy="668891"/>
              <a:chOff x="629956" y="3318264"/>
              <a:chExt cx="1188000" cy="668891"/>
            </a:xfrm>
          </p:grpSpPr>
          <p:grpSp>
            <p:nvGrpSpPr>
              <p:cNvPr id="170" name="그룹 169"/>
              <p:cNvGrpSpPr/>
              <p:nvPr/>
            </p:nvGrpSpPr>
            <p:grpSpPr>
              <a:xfrm>
                <a:off x="629956" y="3318264"/>
                <a:ext cx="1188000" cy="180000"/>
                <a:chOff x="666428" y="3785432"/>
                <a:chExt cx="1188000" cy="180000"/>
              </a:xfrm>
            </p:grpSpPr>
            <p:sp>
              <p:nvSpPr>
                <p:cNvPr id="174" name="모서리가 둥근 직사각형 173"/>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17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1" name="직사각형 170"/>
              <p:cNvSpPr/>
              <p:nvPr/>
            </p:nvSpPr>
            <p:spPr>
              <a:xfrm>
                <a:off x="632520" y="3507789"/>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172" name="직사각형 171"/>
              <p:cNvSpPr/>
              <p:nvPr/>
            </p:nvSpPr>
            <p:spPr>
              <a:xfrm>
                <a:off x="632520" y="366971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173" name="직사각형 172"/>
              <p:cNvSpPr/>
              <p:nvPr/>
            </p:nvSpPr>
            <p:spPr>
              <a:xfrm>
                <a:off x="632520" y="3825155"/>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138" name="그룹 137"/>
            <p:cNvGrpSpPr/>
            <p:nvPr/>
          </p:nvGrpSpPr>
          <p:grpSpPr>
            <a:xfrm>
              <a:off x="635889" y="4127954"/>
              <a:ext cx="1188000" cy="180000"/>
              <a:chOff x="666428" y="4310612"/>
              <a:chExt cx="1188000" cy="180000"/>
            </a:xfrm>
          </p:grpSpPr>
          <p:sp>
            <p:nvSpPr>
              <p:cNvPr id="168" name="모서리가 둥근 직사각형 16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16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9" name="그룹 138"/>
            <p:cNvGrpSpPr/>
            <p:nvPr/>
          </p:nvGrpSpPr>
          <p:grpSpPr>
            <a:xfrm>
              <a:off x="635889" y="4682892"/>
              <a:ext cx="1188000" cy="180000"/>
              <a:chOff x="666428" y="4570824"/>
              <a:chExt cx="1188000" cy="180000"/>
            </a:xfrm>
          </p:grpSpPr>
          <p:sp>
            <p:nvSpPr>
              <p:cNvPr id="166" name="모서리가 둥근 직사각형 16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167"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0" name="그룹 139"/>
            <p:cNvGrpSpPr/>
            <p:nvPr/>
          </p:nvGrpSpPr>
          <p:grpSpPr>
            <a:xfrm>
              <a:off x="635889" y="6144987"/>
              <a:ext cx="1188000" cy="180000"/>
              <a:chOff x="666428" y="5096004"/>
              <a:chExt cx="1188000" cy="180000"/>
            </a:xfrm>
          </p:grpSpPr>
          <p:sp>
            <p:nvSpPr>
              <p:cNvPr id="164" name="모서리가 둥근 직사각형 163"/>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165"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2" name="그룹 141"/>
            <p:cNvGrpSpPr/>
            <p:nvPr/>
          </p:nvGrpSpPr>
          <p:grpSpPr>
            <a:xfrm>
              <a:off x="637083" y="4963937"/>
              <a:ext cx="1188000" cy="180000"/>
              <a:chOff x="666428" y="4570824"/>
              <a:chExt cx="1188000" cy="180000"/>
            </a:xfrm>
          </p:grpSpPr>
          <p:sp>
            <p:nvSpPr>
              <p:cNvPr id="160" name="모서리가 둥근 직사각형 15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161"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3" name="그룹 142"/>
            <p:cNvGrpSpPr/>
            <p:nvPr/>
          </p:nvGrpSpPr>
          <p:grpSpPr>
            <a:xfrm>
              <a:off x="635889" y="5251507"/>
              <a:ext cx="1188000" cy="180000"/>
              <a:chOff x="666428" y="4310612"/>
              <a:chExt cx="1188000" cy="180000"/>
            </a:xfrm>
          </p:grpSpPr>
          <p:sp>
            <p:nvSpPr>
              <p:cNvPr id="158" name="모서리가 둥근 직사각형 1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15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4" name="그룹 143"/>
            <p:cNvGrpSpPr/>
            <p:nvPr/>
          </p:nvGrpSpPr>
          <p:grpSpPr>
            <a:xfrm>
              <a:off x="638453" y="5551180"/>
              <a:ext cx="1188000" cy="180000"/>
              <a:chOff x="666428" y="4310612"/>
              <a:chExt cx="1188000" cy="180000"/>
            </a:xfrm>
          </p:grpSpPr>
          <p:sp>
            <p:nvSpPr>
              <p:cNvPr id="156" name="모서리가 둥근 직사각형 15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15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5" name="그룹 144"/>
            <p:cNvGrpSpPr/>
            <p:nvPr/>
          </p:nvGrpSpPr>
          <p:grpSpPr>
            <a:xfrm>
              <a:off x="638453" y="5833879"/>
              <a:ext cx="1188000" cy="180000"/>
              <a:chOff x="666428" y="4310612"/>
              <a:chExt cx="1188000" cy="180000"/>
            </a:xfrm>
          </p:grpSpPr>
          <p:sp>
            <p:nvSpPr>
              <p:cNvPr id="154" name="모서리가 둥근 직사각형 1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5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6" name="그룹 145"/>
            <p:cNvGrpSpPr/>
            <p:nvPr/>
          </p:nvGrpSpPr>
          <p:grpSpPr>
            <a:xfrm>
              <a:off x="638453" y="6460785"/>
              <a:ext cx="1188000" cy="180000"/>
              <a:chOff x="666428" y="4570824"/>
              <a:chExt cx="1188000" cy="180000"/>
            </a:xfrm>
          </p:grpSpPr>
          <p:sp>
            <p:nvSpPr>
              <p:cNvPr id="150" name="모서리가 둥근 직사각형 14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151"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7" name="그룹 146"/>
            <p:cNvGrpSpPr/>
            <p:nvPr/>
          </p:nvGrpSpPr>
          <p:grpSpPr>
            <a:xfrm>
              <a:off x="632520" y="4391603"/>
              <a:ext cx="1188000" cy="180000"/>
              <a:chOff x="666428" y="4310612"/>
              <a:chExt cx="1188000" cy="180000"/>
            </a:xfrm>
          </p:grpSpPr>
          <p:sp>
            <p:nvSpPr>
              <p:cNvPr id="148" name="모서리가 둥근 직사각형 14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14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83" name="그룹 182"/>
          <p:cNvGrpSpPr/>
          <p:nvPr/>
        </p:nvGrpSpPr>
        <p:grpSpPr>
          <a:xfrm>
            <a:off x="507554" y="1602349"/>
            <a:ext cx="3075218" cy="252000"/>
            <a:chOff x="507554" y="1537742"/>
            <a:chExt cx="3075218" cy="252000"/>
          </a:xfrm>
        </p:grpSpPr>
        <p:pic>
          <p:nvPicPr>
            <p:cNvPr id="184"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5" name="그룹 184"/>
            <p:cNvGrpSpPr/>
            <p:nvPr/>
          </p:nvGrpSpPr>
          <p:grpSpPr>
            <a:xfrm>
              <a:off x="2288704" y="1581175"/>
              <a:ext cx="1294068" cy="166725"/>
              <a:chOff x="2288704" y="1581175"/>
              <a:chExt cx="1294068" cy="166725"/>
            </a:xfrm>
          </p:grpSpPr>
          <p:sp>
            <p:nvSpPr>
              <p:cNvPr id="186" name="직사각형 185"/>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87" name="직사각형 186"/>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88" name="그룹 187"/>
          <p:cNvGrpSpPr/>
          <p:nvPr/>
        </p:nvGrpSpPr>
        <p:grpSpPr>
          <a:xfrm>
            <a:off x="634148" y="6722318"/>
            <a:ext cx="1188000" cy="180000"/>
            <a:chOff x="666428" y="3785432"/>
            <a:chExt cx="1188000" cy="180000"/>
          </a:xfrm>
        </p:grpSpPr>
        <p:sp>
          <p:nvSpPr>
            <p:cNvPr id="189" name="모서리가 둥근 직사각형 18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9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0431" y="6964801"/>
            <a:ext cx="1188000" cy="180000"/>
            <a:chOff x="666428" y="5881828"/>
            <a:chExt cx="1188000" cy="180000"/>
          </a:xfrm>
        </p:grpSpPr>
        <p:sp>
          <p:nvSpPr>
            <p:cNvPr id="193" name="모서리가 둥근 직사각형 192"/>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194"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310188037"/>
      </p:ext>
    </p:extLst>
  </p:cSld>
  <p:clrMapOvr>
    <a:masterClrMapping/>
  </p:clrMapOvr>
  <p:transition>
    <p:wipe dir="r"/>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6" name="그룹 435"/>
          <p:cNvGrpSpPr/>
          <p:nvPr/>
        </p:nvGrpSpPr>
        <p:grpSpPr>
          <a:xfrm>
            <a:off x="1967772" y="1979315"/>
            <a:ext cx="7489822" cy="326132"/>
            <a:chOff x="1967772" y="1979315"/>
            <a:chExt cx="7489822" cy="326132"/>
          </a:xfrm>
        </p:grpSpPr>
        <p:sp>
          <p:nvSpPr>
            <p:cNvPr id="437" name="직사각형 4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38" name="그룹 437"/>
            <p:cNvGrpSpPr/>
            <p:nvPr/>
          </p:nvGrpSpPr>
          <p:grpSpPr>
            <a:xfrm>
              <a:off x="4290164" y="2031278"/>
              <a:ext cx="1040981" cy="215444"/>
              <a:chOff x="1618412" y="2762216"/>
              <a:chExt cx="1440000" cy="215444"/>
            </a:xfrm>
          </p:grpSpPr>
          <p:sp>
            <p:nvSpPr>
              <p:cNvPr id="463" name="직사각형 46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464" name="직사각형 463"/>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39" name="그룹 438"/>
            <p:cNvGrpSpPr/>
            <p:nvPr/>
          </p:nvGrpSpPr>
          <p:grpSpPr>
            <a:xfrm>
              <a:off x="5351027" y="2031278"/>
              <a:ext cx="1040981" cy="215444"/>
              <a:chOff x="1618412" y="2762216"/>
              <a:chExt cx="1440000" cy="215444"/>
            </a:xfrm>
          </p:grpSpPr>
          <p:sp>
            <p:nvSpPr>
              <p:cNvPr id="461" name="직사각형 46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462" name="직사각형 461"/>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40" name="그룹 439"/>
            <p:cNvGrpSpPr/>
            <p:nvPr/>
          </p:nvGrpSpPr>
          <p:grpSpPr>
            <a:xfrm>
              <a:off x="6413117" y="2031278"/>
              <a:ext cx="1040981" cy="215444"/>
              <a:chOff x="1618412" y="2762216"/>
              <a:chExt cx="1440000" cy="215444"/>
            </a:xfrm>
          </p:grpSpPr>
          <p:sp>
            <p:nvSpPr>
              <p:cNvPr id="459" name="직사각형 45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460" name="직사각형 459"/>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41" name="그룹 440"/>
            <p:cNvGrpSpPr/>
            <p:nvPr/>
          </p:nvGrpSpPr>
          <p:grpSpPr>
            <a:xfrm>
              <a:off x="7474187" y="2031278"/>
              <a:ext cx="1040981" cy="215444"/>
              <a:chOff x="1618412" y="2762216"/>
              <a:chExt cx="1440000" cy="215444"/>
            </a:xfrm>
          </p:grpSpPr>
          <p:sp>
            <p:nvSpPr>
              <p:cNvPr id="456" name="직사각형 45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458" name="직사각형 457"/>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42" name="그룹 441"/>
            <p:cNvGrpSpPr/>
            <p:nvPr/>
          </p:nvGrpSpPr>
          <p:grpSpPr>
            <a:xfrm>
              <a:off x="3224705" y="2032273"/>
              <a:ext cx="1040982" cy="215444"/>
              <a:chOff x="1618412" y="2762216"/>
              <a:chExt cx="1440000" cy="215444"/>
            </a:xfrm>
          </p:grpSpPr>
          <p:sp>
            <p:nvSpPr>
              <p:cNvPr id="454" name="직사각형 453"/>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455" name="직사각형 45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43" name="그룹 442"/>
            <p:cNvGrpSpPr/>
            <p:nvPr/>
          </p:nvGrpSpPr>
          <p:grpSpPr>
            <a:xfrm>
              <a:off x="2172387" y="2026940"/>
              <a:ext cx="1040981" cy="215444"/>
              <a:chOff x="1618412" y="2762216"/>
              <a:chExt cx="1440000" cy="215444"/>
            </a:xfrm>
          </p:grpSpPr>
          <p:sp>
            <p:nvSpPr>
              <p:cNvPr id="452" name="직사각형 45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453" name="직사각형 45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444" name="직사각형 443"/>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45" name="직사각형 44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446" name="그룹 445"/>
            <p:cNvGrpSpPr/>
            <p:nvPr/>
          </p:nvGrpSpPr>
          <p:grpSpPr>
            <a:xfrm>
              <a:off x="9120844" y="1979315"/>
              <a:ext cx="162000" cy="288000"/>
              <a:chOff x="9447994" y="2133019"/>
              <a:chExt cx="162000" cy="288000"/>
            </a:xfrm>
          </p:grpSpPr>
          <p:sp>
            <p:nvSpPr>
              <p:cNvPr id="450" name="직사각형 44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51" name="1/2 액자 45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447" name="그룹 446"/>
            <p:cNvGrpSpPr/>
            <p:nvPr/>
          </p:nvGrpSpPr>
          <p:grpSpPr>
            <a:xfrm>
              <a:off x="1973163" y="1979315"/>
              <a:ext cx="162000" cy="288000"/>
              <a:chOff x="10860" y="2122356"/>
              <a:chExt cx="162000" cy="288000"/>
            </a:xfrm>
          </p:grpSpPr>
          <p:sp>
            <p:nvSpPr>
              <p:cNvPr id="448" name="직사각형 44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49" name="1/2 액자 44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2563869"/>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95869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577968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쪽지 </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4067039419"/>
              </p:ext>
            </p:extLst>
          </p:nvPr>
        </p:nvGraphicFramePr>
        <p:xfrm>
          <a:off x="9499029" y="1492213"/>
          <a:ext cx="1404156" cy="5372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메시지함 활성화</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메시지함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수강과목 목록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Refresh</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목록에서 선택 항목 삭제</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baseline="0" dirty="0" smtClean="0">
                          <a:solidFill>
                            <a:srgbClr val="0070C0"/>
                          </a:solidFill>
                          <a:latin typeface="+mn-ea"/>
                          <a:ea typeface="+mn-ea"/>
                          <a:cs typeface="+mn-cs"/>
                        </a:rPr>
                        <a:t>confirm “</a:t>
                      </a:r>
                      <a:r>
                        <a:rPr lang="ko-KR" altLang="en-US" sz="800" kern="1200" baseline="0" dirty="0" smtClean="0">
                          <a:solidFill>
                            <a:srgbClr val="0070C0"/>
                          </a:solidFill>
                          <a:latin typeface="+mn-ea"/>
                          <a:ea typeface="+mn-ea"/>
                          <a:cs typeface="+mn-cs"/>
                        </a:rPr>
                        <a:t>정말 삭제하시겠습니까</a:t>
                      </a:r>
                      <a:r>
                        <a:rPr lang="en-US" altLang="ko-KR" sz="800" kern="1200" baseline="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10, 20, 30, 50 </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수신내용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534" name="직사각형 533"/>
          <p:cNvSpPr/>
          <p:nvPr/>
        </p:nvSpPr>
        <p:spPr>
          <a:xfrm>
            <a:off x="1974233" y="2675011"/>
            <a:ext cx="7462800" cy="11232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 name="그룹 2"/>
          <p:cNvGrpSpPr/>
          <p:nvPr/>
        </p:nvGrpSpPr>
        <p:grpSpPr>
          <a:xfrm>
            <a:off x="2026351" y="3259162"/>
            <a:ext cx="3583105" cy="226485"/>
            <a:chOff x="2939213" y="3009230"/>
            <a:chExt cx="3583105" cy="226485"/>
          </a:xfrm>
        </p:grpSpPr>
        <p:sp>
          <p:nvSpPr>
            <p:cNvPr id="535" name="직사각형 534"/>
            <p:cNvSpPr/>
            <p:nvPr/>
          </p:nvSpPr>
          <p:spPr>
            <a:xfrm>
              <a:off x="2939213" y="3020271"/>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요청 일시</a:t>
              </a:r>
              <a:endParaRPr lang="ko-KR" altLang="en-US" sz="800" dirty="0">
                <a:solidFill>
                  <a:srgbClr val="FF0000"/>
                </a:solidFill>
                <a:latin typeface="+mn-ea"/>
                <a:ea typeface="+mn-ea"/>
              </a:endParaRPr>
            </a:p>
          </p:txBody>
        </p:sp>
        <p:grpSp>
          <p:nvGrpSpPr>
            <p:cNvPr id="537" name="그룹 536"/>
            <p:cNvGrpSpPr/>
            <p:nvPr/>
          </p:nvGrpSpPr>
          <p:grpSpPr>
            <a:xfrm>
              <a:off x="3856267" y="3009230"/>
              <a:ext cx="2666051" cy="215444"/>
              <a:chOff x="3745956" y="12051048"/>
              <a:chExt cx="2666051" cy="215444"/>
            </a:xfrm>
          </p:grpSpPr>
          <p:pic>
            <p:nvPicPr>
              <p:cNvPr id="538" name="그림 53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75826" y="12068831"/>
                <a:ext cx="165115" cy="180000"/>
              </a:xfrm>
              <a:prstGeom prst="rect">
                <a:avLst/>
              </a:prstGeom>
            </p:spPr>
          </p:pic>
          <p:sp>
            <p:nvSpPr>
              <p:cNvPr id="539" name="직사각형 538"/>
              <p:cNvSpPr/>
              <p:nvPr/>
            </p:nvSpPr>
            <p:spPr>
              <a:xfrm>
                <a:off x="3745956" y="12065231"/>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시작 일시</a:t>
                </a:r>
                <a:endParaRPr lang="en-US" altLang="ko-KR" sz="800" dirty="0">
                  <a:solidFill>
                    <a:schemeClr val="tx1">
                      <a:lumMod val="75000"/>
                      <a:lumOff val="25000"/>
                    </a:schemeClr>
                  </a:solidFill>
                  <a:latin typeface="+mn-ea"/>
                </a:endParaRPr>
              </a:p>
            </p:txBody>
          </p:sp>
          <p:pic>
            <p:nvPicPr>
              <p:cNvPr id="540" name="그림 53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81217" y="12068559"/>
                <a:ext cx="165115" cy="180000"/>
              </a:xfrm>
              <a:prstGeom prst="rect">
                <a:avLst/>
              </a:prstGeom>
            </p:spPr>
          </p:pic>
          <p:sp>
            <p:nvSpPr>
              <p:cNvPr id="544" name="직사각형 543"/>
              <p:cNvSpPr/>
              <p:nvPr/>
            </p:nvSpPr>
            <p:spPr>
              <a:xfrm>
                <a:off x="5151347" y="12064959"/>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종료 일시</a:t>
                </a:r>
                <a:endParaRPr lang="en-US" altLang="ko-KR" sz="800" dirty="0">
                  <a:solidFill>
                    <a:schemeClr val="tx1">
                      <a:lumMod val="75000"/>
                      <a:lumOff val="25000"/>
                    </a:schemeClr>
                  </a:solidFill>
                  <a:latin typeface="+mn-ea"/>
                </a:endParaRPr>
              </a:p>
            </p:txBody>
          </p:sp>
          <p:pic>
            <p:nvPicPr>
              <p:cNvPr id="545" name="그림 54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857151" y="12077685"/>
                <a:ext cx="148604" cy="162000"/>
              </a:xfrm>
              <a:prstGeom prst="rect">
                <a:avLst/>
              </a:prstGeom>
            </p:spPr>
          </p:pic>
          <p:pic>
            <p:nvPicPr>
              <p:cNvPr id="546" name="그림 54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63403" y="12077413"/>
                <a:ext cx="148604" cy="162000"/>
              </a:xfrm>
              <a:prstGeom prst="rect">
                <a:avLst/>
              </a:prstGeom>
            </p:spPr>
          </p:pic>
          <p:sp>
            <p:nvSpPr>
              <p:cNvPr id="556" name="직사각형 555"/>
              <p:cNvSpPr/>
              <p:nvPr/>
            </p:nvSpPr>
            <p:spPr>
              <a:xfrm>
                <a:off x="4957448" y="12051048"/>
                <a:ext cx="256802" cy="215444"/>
              </a:xfrm>
              <a:prstGeom prst="rect">
                <a:avLst/>
              </a:prstGeom>
            </p:spPr>
            <p:txBody>
              <a:bodyPr wrap="none">
                <a:spAutoFit/>
              </a:bodyPr>
              <a:lstStyle/>
              <a:p>
                <a:r>
                  <a:rPr lang="en-US" altLang="ko-KR" sz="800" dirty="0" smtClean="0">
                    <a:latin typeface="+mj-ea"/>
                  </a:rPr>
                  <a:t>~</a:t>
                </a:r>
                <a:endParaRPr lang="en-US" altLang="ko-KR" sz="800" dirty="0">
                  <a:latin typeface="+mj-ea"/>
                </a:endParaRPr>
              </a:p>
            </p:txBody>
          </p:sp>
        </p:grpSp>
      </p:grpSp>
      <p:grpSp>
        <p:nvGrpSpPr>
          <p:cNvPr id="4" name="그룹 3"/>
          <p:cNvGrpSpPr/>
          <p:nvPr/>
        </p:nvGrpSpPr>
        <p:grpSpPr>
          <a:xfrm>
            <a:off x="2026351" y="3533400"/>
            <a:ext cx="3588438" cy="217540"/>
            <a:chOff x="2939213" y="3283468"/>
            <a:chExt cx="3588438" cy="217540"/>
          </a:xfrm>
        </p:grpSpPr>
        <p:sp>
          <p:nvSpPr>
            <p:cNvPr id="557" name="직사각형 556"/>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 조건</a:t>
              </a:r>
              <a:endParaRPr lang="ko-KR" altLang="en-US" sz="800" dirty="0">
                <a:solidFill>
                  <a:srgbClr val="FF0000"/>
                </a:solidFill>
                <a:latin typeface="+mn-ea"/>
                <a:ea typeface="+mn-ea"/>
              </a:endParaRPr>
            </a:p>
          </p:txBody>
        </p:sp>
        <p:sp>
          <p:nvSpPr>
            <p:cNvPr id="558" name="Rectangle 122"/>
            <p:cNvSpPr>
              <a:spLocks noChangeArrowheads="1"/>
            </p:cNvSpPr>
            <p:nvPr/>
          </p:nvSpPr>
          <p:spPr bwMode="auto">
            <a:xfrm>
              <a:off x="3853272" y="328556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발신자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9" name="Rectangle 122"/>
            <p:cNvSpPr>
              <a:spLocks noChangeArrowheads="1"/>
            </p:cNvSpPr>
            <p:nvPr/>
          </p:nvSpPr>
          <p:spPr bwMode="auto">
            <a:xfrm>
              <a:off x="4612451" y="3283468"/>
              <a:ext cx="1915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검색어입력</a:t>
              </a:r>
              <a:endParaRPr lang="ko-KR" altLang="en-US" sz="800" kern="0" dirty="0">
                <a:solidFill>
                  <a:schemeClr val="tx1">
                    <a:lumMod val="50000"/>
                    <a:lumOff val="50000"/>
                  </a:schemeClr>
                </a:solidFill>
                <a:latin typeface="+mn-ea"/>
                <a:ea typeface="+mn-ea"/>
              </a:endParaRPr>
            </a:p>
          </p:txBody>
        </p:sp>
      </p:grpSp>
      <p:graphicFrame>
        <p:nvGraphicFramePr>
          <p:cNvPr id="581" name="Group 37"/>
          <p:cNvGraphicFramePr>
            <a:graphicFrameLocks noGrp="1"/>
          </p:cNvGraphicFramePr>
          <p:nvPr>
            <p:extLst>
              <p:ext uri="{D42A27DB-BD31-4B8C-83A1-F6EECF244321}">
                <p14:modId xmlns:p14="http://schemas.microsoft.com/office/powerpoint/2010/main" val="1928364662"/>
              </p:ext>
            </p:extLst>
          </p:nvPr>
        </p:nvGraphicFramePr>
        <p:xfrm>
          <a:off x="1980804" y="4240138"/>
          <a:ext cx="7476375" cy="2644543"/>
        </p:xfrm>
        <a:graphic>
          <a:graphicData uri="http://schemas.openxmlformats.org/drawingml/2006/table">
            <a:tbl>
              <a:tblPr/>
              <a:tblGrid>
                <a:gridCol w="270582">
                  <a:extLst>
                    <a:ext uri="{9D8B030D-6E8A-4147-A177-3AD203B41FA5}">
                      <a16:colId xmlns:a16="http://schemas.microsoft.com/office/drawing/2014/main" xmlns="" val="20000"/>
                    </a:ext>
                  </a:extLst>
                </a:gridCol>
                <a:gridCol w="411862">
                  <a:extLst>
                    <a:ext uri="{9D8B030D-6E8A-4147-A177-3AD203B41FA5}">
                      <a16:colId xmlns:a16="http://schemas.microsoft.com/office/drawing/2014/main" xmlns="" val="20001"/>
                    </a:ext>
                  </a:extLst>
                </a:gridCol>
                <a:gridCol w="535658"/>
                <a:gridCol w="413216"/>
                <a:gridCol w="413312"/>
                <a:gridCol w="470463"/>
                <a:gridCol w="616417"/>
                <a:gridCol w="413217"/>
                <a:gridCol w="516544"/>
                <a:gridCol w="1605429"/>
                <a:gridCol w="983242"/>
                <a:gridCol w="413217"/>
                <a:gridCol w="413216"/>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lang="ko-KR" altLang="en-US" sz="800" b="0" i="0" kern="1200" dirty="0" smtClean="0">
                          <a:solidFill>
                            <a:schemeClr val="tx1">
                              <a:lumMod val="75000"/>
                              <a:lumOff val="25000"/>
                            </a:schemeClr>
                          </a:solidFill>
                          <a:effectLst/>
                          <a:latin typeface="+mn-lt"/>
                          <a:ea typeface="+mn-ea"/>
                          <a:cs typeface="+mn-cs"/>
                        </a:rPr>
                        <a:t>기관↕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수강과목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발신자</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내용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파일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읽음</a:t>
                      </a:r>
                      <a:r>
                        <a:rPr lang="ko-KR" altLang="en-US" sz="800" b="0" i="0" kern="1200" dirty="0" smtClean="0">
                          <a:solidFill>
                            <a:schemeClr val="tx1">
                              <a:lumMod val="75000"/>
                              <a:lumOff val="25000"/>
                            </a:schemeClr>
                          </a:solidFill>
                          <a:effectLst/>
                          <a:latin typeface="+mn-lt"/>
                          <a:ea typeface="+mn-ea"/>
                          <a:cs typeface="+mn-cs"/>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하*동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585" name="직사각형 584"/>
          <p:cNvSpPr/>
          <p:nvPr/>
        </p:nvSpPr>
        <p:spPr>
          <a:xfrm>
            <a:off x="2055741" y="5022701"/>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5" name="직사각형 604"/>
          <p:cNvSpPr/>
          <p:nvPr/>
        </p:nvSpPr>
        <p:spPr>
          <a:xfrm>
            <a:off x="2055741" y="5257775"/>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6" name="직사각형 605"/>
          <p:cNvSpPr/>
          <p:nvPr/>
        </p:nvSpPr>
        <p:spPr>
          <a:xfrm>
            <a:off x="2053645" y="5507707"/>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7" name="직사각형 606"/>
          <p:cNvSpPr/>
          <p:nvPr/>
        </p:nvSpPr>
        <p:spPr>
          <a:xfrm>
            <a:off x="2053645" y="5742781"/>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8" name="직사각형 607"/>
          <p:cNvSpPr/>
          <p:nvPr/>
        </p:nvSpPr>
        <p:spPr>
          <a:xfrm>
            <a:off x="2047156" y="598529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09" name="직사각형 608"/>
          <p:cNvSpPr/>
          <p:nvPr/>
        </p:nvSpPr>
        <p:spPr>
          <a:xfrm>
            <a:off x="2056681" y="6220370"/>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11" name="직사각형 610"/>
          <p:cNvSpPr/>
          <p:nvPr/>
        </p:nvSpPr>
        <p:spPr>
          <a:xfrm>
            <a:off x="2054585" y="647030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26" name="직사각형 625"/>
          <p:cNvSpPr/>
          <p:nvPr/>
        </p:nvSpPr>
        <p:spPr>
          <a:xfrm>
            <a:off x="2054585" y="670537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627" name="Track"/>
          <p:cNvSpPr>
            <a:spLocks/>
          </p:cNvSpPr>
          <p:nvPr>
            <p:custDataLst>
              <p:tags r:id="rId1"/>
            </p:custDataLst>
          </p:nvPr>
        </p:nvSpPr>
        <p:spPr bwMode="auto">
          <a:xfrm>
            <a:off x="9402871" y="4484945"/>
            <a:ext cx="43200" cy="23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grpSp>
        <p:nvGrpSpPr>
          <p:cNvPr id="631" name="그룹 630"/>
          <p:cNvGrpSpPr/>
          <p:nvPr/>
        </p:nvGrpSpPr>
        <p:grpSpPr>
          <a:xfrm>
            <a:off x="3782536" y="2041798"/>
            <a:ext cx="234360" cy="200055"/>
            <a:chOff x="1152270" y="11706839"/>
            <a:chExt cx="234360" cy="200055"/>
          </a:xfrm>
        </p:grpSpPr>
        <p:sp>
          <p:nvSpPr>
            <p:cNvPr id="632" name="모서리가 둥근 직사각형 6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35" name="직사각형 6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3" name="모서리가 둥근 직사각형 192"/>
          <p:cNvSpPr/>
          <p:nvPr/>
        </p:nvSpPr>
        <p:spPr>
          <a:xfrm>
            <a:off x="8488749" y="353703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24" name="그룹 223"/>
          <p:cNvGrpSpPr/>
          <p:nvPr/>
        </p:nvGrpSpPr>
        <p:grpSpPr>
          <a:xfrm>
            <a:off x="6067742" y="4372541"/>
            <a:ext cx="234360" cy="200055"/>
            <a:chOff x="1148319" y="11716364"/>
            <a:chExt cx="234360" cy="200055"/>
          </a:xfrm>
        </p:grpSpPr>
        <p:sp>
          <p:nvSpPr>
            <p:cNvPr id="225" name="모서리가 둥근 직사각형 22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6" name="직사각형 225"/>
            <p:cNvSpPr/>
            <p:nvPr/>
          </p:nvSpPr>
          <p:spPr>
            <a:xfrm>
              <a:off x="1148319"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KNOU_UI_C01020302_01</a:t>
            </a:r>
            <a:endParaRPr lang="ko-KR" altLang="en-US" sz="800" spc="-60" dirty="0">
              <a:latin typeface="+mn-ea"/>
            </a:endParaRPr>
          </a:p>
        </p:txBody>
      </p:sp>
      <p:grpSp>
        <p:nvGrpSpPr>
          <p:cNvPr id="5" name="그룹 4"/>
          <p:cNvGrpSpPr/>
          <p:nvPr/>
        </p:nvGrpSpPr>
        <p:grpSpPr>
          <a:xfrm>
            <a:off x="2023914"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34" name="그룹 233"/>
          <p:cNvGrpSpPr/>
          <p:nvPr/>
        </p:nvGrpSpPr>
        <p:grpSpPr>
          <a:xfrm>
            <a:off x="2877694" y="2589287"/>
            <a:ext cx="234360" cy="200055"/>
            <a:chOff x="1152270" y="11706839"/>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244"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68092" y="4537125"/>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0565" y="5015310"/>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6"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61040" y="597884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65" name="그룹 464"/>
          <p:cNvGrpSpPr/>
          <p:nvPr/>
        </p:nvGrpSpPr>
        <p:grpSpPr>
          <a:xfrm>
            <a:off x="2758852" y="3003396"/>
            <a:ext cx="234360" cy="200055"/>
            <a:chOff x="1152270" y="11706839"/>
            <a:chExt cx="234360" cy="200055"/>
          </a:xfrm>
        </p:grpSpPr>
        <p:sp>
          <p:nvSpPr>
            <p:cNvPr id="466" name="모서리가 둥근 직사각형 4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7" name="직사각형 4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468" name="직사각형 467"/>
          <p:cNvSpPr/>
          <p:nvPr/>
        </p:nvSpPr>
        <p:spPr>
          <a:xfrm>
            <a:off x="2063155" y="4320580"/>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69" name="직사각형 468"/>
          <p:cNvSpPr/>
          <p:nvPr/>
        </p:nvSpPr>
        <p:spPr>
          <a:xfrm>
            <a:off x="2063155" y="4546129"/>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70" name="직사각형 469"/>
          <p:cNvSpPr/>
          <p:nvPr/>
        </p:nvSpPr>
        <p:spPr>
          <a:xfrm>
            <a:off x="2061059" y="478653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nvGrpSpPr>
          <p:cNvPr id="284" name="그룹 283"/>
          <p:cNvGrpSpPr/>
          <p:nvPr/>
        </p:nvGrpSpPr>
        <p:grpSpPr>
          <a:xfrm>
            <a:off x="8668462" y="1695475"/>
            <a:ext cx="849617" cy="276999"/>
            <a:chOff x="8563069" y="1695475"/>
            <a:chExt cx="849617" cy="276999"/>
          </a:xfrm>
        </p:grpSpPr>
        <p:grpSp>
          <p:nvGrpSpPr>
            <p:cNvPr id="285" name="그룹 284"/>
            <p:cNvGrpSpPr/>
            <p:nvPr/>
          </p:nvGrpSpPr>
          <p:grpSpPr>
            <a:xfrm>
              <a:off x="8563069" y="1761166"/>
              <a:ext cx="792000" cy="162000"/>
              <a:chOff x="8779069" y="1761166"/>
              <a:chExt cx="792000" cy="162000"/>
            </a:xfrm>
          </p:grpSpPr>
          <p:sp>
            <p:nvSpPr>
              <p:cNvPr id="293" name="직사각형 29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94"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6" name="그룹 285"/>
            <p:cNvGrpSpPr/>
            <p:nvPr/>
          </p:nvGrpSpPr>
          <p:grpSpPr>
            <a:xfrm>
              <a:off x="8728739" y="1695475"/>
              <a:ext cx="247184" cy="276999"/>
              <a:chOff x="7672972" y="1671999"/>
              <a:chExt cx="247184" cy="276999"/>
            </a:xfrm>
          </p:grpSpPr>
          <p:sp>
            <p:nvSpPr>
              <p:cNvPr id="291" name="타원 29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92" name="직사각형 29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87" name="그룹 286"/>
            <p:cNvGrpSpPr/>
            <p:nvPr/>
          </p:nvGrpSpPr>
          <p:grpSpPr>
            <a:xfrm>
              <a:off x="9138252" y="1714525"/>
              <a:ext cx="274434" cy="246221"/>
              <a:chOff x="7663447" y="1691049"/>
              <a:chExt cx="274434" cy="246221"/>
            </a:xfrm>
          </p:grpSpPr>
          <p:sp>
            <p:nvSpPr>
              <p:cNvPr id="289" name="타원 28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90" name="직사각형 28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88" name="직사각형 287"/>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357" name="TextBox 356"/>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쪽지 </a:t>
            </a:r>
            <a:endParaRPr lang="ko-KR" altLang="en-US" sz="800" spc="-60" dirty="0">
              <a:latin typeface="+mn-ea"/>
              <a:ea typeface="+mn-ea"/>
            </a:endParaRPr>
          </a:p>
        </p:txBody>
      </p:sp>
      <p:sp>
        <p:nvSpPr>
          <p:cNvPr id="358" name="TextBox 35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쪽지 </a:t>
            </a:r>
            <a:r>
              <a:rPr lang="en-US" altLang="ko-KR" sz="800" spc="-60" dirty="0" smtClean="0">
                <a:latin typeface="+mn-ea"/>
                <a:ea typeface="+mn-ea"/>
              </a:rPr>
              <a:t>&gt; </a:t>
            </a:r>
            <a:r>
              <a:rPr lang="ko-KR" altLang="en-US" sz="800" spc="-60" dirty="0" smtClean="0">
                <a:latin typeface="+mn-ea"/>
                <a:ea typeface="+mn-ea"/>
              </a:rPr>
              <a:t>수신목록</a:t>
            </a:r>
            <a:endParaRPr lang="ko-KR" altLang="en-US" sz="800" spc="-60" dirty="0">
              <a:latin typeface="+mn-ea"/>
              <a:ea typeface="+mn-ea"/>
            </a:endParaRPr>
          </a:p>
        </p:txBody>
      </p:sp>
      <p:grpSp>
        <p:nvGrpSpPr>
          <p:cNvPr id="359" name="그룹 358"/>
          <p:cNvGrpSpPr/>
          <p:nvPr/>
        </p:nvGrpSpPr>
        <p:grpSpPr>
          <a:xfrm>
            <a:off x="1972097" y="2358429"/>
            <a:ext cx="7488000" cy="216000"/>
            <a:chOff x="559370" y="2267347"/>
            <a:chExt cx="7488000" cy="216000"/>
          </a:xfrm>
        </p:grpSpPr>
        <p:sp>
          <p:nvSpPr>
            <p:cNvPr id="360" name="직사각형 359"/>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61" name="그룹 360"/>
            <p:cNvGrpSpPr/>
            <p:nvPr/>
          </p:nvGrpSpPr>
          <p:grpSpPr>
            <a:xfrm>
              <a:off x="596648" y="2286397"/>
              <a:ext cx="1800000" cy="180000"/>
              <a:chOff x="524640" y="2276872"/>
              <a:chExt cx="1800000" cy="180000"/>
            </a:xfrm>
          </p:grpSpPr>
          <p:sp>
            <p:nvSpPr>
              <p:cNvPr id="362" name="모서리가 둥근 직사각형 361"/>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a:t>
                </a:r>
                <a:r>
                  <a:rPr lang="ko-KR" altLang="en-US" sz="900" dirty="0" smtClean="0">
                    <a:solidFill>
                      <a:schemeClr val="tx1">
                        <a:lumMod val="75000"/>
                        <a:lumOff val="25000"/>
                      </a:schemeClr>
                    </a:solidFill>
                    <a:latin typeface="+mn-ea"/>
                    <a:ea typeface="+mn-ea"/>
                    <a:cs typeface="Calibri" pitchFamily="34" charset="0"/>
                  </a:rPr>
                  <a:t>쪽지</a:t>
                </a:r>
                <a:endParaRPr kumimoji="1" lang="ko-KR" altLang="en-US" sz="900" dirty="0">
                  <a:solidFill>
                    <a:schemeClr val="tx1">
                      <a:lumMod val="75000"/>
                      <a:lumOff val="25000"/>
                    </a:schemeClr>
                  </a:solidFill>
                  <a:latin typeface="+mn-ea"/>
                  <a:ea typeface="+mn-ea"/>
                  <a:cs typeface="Calibri" pitchFamily="34" charset="0"/>
                </a:endParaRPr>
              </a:p>
            </p:txBody>
          </p:sp>
          <p:pic>
            <p:nvPicPr>
              <p:cNvPr id="36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364" name="그룹 363"/>
          <p:cNvGrpSpPr/>
          <p:nvPr/>
        </p:nvGrpSpPr>
        <p:grpSpPr>
          <a:xfrm>
            <a:off x="5709344" y="1485584"/>
            <a:ext cx="3761110" cy="261068"/>
            <a:chOff x="4948808" y="1485584"/>
            <a:chExt cx="3761110" cy="261068"/>
          </a:xfrm>
        </p:grpSpPr>
        <p:grpSp>
          <p:nvGrpSpPr>
            <p:cNvPr id="365" name="그룹 364"/>
            <p:cNvGrpSpPr/>
            <p:nvPr/>
          </p:nvGrpSpPr>
          <p:grpSpPr>
            <a:xfrm>
              <a:off x="4948808" y="1579923"/>
              <a:ext cx="3761110" cy="166729"/>
              <a:chOff x="5665911" y="1579923"/>
              <a:chExt cx="3761110" cy="166729"/>
            </a:xfrm>
          </p:grpSpPr>
          <p:pic>
            <p:nvPicPr>
              <p:cNvPr id="36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8"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71" name="그룹 370"/>
              <p:cNvGrpSpPr/>
              <p:nvPr/>
            </p:nvGrpSpPr>
            <p:grpSpPr>
              <a:xfrm>
                <a:off x="5665911" y="1583291"/>
                <a:ext cx="648000" cy="162000"/>
                <a:chOff x="4953000" y="2780928"/>
                <a:chExt cx="648000" cy="162000"/>
              </a:xfrm>
            </p:grpSpPr>
            <p:sp>
              <p:nvSpPr>
                <p:cNvPr id="375" name="모서리가 둥근 직사각형 374"/>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76"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72" name="모서리가 둥근 직사각형 37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366" name="타원 365"/>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218" name="직사각형 217"/>
          <p:cNvSpPr/>
          <p:nvPr/>
        </p:nvSpPr>
        <p:spPr>
          <a:xfrm>
            <a:off x="1875706" y="3933056"/>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쪽지</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수신 목록 </a:t>
            </a:r>
            <a:r>
              <a:rPr lang="en-US" altLang="ko-KR" sz="800" b="1" dirty="0" smtClean="0">
                <a:solidFill>
                  <a:schemeClr val="tx1">
                    <a:lumMod val="75000"/>
                    <a:lumOff val="25000"/>
                  </a:schemeClr>
                </a:solidFill>
                <a:latin typeface="+mn-ea"/>
                <a:ea typeface="+mn-ea"/>
              </a:rPr>
              <a:t>[ </a:t>
            </a:r>
            <a:r>
              <a:rPr lang="ko-KR" altLang="en-US" sz="800" b="1" dirty="0" smtClean="0">
                <a:solidFill>
                  <a:srgbClr val="0070C0"/>
                </a:solidFill>
                <a:latin typeface="+mn-ea"/>
                <a:ea typeface="+mn-ea"/>
              </a:rPr>
              <a:t>총건수 </a:t>
            </a:r>
            <a:r>
              <a:rPr lang="en-US" altLang="ko-KR" sz="800" b="1" dirty="0" smtClean="0">
                <a:solidFill>
                  <a:srgbClr val="0070C0"/>
                </a:solidFill>
                <a:latin typeface="+mn-ea"/>
                <a:ea typeface="+mn-ea"/>
              </a:rPr>
              <a:t>: 90 </a:t>
            </a:r>
            <a:r>
              <a:rPr lang="en-US" altLang="ko-KR" sz="800" b="1" dirty="0" smtClean="0">
                <a:solidFill>
                  <a:schemeClr val="tx1">
                    <a:lumMod val="75000"/>
                    <a:lumOff val="25000"/>
                  </a:schemeClr>
                </a:solidFill>
                <a:latin typeface="+mn-ea"/>
                <a:ea typeface="+mn-ea"/>
              </a:rPr>
              <a:t>]</a:t>
            </a:r>
            <a:endParaRPr lang="ko-KR" altLang="en-US" sz="800" b="1" dirty="0">
              <a:solidFill>
                <a:srgbClr val="FF0000"/>
              </a:solidFill>
              <a:latin typeface="+mn-ea"/>
              <a:ea typeface="+mn-ea"/>
            </a:endParaRPr>
          </a:p>
        </p:txBody>
      </p:sp>
      <p:sp>
        <p:nvSpPr>
          <p:cNvPr id="219" name="Rectangle 122"/>
          <p:cNvSpPr>
            <a:spLocks noChangeArrowheads="1"/>
          </p:cNvSpPr>
          <p:nvPr/>
        </p:nvSpPr>
        <p:spPr bwMode="auto">
          <a:xfrm>
            <a:off x="9059596" y="3974928"/>
            <a:ext cx="396000" cy="1728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pic>
        <p:nvPicPr>
          <p:cNvPr id="220"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17427" y="3968454"/>
            <a:ext cx="18620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9" name="직사각형 238"/>
          <p:cNvSpPr/>
          <p:nvPr/>
        </p:nvSpPr>
        <p:spPr>
          <a:xfrm>
            <a:off x="8632881" y="3969080"/>
            <a:ext cx="396000" cy="1728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삭제</a:t>
            </a:r>
            <a:endParaRPr lang="en-US" altLang="ko-KR" sz="800" dirty="0">
              <a:solidFill>
                <a:schemeClr val="tx1">
                  <a:lumMod val="65000"/>
                  <a:lumOff val="35000"/>
                </a:schemeClr>
              </a:solidFill>
              <a:latin typeface="+mn-ea"/>
            </a:endParaRPr>
          </a:p>
        </p:txBody>
      </p:sp>
      <p:grpSp>
        <p:nvGrpSpPr>
          <p:cNvPr id="242" name="그룹 241"/>
          <p:cNvGrpSpPr/>
          <p:nvPr/>
        </p:nvGrpSpPr>
        <p:grpSpPr>
          <a:xfrm>
            <a:off x="8385283" y="3813648"/>
            <a:ext cx="234360" cy="200055"/>
            <a:chOff x="1152270" y="11706839"/>
            <a:chExt cx="234360" cy="200055"/>
          </a:xfrm>
        </p:grpSpPr>
        <p:sp>
          <p:nvSpPr>
            <p:cNvPr id="243" name="모서리가 둥근 직사각형 24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7" name="직사각형 24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55" name="그룹 254"/>
          <p:cNvGrpSpPr/>
          <p:nvPr/>
        </p:nvGrpSpPr>
        <p:grpSpPr>
          <a:xfrm>
            <a:off x="8688605" y="3808090"/>
            <a:ext cx="234360" cy="200055"/>
            <a:chOff x="1152270" y="11706839"/>
            <a:chExt cx="234360" cy="200055"/>
          </a:xfrm>
        </p:grpSpPr>
        <p:sp>
          <p:nvSpPr>
            <p:cNvPr id="273" name="모서리가 둥근 직사각형 27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4" name="직사각형 27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78" name="그룹 277"/>
          <p:cNvGrpSpPr/>
          <p:nvPr/>
        </p:nvGrpSpPr>
        <p:grpSpPr>
          <a:xfrm>
            <a:off x="9111128" y="3814534"/>
            <a:ext cx="234360" cy="200055"/>
            <a:chOff x="1152270" y="11706839"/>
            <a:chExt cx="234360" cy="200055"/>
          </a:xfrm>
        </p:grpSpPr>
        <p:sp>
          <p:nvSpPr>
            <p:cNvPr id="279" name="모서리가 둥근 직사각형 27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80" name="직사각형 27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81" name="그룹 280"/>
          <p:cNvGrpSpPr/>
          <p:nvPr/>
        </p:nvGrpSpPr>
        <p:grpSpPr>
          <a:xfrm>
            <a:off x="-1260488" y="2834692"/>
            <a:ext cx="1440000" cy="1449282"/>
            <a:chOff x="-1167680" y="1619275"/>
            <a:chExt cx="1440000" cy="1449282"/>
          </a:xfrm>
        </p:grpSpPr>
        <p:sp>
          <p:nvSpPr>
            <p:cNvPr id="282" name="직사각형 281"/>
            <p:cNvSpPr/>
            <p:nvPr/>
          </p:nvSpPr>
          <p:spPr>
            <a:xfrm>
              <a:off x="-1167680" y="1619275"/>
              <a:ext cx="1440000"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발신자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a:t>
              </a:r>
            </a:p>
          </p:txBody>
        </p:sp>
        <p:sp>
          <p:nvSpPr>
            <p:cNvPr id="283" name="직사각형 282"/>
            <p:cNvSpPr/>
            <p:nvPr/>
          </p:nvSpPr>
          <p:spPr>
            <a:xfrm>
              <a:off x="-1167680" y="1792899"/>
              <a:ext cx="1440000" cy="127565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발신자</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발신자번호</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제목</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내용</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rgbClr val="FF0000"/>
                  </a:solidFill>
                  <a:latin typeface="+mn-ea"/>
                </a:rPr>
                <a:t>학번</a:t>
              </a:r>
              <a:r>
                <a:rPr lang="en-US" altLang="ko-KR" sz="800" dirty="0" smtClean="0">
                  <a:solidFill>
                    <a:srgbClr val="FF0000"/>
                  </a:solidFill>
                  <a:latin typeface="+mn-ea"/>
                </a:rPr>
                <a:t>/</a:t>
              </a:r>
              <a:r>
                <a:rPr lang="ko-KR" altLang="en-US" sz="800" dirty="0" smtClean="0">
                  <a:solidFill>
                    <a:srgbClr val="FF0000"/>
                  </a:solidFill>
                  <a:latin typeface="+mn-ea"/>
                </a:rPr>
                <a:t>교번</a:t>
              </a:r>
              <a:endParaRPr lang="en-US" altLang="ko-KR" sz="800" dirty="0" smtClean="0">
                <a:solidFill>
                  <a:srgbClr val="FF0000"/>
                </a:solidFill>
                <a:latin typeface="+mn-ea"/>
              </a:endParaRPr>
            </a:p>
            <a:p>
              <a:pPr>
                <a:lnSpc>
                  <a:spcPct val="150000"/>
                </a:lnSpc>
              </a:pPr>
              <a:r>
                <a:rPr lang="ko-KR" altLang="en-US" sz="800" dirty="0" smtClean="0">
                  <a:solidFill>
                    <a:srgbClr val="FF0000"/>
                  </a:solidFill>
                  <a:latin typeface="+mn-ea"/>
                </a:rPr>
                <a:t>아이</a:t>
              </a:r>
              <a:r>
                <a:rPr lang="ko-KR" altLang="en-US" sz="800" dirty="0">
                  <a:solidFill>
                    <a:srgbClr val="FF0000"/>
                  </a:solidFill>
                  <a:latin typeface="+mn-ea"/>
                </a:rPr>
                <a:t>디</a:t>
              </a:r>
              <a:endParaRPr lang="en-US" altLang="ko-KR" sz="800" dirty="0">
                <a:solidFill>
                  <a:srgbClr val="FF0000"/>
                </a:solidFill>
                <a:latin typeface="+mn-ea"/>
              </a:endParaRPr>
            </a:p>
          </p:txBody>
        </p:sp>
      </p:grpSp>
      <p:grpSp>
        <p:nvGrpSpPr>
          <p:cNvPr id="198" name="그룹 197"/>
          <p:cNvGrpSpPr/>
          <p:nvPr/>
        </p:nvGrpSpPr>
        <p:grpSpPr>
          <a:xfrm>
            <a:off x="2029247" y="3007057"/>
            <a:ext cx="4597216" cy="215444"/>
            <a:chOff x="2029247" y="3007057"/>
            <a:chExt cx="4597216" cy="215444"/>
          </a:xfrm>
        </p:grpSpPr>
        <p:sp>
          <p:nvSpPr>
            <p:cNvPr id="199"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00" name="직사각형 199"/>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01"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02"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cxnSp>
        <p:nvCxnSpPr>
          <p:cNvPr id="197" name="꺾인 연결선 196"/>
          <p:cNvCxnSpPr>
            <a:stCxn id="558" idx="0"/>
            <a:endCxn id="195" idx="0"/>
          </p:cNvCxnSpPr>
          <p:nvPr/>
        </p:nvCxnSpPr>
        <p:spPr>
          <a:xfrm rot="16200000" flipV="1">
            <a:off x="1029559" y="1264645"/>
            <a:ext cx="700804" cy="3840898"/>
          </a:xfrm>
          <a:prstGeom prst="bentConnector3">
            <a:avLst>
              <a:gd name="adj1" fmla="val 13262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95" name="그룹 194"/>
          <p:cNvGrpSpPr/>
          <p:nvPr/>
        </p:nvGrpSpPr>
        <p:grpSpPr>
          <a:xfrm>
            <a:off x="626748" y="2104281"/>
            <a:ext cx="1245456" cy="4536504"/>
            <a:chOff x="626748" y="2104281"/>
            <a:chExt cx="1245456" cy="4536504"/>
          </a:xfrm>
        </p:grpSpPr>
        <p:grpSp>
          <p:nvGrpSpPr>
            <p:cNvPr id="196" name="그룹 195"/>
            <p:cNvGrpSpPr/>
            <p:nvPr/>
          </p:nvGrpSpPr>
          <p:grpSpPr>
            <a:xfrm>
              <a:off x="629955" y="3042501"/>
              <a:ext cx="1188000" cy="180000"/>
              <a:chOff x="666427" y="3266516"/>
              <a:chExt cx="1188000" cy="180000"/>
            </a:xfrm>
          </p:grpSpPr>
          <p:sp>
            <p:nvSpPr>
              <p:cNvPr id="307" name="모서리가 둥근 직사각형 30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4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6748" y="2104281"/>
              <a:ext cx="1245456" cy="442923"/>
              <a:chOff x="468506" y="2320305"/>
              <a:chExt cx="1245456" cy="442923"/>
            </a:xfrm>
          </p:grpSpPr>
          <p:sp>
            <p:nvSpPr>
              <p:cNvPr id="304" name="직사각형 303"/>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0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6" name="TextBox 305"/>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04" name="그룹 203"/>
            <p:cNvGrpSpPr/>
            <p:nvPr/>
          </p:nvGrpSpPr>
          <p:grpSpPr>
            <a:xfrm>
              <a:off x="632520" y="2752353"/>
              <a:ext cx="1188000" cy="180000"/>
              <a:chOff x="666427" y="3266516"/>
              <a:chExt cx="1188000" cy="180000"/>
            </a:xfrm>
          </p:grpSpPr>
          <p:sp>
            <p:nvSpPr>
              <p:cNvPr id="302" name="모서리가 둥근 직사각형 30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03"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29956" y="3318264"/>
              <a:ext cx="1188000" cy="668891"/>
              <a:chOff x="629956" y="3318264"/>
              <a:chExt cx="1188000" cy="668891"/>
            </a:xfrm>
          </p:grpSpPr>
          <p:grpSp>
            <p:nvGrpSpPr>
              <p:cNvPr id="277" name="그룹 276"/>
              <p:cNvGrpSpPr/>
              <p:nvPr/>
            </p:nvGrpSpPr>
            <p:grpSpPr>
              <a:xfrm>
                <a:off x="629956" y="3318264"/>
                <a:ext cx="1188000" cy="180000"/>
                <a:chOff x="666428" y="3785432"/>
                <a:chExt cx="1188000" cy="180000"/>
              </a:xfrm>
            </p:grpSpPr>
            <p:sp>
              <p:nvSpPr>
                <p:cNvPr id="300" name="모서리가 둥근 직사각형 299"/>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30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97" name="직사각형 296"/>
              <p:cNvSpPr/>
              <p:nvPr/>
            </p:nvSpPr>
            <p:spPr>
              <a:xfrm>
                <a:off x="632520" y="3507789"/>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298" name="직사각형 297"/>
              <p:cNvSpPr/>
              <p:nvPr/>
            </p:nvSpPr>
            <p:spPr>
              <a:xfrm>
                <a:off x="632520" y="3669714"/>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299" name="직사각형 298"/>
              <p:cNvSpPr/>
              <p:nvPr/>
            </p:nvSpPr>
            <p:spPr>
              <a:xfrm>
                <a:off x="632520" y="3825155"/>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206" name="그룹 205"/>
            <p:cNvGrpSpPr/>
            <p:nvPr/>
          </p:nvGrpSpPr>
          <p:grpSpPr>
            <a:xfrm>
              <a:off x="635889" y="4127954"/>
              <a:ext cx="1188000" cy="180000"/>
              <a:chOff x="666428" y="4310612"/>
              <a:chExt cx="1188000" cy="180000"/>
            </a:xfrm>
          </p:grpSpPr>
          <p:sp>
            <p:nvSpPr>
              <p:cNvPr id="275" name="모서리가 둥근 직사각형 2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7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5889" y="4682892"/>
              <a:ext cx="1188000" cy="180000"/>
              <a:chOff x="666428" y="4570824"/>
              <a:chExt cx="1188000" cy="180000"/>
            </a:xfrm>
          </p:grpSpPr>
          <p:sp>
            <p:nvSpPr>
              <p:cNvPr id="253" name="모서리가 둥근 직사각형 25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5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35889" y="6144987"/>
              <a:ext cx="1188000" cy="180000"/>
              <a:chOff x="666428" y="5096004"/>
              <a:chExt cx="1188000" cy="180000"/>
            </a:xfrm>
          </p:grpSpPr>
          <p:sp>
            <p:nvSpPr>
              <p:cNvPr id="251" name="모서리가 둥근 직사각형 250"/>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52"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7083" y="4963937"/>
              <a:ext cx="1188000" cy="180000"/>
              <a:chOff x="666428" y="4570824"/>
              <a:chExt cx="1188000" cy="180000"/>
            </a:xfrm>
          </p:grpSpPr>
          <p:sp>
            <p:nvSpPr>
              <p:cNvPr id="241" name="모서리가 둥근 직사각형 24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48"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5889" y="5251507"/>
              <a:ext cx="1188000" cy="180000"/>
              <a:chOff x="666428" y="4310612"/>
              <a:chExt cx="1188000" cy="180000"/>
            </a:xfrm>
          </p:grpSpPr>
          <p:sp>
            <p:nvSpPr>
              <p:cNvPr id="238" name="모서리가 둥근 직사각형 23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8453" y="5551180"/>
              <a:ext cx="1188000" cy="180000"/>
              <a:chOff x="666428" y="4310612"/>
              <a:chExt cx="1188000" cy="180000"/>
            </a:xfrm>
          </p:grpSpPr>
          <p:sp>
            <p:nvSpPr>
              <p:cNvPr id="228" name="모서리가 둥근 직사각형 22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2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8453" y="5833879"/>
              <a:ext cx="1188000" cy="180000"/>
              <a:chOff x="666428" y="4310612"/>
              <a:chExt cx="1188000" cy="180000"/>
            </a:xfrm>
          </p:grpSpPr>
          <p:sp>
            <p:nvSpPr>
              <p:cNvPr id="223" name="모서리가 둥근 직사각형 22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8453" y="6460785"/>
              <a:ext cx="1188000" cy="180000"/>
              <a:chOff x="666428" y="4570824"/>
              <a:chExt cx="1188000" cy="180000"/>
            </a:xfrm>
          </p:grpSpPr>
          <p:sp>
            <p:nvSpPr>
              <p:cNvPr id="221" name="모서리가 둥근 직사각형 22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2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4391603"/>
              <a:ext cx="1188000" cy="180000"/>
              <a:chOff x="666428" y="4310612"/>
              <a:chExt cx="1188000" cy="180000"/>
            </a:xfrm>
          </p:grpSpPr>
          <p:sp>
            <p:nvSpPr>
              <p:cNvPr id="216" name="모서리가 둥근 직사각형 21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1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56" name="그룹 255"/>
          <p:cNvGrpSpPr/>
          <p:nvPr/>
        </p:nvGrpSpPr>
        <p:grpSpPr>
          <a:xfrm>
            <a:off x="507554" y="1602349"/>
            <a:ext cx="3075218" cy="252000"/>
            <a:chOff x="507554" y="1537742"/>
            <a:chExt cx="3075218" cy="252000"/>
          </a:xfrm>
        </p:grpSpPr>
        <p:pic>
          <p:nvPicPr>
            <p:cNvPr id="257" name="Picture 4"/>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58" name="그룹 257"/>
            <p:cNvGrpSpPr/>
            <p:nvPr/>
          </p:nvGrpSpPr>
          <p:grpSpPr>
            <a:xfrm>
              <a:off x="2288704" y="1581175"/>
              <a:ext cx="1294068" cy="166725"/>
              <a:chOff x="2288704" y="1581175"/>
              <a:chExt cx="1294068" cy="166725"/>
            </a:xfrm>
          </p:grpSpPr>
          <p:sp>
            <p:nvSpPr>
              <p:cNvPr id="259" name="직사각형 258"/>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0" name="직사각형 259"/>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61" name="그룹 260"/>
          <p:cNvGrpSpPr/>
          <p:nvPr/>
        </p:nvGrpSpPr>
        <p:grpSpPr>
          <a:xfrm>
            <a:off x="634148" y="6722318"/>
            <a:ext cx="1188000" cy="180000"/>
            <a:chOff x="666428" y="3785432"/>
            <a:chExt cx="1188000" cy="180000"/>
          </a:xfrm>
        </p:grpSpPr>
        <p:sp>
          <p:nvSpPr>
            <p:cNvPr id="262" name="모서리가 둥근 직사각형 26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6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20431" y="6964801"/>
            <a:ext cx="1188000" cy="180000"/>
            <a:chOff x="666428" y="5881828"/>
            <a:chExt cx="1188000" cy="180000"/>
          </a:xfrm>
        </p:grpSpPr>
        <p:sp>
          <p:nvSpPr>
            <p:cNvPr id="265" name="모서리가 둥근 직사각형 264"/>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6" name="Picture 1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4201663569"/>
      </p:ext>
    </p:extLst>
  </p:cSld>
  <p:clrMapOvr>
    <a:masterClrMapping/>
  </p:clrMapOvr>
  <p:transition>
    <p:wipe dir="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2059813"/>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32</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46144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1"/>
            <a:ext cx="1440160" cy="5275634"/>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377" name="Group 175"/>
          <p:cNvGraphicFramePr>
            <a:graphicFrameLocks noGrp="1"/>
          </p:cNvGraphicFramePr>
          <p:nvPr>
            <p:extLst>
              <p:ext uri="{D42A27DB-BD31-4B8C-83A1-F6EECF244321}">
                <p14:modId xmlns:p14="http://schemas.microsoft.com/office/powerpoint/2010/main" val="3718335593"/>
              </p:ext>
            </p:extLst>
          </p:nvPr>
        </p:nvGraphicFramePr>
        <p:xfrm>
          <a:off x="9496933" y="1492213"/>
          <a:ext cx="1404156" cy="34717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수신목록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239" name="Group 37"/>
          <p:cNvGraphicFramePr>
            <a:graphicFrameLocks noGrp="1"/>
          </p:cNvGraphicFramePr>
          <p:nvPr>
            <p:extLst>
              <p:ext uri="{D42A27DB-BD31-4B8C-83A1-F6EECF244321}">
                <p14:modId xmlns:p14="http://schemas.microsoft.com/office/powerpoint/2010/main" val="2696310558"/>
              </p:ext>
            </p:extLst>
          </p:nvPr>
        </p:nvGraphicFramePr>
        <p:xfrm>
          <a:off x="1976289" y="2967236"/>
          <a:ext cx="7475115" cy="2468403"/>
        </p:xfrm>
        <a:graphic>
          <a:graphicData uri="http://schemas.openxmlformats.org/drawingml/2006/table">
            <a:tbl>
              <a:tblPr/>
              <a:tblGrid>
                <a:gridCol w="1205220"/>
                <a:gridCol w="6269895"/>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학사년도</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학기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2025</a:t>
                      </a:r>
                      <a:r>
                        <a:rPr lang="ko-KR" altLang="en-US" sz="800" b="0" dirty="0" smtClean="0">
                          <a:solidFill>
                            <a:schemeClr val="tx1">
                              <a:lumMod val="75000"/>
                              <a:lumOff val="25000"/>
                            </a:schemeClr>
                          </a:solidFill>
                          <a:latin typeface="+mn-ea"/>
                          <a:ea typeface="+mn-ea"/>
                        </a:rPr>
                        <a:t>년 </a:t>
                      </a:r>
                      <a:r>
                        <a:rPr lang="en-US" altLang="ko-KR" sz="800" b="0" dirty="0" smtClean="0">
                          <a:solidFill>
                            <a:schemeClr val="tx1">
                              <a:lumMod val="75000"/>
                              <a:lumOff val="25000"/>
                            </a:schemeClr>
                          </a:solidFill>
                          <a:latin typeface="+mn-ea"/>
                          <a:ea typeface="+mn-ea"/>
                        </a:rPr>
                        <a:t>/ 2</a:t>
                      </a:r>
                      <a:r>
                        <a:rPr lang="ko-KR" altLang="en-US" sz="800" b="0" dirty="0" smtClean="0">
                          <a:solidFill>
                            <a:schemeClr val="tx1">
                              <a:lumMod val="75000"/>
                              <a:lumOff val="25000"/>
                            </a:schemeClr>
                          </a:solidFill>
                          <a:latin typeface="+mn-ea"/>
                          <a:ea typeface="+mn-ea"/>
                        </a:rPr>
                        <a:t>학기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&gt; OO</a:t>
                      </a:r>
                      <a:r>
                        <a:rPr lang="ko-KR" altLang="en-US" sz="800" b="0" dirty="0" smtClean="0">
                          <a:solidFill>
                            <a:schemeClr val="tx1">
                              <a:lumMod val="75000"/>
                              <a:lumOff val="25000"/>
                            </a:schemeClr>
                          </a:solidFill>
                          <a:latin typeface="+mn-ea"/>
                          <a:ea typeface="+mn-ea"/>
                        </a:rPr>
                        <a:t>학과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일본어 </a:t>
                      </a: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     </a:t>
                      </a:r>
                      <a:r>
                        <a:rPr lang="ko-KR" altLang="en-US" sz="800" b="0" dirty="0" smtClean="0">
                          <a:solidFill>
                            <a:srgbClr val="0070C0"/>
                          </a:solidFill>
                          <a:latin typeface="+mn-ea"/>
                          <a:ea typeface="+mn-ea"/>
                        </a:rPr>
                        <a:t>첨부파일</a:t>
                      </a:r>
                      <a:r>
                        <a:rPr lang="en-US" altLang="ko-KR" sz="800" b="0" dirty="0" smtClean="0">
                          <a:solidFill>
                            <a:srgbClr val="0070C0"/>
                          </a:solidFill>
                          <a:latin typeface="+mn-ea"/>
                          <a:ea typeface="+mn-ea"/>
                        </a:rPr>
                        <a:t>.pptx</a:t>
                      </a:r>
                      <a:r>
                        <a:rPr lang="en-US" altLang="ko-KR" sz="800" b="0" baseline="0" dirty="0" smtClean="0">
                          <a:solidFill>
                            <a:srgbClr val="0070C0"/>
                          </a:solidFill>
                          <a:latin typeface="+mn-ea"/>
                          <a:ea typeface="+mn-ea"/>
                        </a:rPr>
                        <a:t> </a:t>
                      </a:r>
                      <a:endParaRPr lang="ko-KR" altLang="en-US" sz="800" b="0" dirty="0" smtClean="0">
                        <a:solidFill>
                          <a:srgbClr val="0070C0"/>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2025.08.04 15:32</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나*송</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82" name="직사각형 281"/>
          <p:cNvSpPr/>
          <p:nvPr/>
        </p:nvSpPr>
        <p:spPr>
          <a:xfrm>
            <a:off x="1875706" y="272855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쪽지</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수신 내용</a:t>
            </a:r>
            <a:endParaRPr lang="ko-KR" altLang="en-US" sz="800" b="1" dirty="0">
              <a:solidFill>
                <a:srgbClr val="FF0000"/>
              </a:solidFill>
              <a:latin typeface="+mn-ea"/>
              <a:ea typeface="+mn-ea"/>
            </a:endParaRPr>
          </a:p>
        </p:txBody>
      </p:sp>
      <p:sp>
        <p:nvSpPr>
          <p:cNvPr id="192" name="Rectangle 251"/>
          <p:cNvSpPr>
            <a:spLocks noChangeArrowheads="1"/>
          </p:cNvSpPr>
          <p:nvPr/>
        </p:nvSpPr>
        <p:spPr bwMode="auto">
          <a:xfrm>
            <a:off x="3229000" y="3582541"/>
            <a:ext cx="6104106"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알림내용</a:t>
            </a:r>
            <a:endParaRPr lang="en-US" altLang="ko-KR" sz="800" dirty="0">
              <a:solidFill>
                <a:schemeClr val="tx1">
                  <a:lumMod val="75000"/>
                  <a:lumOff val="25000"/>
                </a:schemeClr>
              </a:solidFill>
              <a:latin typeface="+mn-ea"/>
              <a:ea typeface="+mn-ea"/>
            </a:endParaRPr>
          </a:p>
        </p:txBody>
      </p:sp>
      <p:sp>
        <p:nvSpPr>
          <p:cNvPr id="202" name="직사각형 201"/>
          <p:cNvSpPr/>
          <p:nvPr/>
        </p:nvSpPr>
        <p:spPr>
          <a:xfrm>
            <a:off x="8395139" y="4350246"/>
            <a:ext cx="1056265" cy="215444"/>
          </a:xfrm>
          <a:prstGeom prst="rect">
            <a:avLst/>
          </a:prstGeom>
        </p:spPr>
        <p:txBody>
          <a:bodyPr wrap="square">
            <a:spAutoFit/>
          </a:bodyPr>
          <a:lstStyle/>
          <a:p>
            <a:pPr algn="r"/>
            <a:r>
              <a:rPr lang="en-US" altLang="ko-KR" sz="800" dirty="0" smtClean="0">
                <a:solidFill>
                  <a:schemeClr val="tx1">
                    <a:lumMod val="75000"/>
                    <a:lumOff val="25000"/>
                  </a:schemeClr>
                </a:solidFill>
                <a:latin typeface="+mn-ea"/>
                <a:ea typeface="+mn-ea"/>
              </a:rPr>
              <a:t>0 / 2000 byte</a:t>
            </a:r>
            <a:endParaRPr lang="ko-KR" altLang="en-US" sz="800" dirty="0">
              <a:solidFill>
                <a:srgbClr val="FF0000"/>
              </a:solidFill>
              <a:latin typeface="+mn-ea"/>
              <a:ea typeface="+mn-ea"/>
            </a:endParaRPr>
          </a:p>
        </p:txBody>
      </p:sp>
      <p:sp>
        <p:nvSpPr>
          <p:cNvPr id="217" name="모서리가 둥근 직사각형 216"/>
          <p:cNvSpPr/>
          <p:nvPr/>
        </p:nvSpPr>
        <p:spPr>
          <a:xfrm>
            <a:off x="8534350" y="268567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수신목록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43" name="TextBox 242"/>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쪽지 </a:t>
            </a:r>
            <a:endParaRPr lang="ko-KR" altLang="en-US" sz="800" spc="-60" dirty="0">
              <a:latin typeface="+mn-ea"/>
              <a:ea typeface="+mn-ea"/>
            </a:endParaRPr>
          </a:p>
        </p:txBody>
      </p:sp>
      <p:sp>
        <p:nvSpPr>
          <p:cNvPr id="245" name="Track"/>
          <p:cNvSpPr>
            <a:spLocks/>
          </p:cNvSpPr>
          <p:nvPr>
            <p:custDataLst>
              <p:tags r:id="rId1"/>
            </p:custDataLst>
          </p:nvPr>
        </p:nvSpPr>
        <p:spPr bwMode="auto">
          <a:xfrm>
            <a:off x="9289906" y="3604854"/>
            <a:ext cx="43200" cy="712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nvGrpSpPr>
          <p:cNvPr id="249" name="그룹 248"/>
          <p:cNvGrpSpPr/>
          <p:nvPr/>
        </p:nvGrpSpPr>
        <p:grpSpPr>
          <a:xfrm>
            <a:off x="8509967" y="2517279"/>
            <a:ext cx="234360" cy="200055"/>
            <a:chOff x="1152270" y="11706839"/>
            <a:chExt cx="234360" cy="200055"/>
          </a:xfrm>
        </p:grpSpPr>
        <p:sp>
          <p:nvSpPr>
            <p:cNvPr id="250" name="모서리가 둥근 직사각형 2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1" name="직사각형 2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52" name="TextBox 151"/>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KNOU_UI_C01020302_02</a:t>
            </a:r>
            <a:endParaRPr lang="ko-KR" altLang="en-US" sz="800" spc="-60" dirty="0">
              <a:latin typeface="+mn-ea"/>
            </a:endParaRPr>
          </a:p>
        </p:txBody>
      </p:sp>
      <p:pic>
        <p:nvPicPr>
          <p:cNvPr id="160"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2527" y="467081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87" name="그룹 286"/>
          <p:cNvGrpSpPr/>
          <p:nvPr/>
        </p:nvGrpSpPr>
        <p:grpSpPr>
          <a:xfrm>
            <a:off x="1967772" y="1979315"/>
            <a:ext cx="7489822" cy="326132"/>
            <a:chOff x="1967772" y="1979315"/>
            <a:chExt cx="7489822" cy="326132"/>
          </a:xfrm>
        </p:grpSpPr>
        <p:sp>
          <p:nvSpPr>
            <p:cNvPr id="288" name="직사각형 287"/>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89" name="그룹 288"/>
            <p:cNvGrpSpPr/>
            <p:nvPr/>
          </p:nvGrpSpPr>
          <p:grpSpPr>
            <a:xfrm>
              <a:off x="4290164" y="2031278"/>
              <a:ext cx="1040981" cy="215444"/>
              <a:chOff x="1618412" y="2762216"/>
              <a:chExt cx="1440000" cy="215444"/>
            </a:xfrm>
          </p:grpSpPr>
          <p:sp>
            <p:nvSpPr>
              <p:cNvPr id="315" name="직사각형 31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316" name="직사각형 315"/>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90" name="그룹 289"/>
            <p:cNvGrpSpPr/>
            <p:nvPr/>
          </p:nvGrpSpPr>
          <p:grpSpPr>
            <a:xfrm>
              <a:off x="5351027" y="2031278"/>
              <a:ext cx="1040981" cy="215444"/>
              <a:chOff x="1618412" y="2762216"/>
              <a:chExt cx="1440000" cy="215444"/>
            </a:xfrm>
          </p:grpSpPr>
          <p:sp>
            <p:nvSpPr>
              <p:cNvPr id="313" name="직사각형 31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314" name="직사각형 313"/>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91" name="그룹 290"/>
            <p:cNvGrpSpPr/>
            <p:nvPr/>
          </p:nvGrpSpPr>
          <p:grpSpPr>
            <a:xfrm>
              <a:off x="6413117" y="2031278"/>
              <a:ext cx="1040981" cy="215444"/>
              <a:chOff x="1618412" y="2762216"/>
              <a:chExt cx="1440000" cy="215444"/>
            </a:xfrm>
          </p:grpSpPr>
          <p:sp>
            <p:nvSpPr>
              <p:cNvPr id="309" name="직사각형 30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311" name="직사각형 310"/>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92" name="그룹 291"/>
            <p:cNvGrpSpPr/>
            <p:nvPr/>
          </p:nvGrpSpPr>
          <p:grpSpPr>
            <a:xfrm>
              <a:off x="7474187" y="2031278"/>
              <a:ext cx="1040981" cy="215444"/>
              <a:chOff x="1618412" y="2762216"/>
              <a:chExt cx="1440000" cy="215444"/>
            </a:xfrm>
          </p:grpSpPr>
          <p:sp>
            <p:nvSpPr>
              <p:cNvPr id="307" name="직사각형 3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308" name="직사각형 307"/>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93" name="그룹 292"/>
            <p:cNvGrpSpPr/>
            <p:nvPr/>
          </p:nvGrpSpPr>
          <p:grpSpPr>
            <a:xfrm>
              <a:off x="3224705" y="2032273"/>
              <a:ext cx="1040982" cy="215444"/>
              <a:chOff x="1618412" y="2762216"/>
              <a:chExt cx="1440000" cy="215444"/>
            </a:xfrm>
          </p:grpSpPr>
          <p:sp>
            <p:nvSpPr>
              <p:cNvPr id="305" name="직사각형 304"/>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306" name="직사각형 305"/>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294" name="그룹 293"/>
            <p:cNvGrpSpPr/>
            <p:nvPr/>
          </p:nvGrpSpPr>
          <p:grpSpPr>
            <a:xfrm>
              <a:off x="2172387" y="2026940"/>
              <a:ext cx="1040981" cy="215444"/>
              <a:chOff x="1618412" y="2762216"/>
              <a:chExt cx="1440000" cy="215444"/>
            </a:xfrm>
          </p:grpSpPr>
          <p:sp>
            <p:nvSpPr>
              <p:cNvPr id="303" name="직사각형 3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304" name="직사각형 303"/>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295" name="직사각형 294"/>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96" name="직사각형 295"/>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297" name="그룹 296"/>
            <p:cNvGrpSpPr/>
            <p:nvPr/>
          </p:nvGrpSpPr>
          <p:grpSpPr>
            <a:xfrm>
              <a:off x="9120844" y="1979315"/>
              <a:ext cx="162000" cy="288000"/>
              <a:chOff x="9447994" y="2133019"/>
              <a:chExt cx="162000" cy="288000"/>
            </a:xfrm>
          </p:grpSpPr>
          <p:sp>
            <p:nvSpPr>
              <p:cNvPr id="301" name="직사각형 300"/>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02" name="1/2 액자 301"/>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298" name="그룹 297"/>
            <p:cNvGrpSpPr/>
            <p:nvPr/>
          </p:nvGrpSpPr>
          <p:grpSpPr>
            <a:xfrm>
              <a:off x="1973163" y="1979315"/>
              <a:ext cx="162000" cy="288000"/>
              <a:chOff x="10860" y="2122356"/>
              <a:chExt cx="162000" cy="288000"/>
            </a:xfrm>
          </p:grpSpPr>
          <p:sp>
            <p:nvSpPr>
              <p:cNvPr id="299" name="직사각형 298"/>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00" name="1/2 액자 299"/>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68" name="그룹 167"/>
          <p:cNvGrpSpPr/>
          <p:nvPr/>
        </p:nvGrpSpPr>
        <p:grpSpPr>
          <a:xfrm>
            <a:off x="8668462" y="1695475"/>
            <a:ext cx="849617" cy="276999"/>
            <a:chOff x="8563069" y="1695475"/>
            <a:chExt cx="849617" cy="276999"/>
          </a:xfrm>
        </p:grpSpPr>
        <p:grpSp>
          <p:nvGrpSpPr>
            <p:cNvPr id="169" name="그룹 168"/>
            <p:cNvGrpSpPr/>
            <p:nvPr/>
          </p:nvGrpSpPr>
          <p:grpSpPr>
            <a:xfrm>
              <a:off x="8563069" y="1761166"/>
              <a:ext cx="792000" cy="162000"/>
              <a:chOff x="8779069" y="1761166"/>
              <a:chExt cx="792000" cy="162000"/>
            </a:xfrm>
          </p:grpSpPr>
          <p:sp>
            <p:nvSpPr>
              <p:cNvPr id="216" name="직사각형 215"/>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8728739" y="1695475"/>
              <a:ext cx="247184" cy="276999"/>
              <a:chOff x="7672972" y="1671999"/>
              <a:chExt cx="247184" cy="276999"/>
            </a:xfrm>
          </p:grpSpPr>
          <p:sp>
            <p:nvSpPr>
              <p:cNvPr id="175" name="타원 174"/>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15" name="직사각형 21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171" name="그룹 170"/>
            <p:cNvGrpSpPr/>
            <p:nvPr/>
          </p:nvGrpSpPr>
          <p:grpSpPr>
            <a:xfrm>
              <a:off x="9138252" y="1714525"/>
              <a:ext cx="274434" cy="246221"/>
              <a:chOff x="7663447" y="1691049"/>
              <a:chExt cx="274434" cy="246221"/>
            </a:xfrm>
          </p:grpSpPr>
          <p:sp>
            <p:nvSpPr>
              <p:cNvPr id="173" name="타원 17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74" name="직사각형 173"/>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172" name="직사각형 171"/>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31" name="그룹 330"/>
          <p:cNvGrpSpPr/>
          <p:nvPr/>
        </p:nvGrpSpPr>
        <p:grpSpPr>
          <a:xfrm>
            <a:off x="1972097" y="2358429"/>
            <a:ext cx="7488000" cy="216000"/>
            <a:chOff x="559370" y="2267347"/>
            <a:chExt cx="7488000" cy="216000"/>
          </a:xfrm>
        </p:grpSpPr>
        <p:sp>
          <p:nvSpPr>
            <p:cNvPr id="332" name="직사각형 331"/>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33" name="그룹 332"/>
            <p:cNvGrpSpPr/>
            <p:nvPr/>
          </p:nvGrpSpPr>
          <p:grpSpPr>
            <a:xfrm>
              <a:off x="596648" y="2286397"/>
              <a:ext cx="1800000" cy="180000"/>
              <a:chOff x="524640" y="2276872"/>
              <a:chExt cx="1800000" cy="180000"/>
            </a:xfrm>
          </p:grpSpPr>
          <p:sp>
            <p:nvSpPr>
              <p:cNvPr id="335" name="모서리가 둥근 직사각형 334"/>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a:t>
                </a:r>
                <a:r>
                  <a:rPr lang="ko-KR" altLang="en-US" sz="900" dirty="0" smtClean="0">
                    <a:solidFill>
                      <a:schemeClr val="tx1">
                        <a:lumMod val="75000"/>
                        <a:lumOff val="25000"/>
                      </a:schemeClr>
                    </a:solidFill>
                    <a:latin typeface="+mn-ea"/>
                    <a:ea typeface="+mn-ea"/>
                    <a:cs typeface="Calibri" pitchFamily="34" charset="0"/>
                  </a:rPr>
                  <a:t>쪽지</a:t>
                </a:r>
                <a:endParaRPr kumimoji="1" lang="ko-KR" altLang="en-US" sz="900" dirty="0">
                  <a:solidFill>
                    <a:schemeClr val="tx1">
                      <a:lumMod val="75000"/>
                      <a:lumOff val="25000"/>
                    </a:schemeClr>
                  </a:solidFill>
                  <a:latin typeface="+mn-ea"/>
                  <a:ea typeface="+mn-ea"/>
                  <a:cs typeface="Calibri" pitchFamily="34" charset="0"/>
                </a:endParaRPr>
              </a:p>
            </p:txBody>
          </p:sp>
          <p:pic>
            <p:nvPicPr>
              <p:cNvPr id="341"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42" name="TextBox 341"/>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쪽지 </a:t>
            </a:r>
            <a:endParaRPr lang="ko-KR" altLang="en-US" sz="800" spc="-60" dirty="0">
              <a:latin typeface="+mn-ea"/>
              <a:ea typeface="+mn-ea"/>
            </a:endParaRPr>
          </a:p>
        </p:txBody>
      </p:sp>
      <p:sp>
        <p:nvSpPr>
          <p:cNvPr id="343" name="TextBox 342"/>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쪽지 </a:t>
            </a:r>
            <a:r>
              <a:rPr lang="en-US" altLang="ko-KR" sz="800" spc="-60" dirty="0" smtClean="0">
                <a:latin typeface="+mn-ea"/>
                <a:ea typeface="+mn-ea"/>
              </a:rPr>
              <a:t>&gt; </a:t>
            </a:r>
            <a:r>
              <a:rPr lang="ko-KR" altLang="en-US" sz="800" spc="-60" dirty="0" smtClean="0">
                <a:latin typeface="+mn-ea"/>
                <a:ea typeface="+mn-ea"/>
              </a:rPr>
              <a:t>수신내용</a:t>
            </a:r>
            <a:endParaRPr lang="ko-KR" altLang="en-US" sz="800" spc="-60" dirty="0">
              <a:latin typeface="+mn-ea"/>
              <a:ea typeface="+mn-ea"/>
            </a:endParaRPr>
          </a:p>
        </p:txBody>
      </p:sp>
      <p:grpSp>
        <p:nvGrpSpPr>
          <p:cNvPr id="344" name="그룹 343"/>
          <p:cNvGrpSpPr/>
          <p:nvPr/>
        </p:nvGrpSpPr>
        <p:grpSpPr>
          <a:xfrm>
            <a:off x="5709344" y="1485584"/>
            <a:ext cx="3761110" cy="261068"/>
            <a:chOff x="4948808" y="1485584"/>
            <a:chExt cx="3761110" cy="261068"/>
          </a:xfrm>
        </p:grpSpPr>
        <p:grpSp>
          <p:nvGrpSpPr>
            <p:cNvPr id="345" name="그룹 344"/>
            <p:cNvGrpSpPr/>
            <p:nvPr/>
          </p:nvGrpSpPr>
          <p:grpSpPr>
            <a:xfrm>
              <a:off x="4948808" y="1579923"/>
              <a:ext cx="3761110" cy="166729"/>
              <a:chOff x="5665911" y="1579923"/>
              <a:chExt cx="3761110" cy="166729"/>
            </a:xfrm>
          </p:grpSpPr>
          <p:pic>
            <p:nvPicPr>
              <p:cNvPr id="347"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0"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51" name="그룹 350"/>
              <p:cNvGrpSpPr/>
              <p:nvPr/>
            </p:nvGrpSpPr>
            <p:grpSpPr>
              <a:xfrm>
                <a:off x="5665911" y="1583291"/>
                <a:ext cx="648000" cy="162000"/>
                <a:chOff x="4953000" y="2780928"/>
                <a:chExt cx="648000" cy="162000"/>
              </a:xfrm>
            </p:grpSpPr>
            <p:sp>
              <p:nvSpPr>
                <p:cNvPr id="353" name="모서리가 둥근 직사각형 35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54" name="Picture 10"/>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52" name="모서리가 둥근 직사각형 35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346" name="타원 345"/>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34" name="그룹 133"/>
          <p:cNvGrpSpPr/>
          <p:nvPr/>
        </p:nvGrpSpPr>
        <p:grpSpPr>
          <a:xfrm>
            <a:off x="626748" y="2104281"/>
            <a:ext cx="1245456" cy="4536504"/>
            <a:chOff x="626748" y="2104281"/>
            <a:chExt cx="1245456" cy="4536504"/>
          </a:xfrm>
        </p:grpSpPr>
        <p:grpSp>
          <p:nvGrpSpPr>
            <p:cNvPr id="135" name="그룹 134"/>
            <p:cNvGrpSpPr/>
            <p:nvPr/>
          </p:nvGrpSpPr>
          <p:grpSpPr>
            <a:xfrm>
              <a:off x="629955" y="3042501"/>
              <a:ext cx="1188000" cy="180000"/>
              <a:chOff x="666427" y="3266516"/>
              <a:chExt cx="1188000" cy="180000"/>
            </a:xfrm>
          </p:grpSpPr>
          <p:sp>
            <p:nvSpPr>
              <p:cNvPr id="197" name="모서리가 둥근 직사각형 19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19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6" name="그룹 135"/>
            <p:cNvGrpSpPr/>
            <p:nvPr/>
          </p:nvGrpSpPr>
          <p:grpSpPr>
            <a:xfrm>
              <a:off x="626748" y="2104281"/>
              <a:ext cx="1245456" cy="442923"/>
              <a:chOff x="468506" y="2320305"/>
              <a:chExt cx="1245456" cy="442923"/>
            </a:xfrm>
          </p:grpSpPr>
          <p:sp>
            <p:nvSpPr>
              <p:cNvPr id="194" name="직사각형 193"/>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19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6" name="TextBox 195"/>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37" name="그룹 136"/>
            <p:cNvGrpSpPr/>
            <p:nvPr/>
          </p:nvGrpSpPr>
          <p:grpSpPr>
            <a:xfrm>
              <a:off x="632520" y="2752353"/>
              <a:ext cx="1188000" cy="180000"/>
              <a:chOff x="666427" y="3266516"/>
              <a:chExt cx="1188000" cy="180000"/>
            </a:xfrm>
          </p:grpSpPr>
          <p:sp>
            <p:nvSpPr>
              <p:cNvPr id="191" name="모서리가 둥근 직사각형 19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19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8" name="그룹 137"/>
            <p:cNvGrpSpPr/>
            <p:nvPr/>
          </p:nvGrpSpPr>
          <p:grpSpPr>
            <a:xfrm>
              <a:off x="629956" y="3318264"/>
              <a:ext cx="1188000" cy="668891"/>
              <a:chOff x="629956" y="3318264"/>
              <a:chExt cx="1188000" cy="668891"/>
            </a:xfrm>
          </p:grpSpPr>
          <p:grpSp>
            <p:nvGrpSpPr>
              <p:cNvPr id="185" name="그룹 184"/>
              <p:cNvGrpSpPr/>
              <p:nvPr/>
            </p:nvGrpSpPr>
            <p:grpSpPr>
              <a:xfrm>
                <a:off x="629956" y="3318264"/>
                <a:ext cx="1188000" cy="180000"/>
                <a:chOff x="666428" y="3785432"/>
                <a:chExt cx="1188000" cy="180000"/>
              </a:xfrm>
            </p:grpSpPr>
            <p:sp>
              <p:nvSpPr>
                <p:cNvPr id="189" name="모서리가 둥근 직사각형 188"/>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190"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6" name="직사각형 185"/>
              <p:cNvSpPr/>
              <p:nvPr/>
            </p:nvSpPr>
            <p:spPr>
              <a:xfrm>
                <a:off x="632520" y="3507789"/>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187" name="직사각형 186"/>
              <p:cNvSpPr/>
              <p:nvPr/>
            </p:nvSpPr>
            <p:spPr>
              <a:xfrm>
                <a:off x="632520" y="3669714"/>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188" name="직사각형 187"/>
              <p:cNvSpPr/>
              <p:nvPr/>
            </p:nvSpPr>
            <p:spPr>
              <a:xfrm>
                <a:off x="632520" y="3825155"/>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139" name="그룹 138"/>
            <p:cNvGrpSpPr/>
            <p:nvPr/>
          </p:nvGrpSpPr>
          <p:grpSpPr>
            <a:xfrm>
              <a:off x="635889" y="4127954"/>
              <a:ext cx="1188000" cy="180000"/>
              <a:chOff x="666428" y="4310612"/>
              <a:chExt cx="1188000" cy="180000"/>
            </a:xfrm>
          </p:grpSpPr>
          <p:sp>
            <p:nvSpPr>
              <p:cNvPr id="183" name="모서리가 둥근 직사각형 18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18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0" name="그룹 139"/>
            <p:cNvGrpSpPr/>
            <p:nvPr/>
          </p:nvGrpSpPr>
          <p:grpSpPr>
            <a:xfrm>
              <a:off x="635889" y="4682892"/>
              <a:ext cx="1188000" cy="180000"/>
              <a:chOff x="666428" y="4570824"/>
              <a:chExt cx="1188000" cy="180000"/>
            </a:xfrm>
          </p:grpSpPr>
          <p:sp>
            <p:nvSpPr>
              <p:cNvPr id="181" name="모서리가 둥근 직사각형 18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18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1" name="그룹 140"/>
            <p:cNvGrpSpPr/>
            <p:nvPr/>
          </p:nvGrpSpPr>
          <p:grpSpPr>
            <a:xfrm>
              <a:off x="635889" y="6144987"/>
              <a:ext cx="1188000" cy="180000"/>
              <a:chOff x="666428" y="5096004"/>
              <a:chExt cx="1188000" cy="180000"/>
            </a:xfrm>
          </p:grpSpPr>
          <p:sp>
            <p:nvSpPr>
              <p:cNvPr id="179" name="모서리가 둥근 직사각형 17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180"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3" name="그룹 142"/>
            <p:cNvGrpSpPr/>
            <p:nvPr/>
          </p:nvGrpSpPr>
          <p:grpSpPr>
            <a:xfrm>
              <a:off x="637083" y="4963937"/>
              <a:ext cx="1188000" cy="180000"/>
              <a:chOff x="666428" y="4570824"/>
              <a:chExt cx="1188000" cy="180000"/>
            </a:xfrm>
          </p:grpSpPr>
          <p:sp>
            <p:nvSpPr>
              <p:cNvPr id="167" name="모서리가 둥근 직사각형 16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176"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4" name="그룹 143"/>
            <p:cNvGrpSpPr/>
            <p:nvPr/>
          </p:nvGrpSpPr>
          <p:grpSpPr>
            <a:xfrm>
              <a:off x="635889" y="5251507"/>
              <a:ext cx="1188000" cy="180000"/>
              <a:chOff x="666428" y="4310612"/>
              <a:chExt cx="1188000" cy="180000"/>
            </a:xfrm>
          </p:grpSpPr>
          <p:sp>
            <p:nvSpPr>
              <p:cNvPr id="165" name="모서리가 둥근 직사각형 16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16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5" name="그룹 144"/>
            <p:cNvGrpSpPr/>
            <p:nvPr/>
          </p:nvGrpSpPr>
          <p:grpSpPr>
            <a:xfrm>
              <a:off x="638453" y="5551180"/>
              <a:ext cx="1188000" cy="180000"/>
              <a:chOff x="666428" y="4310612"/>
              <a:chExt cx="1188000" cy="180000"/>
            </a:xfrm>
          </p:grpSpPr>
          <p:sp>
            <p:nvSpPr>
              <p:cNvPr id="163" name="모서리가 둥근 직사각형 1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16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6" name="그룹 145"/>
            <p:cNvGrpSpPr/>
            <p:nvPr/>
          </p:nvGrpSpPr>
          <p:grpSpPr>
            <a:xfrm>
              <a:off x="638453" y="5833879"/>
              <a:ext cx="1188000" cy="180000"/>
              <a:chOff x="666428" y="4310612"/>
              <a:chExt cx="1188000" cy="180000"/>
            </a:xfrm>
          </p:grpSpPr>
          <p:sp>
            <p:nvSpPr>
              <p:cNvPr id="161" name="모서리가 둥근 직사각형 16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62"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7" name="그룹 146"/>
            <p:cNvGrpSpPr/>
            <p:nvPr/>
          </p:nvGrpSpPr>
          <p:grpSpPr>
            <a:xfrm>
              <a:off x="638453" y="6460785"/>
              <a:ext cx="1188000" cy="180000"/>
              <a:chOff x="666428" y="4570824"/>
              <a:chExt cx="1188000" cy="180000"/>
            </a:xfrm>
          </p:grpSpPr>
          <p:sp>
            <p:nvSpPr>
              <p:cNvPr id="158" name="모서리가 둥근 직사각형 15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159"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8" name="그룹 147"/>
            <p:cNvGrpSpPr/>
            <p:nvPr/>
          </p:nvGrpSpPr>
          <p:grpSpPr>
            <a:xfrm>
              <a:off x="632520" y="4391603"/>
              <a:ext cx="1188000" cy="180000"/>
              <a:chOff x="666428" y="4310612"/>
              <a:chExt cx="1188000" cy="180000"/>
            </a:xfrm>
          </p:grpSpPr>
          <p:sp>
            <p:nvSpPr>
              <p:cNvPr id="156" name="모서리가 둥근 직사각형 15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15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49" name="그룹 148"/>
          <p:cNvGrpSpPr/>
          <p:nvPr/>
        </p:nvGrpSpPr>
        <p:grpSpPr>
          <a:xfrm>
            <a:off x="507554" y="1602349"/>
            <a:ext cx="3075218" cy="252000"/>
            <a:chOff x="507554" y="1537742"/>
            <a:chExt cx="3075218" cy="252000"/>
          </a:xfrm>
        </p:grpSpPr>
        <p:pic>
          <p:nvPicPr>
            <p:cNvPr id="150" name="Picture 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1" name="그룹 150"/>
            <p:cNvGrpSpPr/>
            <p:nvPr/>
          </p:nvGrpSpPr>
          <p:grpSpPr>
            <a:xfrm>
              <a:off x="2288704" y="1581175"/>
              <a:ext cx="1294068" cy="166725"/>
              <a:chOff x="2288704" y="1581175"/>
              <a:chExt cx="1294068" cy="166725"/>
            </a:xfrm>
          </p:grpSpPr>
          <p:sp>
            <p:nvSpPr>
              <p:cNvPr id="153" name="직사각형 15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54" name="직사각형 15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55" name="그룹 154"/>
          <p:cNvGrpSpPr/>
          <p:nvPr/>
        </p:nvGrpSpPr>
        <p:grpSpPr>
          <a:xfrm>
            <a:off x="634148" y="6722318"/>
            <a:ext cx="1188000" cy="180000"/>
            <a:chOff x="666428" y="3785432"/>
            <a:chExt cx="1188000" cy="180000"/>
          </a:xfrm>
        </p:grpSpPr>
        <p:sp>
          <p:nvSpPr>
            <p:cNvPr id="199" name="모서리가 둥근 직사각형 19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00"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0431" y="6964801"/>
            <a:ext cx="1188000" cy="180000"/>
            <a:chOff x="666428" y="5881828"/>
            <a:chExt cx="1188000" cy="180000"/>
          </a:xfrm>
        </p:grpSpPr>
        <p:sp>
          <p:nvSpPr>
            <p:cNvPr id="203" name="모서리가 둥근 직사각형 202"/>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04" name="Picture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4104563166"/>
      </p:ext>
    </p:extLst>
  </p:cSld>
  <p:clrMapOvr>
    <a:masterClrMapping/>
  </p:clrMapOvr>
  <p:transition>
    <p:wipe dir="r"/>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2" name="그룹 431"/>
          <p:cNvGrpSpPr/>
          <p:nvPr/>
        </p:nvGrpSpPr>
        <p:grpSpPr>
          <a:xfrm>
            <a:off x="1967772" y="1979315"/>
            <a:ext cx="7489822" cy="326132"/>
            <a:chOff x="1967772" y="1979315"/>
            <a:chExt cx="7489822" cy="326132"/>
          </a:xfrm>
        </p:grpSpPr>
        <p:sp>
          <p:nvSpPr>
            <p:cNvPr id="433" name="직사각형 432"/>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34" name="그룹 433"/>
            <p:cNvGrpSpPr/>
            <p:nvPr/>
          </p:nvGrpSpPr>
          <p:grpSpPr>
            <a:xfrm>
              <a:off x="4290164" y="2031278"/>
              <a:ext cx="1040981" cy="215444"/>
              <a:chOff x="1618412" y="2762216"/>
              <a:chExt cx="1440000" cy="215444"/>
            </a:xfrm>
          </p:grpSpPr>
          <p:sp>
            <p:nvSpPr>
              <p:cNvPr id="459" name="직사각형 458"/>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460" name="직사각형 459"/>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35" name="그룹 434"/>
            <p:cNvGrpSpPr/>
            <p:nvPr/>
          </p:nvGrpSpPr>
          <p:grpSpPr>
            <a:xfrm>
              <a:off x="5351027" y="2031278"/>
              <a:ext cx="1040981" cy="215444"/>
              <a:chOff x="1618412" y="2762216"/>
              <a:chExt cx="1440000" cy="215444"/>
            </a:xfrm>
          </p:grpSpPr>
          <p:sp>
            <p:nvSpPr>
              <p:cNvPr id="456" name="직사각형 45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458" name="직사각형 457"/>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36" name="그룹 435"/>
            <p:cNvGrpSpPr/>
            <p:nvPr/>
          </p:nvGrpSpPr>
          <p:grpSpPr>
            <a:xfrm>
              <a:off x="6413117" y="2031278"/>
              <a:ext cx="1040981" cy="215444"/>
              <a:chOff x="1618412" y="2762216"/>
              <a:chExt cx="1440000" cy="215444"/>
            </a:xfrm>
          </p:grpSpPr>
          <p:sp>
            <p:nvSpPr>
              <p:cNvPr id="454" name="직사각형 45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455" name="직사각형 454"/>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37" name="그룹 436"/>
            <p:cNvGrpSpPr/>
            <p:nvPr/>
          </p:nvGrpSpPr>
          <p:grpSpPr>
            <a:xfrm>
              <a:off x="7474187" y="2031278"/>
              <a:ext cx="1040981" cy="215444"/>
              <a:chOff x="1618412" y="2762216"/>
              <a:chExt cx="1440000" cy="215444"/>
            </a:xfrm>
          </p:grpSpPr>
          <p:sp>
            <p:nvSpPr>
              <p:cNvPr id="452" name="직사각형 45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453" name="직사각형 452"/>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38" name="그룹 437"/>
            <p:cNvGrpSpPr/>
            <p:nvPr/>
          </p:nvGrpSpPr>
          <p:grpSpPr>
            <a:xfrm>
              <a:off x="3224705" y="2032273"/>
              <a:ext cx="1040982" cy="215444"/>
              <a:chOff x="1618412" y="2762216"/>
              <a:chExt cx="1440000" cy="215444"/>
            </a:xfrm>
          </p:grpSpPr>
          <p:sp>
            <p:nvSpPr>
              <p:cNvPr id="450" name="직사각형 449"/>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451" name="직사각형 450"/>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439" name="그룹 438"/>
            <p:cNvGrpSpPr/>
            <p:nvPr/>
          </p:nvGrpSpPr>
          <p:grpSpPr>
            <a:xfrm>
              <a:off x="2172387" y="2026940"/>
              <a:ext cx="1040981" cy="215444"/>
              <a:chOff x="1618412" y="2762216"/>
              <a:chExt cx="1440000" cy="215444"/>
            </a:xfrm>
          </p:grpSpPr>
          <p:sp>
            <p:nvSpPr>
              <p:cNvPr id="448" name="직사각형 447"/>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449" name="직사각형 448"/>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440" name="직사각형 439"/>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41" name="직사각형 440"/>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442" name="그룹 441"/>
            <p:cNvGrpSpPr/>
            <p:nvPr/>
          </p:nvGrpSpPr>
          <p:grpSpPr>
            <a:xfrm>
              <a:off x="9120844" y="1979315"/>
              <a:ext cx="162000" cy="288000"/>
              <a:chOff x="9447994" y="2133019"/>
              <a:chExt cx="162000" cy="288000"/>
            </a:xfrm>
          </p:grpSpPr>
          <p:sp>
            <p:nvSpPr>
              <p:cNvPr id="446" name="직사각형 445"/>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47" name="1/2 액자 446"/>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443" name="그룹 442"/>
            <p:cNvGrpSpPr/>
            <p:nvPr/>
          </p:nvGrpSpPr>
          <p:grpSpPr>
            <a:xfrm>
              <a:off x="1973163" y="1979315"/>
              <a:ext cx="162000" cy="288000"/>
              <a:chOff x="10860" y="2122356"/>
              <a:chExt cx="162000" cy="288000"/>
            </a:xfrm>
          </p:grpSpPr>
          <p:sp>
            <p:nvSpPr>
              <p:cNvPr id="444" name="직사각형 443"/>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445" name="1/2 액자 444"/>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2635877"/>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33</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95869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5779689"/>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알림톡 </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2374868442"/>
              </p:ext>
            </p:extLst>
          </p:nvPr>
        </p:nvGraphicFramePr>
        <p:xfrm>
          <a:off x="9499029" y="1492213"/>
          <a:ext cx="1404156" cy="5372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메시지함 활성화</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메시지함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수강과목 목록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Refresh</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목록에서 선택 항목 삭제</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baseline="0" dirty="0" smtClean="0">
                          <a:solidFill>
                            <a:srgbClr val="0070C0"/>
                          </a:solidFill>
                          <a:latin typeface="+mn-ea"/>
                          <a:ea typeface="+mn-ea"/>
                          <a:cs typeface="+mn-cs"/>
                        </a:rPr>
                        <a:t>confirm “</a:t>
                      </a:r>
                      <a:r>
                        <a:rPr lang="ko-KR" altLang="en-US" sz="800" kern="1200" baseline="0" dirty="0" smtClean="0">
                          <a:solidFill>
                            <a:srgbClr val="0070C0"/>
                          </a:solidFill>
                          <a:latin typeface="+mn-ea"/>
                          <a:ea typeface="+mn-ea"/>
                          <a:cs typeface="+mn-cs"/>
                        </a:rPr>
                        <a:t>정말 삭제하시겠습니까</a:t>
                      </a:r>
                      <a:r>
                        <a:rPr lang="en-US" altLang="ko-KR" sz="800" kern="1200" baseline="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10, 20, 30, 50 </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수신내용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534" name="직사각형 533"/>
          <p:cNvSpPr/>
          <p:nvPr/>
        </p:nvSpPr>
        <p:spPr>
          <a:xfrm>
            <a:off x="1974233" y="2675011"/>
            <a:ext cx="7462800" cy="11232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 name="그룹 2"/>
          <p:cNvGrpSpPr/>
          <p:nvPr/>
        </p:nvGrpSpPr>
        <p:grpSpPr>
          <a:xfrm>
            <a:off x="2026351" y="3259162"/>
            <a:ext cx="3583105" cy="226485"/>
            <a:chOff x="2939213" y="3009230"/>
            <a:chExt cx="3583105" cy="226485"/>
          </a:xfrm>
        </p:grpSpPr>
        <p:sp>
          <p:nvSpPr>
            <p:cNvPr id="535" name="직사각형 534"/>
            <p:cNvSpPr/>
            <p:nvPr/>
          </p:nvSpPr>
          <p:spPr>
            <a:xfrm>
              <a:off x="2939213" y="3020271"/>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요청 일시</a:t>
              </a:r>
              <a:endParaRPr lang="ko-KR" altLang="en-US" sz="800" dirty="0">
                <a:solidFill>
                  <a:srgbClr val="FF0000"/>
                </a:solidFill>
                <a:latin typeface="+mn-ea"/>
                <a:ea typeface="+mn-ea"/>
              </a:endParaRPr>
            </a:p>
          </p:txBody>
        </p:sp>
        <p:grpSp>
          <p:nvGrpSpPr>
            <p:cNvPr id="537" name="그룹 536"/>
            <p:cNvGrpSpPr/>
            <p:nvPr/>
          </p:nvGrpSpPr>
          <p:grpSpPr>
            <a:xfrm>
              <a:off x="3856267" y="3009230"/>
              <a:ext cx="2666051" cy="215444"/>
              <a:chOff x="3745956" y="12051048"/>
              <a:chExt cx="2666051" cy="215444"/>
            </a:xfrm>
          </p:grpSpPr>
          <p:pic>
            <p:nvPicPr>
              <p:cNvPr id="538" name="그림 53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75826" y="12068831"/>
                <a:ext cx="165115" cy="180000"/>
              </a:xfrm>
              <a:prstGeom prst="rect">
                <a:avLst/>
              </a:prstGeom>
            </p:spPr>
          </p:pic>
          <p:sp>
            <p:nvSpPr>
              <p:cNvPr id="539" name="직사각형 538"/>
              <p:cNvSpPr/>
              <p:nvPr/>
            </p:nvSpPr>
            <p:spPr>
              <a:xfrm>
                <a:off x="3745956" y="12065231"/>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시작 일시</a:t>
                </a:r>
                <a:endParaRPr lang="en-US" altLang="ko-KR" sz="800" dirty="0">
                  <a:solidFill>
                    <a:schemeClr val="tx1">
                      <a:lumMod val="75000"/>
                      <a:lumOff val="25000"/>
                    </a:schemeClr>
                  </a:solidFill>
                  <a:latin typeface="+mn-ea"/>
                </a:endParaRPr>
              </a:p>
            </p:txBody>
          </p:sp>
          <p:pic>
            <p:nvPicPr>
              <p:cNvPr id="540" name="그림 53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81217" y="12068559"/>
                <a:ext cx="165115" cy="180000"/>
              </a:xfrm>
              <a:prstGeom prst="rect">
                <a:avLst/>
              </a:prstGeom>
            </p:spPr>
          </p:pic>
          <p:sp>
            <p:nvSpPr>
              <p:cNvPr id="544" name="직사각형 543"/>
              <p:cNvSpPr/>
              <p:nvPr/>
            </p:nvSpPr>
            <p:spPr>
              <a:xfrm>
                <a:off x="5151347" y="12064959"/>
                <a:ext cx="1260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종료 일시</a:t>
                </a:r>
                <a:endParaRPr lang="en-US" altLang="ko-KR" sz="800" dirty="0">
                  <a:solidFill>
                    <a:schemeClr val="tx1">
                      <a:lumMod val="75000"/>
                      <a:lumOff val="25000"/>
                    </a:schemeClr>
                  </a:solidFill>
                  <a:latin typeface="+mn-ea"/>
                </a:endParaRPr>
              </a:p>
            </p:txBody>
          </p:sp>
          <p:pic>
            <p:nvPicPr>
              <p:cNvPr id="545" name="그림 54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857151" y="12077685"/>
                <a:ext cx="148604" cy="162000"/>
              </a:xfrm>
              <a:prstGeom prst="rect">
                <a:avLst/>
              </a:prstGeom>
            </p:spPr>
          </p:pic>
          <p:pic>
            <p:nvPicPr>
              <p:cNvPr id="546" name="그림 54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63403" y="12077413"/>
                <a:ext cx="148604" cy="162000"/>
              </a:xfrm>
              <a:prstGeom prst="rect">
                <a:avLst/>
              </a:prstGeom>
            </p:spPr>
          </p:pic>
          <p:sp>
            <p:nvSpPr>
              <p:cNvPr id="556" name="직사각형 555"/>
              <p:cNvSpPr/>
              <p:nvPr/>
            </p:nvSpPr>
            <p:spPr>
              <a:xfrm>
                <a:off x="4957448" y="12051048"/>
                <a:ext cx="256802" cy="215444"/>
              </a:xfrm>
              <a:prstGeom prst="rect">
                <a:avLst/>
              </a:prstGeom>
            </p:spPr>
            <p:txBody>
              <a:bodyPr wrap="none">
                <a:spAutoFit/>
              </a:bodyPr>
              <a:lstStyle/>
              <a:p>
                <a:r>
                  <a:rPr lang="en-US" altLang="ko-KR" sz="800" dirty="0" smtClean="0">
                    <a:latin typeface="+mj-ea"/>
                  </a:rPr>
                  <a:t>~</a:t>
                </a:r>
                <a:endParaRPr lang="en-US" altLang="ko-KR" sz="800" dirty="0">
                  <a:latin typeface="+mj-ea"/>
                </a:endParaRPr>
              </a:p>
            </p:txBody>
          </p:sp>
        </p:grpSp>
      </p:grpSp>
      <p:grpSp>
        <p:nvGrpSpPr>
          <p:cNvPr id="4" name="그룹 3"/>
          <p:cNvGrpSpPr/>
          <p:nvPr/>
        </p:nvGrpSpPr>
        <p:grpSpPr>
          <a:xfrm>
            <a:off x="2026351" y="3533400"/>
            <a:ext cx="3588438" cy="217540"/>
            <a:chOff x="2939213" y="3283468"/>
            <a:chExt cx="3588438" cy="217540"/>
          </a:xfrm>
        </p:grpSpPr>
        <p:sp>
          <p:nvSpPr>
            <p:cNvPr id="557" name="직사각형 556"/>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 조건</a:t>
              </a:r>
              <a:endParaRPr lang="ko-KR" altLang="en-US" sz="800" dirty="0">
                <a:solidFill>
                  <a:srgbClr val="FF0000"/>
                </a:solidFill>
                <a:latin typeface="+mn-ea"/>
                <a:ea typeface="+mn-ea"/>
              </a:endParaRPr>
            </a:p>
          </p:txBody>
        </p:sp>
        <p:sp>
          <p:nvSpPr>
            <p:cNvPr id="558" name="Rectangle 122"/>
            <p:cNvSpPr>
              <a:spLocks noChangeArrowheads="1"/>
            </p:cNvSpPr>
            <p:nvPr/>
          </p:nvSpPr>
          <p:spPr bwMode="auto">
            <a:xfrm>
              <a:off x="3853272" y="328556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발신자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9" name="Rectangle 122"/>
            <p:cNvSpPr>
              <a:spLocks noChangeArrowheads="1"/>
            </p:cNvSpPr>
            <p:nvPr/>
          </p:nvSpPr>
          <p:spPr bwMode="auto">
            <a:xfrm>
              <a:off x="4612451" y="3283468"/>
              <a:ext cx="1915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검색어입력</a:t>
              </a:r>
              <a:endParaRPr lang="ko-KR" altLang="en-US" sz="800" kern="0" dirty="0">
                <a:solidFill>
                  <a:schemeClr val="tx1">
                    <a:lumMod val="50000"/>
                    <a:lumOff val="50000"/>
                  </a:schemeClr>
                </a:solidFill>
                <a:latin typeface="+mn-ea"/>
                <a:ea typeface="+mn-ea"/>
              </a:endParaRPr>
            </a:p>
          </p:txBody>
        </p:sp>
      </p:grpSp>
      <p:sp>
        <p:nvSpPr>
          <p:cNvPr id="560" name="직사각형 559"/>
          <p:cNvSpPr/>
          <p:nvPr/>
        </p:nvSpPr>
        <p:spPr>
          <a:xfrm>
            <a:off x="1875706" y="3933056"/>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알림톡</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수신 목록 </a:t>
            </a:r>
            <a:r>
              <a:rPr lang="en-US" altLang="ko-KR" sz="800" b="1" dirty="0" smtClean="0">
                <a:solidFill>
                  <a:schemeClr val="tx1">
                    <a:lumMod val="75000"/>
                    <a:lumOff val="25000"/>
                  </a:schemeClr>
                </a:solidFill>
                <a:latin typeface="+mn-ea"/>
                <a:ea typeface="+mn-ea"/>
              </a:rPr>
              <a:t>[ </a:t>
            </a:r>
            <a:r>
              <a:rPr lang="ko-KR" altLang="en-US" sz="800" b="1" dirty="0" smtClean="0">
                <a:solidFill>
                  <a:srgbClr val="0070C0"/>
                </a:solidFill>
                <a:latin typeface="+mn-ea"/>
                <a:ea typeface="+mn-ea"/>
              </a:rPr>
              <a:t>총건수 </a:t>
            </a:r>
            <a:r>
              <a:rPr lang="en-US" altLang="ko-KR" sz="800" b="1" dirty="0" smtClean="0">
                <a:solidFill>
                  <a:srgbClr val="0070C0"/>
                </a:solidFill>
                <a:latin typeface="+mn-ea"/>
                <a:ea typeface="+mn-ea"/>
              </a:rPr>
              <a:t>: 90 </a:t>
            </a:r>
            <a:r>
              <a:rPr lang="en-US" altLang="ko-KR" sz="800" b="1" dirty="0" smtClean="0">
                <a:solidFill>
                  <a:schemeClr val="tx1">
                    <a:lumMod val="75000"/>
                    <a:lumOff val="25000"/>
                  </a:schemeClr>
                </a:solidFill>
                <a:latin typeface="+mn-ea"/>
                <a:ea typeface="+mn-ea"/>
              </a:rPr>
              <a:t>]</a:t>
            </a:r>
            <a:endParaRPr lang="ko-KR" altLang="en-US" sz="800" b="1" dirty="0">
              <a:solidFill>
                <a:srgbClr val="FF0000"/>
              </a:solidFill>
              <a:latin typeface="+mn-ea"/>
              <a:ea typeface="+mn-ea"/>
            </a:endParaRPr>
          </a:p>
        </p:txBody>
      </p:sp>
      <p:grpSp>
        <p:nvGrpSpPr>
          <p:cNvPr id="631" name="그룹 630"/>
          <p:cNvGrpSpPr/>
          <p:nvPr/>
        </p:nvGrpSpPr>
        <p:grpSpPr>
          <a:xfrm>
            <a:off x="3710528" y="2041798"/>
            <a:ext cx="234360" cy="200055"/>
            <a:chOff x="1152270" y="11706839"/>
            <a:chExt cx="234360" cy="200055"/>
          </a:xfrm>
        </p:grpSpPr>
        <p:sp>
          <p:nvSpPr>
            <p:cNvPr id="632" name="모서리가 둥근 직사각형 6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35" name="직사각형 6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3" name="모서리가 둥근 직사각형 192"/>
          <p:cNvSpPr/>
          <p:nvPr/>
        </p:nvSpPr>
        <p:spPr>
          <a:xfrm>
            <a:off x="8488749" y="353703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KNOU_UI_C01020303_01</a:t>
            </a:r>
            <a:endParaRPr lang="ko-KR" altLang="en-US" sz="800" spc="-60" dirty="0">
              <a:latin typeface="+mn-ea"/>
            </a:endParaRPr>
          </a:p>
        </p:txBody>
      </p:sp>
      <p:grpSp>
        <p:nvGrpSpPr>
          <p:cNvPr id="5" name="그룹 4"/>
          <p:cNvGrpSpPr/>
          <p:nvPr/>
        </p:nvGrpSpPr>
        <p:grpSpPr>
          <a:xfrm>
            <a:off x="2023914"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34" name="그룹 233"/>
          <p:cNvGrpSpPr/>
          <p:nvPr/>
        </p:nvGrpSpPr>
        <p:grpSpPr>
          <a:xfrm>
            <a:off x="2877694" y="2589287"/>
            <a:ext cx="234360" cy="200055"/>
            <a:chOff x="1152270" y="11706839"/>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61" name="그룹 460"/>
          <p:cNvGrpSpPr/>
          <p:nvPr/>
        </p:nvGrpSpPr>
        <p:grpSpPr>
          <a:xfrm>
            <a:off x="2755374" y="3012921"/>
            <a:ext cx="234360" cy="200055"/>
            <a:chOff x="1152270" y="11706839"/>
            <a:chExt cx="234360" cy="200055"/>
          </a:xfrm>
        </p:grpSpPr>
        <p:sp>
          <p:nvSpPr>
            <p:cNvPr id="462" name="모서리가 둥근 직사각형 4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3" name="직사각형 46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52" name="그룹 251"/>
          <p:cNvGrpSpPr/>
          <p:nvPr/>
        </p:nvGrpSpPr>
        <p:grpSpPr>
          <a:xfrm>
            <a:off x="8668462" y="1695475"/>
            <a:ext cx="849617" cy="276999"/>
            <a:chOff x="8563069" y="1695475"/>
            <a:chExt cx="849617" cy="276999"/>
          </a:xfrm>
        </p:grpSpPr>
        <p:grpSp>
          <p:nvGrpSpPr>
            <p:cNvPr id="259" name="그룹 258"/>
            <p:cNvGrpSpPr/>
            <p:nvPr/>
          </p:nvGrpSpPr>
          <p:grpSpPr>
            <a:xfrm>
              <a:off x="8563069" y="1761166"/>
              <a:ext cx="792000" cy="162000"/>
              <a:chOff x="8779069" y="1761166"/>
              <a:chExt cx="792000" cy="162000"/>
            </a:xfrm>
          </p:grpSpPr>
          <p:sp>
            <p:nvSpPr>
              <p:cNvPr id="267" name="직사각형 266"/>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6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8728739" y="1695475"/>
              <a:ext cx="247184" cy="276999"/>
              <a:chOff x="7672972" y="1671999"/>
              <a:chExt cx="247184" cy="276999"/>
            </a:xfrm>
          </p:grpSpPr>
          <p:sp>
            <p:nvSpPr>
              <p:cNvPr id="265" name="타원 264"/>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66" name="직사각형 265"/>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61" name="그룹 260"/>
            <p:cNvGrpSpPr/>
            <p:nvPr/>
          </p:nvGrpSpPr>
          <p:grpSpPr>
            <a:xfrm>
              <a:off x="9138252" y="1714525"/>
              <a:ext cx="274434" cy="246221"/>
              <a:chOff x="7663447" y="1691049"/>
              <a:chExt cx="274434" cy="246221"/>
            </a:xfrm>
          </p:grpSpPr>
          <p:sp>
            <p:nvSpPr>
              <p:cNvPr id="263" name="타원 26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64" name="직사각형 263"/>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62" name="직사각형 261"/>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53" name="그룹 352"/>
          <p:cNvGrpSpPr/>
          <p:nvPr/>
        </p:nvGrpSpPr>
        <p:grpSpPr>
          <a:xfrm>
            <a:off x="1972097" y="2358429"/>
            <a:ext cx="7488000" cy="216000"/>
            <a:chOff x="559370" y="2267347"/>
            <a:chExt cx="7488000" cy="216000"/>
          </a:xfrm>
        </p:grpSpPr>
        <p:sp>
          <p:nvSpPr>
            <p:cNvPr id="354" name="직사각형 353"/>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55" name="그룹 354"/>
            <p:cNvGrpSpPr/>
            <p:nvPr/>
          </p:nvGrpSpPr>
          <p:grpSpPr>
            <a:xfrm>
              <a:off x="596648" y="2286397"/>
              <a:ext cx="1800000" cy="180000"/>
              <a:chOff x="524640" y="2276872"/>
              <a:chExt cx="1800000" cy="180000"/>
            </a:xfrm>
          </p:grpSpPr>
          <p:sp>
            <p:nvSpPr>
              <p:cNvPr id="356" name="모서리가 둥근 직사각형 355"/>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a:t>
                </a:r>
                <a:r>
                  <a:rPr kumimoji="1" lang="ko-KR" altLang="en-US" sz="900" dirty="0" smtClean="0">
                    <a:solidFill>
                      <a:schemeClr val="tx1">
                        <a:lumMod val="75000"/>
                        <a:lumOff val="25000"/>
                      </a:schemeClr>
                    </a:solidFill>
                    <a:latin typeface="+mn-ea"/>
                    <a:ea typeface="+mn-ea"/>
                    <a:cs typeface="Calibri" pitchFamily="34" charset="0"/>
                  </a:rPr>
                  <a:t>알림톡</a:t>
                </a:r>
                <a:endParaRPr kumimoji="1" lang="ko-KR" altLang="en-US" sz="900" dirty="0">
                  <a:solidFill>
                    <a:schemeClr val="tx1">
                      <a:lumMod val="75000"/>
                      <a:lumOff val="25000"/>
                    </a:schemeClr>
                  </a:solidFill>
                  <a:latin typeface="+mn-ea"/>
                  <a:ea typeface="+mn-ea"/>
                  <a:cs typeface="Calibri" pitchFamily="34" charset="0"/>
                </a:endParaRPr>
              </a:p>
            </p:txBody>
          </p:sp>
          <p:pic>
            <p:nvPicPr>
              <p:cNvPr id="357"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58" name="TextBox 357"/>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알림톡 </a:t>
            </a:r>
            <a:endParaRPr lang="ko-KR" altLang="en-US" sz="800" spc="-60" dirty="0">
              <a:latin typeface="+mn-ea"/>
              <a:ea typeface="+mn-ea"/>
            </a:endParaRPr>
          </a:p>
        </p:txBody>
      </p:sp>
      <p:sp>
        <p:nvSpPr>
          <p:cNvPr id="359" name="TextBox 358"/>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알림톡 </a:t>
            </a:r>
            <a:r>
              <a:rPr lang="en-US" altLang="ko-KR" sz="800" spc="-60" dirty="0" smtClean="0">
                <a:latin typeface="+mn-ea"/>
                <a:ea typeface="+mn-ea"/>
              </a:rPr>
              <a:t>&gt; </a:t>
            </a:r>
            <a:r>
              <a:rPr lang="ko-KR" altLang="en-US" sz="800" spc="-60" dirty="0" smtClean="0">
                <a:latin typeface="+mn-ea"/>
                <a:ea typeface="+mn-ea"/>
              </a:rPr>
              <a:t>수신목록</a:t>
            </a:r>
            <a:endParaRPr lang="ko-KR" altLang="en-US" sz="800" spc="-60" dirty="0">
              <a:latin typeface="+mn-ea"/>
              <a:ea typeface="+mn-ea"/>
            </a:endParaRPr>
          </a:p>
        </p:txBody>
      </p:sp>
      <p:grpSp>
        <p:nvGrpSpPr>
          <p:cNvPr id="360" name="그룹 359"/>
          <p:cNvGrpSpPr/>
          <p:nvPr/>
        </p:nvGrpSpPr>
        <p:grpSpPr>
          <a:xfrm>
            <a:off x="5709344" y="1485584"/>
            <a:ext cx="3761110" cy="261068"/>
            <a:chOff x="4948808" y="1485584"/>
            <a:chExt cx="3761110" cy="261068"/>
          </a:xfrm>
        </p:grpSpPr>
        <p:grpSp>
          <p:nvGrpSpPr>
            <p:cNvPr id="361" name="그룹 360"/>
            <p:cNvGrpSpPr/>
            <p:nvPr/>
          </p:nvGrpSpPr>
          <p:grpSpPr>
            <a:xfrm>
              <a:off x="4948808" y="1579923"/>
              <a:ext cx="3761110" cy="166729"/>
              <a:chOff x="5665911" y="1579923"/>
              <a:chExt cx="3761110" cy="166729"/>
            </a:xfrm>
          </p:grpSpPr>
          <p:pic>
            <p:nvPicPr>
              <p:cNvPr id="36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67" name="그룹 366"/>
              <p:cNvGrpSpPr/>
              <p:nvPr/>
            </p:nvGrpSpPr>
            <p:grpSpPr>
              <a:xfrm>
                <a:off x="5665911" y="1583291"/>
                <a:ext cx="648000" cy="162000"/>
                <a:chOff x="4953000" y="2780928"/>
                <a:chExt cx="648000" cy="162000"/>
              </a:xfrm>
            </p:grpSpPr>
            <p:sp>
              <p:nvSpPr>
                <p:cNvPr id="369" name="모서리가 둥근 직사각형 36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70" name="Picture 10"/>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68" name="모서리가 둥근 직사각형 36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362" name="타원 36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218" name="Rectangle 122"/>
          <p:cNvSpPr>
            <a:spLocks noChangeArrowheads="1"/>
          </p:cNvSpPr>
          <p:nvPr/>
        </p:nvSpPr>
        <p:spPr bwMode="auto">
          <a:xfrm>
            <a:off x="9059596" y="3974928"/>
            <a:ext cx="396000" cy="1728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pic>
        <p:nvPicPr>
          <p:cNvPr id="21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17427" y="3977979"/>
            <a:ext cx="18620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0" name="직사각형 219"/>
          <p:cNvSpPr/>
          <p:nvPr/>
        </p:nvSpPr>
        <p:spPr>
          <a:xfrm>
            <a:off x="8632881" y="3969080"/>
            <a:ext cx="396000" cy="1728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삭제</a:t>
            </a:r>
            <a:endParaRPr lang="en-US" altLang="ko-KR" sz="800" dirty="0">
              <a:solidFill>
                <a:schemeClr val="tx1">
                  <a:lumMod val="65000"/>
                  <a:lumOff val="35000"/>
                </a:schemeClr>
              </a:solidFill>
              <a:latin typeface="+mn-ea"/>
            </a:endParaRPr>
          </a:p>
        </p:txBody>
      </p:sp>
      <p:grpSp>
        <p:nvGrpSpPr>
          <p:cNvPr id="239" name="그룹 238"/>
          <p:cNvGrpSpPr/>
          <p:nvPr/>
        </p:nvGrpSpPr>
        <p:grpSpPr>
          <a:xfrm>
            <a:off x="8370516" y="3805388"/>
            <a:ext cx="234360" cy="200055"/>
            <a:chOff x="1154366" y="11716364"/>
            <a:chExt cx="234360" cy="200055"/>
          </a:xfrm>
        </p:grpSpPr>
        <p:sp>
          <p:nvSpPr>
            <p:cNvPr id="242" name="모서리가 둥근 직사각형 24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3" name="직사각형 242"/>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44" name="그룹 243"/>
          <p:cNvGrpSpPr/>
          <p:nvPr/>
        </p:nvGrpSpPr>
        <p:grpSpPr>
          <a:xfrm>
            <a:off x="8577015" y="3805388"/>
            <a:ext cx="234360" cy="200055"/>
            <a:chOff x="1154366" y="11716364"/>
            <a:chExt cx="234360" cy="200055"/>
          </a:xfrm>
        </p:grpSpPr>
        <p:sp>
          <p:nvSpPr>
            <p:cNvPr id="245" name="모서리가 둥근 직사각형 24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6" name="직사각형 245"/>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47" name="그룹 246"/>
          <p:cNvGrpSpPr/>
          <p:nvPr/>
        </p:nvGrpSpPr>
        <p:grpSpPr>
          <a:xfrm>
            <a:off x="9004498" y="3789040"/>
            <a:ext cx="234360" cy="200055"/>
            <a:chOff x="1154366" y="11716364"/>
            <a:chExt cx="234360" cy="200055"/>
          </a:xfrm>
        </p:grpSpPr>
        <p:sp>
          <p:nvSpPr>
            <p:cNvPr id="248" name="모서리가 둥근 직사각형 24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9" name="직사각형 248"/>
            <p:cNvSpPr/>
            <p:nvPr/>
          </p:nvSpPr>
          <p:spPr>
            <a:xfrm>
              <a:off x="1154366"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198" name="그룹 197"/>
          <p:cNvGrpSpPr/>
          <p:nvPr/>
        </p:nvGrpSpPr>
        <p:grpSpPr>
          <a:xfrm>
            <a:off x="-1260488" y="2834692"/>
            <a:ext cx="1440000" cy="1449282"/>
            <a:chOff x="-1167680" y="1619275"/>
            <a:chExt cx="1440000" cy="1449282"/>
          </a:xfrm>
        </p:grpSpPr>
        <p:sp>
          <p:nvSpPr>
            <p:cNvPr id="199" name="직사각형 198"/>
            <p:cNvSpPr/>
            <p:nvPr/>
          </p:nvSpPr>
          <p:spPr>
            <a:xfrm>
              <a:off x="-1167680" y="1619275"/>
              <a:ext cx="1440000"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발신자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a:t>
              </a:r>
            </a:p>
          </p:txBody>
        </p:sp>
        <p:sp>
          <p:nvSpPr>
            <p:cNvPr id="200" name="직사각형 199"/>
            <p:cNvSpPr/>
            <p:nvPr/>
          </p:nvSpPr>
          <p:spPr>
            <a:xfrm>
              <a:off x="-1167680" y="1792899"/>
              <a:ext cx="1440000" cy="127565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발신자</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발신자번호</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제목</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내용</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rgbClr val="FF0000"/>
                  </a:solidFill>
                  <a:latin typeface="+mn-ea"/>
                </a:rPr>
                <a:t>학번</a:t>
              </a:r>
              <a:r>
                <a:rPr lang="en-US" altLang="ko-KR" sz="800" dirty="0" smtClean="0">
                  <a:solidFill>
                    <a:srgbClr val="FF0000"/>
                  </a:solidFill>
                  <a:latin typeface="+mn-ea"/>
                </a:rPr>
                <a:t>/</a:t>
              </a:r>
              <a:r>
                <a:rPr lang="ko-KR" altLang="en-US" sz="800" dirty="0" smtClean="0">
                  <a:solidFill>
                    <a:srgbClr val="FF0000"/>
                  </a:solidFill>
                  <a:latin typeface="+mn-ea"/>
                </a:rPr>
                <a:t>교번</a:t>
              </a:r>
              <a:endParaRPr lang="en-US" altLang="ko-KR" sz="800" dirty="0" smtClean="0">
                <a:solidFill>
                  <a:srgbClr val="FF0000"/>
                </a:solidFill>
                <a:latin typeface="+mn-ea"/>
              </a:endParaRPr>
            </a:p>
            <a:p>
              <a:pPr>
                <a:lnSpc>
                  <a:spcPct val="150000"/>
                </a:lnSpc>
              </a:pPr>
              <a:r>
                <a:rPr lang="ko-KR" altLang="en-US" sz="800" dirty="0" smtClean="0">
                  <a:solidFill>
                    <a:srgbClr val="FF0000"/>
                  </a:solidFill>
                  <a:latin typeface="+mn-ea"/>
                </a:rPr>
                <a:t>아이</a:t>
              </a:r>
              <a:r>
                <a:rPr lang="ko-KR" altLang="en-US" sz="800" dirty="0">
                  <a:solidFill>
                    <a:srgbClr val="FF0000"/>
                  </a:solidFill>
                  <a:latin typeface="+mn-ea"/>
                </a:rPr>
                <a:t>디</a:t>
              </a:r>
              <a:endParaRPr lang="en-US" altLang="ko-KR" sz="800" dirty="0">
                <a:solidFill>
                  <a:srgbClr val="FF0000"/>
                </a:solidFill>
                <a:latin typeface="+mn-ea"/>
              </a:endParaRPr>
            </a:p>
          </p:txBody>
        </p:sp>
      </p:grpSp>
      <p:grpSp>
        <p:nvGrpSpPr>
          <p:cNvPr id="195" name="그룹 194"/>
          <p:cNvGrpSpPr/>
          <p:nvPr/>
        </p:nvGrpSpPr>
        <p:grpSpPr>
          <a:xfrm>
            <a:off x="2029247" y="3007057"/>
            <a:ext cx="4597216" cy="215444"/>
            <a:chOff x="2029247" y="3007057"/>
            <a:chExt cx="4597216" cy="215444"/>
          </a:xfrm>
        </p:grpSpPr>
        <p:sp>
          <p:nvSpPr>
            <p:cNvPr id="196"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01" name="직사각형 200"/>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02"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03"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aphicFrame>
        <p:nvGraphicFramePr>
          <p:cNvPr id="229" name="Group 37"/>
          <p:cNvGraphicFramePr>
            <a:graphicFrameLocks noGrp="1"/>
          </p:cNvGraphicFramePr>
          <p:nvPr>
            <p:extLst>
              <p:ext uri="{D42A27DB-BD31-4B8C-83A1-F6EECF244321}">
                <p14:modId xmlns:p14="http://schemas.microsoft.com/office/powerpoint/2010/main" val="3324424926"/>
              </p:ext>
            </p:extLst>
          </p:nvPr>
        </p:nvGraphicFramePr>
        <p:xfrm>
          <a:off x="1980804" y="4240138"/>
          <a:ext cx="7476375" cy="2644543"/>
        </p:xfrm>
        <a:graphic>
          <a:graphicData uri="http://schemas.openxmlformats.org/drawingml/2006/table">
            <a:tbl>
              <a:tblPr/>
              <a:tblGrid>
                <a:gridCol w="270582">
                  <a:extLst>
                    <a:ext uri="{9D8B030D-6E8A-4147-A177-3AD203B41FA5}">
                      <a16:colId xmlns:a16="http://schemas.microsoft.com/office/drawing/2014/main" xmlns="" val="20000"/>
                    </a:ext>
                  </a:extLst>
                </a:gridCol>
                <a:gridCol w="411862">
                  <a:extLst>
                    <a:ext uri="{9D8B030D-6E8A-4147-A177-3AD203B41FA5}">
                      <a16:colId xmlns:a16="http://schemas.microsoft.com/office/drawing/2014/main" xmlns="" val="20001"/>
                    </a:ext>
                  </a:extLst>
                </a:gridCol>
                <a:gridCol w="535658"/>
                <a:gridCol w="413216"/>
                <a:gridCol w="413312"/>
                <a:gridCol w="470463"/>
                <a:gridCol w="616417"/>
                <a:gridCol w="413217"/>
                <a:gridCol w="516544"/>
                <a:gridCol w="1605429"/>
                <a:gridCol w="983242"/>
                <a:gridCol w="413217"/>
                <a:gridCol w="413216"/>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lang="ko-KR" altLang="en-US" sz="800" b="0" i="0" kern="1200" dirty="0" smtClean="0">
                          <a:solidFill>
                            <a:schemeClr val="tx1">
                              <a:lumMod val="75000"/>
                              <a:lumOff val="25000"/>
                            </a:schemeClr>
                          </a:solidFill>
                          <a:effectLst/>
                          <a:latin typeface="+mn-lt"/>
                          <a:ea typeface="+mn-ea"/>
                          <a:cs typeface="+mn-cs"/>
                        </a:rPr>
                        <a:t>기관↕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수강과목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발신자</a:t>
                      </a:r>
                      <a:r>
                        <a:rPr lang="ko-KR" altLang="en-US" sz="800" b="0" i="0" kern="1200" dirty="0" smtClean="0">
                          <a:solidFill>
                            <a:schemeClr val="tx1">
                              <a:lumMod val="75000"/>
                              <a:lumOff val="25000"/>
                            </a:schemeClr>
                          </a:solidFill>
                          <a:effectLst/>
                          <a:latin typeface="+mn-lt"/>
                          <a:ea typeface="+mn-ea"/>
                          <a:cs typeface="+mn-cs"/>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내용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발신일시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파일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읽음</a:t>
                      </a:r>
                      <a:r>
                        <a:rPr lang="ko-KR" altLang="en-US" sz="800" b="0" i="0" kern="1200" dirty="0" smtClean="0">
                          <a:solidFill>
                            <a:schemeClr val="tx1">
                              <a:lumMod val="75000"/>
                              <a:lumOff val="25000"/>
                            </a:schemeClr>
                          </a:solidFill>
                          <a:effectLst/>
                          <a:latin typeface="+mn-lt"/>
                          <a:ea typeface="+mn-ea"/>
                          <a:cs typeface="+mn-cs"/>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하*동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O</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일본어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rgbClr val="0070C0"/>
                          </a:solidFill>
                          <a:latin typeface="+mn-ea"/>
                          <a:ea typeface="+mn-ea"/>
                        </a:rPr>
                        <a:t>알림내용알림내용알림내용알</a:t>
                      </a:r>
                      <a:r>
                        <a:rPr lang="en-US" altLang="ko-KR" sz="800" b="0" dirty="0" smtClean="0">
                          <a:solidFill>
                            <a:srgbClr val="0070C0"/>
                          </a:solidFill>
                          <a:latin typeface="+mn-ea"/>
                          <a:ea typeface="+mn-ea"/>
                        </a:rPr>
                        <a:t>…</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dirty="0" smtClean="0">
                          <a:solidFill>
                            <a:schemeClr val="tx1">
                              <a:lumMod val="75000"/>
                              <a:lumOff val="25000"/>
                            </a:schemeClr>
                          </a:solidFill>
                          <a:latin typeface="+mn-ea"/>
                          <a:ea typeface="+mn-ea"/>
                        </a:rPr>
                        <a:t>2025.08.04 15:32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X</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50" name="직사각형 249"/>
          <p:cNvSpPr/>
          <p:nvPr/>
        </p:nvSpPr>
        <p:spPr>
          <a:xfrm>
            <a:off x="2055741" y="5022701"/>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51" name="직사각형 250"/>
          <p:cNvSpPr/>
          <p:nvPr/>
        </p:nvSpPr>
        <p:spPr>
          <a:xfrm>
            <a:off x="2055741" y="5257775"/>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55" name="직사각형 254"/>
          <p:cNvSpPr/>
          <p:nvPr/>
        </p:nvSpPr>
        <p:spPr>
          <a:xfrm>
            <a:off x="2053645" y="5507707"/>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69" name="직사각형 268"/>
          <p:cNvSpPr/>
          <p:nvPr/>
        </p:nvSpPr>
        <p:spPr>
          <a:xfrm>
            <a:off x="2053645" y="5742781"/>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70" name="직사각형 269"/>
          <p:cNvSpPr/>
          <p:nvPr/>
        </p:nvSpPr>
        <p:spPr>
          <a:xfrm>
            <a:off x="2047156" y="598529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71" name="직사각형 270"/>
          <p:cNvSpPr/>
          <p:nvPr/>
        </p:nvSpPr>
        <p:spPr>
          <a:xfrm>
            <a:off x="2056681" y="6220370"/>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72" name="직사각형 271"/>
          <p:cNvSpPr/>
          <p:nvPr/>
        </p:nvSpPr>
        <p:spPr>
          <a:xfrm>
            <a:off x="2054585" y="6470302"/>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73" name="직사각형 272"/>
          <p:cNvSpPr/>
          <p:nvPr/>
        </p:nvSpPr>
        <p:spPr>
          <a:xfrm>
            <a:off x="2054585" y="670537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01" name="Track"/>
          <p:cNvSpPr>
            <a:spLocks/>
          </p:cNvSpPr>
          <p:nvPr>
            <p:custDataLst>
              <p:tags r:id="rId1"/>
            </p:custDataLst>
          </p:nvPr>
        </p:nvSpPr>
        <p:spPr bwMode="auto">
          <a:xfrm>
            <a:off x="9402871" y="4484945"/>
            <a:ext cx="43200" cy="23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grpSp>
        <p:nvGrpSpPr>
          <p:cNvPr id="302" name="그룹 301"/>
          <p:cNvGrpSpPr/>
          <p:nvPr/>
        </p:nvGrpSpPr>
        <p:grpSpPr>
          <a:xfrm>
            <a:off x="6067742" y="4372541"/>
            <a:ext cx="234360" cy="200055"/>
            <a:chOff x="1148319" y="11716364"/>
            <a:chExt cx="234360" cy="200055"/>
          </a:xfrm>
        </p:grpSpPr>
        <p:sp>
          <p:nvSpPr>
            <p:cNvPr id="303" name="모서리가 둥근 직사각형 3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4" name="직사각형 303"/>
            <p:cNvSpPr/>
            <p:nvPr/>
          </p:nvSpPr>
          <p:spPr>
            <a:xfrm>
              <a:off x="1148319"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308" name="직사각형 307"/>
          <p:cNvSpPr/>
          <p:nvPr/>
        </p:nvSpPr>
        <p:spPr>
          <a:xfrm>
            <a:off x="2063155" y="4320580"/>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09" name="직사각형 308"/>
          <p:cNvSpPr/>
          <p:nvPr/>
        </p:nvSpPr>
        <p:spPr>
          <a:xfrm>
            <a:off x="2063155" y="4546129"/>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11" name="직사각형 310"/>
          <p:cNvSpPr/>
          <p:nvPr/>
        </p:nvSpPr>
        <p:spPr>
          <a:xfrm>
            <a:off x="2061059" y="4786536"/>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cxnSp>
        <p:nvCxnSpPr>
          <p:cNvPr id="197" name="꺾인 연결선 196"/>
          <p:cNvCxnSpPr>
            <a:stCxn id="558" idx="0"/>
            <a:endCxn id="195" idx="0"/>
          </p:cNvCxnSpPr>
          <p:nvPr/>
        </p:nvCxnSpPr>
        <p:spPr>
          <a:xfrm rot="16200000" flipV="1">
            <a:off x="1029559" y="1264645"/>
            <a:ext cx="700804" cy="3840898"/>
          </a:xfrm>
          <a:prstGeom prst="bentConnector3">
            <a:avLst>
              <a:gd name="adj1" fmla="val 13262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92" name="그룹 191"/>
          <p:cNvGrpSpPr/>
          <p:nvPr/>
        </p:nvGrpSpPr>
        <p:grpSpPr>
          <a:xfrm>
            <a:off x="626748" y="2104281"/>
            <a:ext cx="1245456" cy="4536504"/>
            <a:chOff x="626748" y="2104281"/>
            <a:chExt cx="1245456" cy="4536504"/>
          </a:xfrm>
        </p:grpSpPr>
        <p:grpSp>
          <p:nvGrpSpPr>
            <p:cNvPr id="194" name="그룹 193"/>
            <p:cNvGrpSpPr/>
            <p:nvPr/>
          </p:nvGrpSpPr>
          <p:grpSpPr>
            <a:xfrm>
              <a:off x="629955" y="3042501"/>
              <a:ext cx="1188000" cy="180000"/>
              <a:chOff x="666427" y="3266516"/>
              <a:chExt cx="1188000" cy="180000"/>
            </a:xfrm>
          </p:grpSpPr>
          <p:sp>
            <p:nvSpPr>
              <p:cNvPr id="348" name="모서리가 둥근 직사각형 34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26748" y="2104281"/>
              <a:ext cx="1245456" cy="442923"/>
              <a:chOff x="468506" y="2320305"/>
              <a:chExt cx="1245456" cy="442923"/>
            </a:xfrm>
          </p:grpSpPr>
          <p:sp>
            <p:nvSpPr>
              <p:cNvPr id="345" name="직사각형 344"/>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46"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47" name="TextBox 346"/>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05" name="그룹 204"/>
            <p:cNvGrpSpPr/>
            <p:nvPr/>
          </p:nvGrpSpPr>
          <p:grpSpPr>
            <a:xfrm>
              <a:off x="632520" y="2752353"/>
              <a:ext cx="1188000" cy="180000"/>
              <a:chOff x="666427" y="3266516"/>
              <a:chExt cx="1188000" cy="180000"/>
            </a:xfrm>
          </p:grpSpPr>
          <p:sp>
            <p:nvSpPr>
              <p:cNvPr id="343" name="모서리가 둥근 직사각형 34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4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3318264"/>
              <a:ext cx="1188000" cy="668891"/>
              <a:chOff x="629956" y="3318264"/>
              <a:chExt cx="1188000" cy="668891"/>
            </a:xfrm>
          </p:grpSpPr>
          <p:grpSp>
            <p:nvGrpSpPr>
              <p:cNvPr id="313" name="그룹 312"/>
              <p:cNvGrpSpPr/>
              <p:nvPr/>
            </p:nvGrpSpPr>
            <p:grpSpPr>
              <a:xfrm>
                <a:off x="629956" y="3318264"/>
                <a:ext cx="1188000" cy="180000"/>
                <a:chOff x="666428" y="3785432"/>
                <a:chExt cx="1188000" cy="180000"/>
              </a:xfrm>
            </p:grpSpPr>
            <p:sp>
              <p:nvSpPr>
                <p:cNvPr id="341" name="모서리가 둥근 직사각형 340"/>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342"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32" name="직사각형 331"/>
              <p:cNvSpPr/>
              <p:nvPr/>
            </p:nvSpPr>
            <p:spPr>
              <a:xfrm>
                <a:off x="632520" y="3507789"/>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333" name="직사각형 332"/>
              <p:cNvSpPr/>
              <p:nvPr/>
            </p:nvSpPr>
            <p:spPr>
              <a:xfrm>
                <a:off x="632520" y="366971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335" name="직사각형 334"/>
              <p:cNvSpPr/>
              <p:nvPr/>
            </p:nvSpPr>
            <p:spPr>
              <a:xfrm>
                <a:off x="632520" y="3825155"/>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207" name="그룹 206"/>
            <p:cNvGrpSpPr/>
            <p:nvPr/>
          </p:nvGrpSpPr>
          <p:grpSpPr>
            <a:xfrm>
              <a:off x="635889" y="4127954"/>
              <a:ext cx="1188000" cy="180000"/>
              <a:chOff x="666428" y="4310612"/>
              <a:chExt cx="1188000" cy="180000"/>
            </a:xfrm>
          </p:grpSpPr>
          <p:sp>
            <p:nvSpPr>
              <p:cNvPr id="306" name="모서리가 둥근 직사각형 30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0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35889" y="4682892"/>
              <a:ext cx="1188000" cy="180000"/>
              <a:chOff x="666428" y="4570824"/>
              <a:chExt cx="1188000" cy="180000"/>
            </a:xfrm>
          </p:grpSpPr>
          <p:sp>
            <p:nvSpPr>
              <p:cNvPr id="258" name="모서리가 둥근 직사각형 25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5"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5889" y="6144987"/>
              <a:ext cx="1188000" cy="180000"/>
              <a:chOff x="666428" y="5096004"/>
              <a:chExt cx="1188000" cy="180000"/>
            </a:xfrm>
          </p:grpSpPr>
          <p:sp>
            <p:nvSpPr>
              <p:cNvPr id="256" name="모서리가 둥근 직사각형 255"/>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57"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7083" y="4963937"/>
              <a:ext cx="1188000" cy="180000"/>
              <a:chOff x="666428" y="4570824"/>
              <a:chExt cx="1188000" cy="180000"/>
            </a:xfrm>
          </p:grpSpPr>
          <p:sp>
            <p:nvSpPr>
              <p:cNvPr id="240" name="모서리가 둥근 직사각형 23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41"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5889" y="5251507"/>
              <a:ext cx="1188000" cy="180000"/>
              <a:chOff x="666428" y="4310612"/>
              <a:chExt cx="1188000" cy="180000"/>
            </a:xfrm>
          </p:grpSpPr>
          <p:sp>
            <p:nvSpPr>
              <p:cNvPr id="228" name="모서리가 둥근 직사각형 22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3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8453" y="5551180"/>
              <a:ext cx="1188000" cy="180000"/>
              <a:chOff x="666428" y="4310612"/>
              <a:chExt cx="1188000" cy="180000"/>
            </a:xfrm>
          </p:grpSpPr>
          <p:sp>
            <p:nvSpPr>
              <p:cNvPr id="226" name="모서리가 둥근 직사각형 22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2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8453" y="5833879"/>
              <a:ext cx="1188000" cy="180000"/>
              <a:chOff x="666428" y="4310612"/>
              <a:chExt cx="1188000" cy="180000"/>
            </a:xfrm>
          </p:grpSpPr>
          <p:sp>
            <p:nvSpPr>
              <p:cNvPr id="224" name="모서리가 둥근 직사각형 22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8453" y="6460785"/>
              <a:ext cx="1188000" cy="180000"/>
              <a:chOff x="666428" y="4570824"/>
              <a:chExt cx="1188000" cy="180000"/>
            </a:xfrm>
          </p:grpSpPr>
          <p:sp>
            <p:nvSpPr>
              <p:cNvPr id="222" name="모서리가 둥근 직사각형 22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23"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4391603"/>
              <a:ext cx="1188000" cy="180000"/>
              <a:chOff x="666428" y="4310612"/>
              <a:chExt cx="1188000" cy="180000"/>
            </a:xfrm>
          </p:grpSpPr>
          <p:sp>
            <p:nvSpPr>
              <p:cNvPr id="217" name="모서리가 둥근 직사각형 21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2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74" name="그룹 273"/>
          <p:cNvGrpSpPr/>
          <p:nvPr/>
        </p:nvGrpSpPr>
        <p:grpSpPr>
          <a:xfrm>
            <a:off x="507554" y="1602349"/>
            <a:ext cx="3075218" cy="252000"/>
            <a:chOff x="507554" y="1537742"/>
            <a:chExt cx="3075218" cy="252000"/>
          </a:xfrm>
        </p:grpSpPr>
        <p:pic>
          <p:nvPicPr>
            <p:cNvPr id="275"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6" name="그룹 275"/>
            <p:cNvGrpSpPr/>
            <p:nvPr/>
          </p:nvGrpSpPr>
          <p:grpSpPr>
            <a:xfrm>
              <a:off x="2288704" y="1581175"/>
              <a:ext cx="1294068" cy="166725"/>
              <a:chOff x="2288704" y="1581175"/>
              <a:chExt cx="1294068" cy="166725"/>
            </a:xfrm>
          </p:grpSpPr>
          <p:sp>
            <p:nvSpPr>
              <p:cNvPr id="277" name="직사각형 276"/>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78" name="직사각형 27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79" name="그룹 278"/>
          <p:cNvGrpSpPr/>
          <p:nvPr/>
        </p:nvGrpSpPr>
        <p:grpSpPr>
          <a:xfrm>
            <a:off x="634148" y="6722318"/>
            <a:ext cx="1188000" cy="180000"/>
            <a:chOff x="666428" y="3785432"/>
            <a:chExt cx="1188000" cy="180000"/>
          </a:xfrm>
        </p:grpSpPr>
        <p:sp>
          <p:nvSpPr>
            <p:cNvPr id="280" name="모서리가 둥근 직사각형 27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81"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2" name="그룹 281"/>
          <p:cNvGrpSpPr/>
          <p:nvPr/>
        </p:nvGrpSpPr>
        <p:grpSpPr>
          <a:xfrm>
            <a:off x="620431" y="6964801"/>
            <a:ext cx="1188000" cy="180000"/>
            <a:chOff x="666428" y="5881828"/>
            <a:chExt cx="1188000" cy="180000"/>
          </a:xfrm>
        </p:grpSpPr>
        <p:sp>
          <p:nvSpPr>
            <p:cNvPr id="283" name="모서리가 둥근 직사각형 282"/>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84"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454791000"/>
      </p:ext>
    </p:extLst>
  </p:cSld>
  <p:clrMapOvr>
    <a:masterClrMapping/>
  </p:clrMapOvr>
  <p:transition>
    <p:wipe dir="r"/>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2059813"/>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74266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1"/>
            <a:ext cx="1440160" cy="557566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377" name="Group 175"/>
          <p:cNvGraphicFramePr>
            <a:graphicFrameLocks noGrp="1"/>
          </p:cNvGraphicFramePr>
          <p:nvPr>
            <p:extLst>
              <p:ext uri="{D42A27DB-BD31-4B8C-83A1-F6EECF244321}">
                <p14:modId xmlns:p14="http://schemas.microsoft.com/office/powerpoint/2010/main" val="2648478377"/>
              </p:ext>
            </p:extLst>
          </p:nvPr>
        </p:nvGraphicFramePr>
        <p:xfrm>
          <a:off x="9496933" y="1492213"/>
          <a:ext cx="1404156" cy="34717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수신목록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239" name="Group 37"/>
          <p:cNvGraphicFramePr>
            <a:graphicFrameLocks noGrp="1"/>
          </p:cNvGraphicFramePr>
          <p:nvPr>
            <p:extLst>
              <p:ext uri="{D42A27DB-BD31-4B8C-83A1-F6EECF244321}">
                <p14:modId xmlns:p14="http://schemas.microsoft.com/office/powerpoint/2010/main" val="1267000153"/>
              </p:ext>
            </p:extLst>
          </p:nvPr>
        </p:nvGraphicFramePr>
        <p:xfrm>
          <a:off x="1976289" y="2967236"/>
          <a:ext cx="7461074" cy="2468403"/>
        </p:xfrm>
        <a:graphic>
          <a:graphicData uri="http://schemas.openxmlformats.org/drawingml/2006/table">
            <a:tbl>
              <a:tblPr/>
              <a:tblGrid>
                <a:gridCol w="1202956"/>
                <a:gridCol w="6258118"/>
              </a:tblGrid>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학사년도</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학기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2025</a:t>
                      </a:r>
                      <a:r>
                        <a:rPr lang="ko-KR" altLang="en-US" sz="800" b="0" dirty="0" smtClean="0">
                          <a:solidFill>
                            <a:schemeClr val="tx1">
                              <a:lumMod val="75000"/>
                              <a:lumOff val="25000"/>
                            </a:schemeClr>
                          </a:solidFill>
                          <a:latin typeface="+mn-ea"/>
                          <a:ea typeface="+mn-ea"/>
                        </a:rPr>
                        <a:t>년 </a:t>
                      </a:r>
                      <a:r>
                        <a:rPr lang="en-US" altLang="ko-KR" sz="800" b="0" dirty="0" smtClean="0">
                          <a:solidFill>
                            <a:schemeClr val="tx1">
                              <a:lumMod val="75000"/>
                              <a:lumOff val="25000"/>
                            </a:schemeClr>
                          </a:solidFill>
                          <a:latin typeface="+mn-ea"/>
                          <a:ea typeface="+mn-ea"/>
                        </a:rPr>
                        <a:t>/ 2</a:t>
                      </a:r>
                      <a:r>
                        <a:rPr lang="ko-KR" altLang="en-US" sz="800" b="0" dirty="0" smtClean="0">
                          <a:solidFill>
                            <a:schemeClr val="tx1">
                              <a:lumMod val="75000"/>
                              <a:lumOff val="25000"/>
                            </a:schemeClr>
                          </a:solidFill>
                          <a:latin typeface="+mn-ea"/>
                          <a:ea typeface="+mn-ea"/>
                        </a:rPr>
                        <a:t>학기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&gt; OO</a:t>
                      </a:r>
                      <a:r>
                        <a:rPr lang="ko-KR" altLang="en-US" sz="800" b="0" dirty="0" smtClean="0">
                          <a:solidFill>
                            <a:schemeClr val="tx1">
                              <a:lumMod val="75000"/>
                              <a:lumOff val="25000"/>
                            </a:schemeClr>
                          </a:solidFill>
                          <a:latin typeface="+mn-ea"/>
                          <a:ea typeface="+mn-ea"/>
                        </a:rPr>
                        <a:t>학과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일본어 </a:t>
                      </a: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a:t>
                      </a:r>
                      <a:endParaRPr lang="ko-KR" altLang="en-US" sz="800" b="0" dirty="0" smtClean="0">
                        <a:solidFill>
                          <a:srgbClr val="0070C0"/>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2025.08.04 15:32</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나*송</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82" name="직사각형 281"/>
          <p:cNvSpPr/>
          <p:nvPr/>
        </p:nvSpPr>
        <p:spPr>
          <a:xfrm>
            <a:off x="1875706" y="272855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알림톡</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수신 내용</a:t>
            </a:r>
            <a:endParaRPr lang="ko-KR" altLang="en-US" sz="800" b="1" dirty="0">
              <a:solidFill>
                <a:srgbClr val="FF0000"/>
              </a:solidFill>
              <a:latin typeface="+mn-ea"/>
              <a:ea typeface="+mn-ea"/>
            </a:endParaRPr>
          </a:p>
        </p:txBody>
      </p:sp>
      <p:sp>
        <p:nvSpPr>
          <p:cNvPr id="192" name="Rectangle 251"/>
          <p:cNvSpPr>
            <a:spLocks noChangeArrowheads="1"/>
          </p:cNvSpPr>
          <p:nvPr/>
        </p:nvSpPr>
        <p:spPr bwMode="auto">
          <a:xfrm>
            <a:off x="3229000" y="3582541"/>
            <a:ext cx="6125114"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알림내용</a:t>
            </a:r>
            <a:r>
              <a:rPr lang="ko-KR" altLang="en-US" sz="800" dirty="0">
                <a:solidFill>
                  <a:schemeClr val="tx1">
                    <a:lumMod val="75000"/>
                    <a:lumOff val="25000"/>
                  </a:schemeClr>
                </a:solidFill>
                <a:latin typeface="+mn-ea"/>
                <a:ea typeface="+mn-ea"/>
              </a:rPr>
              <a:t> 알림내용</a:t>
            </a:r>
            <a:endParaRPr lang="en-US" altLang="ko-KR" sz="800" dirty="0">
              <a:solidFill>
                <a:schemeClr val="tx1">
                  <a:lumMod val="75000"/>
                  <a:lumOff val="25000"/>
                </a:schemeClr>
              </a:solidFill>
              <a:latin typeface="+mn-ea"/>
              <a:ea typeface="+mn-ea"/>
            </a:endParaRPr>
          </a:p>
        </p:txBody>
      </p:sp>
      <p:sp>
        <p:nvSpPr>
          <p:cNvPr id="202" name="직사각형 201"/>
          <p:cNvSpPr/>
          <p:nvPr/>
        </p:nvSpPr>
        <p:spPr>
          <a:xfrm>
            <a:off x="8395139" y="4350246"/>
            <a:ext cx="1056265" cy="215444"/>
          </a:xfrm>
          <a:prstGeom prst="rect">
            <a:avLst/>
          </a:prstGeom>
        </p:spPr>
        <p:txBody>
          <a:bodyPr wrap="square">
            <a:spAutoFit/>
          </a:bodyPr>
          <a:lstStyle/>
          <a:p>
            <a:pPr algn="r"/>
            <a:r>
              <a:rPr lang="en-US" altLang="ko-KR" sz="800" dirty="0" smtClean="0">
                <a:solidFill>
                  <a:schemeClr val="tx1">
                    <a:lumMod val="75000"/>
                    <a:lumOff val="25000"/>
                  </a:schemeClr>
                </a:solidFill>
                <a:latin typeface="+mn-ea"/>
                <a:ea typeface="+mn-ea"/>
              </a:rPr>
              <a:t>0 / 2000 byte</a:t>
            </a:r>
            <a:endParaRPr lang="ko-KR" altLang="en-US" sz="800" dirty="0">
              <a:solidFill>
                <a:srgbClr val="FF0000"/>
              </a:solidFill>
              <a:latin typeface="+mn-ea"/>
              <a:ea typeface="+mn-ea"/>
            </a:endParaRPr>
          </a:p>
        </p:txBody>
      </p:sp>
      <p:sp>
        <p:nvSpPr>
          <p:cNvPr id="217" name="모서리가 둥근 직사각형 216"/>
          <p:cNvSpPr/>
          <p:nvPr/>
        </p:nvSpPr>
        <p:spPr>
          <a:xfrm>
            <a:off x="8534350" y="272056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수신목록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43" name="TextBox 242"/>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알림톡 </a:t>
            </a:r>
            <a:endParaRPr lang="ko-KR" altLang="en-US" sz="800" spc="-60" dirty="0">
              <a:latin typeface="+mn-ea"/>
              <a:ea typeface="+mn-ea"/>
            </a:endParaRPr>
          </a:p>
        </p:txBody>
      </p:sp>
      <p:sp>
        <p:nvSpPr>
          <p:cNvPr id="245" name="Track"/>
          <p:cNvSpPr>
            <a:spLocks/>
          </p:cNvSpPr>
          <p:nvPr>
            <p:custDataLst>
              <p:tags r:id="rId1"/>
            </p:custDataLst>
          </p:nvPr>
        </p:nvSpPr>
        <p:spPr bwMode="auto">
          <a:xfrm>
            <a:off x="9308956" y="3604854"/>
            <a:ext cx="43200" cy="712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nvGrpSpPr>
          <p:cNvPr id="249" name="그룹 248"/>
          <p:cNvGrpSpPr/>
          <p:nvPr/>
        </p:nvGrpSpPr>
        <p:grpSpPr>
          <a:xfrm>
            <a:off x="8509967" y="2552162"/>
            <a:ext cx="234360" cy="200055"/>
            <a:chOff x="1152270" y="11706839"/>
            <a:chExt cx="234360" cy="200055"/>
          </a:xfrm>
        </p:grpSpPr>
        <p:sp>
          <p:nvSpPr>
            <p:cNvPr id="250" name="모서리가 둥근 직사각형 2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1" name="직사각형 2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52" name="TextBox 151"/>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KNOU_UI_C01020303_02</a:t>
            </a:r>
            <a:endParaRPr lang="ko-KR" altLang="en-US" sz="800" spc="-60" dirty="0">
              <a:latin typeface="+mn-ea"/>
            </a:endParaRPr>
          </a:p>
        </p:txBody>
      </p:sp>
      <p:grpSp>
        <p:nvGrpSpPr>
          <p:cNvPr id="353" name="그룹 352"/>
          <p:cNvGrpSpPr/>
          <p:nvPr/>
        </p:nvGrpSpPr>
        <p:grpSpPr>
          <a:xfrm>
            <a:off x="1967772" y="1979315"/>
            <a:ext cx="7489822" cy="326132"/>
            <a:chOff x="1967772" y="1979315"/>
            <a:chExt cx="7489822" cy="326132"/>
          </a:xfrm>
        </p:grpSpPr>
        <p:sp>
          <p:nvSpPr>
            <p:cNvPr id="354" name="직사각형 353"/>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55" name="그룹 354"/>
            <p:cNvGrpSpPr/>
            <p:nvPr/>
          </p:nvGrpSpPr>
          <p:grpSpPr>
            <a:xfrm>
              <a:off x="4290164" y="2031278"/>
              <a:ext cx="1040981" cy="215444"/>
              <a:chOff x="1618412" y="2762216"/>
              <a:chExt cx="1440000" cy="215444"/>
            </a:xfrm>
          </p:grpSpPr>
          <p:sp>
            <p:nvSpPr>
              <p:cNvPr id="407" name="직사각형 4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408" name="직사각형 407"/>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6" name="그룹 355"/>
            <p:cNvGrpSpPr/>
            <p:nvPr/>
          </p:nvGrpSpPr>
          <p:grpSpPr>
            <a:xfrm>
              <a:off x="5351027" y="2031278"/>
              <a:ext cx="1040981" cy="215444"/>
              <a:chOff x="1618412" y="2762216"/>
              <a:chExt cx="1440000" cy="215444"/>
            </a:xfrm>
          </p:grpSpPr>
          <p:sp>
            <p:nvSpPr>
              <p:cNvPr id="405" name="직사각형 4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406" name="직사각형 405"/>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7" name="그룹 356"/>
            <p:cNvGrpSpPr/>
            <p:nvPr/>
          </p:nvGrpSpPr>
          <p:grpSpPr>
            <a:xfrm>
              <a:off x="6413117" y="2031278"/>
              <a:ext cx="1040981" cy="215444"/>
              <a:chOff x="1618412" y="2762216"/>
              <a:chExt cx="1440000" cy="215444"/>
            </a:xfrm>
          </p:grpSpPr>
          <p:sp>
            <p:nvSpPr>
              <p:cNvPr id="403" name="직사각형 4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404" name="직사각형 403"/>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8" name="그룹 357"/>
            <p:cNvGrpSpPr/>
            <p:nvPr/>
          </p:nvGrpSpPr>
          <p:grpSpPr>
            <a:xfrm>
              <a:off x="7474187" y="2031278"/>
              <a:ext cx="1040981" cy="215444"/>
              <a:chOff x="1618412" y="2762216"/>
              <a:chExt cx="1440000" cy="215444"/>
            </a:xfrm>
          </p:grpSpPr>
          <p:sp>
            <p:nvSpPr>
              <p:cNvPr id="401" name="직사각형 4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402" name="직사각형 401"/>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59" name="그룹 358"/>
            <p:cNvGrpSpPr/>
            <p:nvPr/>
          </p:nvGrpSpPr>
          <p:grpSpPr>
            <a:xfrm>
              <a:off x="3224705" y="2032273"/>
              <a:ext cx="1040982" cy="215444"/>
              <a:chOff x="1618412" y="2762216"/>
              <a:chExt cx="1440000" cy="215444"/>
            </a:xfrm>
          </p:grpSpPr>
          <p:sp>
            <p:nvSpPr>
              <p:cNvPr id="394" name="직사각형 393"/>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395" name="직사각형 39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360" name="그룹 359"/>
            <p:cNvGrpSpPr/>
            <p:nvPr/>
          </p:nvGrpSpPr>
          <p:grpSpPr>
            <a:xfrm>
              <a:off x="2172387" y="2026940"/>
              <a:ext cx="1040981" cy="215444"/>
              <a:chOff x="1618412" y="2762216"/>
              <a:chExt cx="1440000" cy="215444"/>
            </a:xfrm>
          </p:grpSpPr>
          <p:sp>
            <p:nvSpPr>
              <p:cNvPr id="392" name="직사각형 39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393" name="직사각형 39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361" name="직사각형 360"/>
            <p:cNvSpPr/>
            <p:nvPr/>
          </p:nvSpPr>
          <p:spPr>
            <a:xfrm>
              <a:off x="324269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62" name="직사각형 361"/>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374" name="그룹 373"/>
            <p:cNvGrpSpPr/>
            <p:nvPr/>
          </p:nvGrpSpPr>
          <p:grpSpPr>
            <a:xfrm>
              <a:off x="9120844" y="1979315"/>
              <a:ext cx="162000" cy="288000"/>
              <a:chOff x="9447994" y="2133019"/>
              <a:chExt cx="162000" cy="288000"/>
            </a:xfrm>
          </p:grpSpPr>
          <p:sp>
            <p:nvSpPr>
              <p:cNvPr id="390" name="직사각형 38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91" name="1/2 액자 39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387" name="그룹 386"/>
            <p:cNvGrpSpPr/>
            <p:nvPr/>
          </p:nvGrpSpPr>
          <p:grpSpPr>
            <a:xfrm>
              <a:off x="1973163" y="1979315"/>
              <a:ext cx="162000" cy="288000"/>
              <a:chOff x="10860" y="2122356"/>
              <a:chExt cx="162000" cy="288000"/>
            </a:xfrm>
          </p:grpSpPr>
          <p:sp>
            <p:nvSpPr>
              <p:cNvPr id="388" name="직사각형 38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389" name="1/2 액자 38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43" name="그룹 142"/>
          <p:cNvGrpSpPr/>
          <p:nvPr/>
        </p:nvGrpSpPr>
        <p:grpSpPr>
          <a:xfrm>
            <a:off x="8668462" y="1695475"/>
            <a:ext cx="849617" cy="276999"/>
            <a:chOff x="8563069" y="1695475"/>
            <a:chExt cx="849617" cy="276999"/>
          </a:xfrm>
        </p:grpSpPr>
        <p:grpSp>
          <p:nvGrpSpPr>
            <p:cNvPr id="144" name="그룹 143"/>
            <p:cNvGrpSpPr/>
            <p:nvPr/>
          </p:nvGrpSpPr>
          <p:grpSpPr>
            <a:xfrm>
              <a:off x="8563069" y="1761166"/>
              <a:ext cx="792000" cy="162000"/>
              <a:chOff x="8779069" y="1761166"/>
              <a:chExt cx="792000" cy="162000"/>
            </a:xfrm>
          </p:grpSpPr>
          <p:sp>
            <p:nvSpPr>
              <p:cNvPr id="153" name="직사각형 1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15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5" name="그룹 144"/>
            <p:cNvGrpSpPr/>
            <p:nvPr/>
          </p:nvGrpSpPr>
          <p:grpSpPr>
            <a:xfrm>
              <a:off x="8728739" y="1695475"/>
              <a:ext cx="247184" cy="276999"/>
              <a:chOff x="7672972" y="1671999"/>
              <a:chExt cx="247184" cy="276999"/>
            </a:xfrm>
          </p:grpSpPr>
          <p:sp>
            <p:nvSpPr>
              <p:cNvPr id="150" name="타원 149"/>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51" name="직사각형 150"/>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146" name="그룹 145"/>
            <p:cNvGrpSpPr/>
            <p:nvPr/>
          </p:nvGrpSpPr>
          <p:grpSpPr>
            <a:xfrm>
              <a:off x="9138252" y="1714525"/>
              <a:ext cx="274434" cy="246221"/>
              <a:chOff x="7663447" y="1691049"/>
              <a:chExt cx="274434" cy="246221"/>
            </a:xfrm>
          </p:grpSpPr>
          <p:sp>
            <p:nvSpPr>
              <p:cNvPr id="148" name="타원 14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49" name="직사각형 148"/>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147" name="직사각형 146"/>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24" name="그룹 223"/>
          <p:cNvGrpSpPr/>
          <p:nvPr/>
        </p:nvGrpSpPr>
        <p:grpSpPr>
          <a:xfrm>
            <a:off x="1972097" y="2358429"/>
            <a:ext cx="7488000" cy="216000"/>
            <a:chOff x="559370" y="2267347"/>
            <a:chExt cx="7488000" cy="216000"/>
          </a:xfrm>
        </p:grpSpPr>
        <p:sp>
          <p:nvSpPr>
            <p:cNvPr id="225" name="직사각형 224"/>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26" name="그룹 225"/>
            <p:cNvGrpSpPr/>
            <p:nvPr/>
          </p:nvGrpSpPr>
          <p:grpSpPr>
            <a:xfrm>
              <a:off x="596648" y="2286397"/>
              <a:ext cx="1800000" cy="180000"/>
              <a:chOff x="524640" y="2276872"/>
              <a:chExt cx="1800000" cy="180000"/>
            </a:xfrm>
          </p:grpSpPr>
          <p:sp>
            <p:nvSpPr>
              <p:cNvPr id="227" name="모서리가 둥근 직사각형 226"/>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메시지함 </a:t>
                </a:r>
                <a:r>
                  <a:rPr kumimoji="1" lang="en-US" altLang="ko-KR" sz="900" dirty="0" smtClean="0">
                    <a:solidFill>
                      <a:schemeClr val="tx1">
                        <a:lumMod val="75000"/>
                        <a:lumOff val="25000"/>
                      </a:schemeClr>
                    </a:solidFill>
                    <a:latin typeface="+mn-ea"/>
                    <a:ea typeface="+mn-ea"/>
                    <a:cs typeface="Calibri" pitchFamily="34" charset="0"/>
                  </a:rPr>
                  <a:t>&gt; </a:t>
                </a:r>
                <a:r>
                  <a:rPr kumimoji="1" lang="ko-KR" altLang="en-US" sz="900" dirty="0" smtClean="0">
                    <a:solidFill>
                      <a:schemeClr val="tx1">
                        <a:lumMod val="75000"/>
                        <a:lumOff val="25000"/>
                      </a:schemeClr>
                    </a:solidFill>
                    <a:latin typeface="+mn-ea"/>
                    <a:ea typeface="+mn-ea"/>
                    <a:cs typeface="Calibri" pitchFamily="34" charset="0"/>
                  </a:rPr>
                  <a:t>알림톡</a:t>
                </a:r>
                <a:endParaRPr kumimoji="1" lang="ko-KR" altLang="en-US" sz="900" dirty="0">
                  <a:solidFill>
                    <a:schemeClr val="tx1">
                      <a:lumMod val="75000"/>
                      <a:lumOff val="25000"/>
                    </a:schemeClr>
                  </a:solidFill>
                  <a:latin typeface="+mn-ea"/>
                  <a:ea typeface="+mn-ea"/>
                  <a:cs typeface="Calibri" pitchFamily="34" charset="0"/>
                </a:endParaRPr>
              </a:p>
            </p:txBody>
          </p:sp>
          <p:pic>
            <p:nvPicPr>
              <p:cNvPr id="228"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29" name="TextBox 228"/>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메시지함  </a:t>
            </a:r>
            <a:r>
              <a:rPr lang="en-US" altLang="ko-KR" sz="800" spc="-60" dirty="0" smtClean="0">
                <a:latin typeface="+mn-ea"/>
                <a:ea typeface="+mn-ea"/>
              </a:rPr>
              <a:t>&gt; </a:t>
            </a:r>
            <a:r>
              <a:rPr lang="ko-KR" altLang="en-US" sz="800" spc="-60" dirty="0" smtClean="0">
                <a:latin typeface="+mn-ea"/>
                <a:ea typeface="+mn-ea"/>
              </a:rPr>
              <a:t>알림톡 </a:t>
            </a:r>
            <a:endParaRPr lang="ko-KR" altLang="en-US" sz="800" spc="-60" dirty="0">
              <a:latin typeface="+mn-ea"/>
              <a:ea typeface="+mn-ea"/>
            </a:endParaRPr>
          </a:p>
        </p:txBody>
      </p:sp>
      <p:sp>
        <p:nvSpPr>
          <p:cNvPr id="230" name="TextBox 229"/>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알림톡 </a:t>
            </a:r>
            <a:r>
              <a:rPr lang="en-US" altLang="ko-KR" sz="800" spc="-60" dirty="0" smtClean="0">
                <a:latin typeface="+mn-ea"/>
                <a:ea typeface="+mn-ea"/>
              </a:rPr>
              <a:t>&gt; </a:t>
            </a:r>
            <a:r>
              <a:rPr lang="ko-KR" altLang="en-US" sz="800" spc="-60" dirty="0" smtClean="0">
                <a:latin typeface="+mn-ea"/>
                <a:ea typeface="+mn-ea"/>
              </a:rPr>
              <a:t>수신내용</a:t>
            </a:r>
            <a:endParaRPr lang="ko-KR" altLang="en-US" sz="800" spc="-60" dirty="0">
              <a:latin typeface="+mn-ea"/>
              <a:ea typeface="+mn-ea"/>
            </a:endParaRPr>
          </a:p>
        </p:txBody>
      </p:sp>
      <p:grpSp>
        <p:nvGrpSpPr>
          <p:cNvPr id="231" name="그룹 230"/>
          <p:cNvGrpSpPr/>
          <p:nvPr/>
        </p:nvGrpSpPr>
        <p:grpSpPr>
          <a:xfrm>
            <a:off x="5709344" y="1485584"/>
            <a:ext cx="3761110" cy="261068"/>
            <a:chOff x="4948808" y="1485584"/>
            <a:chExt cx="3761110" cy="261068"/>
          </a:xfrm>
        </p:grpSpPr>
        <p:grpSp>
          <p:nvGrpSpPr>
            <p:cNvPr id="232" name="그룹 231"/>
            <p:cNvGrpSpPr/>
            <p:nvPr/>
          </p:nvGrpSpPr>
          <p:grpSpPr>
            <a:xfrm>
              <a:off x="4948808" y="1579923"/>
              <a:ext cx="3761110" cy="166729"/>
              <a:chOff x="5665911" y="1579923"/>
              <a:chExt cx="3761110" cy="166729"/>
            </a:xfrm>
          </p:grpSpPr>
          <p:pic>
            <p:nvPicPr>
              <p:cNvPr id="234"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6"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7"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8"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1" name="그룹 240"/>
              <p:cNvGrpSpPr/>
              <p:nvPr/>
            </p:nvGrpSpPr>
            <p:grpSpPr>
              <a:xfrm>
                <a:off x="5665911" y="1583291"/>
                <a:ext cx="648000" cy="162000"/>
                <a:chOff x="4953000" y="2780928"/>
                <a:chExt cx="648000" cy="162000"/>
              </a:xfrm>
            </p:grpSpPr>
            <p:sp>
              <p:nvSpPr>
                <p:cNvPr id="252" name="모서리가 둥근 직사각형 251"/>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53"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4" name="모서리가 둥근 직사각형 243"/>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33" name="타원 232"/>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33" name="그룹 132"/>
          <p:cNvGrpSpPr/>
          <p:nvPr/>
        </p:nvGrpSpPr>
        <p:grpSpPr>
          <a:xfrm>
            <a:off x="626748" y="2104281"/>
            <a:ext cx="1245456" cy="4536504"/>
            <a:chOff x="626748" y="2104281"/>
            <a:chExt cx="1245456" cy="4536504"/>
          </a:xfrm>
        </p:grpSpPr>
        <p:grpSp>
          <p:nvGrpSpPr>
            <p:cNvPr id="134" name="그룹 133"/>
            <p:cNvGrpSpPr/>
            <p:nvPr/>
          </p:nvGrpSpPr>
          <p:grpSpPr>
            <a:xfrm>
              <a:off x="629955" y="3042501"/>
              <a:ext cx="1188000" cy="180000"/>
              <a:chOff x="666427" y="3266516"/>
              <a:chExt cx="1188000" cy="180000"/>
            </a:xfrm>
          </p:grpSpPr>
          <p:sp>
            <p:nvSpPr>
              <p:cNvPr id="269" name="모서리가 둥근 직사각형 26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7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5" name="그룹 134"/>
            <p:cNvGrpSpPr/>
            <p:nvPr/>
          </p:nvGrpSpPr>
          <p:grpSpPr>
            <a:xfrm>
              <a:off x="626748" y="2104281"/>
              <a:ext cx="1245456" cy="442923"/>
              <a:chOff x="468506" y="2320305"/>
              <a:chExt cx="1245456" cy="442923"/>
            </a:xfrm>
          </p:grpSpPr>
          <p:sp>
            <p:nvSpPr>
              <p:cNvPr id="266" name="직사각형 265"/>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7"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 name="TextBox 267"/>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36" name="그룹 135"/>
            <p:cNvGrpSpPr/>
            <p:nvPr/>
          </p:nvGrpSpPr>
          <p:grpSpPr>
            <a:xfrm>
              <a:off x="632520" y="2752353"/>
              <a:ext cx="1188000" cy="180000"/>
              <a:chOff x="666427" y="3266516"/>
              <a:chExt cx="1188000" cy="180000"/>
            </a:xfrm>
          </p:grpSpPr>
          <p:sp>
            <p:nvSpPr>
              <p:cNvPr id="264" name="모서리가 둥근 직사각형 26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7" name="그룹 136"/>
            <p:cNvGrpSpPr/>
            <p:nvPr/>
          </p:nvGrpSpPr>
          <p:grpSpPr>
            <a:xfrm>
              <a:off x="629956" y="3318264"/>
              <a:ext cx="1188000" cy="668891"/>
              <a:chOff x="629956" y="3318264"/>
              <a:chExt cx="1188000" cy="668891"/>
            </a:xfrm>
          </p:grpSpPr>
          <p:grpSp>
            <p:nvGrpSpPr>
              <p:cNvPr id="248" name="그룹 247"/>
              <p:cNvGrpSpPr/>
              <p:nvPr/>
            </p:nvGrpSpPr>
            <p:grpSpPr>
              <a:xfrm>
                <a:off x="629956" y="3318264"/>
                <a:ext cx="1188000" cy="180000"/>
                <a:chOff x="666428" y="3785432"/>
                <a:chExt cx="1188000" cy="180000"/>
              </a:xfrm>
            </p:grpSpPr>
            <p:sp>
              <p:nvSpPr>
                <p:cNvPr id="262" name="모서리가 둥근 직사각형 261"/>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메시지함</a:t>
                  </a:r>
                  <a:endParaRPr kumimoji="1" lang="ko-KR" altLang="en-US" sz="800" dirty="0">
                    <a:solidFill>
                      <a:schemeClr val="tx1">
                        <a:lumMod val="75000"/>
                        <a:lumOff val="25000"/>
                      </a:schemeClr>
                    </a:solidFill>
                    <a:latin typeface="+mn-ea"/>
                    <a:ea typeface="+mn-ea"/>
                    <a:cs typeface="Calibri" pitchFamily="34" charset="0"/>
                  </a:endParaRPr>
                </a:p>
              </p:txBody>
            </p:sp>
            <p:pic>
              <p:nvPicPr>
                <p:cNvPr id="26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9" name="직사각형 258"/>
              <p:cNvSpPr/>
              <p:nvPr/>
            </p:nvSpPr>
            <p:spPr>
              <a:xfrm>
                <a:off x="632520" y="3507789"/>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en-US" altLang="ko-KR" sz="800" dirty="0" smtClean="0">
                    <a:solidFill>
                      <a:schemeClr val="tx1">
                        <a:lumMod val="75000"/>
                        <a:lumOff val="25000"/>
                      </a:schemeClr>
                    </a:solidFill>
                    <a:latin typeface="+mn-ea"/>
                  </a:rPr>
                  <a:t>PUSH</a:t>
                </a:r>
              </a:p>
            </p:txBody>
          </p:sp>
          <p:sp>
            <p:nvSpPr>
              <p:cNvPr id="260" name="직사각형 259"/>
              <p:cNvSpPr/>
              <p:nvPr/>
            </p:nvSpPr>
            <p:spPr>
              <a:xfrm>
                <a:off x="632520" y="3669714"/>
                <a:ext cx="1180800" cy="162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쪽지</a:t>
                </a:r>
                <a:endParaRPr lang="en-US" altLang="ko-KR" sz="800" dirty="0" smtClean="0">
                  <a:solidFill>
                    <a:schemeClr val="tx1">
                      <a:lumMod val="75000"/>
                      <a:lumOff val="25000"/>
                    </a:schemeClr>
                  </a:solidFill>
                  <a:latin typeface="+mn-ea"/>
                </a:endParaRPr>
              </a:p>
            </p:txBody>
          </p:sp>
          <p:sp>
            <p:nvSpPr>
              <p:cNvPr id="261" name="직사각형 260"/>
              <p:cNvSpPr/>
              <p:nvPr/>
            </p:nvSpPr>
            <p:spPr>
              <a:xfrm>
                <a:off x="632520" y="3825155"/>
                <a:ext cx="1180800" cy="162000"/>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a:lnSpc>
                    <a:spcPct val="150000"/>
                  </a:lnSpc>
                </a:pPr>
                <a:r>
                  <a:rPr lang="ko-KR" altLang="en-US" sz="800" dirty="0" smtClean="0">
                    <a:solidFill>
                      <a:schemeClr val="tx1">
                        <a:lumMod val="75000"/>
                        <a:lumOff val="25000"/>
                      </a:schemeClr>
                    </a:solidFill>
                    <a:latin typeface="+mn-ea"/>
                  </a:rPr>
                  <a:t>알림톡</a:t>
                </a:r>
                <a:endParaRPr lang="en-US" altLang="ko-KR" sz="800" dirty="0" smtClean="0">
                  <a:solidFill>
                    <a:schemeClr val="tx1">
                      <a:lumMod val="75000"/>
                      <a:lumOff val="25000"/>
                    </a:schemeClr>
                  </a:solidFill>
                  <a:latin typeface="+mn-ea"/>
                </a:endParaRPr>
              </a:p>
            </p:txBody>
          </p:sp>
        </p:grpSp>
        <p:grpSp>
          <p:nvGrpSpPr>
            <p:cNvPr id="138" name="그룹 137"/>
            <p:cNvGrpSpPr/>
            <p:nvPr/>
          </p:nvGrpSpPr>
          <p:grpSpPr>
            <a:xfrm>
              <a:off x="635889" y="4127954"/>
              <a:ext cx="1188000" cy="180000"/>
              <a:chOff x="666428" y="4310612"/>
              <a:chExt cx="1188000" cy="180000"/>
            </a:xfrm>
          </p:grpSpPr>
          <p:sp>
            <p:nvSpPr>
              <p:cNvPr id="246" name="모서리가 둥근 직사각형 24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전</a:t>
                </a:r>
                <a:r>
                  <a:rPr lang="ko-KR" altLang="en-US" sz="800" dirty="0">
                    <a:solidFill>
                      <a:schemeClr val="bg1"/>
                    </a:solidFill>
                    <a:latin typeface="+mn-ea"/>
                    <a:ea typeface="+mn-ea"/>
                    <a:cs typeface="Calibri" pitchFamily="34" charset="0"/>
                  </a:rPr>
                  <a:t>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4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39" name="그룹 138"/>
            <p:cNvGrpSpPr/>
            <p:nvPr/>
          </p:nvGrpSpPr>
          <p:grpSpPr>
            <a:xfrm>
              <a:off x="635889" y="4682892"/>
              <a:ext cx="1188000" cy="180000"/>
              <a:chOff x="666428" y="4570824"/>
              <a:chExt cx="1188000" cy="180000"/>
            </a:xfrm>
          </p:grpSpPr>
          <p:sp>
            <p:nvSpPr>
              <p:cNvPr id="240" name="모서리가 둥근 직사각형 23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2"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0" name="그룹 139"/>
            <p:cNvGrpSpPr/>
            <p:nvPr/>
          </p:nvGrpSpPr>
          <p:grpSpPr>
            <a:xfrm>
              <a:off x="635889" y="6144987"/>
              <a:ext cx="1188000" cy="180000"/>
              <a:chOff x="666428" y="5096004"/>
              <a:chExt cx="1188000" cy="180000"/>
            </a:xfrm>
          </p:grpSpPr>
          <p:sp>
            <p:nvSpPr>
              <p:cNvPr id="222" name="모서리가 둥근 직사각형 22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23"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2" name="그룹 141"/>
            <p:cNvGrpSpPr/>
            <p:nvPr/>
          </p:nvGrpSpPr>
          <p:grpSpPr>
            <a:xfrm>
              <a:off x="637083" y="4963937"/>
              <a:ext cx="1188000" cy="180000"/>
              <a:chOff x="666428" y="4570824"/>
              <a:chExt cx="1188000" cy="180000"/>
            </a:xfrm>
          </p:grpSpPr>
          <p:sp>
            <p:nvSpPr>
              <p:cNvPr id="218" name="모서리가 둥근 직사각형 21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19"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5" name="그룹 154"/>
            <p:cNvGrpSpPr/>
            <p:nvPr/>
          </p:nvGrpSpPr>
          <p:grpSpPr>
            <a:xfrm>
              <a:off x="635889" y="5251507"/>
              <a:ext cx="1188000" cy="180000"/>
              <a:chOff x="666428" y="4310612"/>
              <a:chExt cx="1188000" cy="180000"/>
            </a:xfrm>
          </p:grpSpPr>
          <p:sp>
            <p:nvSpPr>
              <p:cNvPr id="215" name="모서리가 둥근 직사각형 21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1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6" name="그룹 155"/>
            <p:cNvGrpSpPr/>
            <p:nvPr/>
          </p:nvGrpSpPr>
          <p:grpSpPr>
            <a:xfrm>
              <a:off x="638453" y="5551180"/>
              <a:ext cx="1188000" cy="180000"/>
              <a:chOff x="666428" y="4310612"/>
              <a:chExt cx="1188000" cy="180000"/>
            </a:xfrm>
          </p:grpSpPr>
          <p:sp>
            <p:nvSpPr>
              <p:cNvPr id="213" name="모서리가 둥근 직사각형 21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1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7" name="그룹 156"/>
            <p:cNvGrpSpPr/>
            <p:nvPr/>
          </p:nvGrpSpPr>
          <p:grpSpPr>
            <a:xfrm>
              <a:off x="638453" y="5833879"/>
              <a:ext cx="1188000" cy="180000"/>
              <a:chOff x="666428" y="4310612"/>
              <a:chExt cx="1188000" cy="180000"/>
            </a:xfrm>
          </p:grpSpPr>
          <p:sp>
            <p:nvSpPr>
              <p:cNvPr id="211" name="모서리가 둥근 직사각형 21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8" name="그룹 157"/>
            <p:cNvGrpSpPr/>
            <p:nvPr/>
          </p:nvGrpSpPr>
          <p:grpSpPr>
            <a:xfrm>
              <a:off x="638453" y="6460785"/>
              <a:ext cx="1188000" cy="180000"/>
              <a:chOff x="666428" y="4570824"/>
              <a:chExt cx="1188000" cy="180000"/>
            </a:xfrm>
          </p:grpSpPr>
          <p:sp>
            <p:nvSpPr>
              <p:cNvPr id="209" name="모서리가 둥근 직사각형 20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10"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9" name="그룹 158"/>
            <p:cNvGrpSpPr/>
            <p:nvPr/>
          </p:nvGrpSpPr>
          <p:grpSpPr>
            <a:xfrm>
              <a:off x="632520" y="4391603"/>
              <a:ext cx="1188000" cy="180000"/>
              <a:chOff x="666428" y="4310612"/>
              <a:chExt cx="1188000" cy="180000"/>
            </a:xfrm>
          </p:grpSpPr>
          <p:sp>
            <p:nvSpPr>
              <p:cNvPr id="207" name="모서리가 둥근 직사각형 20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0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60" name="그룹 159"/>
          <p:cNvGrpSpPr/>
          <p:nvPr/>
        </p:nvGrpSpPr>
        <p:grpSpPr>
          <a:xfrm>
            <a:off x="507554" y="1602349"/>
            <a:ext cx="3075218" cy="252000"/>
            <a:chOff x="507554" y="1537742"/>
            <a:chExt cx="3075218" cy="252000"/>
          </a:xfrm>
        </p:grpSpPr>
        <p:pic>
          <p:nvPicPr>
            <p:cNvPr id="161"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2" name="그룹 161"/>
            <p:cNvGrpSpPr/>
            <p:nvPr/>
          </p:nvGrpSpPr>
          <p:grpSpPr>
            <a:xfrm>
              <a:off x="2288704" y="1581175"/>
              <a:ext cx="1294068" cy="166725"/>
              <a:chOff x="2288704" y="1581175"/>
              <a:chExt cx="1294068" cy="166725"/>
            </a:xfrm>
          </p:grpSpPr>
          <p:sp>
            <p:nvSpPr>
              <p:cNvPr id="163" name="직사각형 1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64" name="직사각형 1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65" name="그룹 164"/>
          <p:cNvGrpSpPr/>
          <p:nvPr/>
        </p:nvGrpSpPr>
        <p:grpSpPr>
          <a:xfrm>
            <a:off x="634148" y="6722318"/>
            <a:ext cx="1188000" cy="180000"/>
            <a:chOff x="666428" y="3785432"/>
            <a:chExt cx="1188000" cy="180000"/>
          </a:xfrm>
        </p:grpSpPr>
        <p:sp>
          <p:nvSpPr>
            <p:cNvPr id="166" name="모서리가 둥근 직사각형 16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67"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0431" y="6964801"/>
            <a:ext cx="1188000" cy="180000"/>
            <a:chOff x="666428" y="5881828"/>
            <a:chExt cx="1188000" cy="180000"/>
          </a:xfrm>
        </p:grpSpPr>
        <p:sp>
          <p:nvSpPr>
            <p:cNvPr id="169" name="모서리가 둥근 직사각형 16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170"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141791259"/>
      </p:ext>
    </p:extLst>
  </p:cSld>
  <p:clrMapOvr>
    <a:masterClrMapping/>
  </p:clrMapOvr>
  <p:transition>
    <p:wipe dir="r"/>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전체공지사항</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51528679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공지사항</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전체공지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36</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a:t>
            </a:r>
            <a:r>
              <a:rPr lang="ko-KR" altLang="en-US" sz="800" spc="-60" dirty="0">
                <a:latin typeface="+mn-ea"/>
                <a:ea typeface="+mn-ea"/>
              </a:rPr>
              <a:t>항</a:t>
            </a:r>
          </a:p>
        </p:txBody>
      </p:sp>
      <p:graphicFrame>
        <p:nvGraphicFramePr>
          <p:cNvPr id="377" name="Group 175"/>
          <p:cNvGraphicFramePr>
            <a:graphicFrameLocks noGrp="1"/>
          </p:cNvGraphicFramePr>
          <p:nvPr>
            <p:extLst>
              <p:ext uri="{D42A27DB-BD31-4B8C-83A1-F6EECF244321}">
                <p14:modId xmlns:p14="http://schemas.microsoft.com/office/powerpoint/2010/main" val="2835334289"/>
              </p:ext>
            </p:extLst>
          </p:nvPr>
        </p:nvGraphicFramePr>
        <p:xfrm>
          <a:off x="9508554" y="1492213"/>
          <a:ext cx="1404156" cy="40923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전체수업현황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년도</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현재 학기 기본 셋팅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KNOU_UI_C01020400_01</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113240"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55" name="그룹 254"/>
          <p:cNvGrpSpPr/>
          <p:nvPr/>
        </p:nvGrpSpPr>
        <p:grpSpPr>
          <a:xfrm>
            <a:off x="5709344" y="1485584"/>
            <a:ext cx="3761110" cy="261068"/>
            <a:chOff x="4948808" y="1485584"/>
            <a:chExt cx="3761110" cy="261068"/>
          </a:xfrm>
        </p:grpSpPr>
        <p:grpSp>
          <p:nvGrpSpPr>
            <p:cNvPr id="256" name="그룹 255"/>
            <p:cNvGrpSpPr/>
            <p:nvPr/>
          </p:nvGrpSpPr>
          <p:grpSpPr>
            <a:xfrm>
              <a:off x="4948808" y="1579923"/>
              <a:ext cx="3761110" cy="166729"/>
              <a:chOff x="5665911" y="1579923"/>
              <a:chExt cx="3761110" cy="166729"/>
            </a:xfrm>
          </p:grpSpPr>
          <p:pic>
            <p:nvPicPr>
              <p:cNvPr id="25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0"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5665911" y="1583291"/>
                <a:ext cx="648000" cy="162000"/>
                <a:chOff x="4953000" y="2780928"/>
                <a:chExt cx="648000" cy="162000"/>
              </a:xfrm>
            </p:grpSpPr>
            <p:sp>
              <p:nvSpPr>
                <p:cNvPr id="264" name="모서리가 둥근 직사각형 263"/>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65"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3" name="모서리가 둥근 직사각형 262"/>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57" name="타원 256"/>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218" name="모서리가 둥근 직사각형 217"/>
          <p:cNvSpPr/>
          <p:nvPr/>
        </p:nvSpPr>
        <p:spPr>
          <a:xfrm>
            <a:off x="8483588" y="3032976"/>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9" name="그룹 308"/>
          <p:cNvGrpSpPr/>
          <p:nvPr/>
        </p:nvGrpSpPr>
        <p:grpSpPr>
          <a:xfrm>
            <a:off x="2026351" y="3283468"/>
            <a:ext cx="4339950" cy="217540"/>
            <a:chOff x="2939213" y="3283468"/>
            <a:chExt cx="4339950" cy="217540"/>
          </a:xfrm>
        </p:grpSpPr>
        <p:sp>
          <p:nvSpPr>
            <p:cNvPr id="311" name="직사각형 310"/>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검색어</a:t>
              </a:r>
              <a:endParaRPr lang="ko-KR" altLang="en-US" sz="800" dirty="0">
                <a:solidFill>
                  <a:srgbClr val="FF0000"/>
                </a:solidFill>
                <a:latin typeface="+mn-ea"/>
                <a:ea typeface="+mn-ea"/>
              </a:endParaRPr>
            </a:p>
          </p:txBody>
        </p:sp>
        <p:sp>
          <p:nvSpPr>
            <p:cNvPr id="314" name="Rectangle 122"/>
            <p:cNvSpPr>
              <a:spLocks noChangeArrowheads="1"/>
            </p:cNvSpPr>
            <p:nvPr/>
          </p:nvSpPr>
          <p:spPr bwMode="auto">
            <a:xfrm>
              <a:off x="3859163" y="3283468"/>
              <a:ext cx="34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작성자</a:t>
              </a:r>
              <a:r>
                <a:rPr lang="en-US" altLang="ko-KR" sz="800" kern="0" dirty="0" smtClean="0">
                  <a:solidFill>
                    <a:schemeClr val="tx1">
                      <a:lumMod val="50000"/>
                      <a:lumOff val="50000"/>
                    </a:schemeClr>
                  </a:solidFill>
                  <a:latin typeface="+mn-ea"/>
                  <a:ea typeface="+mn-ea"/>
                </a:rPr>
                <a:t>/</a:t>
              </a: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grpSp>
      <p:sp>
        <p:nvSpPr>
          <p:cNvPr id="315" name="Rectangle 122"/>
          <p:cNvSpPr>
            <a:spLocks noChangeArrowheads="1"/>
          </p:cNvSpPr>
          <p:nvPr/>
        </p:nvSpPr>
        <p:spPr bwMode="auto">
          <a:xfrm>
            <a:off x="9050071" y="3740777"/>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16" name="직사각형 315"/>
          <p:cNvSpPr/>
          <p:nvPr/>
        </p:nvSpPr>
        <p:spPr>
          <a:xfrm>
            <a:off x="1881039" y="3717032"/>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전체공지</a:t>
            </a:r>
            <a:endParaRPr lang="ko-KR" altLang="en-US" sz="800" b="1" dirty="0">
              <a:solidFill>
                <a:srgbClr val="FF0000"/>
              </a:solidFill>
              <a:latin typeface="+mn-ea"/>
              <a:ea typeface="+mn-ea"/>
            </a:endParaRPr>
          </a:p>
        </p:txBody>
      </p:sp>
      <p:sp>
        <p:nvSpPr>
          <p:cNvPr id="322" name="직사각형 321"/>
          <p:cNvSpPr/>
          <p:nvPr/>
        </p:nvSpPr>
        <p:spPr>
          <a:xfrm>
            <a:off x="2432720" y="3717955"/>
            <a:ext cx="94128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aphicFrame>
        <p:nvGraphicFramePr>
          <p:cNvPr id="478" name="Group 37"/>
          <p:cNvGraphicFramePr>
            <a:graphicFrameLocks noGrp="1"/>
          </p:cNvGraphicFramePr>
          <p:nvPr>
            <p:extLst>
              <p:ext uri="{D42A27DB-BD31-4B8C-83A1-F6EECF244321}">
                <p14:modId xmlns:p14="http://schemas.microsoft.com/office/powerpoint/2010/main" val="702054845"/>
              </p:ext>
            </p:extLst>
          </p:nvPr>
        </p:nvGraphicFramePr>
        <p:xfrm>
          <a:off x="1975898" y="3990786"/>
          <a:ext cx="7481696" cy="3566006"/>
        </p:xfrm>
        <a:graphic>
          <a:graphicData uri="http://schemas.openxmlformats.org/drawingml/2006/table">
            <a:tbl>
              <a:tblPr/>
              <a:tblGrid>
                <a:gridCol w="463771">
                  <a:extLst>
                    <a:ext uri="{9D8B030D-6E8A-4147-A177-3AD203B41FA5}">
                      <a16:colId xmlns="" xmlns:a16="http://schemas.microsoft.com/office/drawing/2014/main" val="20001"/>
                    </a:ext>
                  </a:extLst>
                </a:gridCol>
                <a:gridCol w="877241"/>
                <a:gridCol w="2788218"/>
                <a:gridCol w="1008112"/>
                <a:gridCol w="792088"/>
                <a:gridCol w="576064"/>
                <a:gridCol w="504056"/>
                <a:gridCol w="47214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다운</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25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32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41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62" name="그룹 161"/>
          <p:cNvGrpSpPr/>
          <p:nvPr/>
        </p:nvGrpSpPr>
        <p:grpSpPr>
          <a:xfrm>
            <a:off x="2005848" y="4169623"/>
            <a:ext cx="377026" cy="243143"/>
            <a:chOff x="2561839" y="4182988"/>
            <a:chExt cx="377026" cy="243143"/>
          </a:xfrm>
        </p:grpSpPr>
        <p:sp>
          <p:nvSpPr>
            <p:cNvPr id="163" name="직사각형 162"/>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64" name="직사각형 163"/>
            <p:cNvSpPr/>
            <p:nvPr/>
          </p:nvSpPr>
          <p:spPr>
            <a:xfrm>
              <a:off x="2561839"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고정</a:t>
              </a:r>
              <a:endParaRPr lang="en-US" altLang="ko-KR" sz="750" dirty="0">
                <a:solidFill>
                  <a:schemeClr val="bg1"/>
                </a:solidFill>
                <a:latin typeface="+mn-ea"/>
                <a:ea typeface="+mn-ea"/>
              </a:endParaRPr>
            </a:p>
          </p:txBody>
        </p:sp>
      </p:grpSp>
      <p:grpSp>
        <p:nvGrpSpPr>
          <p:cNvPr id="160" name="그룹 159"/>
          <p:cNvGrpSpPr/>
          <p:nvPr/>
        </p:nvGrpSpPr>
        <p:grpSpPr>
          <a:xfrm>
            <a:off x="2012417" y="4654629"/>
            <a:ext cx="377026" cy="243143"/>
            <a:chOff x="2571364" y="4182988"/>
            <a:chExt cx="377026" cy="243143"/>
          </a:xfrm>
        </p:grpSpPr>
        <p:sp>
          <p:nvSpPr>
            <p:cNvPr id="161" name="직사각형 160"/>
            <p:cNvSpPr/>
            <p:nvPr/>
          </p:nvSpPr>
          <p:spPr>
            <a:xfrm>
              <a:off x="2576736" y="4257112"/>
              <a:ext cx="360000" cy="144000"/>
            </a:xfrm>
            <a:prstGeom prst="rect">
              <a:avLst/>
            </a:prstGeom>
            <a:solidFill>
              <a:srgbClr val="ED801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65" name="직사각형 164"/>
            <p:cNvSpPr/>
            <p:nvPr/>
          </p:nvSpPr>
          <p:spPr>
            <a:xfrm>
              <a:off x="2571364"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중요</a:t>
              </a:r>
              <a:endParaRPr lang="en-US" altLang="ko-KR" sz="750" dirty="0">
                <a:solidFill>
                  <a:schemeClr val="bg1"/>
                </a:solidFill>
                <a:latin typeface="+mn-ea"/>
                <a:ea typeface="+mn-ea"/>
              </a:endParaRPr>
            </a:p>
          </p:txBody>
        </p:sp>
      </p:grpSp>
      <p:grpSp>
        <p:nvGrpSpPr>
          <p:cNvPr id="166" name="그룹 165"/>
          <p:cNvGrpSpPr/>
          <p:nvPr/>
        </p:nvGrpSpPr>
        <p:grpSpPr>
          <a:xfrm>
            <a:off x="2015530" y="4890246"/>
            <a:ext cx="377026" cy="243143"/>
            <a:chOff x="2571364" y="4182988"/>
            <a:chExt cx="377026" cy="243143"/>
          </a:xfrm>
        </p:grpSpPr>
        <p:sp>
          <p:nvSpPr>
            <p:cNvPr id="167" name="직사각형 166"/>
            <p:cNvSpPr/>
            <p:nvPr/>
          </p:nvSpPr>
          <p:spPr>
            <a:xfrm>
              <a:off x="2576736" y="4257112"/>
              <a:ext cx="360000" cy="144000"/>
            </a:xfrm>
            <a:prstGeom prst="rect">
              <a:avLst/>
            </a:prstGeom>
            <a:solidFill>
              <a:srgbClr val="ED801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68" name="직사각형 167"/>
            <p:cNvSpPr/>
            <p:nvPr/>
          </p:nvSpPr>
          <p:spPr>
            <a:xfrm>
              <a:off x="2571364"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중요</a:t>
              </a:r>
              <a:endParaRPr lang="en-US" altLang="ko-KR" sz="750" dirty="0">
                <a:solidFill>
                  <a:schemeClr val="bg1"/>
                </a:solidFill>
                <a:latin typeface="+mn-ea"/>
                <a:ea typeface="+mn-ea"/>
              </a:endParaRPr>
            </a:p>
          </p:txBody>
        </p:sp>
      </p:grpSp>
      <p:grpSp>
        <p:nvGrpSpPr>
          <p:cNvPr id="170" name="그룹 169"/>
          <p:cNvGrpSpPr/>
          <p:nvPr/>
        </p:nvGrpSpPr>
        <p:grpSpPr>
          <a:xfrm>
            <a:off x="2010662" y="4414765"/>
            <a:ext cx="377026" cy="243143"/>
            <a:chOff x="2561839" y="4182988"/>
            <a:chExt cx="377026" cy="243143"/>
          </a:xfrm>
        </p:grpSpPr>
        <p:sp>
          <p:nvSpPr>
            <p:cNvPr id="172" name="직사각형 171"/>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73" name="직사각형 172"/>
            <p:cNvSpPr/>
            <p:nvPr/>
          </p:nvSpPr>
          <p:spPr>
            <a:xfrm>
              <a:off x="2561839"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고정</a:t>
              </a:r>
              <a:endParaRPr lang="en-US" altLang="ko-KR" sz="750" dirty="0">
                <a:solidFill>
                  <a:schemeClr val="bg1"/>
                </a:solidFill>
                <a:latin typeface="+mn-ea"/>
                <a:ea typeface="+mn-ea"/>
              </a:endParaRPr>
            </a:p>
          </p:txBody>
        </p:sp>
      </p:grpSp>
      <p:grpSp>
        <p:nvGrpSpPr>
          <p:cNvPr id="313" name="그룹 74"/>
          <p:cNvGrpSpPr>
            <a:grpSpLocks/>
          </p:cNvGrpSpPr>
          <p:nvPr/>
        </p:nvGrpSpPr>
        <p:grpSpPr bwMode="auto">
          <a:xfrm>
            <a:off x="4858228" y="7644144"/>
            <a:ext cx="1678948" cy="215444"/>
            <a:chOff x="5843761" y="3953547"/>
            <a:chExt cx="1769478" cy="256728"/>
          </a:xfrm>
        </p:grpSpPr>
        <p:sp>
          <p:nvSpPr>
            <p:cNvPr id="31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321" name="그룹 86"/>
            <p:cNvGrpSpPr>
              <a:grpSpLocks/>
            </p:cNvGrpSpPr>
            <p:nvPr/>
          </p:nvGrpSpPr>
          <p:grpSpPr bwMode="auto">
            <a:xfrm>
              <a:off x="5889794" y="3953547"/>
              <a:ext cx="1723445" cy="256728"/>
              <a:chOff x="5889794" y="3953547"/>
              <a:chExt cx="1723445" cy="256728"/>
            </a:xfrm>
          </p:grpSpPr>
          <p:sp>
            <p:nvSpPr>
              <p:cNvPr id="3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3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414"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69024" y="4259551"/>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152821" y="4238806"/>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149655" y="448645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6"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151680" y="496307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158039" y="5210730"/>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163372" y="592661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163372" y="6891297"/>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30"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49974" y="5220038"/>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7" name="그룹 176"/>
          <p:cNvGrpSpPr/>
          <p:nvPr/>
        </p:nvGrpSpPr>
        <p:grpSpPr>
          <a:xfrm>
            <a:off x="3296816" y="4062214"/>
            <a:ext cx="234360" cy="200055"/>
            <a:chOff x="1152270" y="11706839"/>
            <a:chExt cx="234360" cy="200055"/>
          </a:xfrm>
        </p:grpSpPr>
        <p:sp>
          <p:nvSpPr>
            <p:cNvPr id="178" name="모서리가 둥근 직사각형 17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9" name="직사각형 17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74" name="그룹 173"/>
          <p:cNvGrpSpPr/>
          <p:nvPr/>
        </p:nvGrpSpPr>
        <p:grpSpPr>
          <a:xfrm>
            <a:off x="1972097" y="2358429"/>
            <a:ext cx="7488000" cy="216000"/>
            <a:chOff x="559370" y="2267347"/>
            <a:chExt cx="7488000" cy="216000"/>
          </a:xfrm>
        </p:grpSpPr>
        <p:sp>
          <p:nvSpPr>
            <p:cNvPr id="175" name="직사각형 174"/>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76" name="그룹 175"/>
            <p:cNvGrpSpPr/>
            <p:nvPr/>
          </p:nvGrpSpPr>
          <p:grpSpPr>
            <a:xfrm>
              <a:off x="596648" y="2286397"/>
              <a:ext cx="1800000" cy="180000"/>
              <a:chOff x="524640" y="2276872"/>
              <a:chExt cx="1800000" cy="180000"/>
            </a:xfrm>
          </p:grpSpPr>
          <p:sp>
            <p:nvSpPr>
              <p:cNvPr id="180" name="모서리가 둥근 직사각형 179"/>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전체공지사항 </a:t>
                </a:r>
                <a:endParaRPr kumimoji="1" lang="ko-KR" altLang="en-US" sz="900" dirty="0">
                  <a:solidFill>
                    <a:schemeClr val="tx1">
                      <a:lumMod val="75000"/>
                      <a:lumOff val="25000"/>
                    </a:schemeClr>
                  </a:solidFill>
                  <a:latin typeface="+mn-ea"/>
                  <a:ea typeface="+mn-ea"/>
                  <a:cs typeface="Calibri" pitchFamily="34" charset="0"/>
                </a:endParaRPr>
              </a:p>
            </p:txBody>
          </p:sp>
          <p:pic>
            <p:nvPicPr>
              <p:cNvPr id="181"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93" name="그룹 192"/>
          <p:cNvGrpSpPr/>
          <p:nvPr/>
        </p:nvGrpSpPr>
        <p:grpSpPr>
          <a:xfrm>
            <a:off x="2029247" y="3007057"/>
            <a:ext cx="2385854" cy="215444"/>
            <a:chOff x="2029247" y="3007057"/>
            <a:chExt cx="2385854" cy="215444"/>
          </a:xfrm>
        </p:grpSpPr>
        <p:sp>
          <p:nvSpPr>
            <p:cNvPr id="224" name="직사각형 223"/>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기관</a:t>
              </a:r>
              <a:endParaRPr lang="ko-KR" altLang="en-US" sz="800" dirty="0">
                <a:solidFill>
                  <a:srgbClr val="FF0000"/>
                </a:solidFill>
                <a:latin typeface="+mn-ea"/>
                <a:ea typeface="+mn-ea"/>
              </a:endParaRPr>
            </a:p>
          </p:txBody>
        </p:sp>
        <p:sp>
          <p:nvSpPr>
            <p:cNvPr id="228" name="Rectangle 122"/>
            <p:cNvSpPr>
              <a:spLocks noChangeArrowheads="1"/>
            </p:cNvSpPr>
            <p:nvPr/>
          </p:nvSpPr>
          <p:spPr bwMode="auto">
            <a:xfrm>
              <a:off x="2946301" y="3023451"/>
              <a:ext cx="1468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8" name="직사각형 237"/>
          <p:cNvSpPr/>
          <p:nvPr/>
        </p:nvSpPr>
        <p:spPr>
          <a:xfrm>
            <a:off x="1969327" y="2675010"/>
            <a:ext cx="7477200" cy="893813"/>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223" name="그룹 222"/>
          <p:cNvGrpSpPr/>
          <p:nvPr/>
        </p:nvGrpSpPr>
        <p:grpSpPr>
          <a:xfrm>
            <a:off x="2019008" y="2742828"/>
            <a:ext cx="2972092" cy="215444"/>
            <a:chOff x="2019008" y="2742828"/>
            <a:chExt cx="2972092" cy="215444"/>
          </a:xfrm>
        </p:grpSpPr>
        <p:sp>
          <p:nvSpPr>
            <p:cNvPr id="231" name="직사각형 230"/>
            <p:cNvSpPr/>
            <p:nvPr/>
          </p:nvSpPr>
          <p:spPr>
            <a:xfrm>
              <a:off x="2019008"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조회기간</a:t>
              </a:r>
              <a:endParaRPr lang="ko-KR" altLang="en-US" sz="800" dirty="0">
                <a:solidFill>
                  <a:srgbClr val="FF0000"/>
                </a:solidFill>
                <a:latin typeface="+mn-ea"/>
                <a:ea typeface="+mn-ea"/>
              </a:endParaRPr>
            </a:p>
          </p:txBody>
        </p:sp>
        <p:grpSp>
          <p:nvGrpSpPr>
            <p:cNvPr id="240" name="그룹 239"/>
            <p:cNvGrpSpPr/>
            <p:nvPr/>
          </p:nvGrpSpPr>
          <p:grpSpPr>
            <a:xfrm>
              <a:off x="2943285" y="2761878"/>
              <a:ext cx="2047815" cy="151184"/>
              <a:chOff x="717361" y="5974315"/>
              <a:chExt cx="2158410" cy="166687"/>
            </a:xfrm>
          </p:grpSpPr>
          <p:sp>
            <p:nvSpPr>
              <p:cNvPr id="241" name="Rectangle 251"/>
              <p:cNvSpPr>
                <a:spLocks noChangeArrowheads="1"/>
              </p:cNvSpPr>
              <p:nvPr/>
            </p:nvSpPr>
            <p:spPr bwMode="auto">
              <a:xfrm>
                <a:off x="717361" y="5974315"/>
                <a:ext cx="792163" cy="166687"/>
              </a:xfrm>
              <a:prstGeom prst="rect">
                <a:avLst/>
              </a:prstGeom>
              <a:solidFill>
                <a:schemeClr val="bg1"/>
              </a:solidFill>
              <a:ln w="9525" algn="ctr">
                <a:solidFill>
                  <a:srgbClr val="B2B2B2"/>
                </a:solidFill>
                <a:miter lim="800000"/>
                <a:headEnd/>
                <a:tailEnd/>
              </a:ln>
            </p:spPr>
            <p:txBody>
              <a:bodyPr wrap="none" lIns="33231" tIns="33231" rIns="33231" bIns="33231" anchor="ctr"/>
              <a:lstStyle/>
              <a:p>
                <a:pPr>
                  <a:defRPr/>
                </a:pPr>
                <a:endParaRPr lang="en-US" altLang="ko-KR" sz="700" dirty="0">
                  <a:latin typeface="+mn-ea"/>
                  <a:ea typeface="+mn-ea"/>
                </a:endParaRPr>
              </a:p>
            </p:txBody>
          </p:sp>
          <p:sp>
            <p:nvSpPr>
              <p:cNvPr id="244" name="Text Box 254"/>
              <p:cNvSpPr txBox="1">
                <a:spLocks noChangeArrowheads="1"/>
              </p:cNvSpPr>
              <p:nvPr/>
            </p:nvSpPr>
            <p:spPr bwMode="auto">
              <a:xfrm>
                <a:off x="1724336" y="5991777"/>
                <a:ext cx="144462" cy="131762"/>
              </a:xfrm>
              <a:prstGeom prst="rect">
                <a:avLst/>
              </a:prstGeom>
              <a:noFill/>
              <a:ln w="9525" algn="ctr">
                <a:noFill/>
                <a:miter lim="800000"/>
                <a:headEnd/>
                <a:tailEnd/>
              </a:ln>
            </p:spPr>
            <p:txBody>
              <a:bodyPr wrap="none" lIns="0" tIns="0" rIns="0" bIns="0" anchor="ctr"/>
              <a:lstStyle/>
              <a:p>
                <a:pPr algn="ctr">
                  <a:defRPr/>
                </a:pPr>
                <a:r>
                  <a:rPr lang="en-US" altLang="ko-KR" sz="700" dirty="0">
                    <a:latin typeface="+mn-ea"/>
                    <a:ea typeface="+mn-ea"/>
                  </a:rPr>
                  <a:t>~</a:t>
                </a:r>
              </a:p>
            </p:txBody>
          </p:sp>
          <p:sp>
            <p:nvSpPr>
              <p:cNvPr id="246" name="Rectangle 251"/>
              <p:cNvSpPr>
                <a:spLocks noChangeArrowheads="1"/>
              </p:cNvSpPr>
              <p:nvPr/>
            </p:nvSpPr>
            <p:spPr bwMode="auto">
              <a:xfrm>
                <a:off x="1897420" y="5974315"/>
                <a:ext cx="792162" cy="166687"/>
              </a:xfrm>
              <a:prstGeom prst="rect">
                <a:avLst/>
              </a:prstGeom>
              <a:solidFill>
                <a:schemeClr val="bg1"/>
              </a:solidFill>
              <a:ln w="9525" algn="ctr">
                <a:solidFill>
                  <a:srgbClr val="B2B2B2"/>
                </a:solidFill>
                <a:miter lim="800000"/>
                <a:headEnd/>
                <a:tailEnd/>
              </a:ln>
            </p:spPr>
            <p:txBody>
              <a:bodyPr wrap="none" lIns="33231" tIns="33231" rIns="33231" bIns="33231" anchor="ctr"/>
              <a:lstStyle/>
              <a:p>
                <a:pPr>
                  <a:defRPr/>
                </a:pPr>
                <a:endParaRPr lang="en-US" altLang="ko-KR" sz="700" dirty="0">
                  <a:latin typeface="+mn-ea"/>
                  <a:ea typeface="+mn-ea"/>
                </a:endParaRPr>
              </a:p>
            </p:txBody>
          </p:sp>
          <p:grpSp>
            <p:nvGrpSpPr>
              <p:cNvPr id="247" name="그룹 246"/>
              <p:cNvGrpSpPr/>
              <p:nvPr/>
            </p:nvGrpSpPr>
            <p:grpSpPr>
              <a:xfrm>
                <a:off x="1538146" y="5982831"/>
                <a:ext cx="157568" cy="157568"/>
                <a:chOff x="3963988" y="3160713"/>
                <a:chExt cx="569913" cy="569912"/>
              </a:xfrm>
              <a:solidFill>
                <a:schemeClr val="bg1">
                  <a:lumMod val="50000"/>
                </a:schemeClr>
              </a:solidFill>
            </p:grpSpPr>
            <p:sp>
              <p:nvSpPr>
                <p:cNvPr id="293" name="Freeform 121"/>
                <p:cNvSpPr>
                  <a:spLocks noEditPoints="1"/>
                </p:cNvSpPr>
                <p:nvPr/>
              </p:nvSpPr>
              <p:spPr bwMode="auto">
                <a:xfrm>
                  <a:off x="3963988" y="3213100"/>
                  <a:ext cx="569913" cy="517525"/>
                </a:xfrm>
                <a:custGeom>
                  <a:avLst/>
                  <a:gdLst>
                    <a:gd name="T0" fmla="*/ 176 w 194"/>
                    <a:gd name="T1" fmla="*/ 0 h 176"/>
                    <a:gd name="T2" fmla="*/ 18 w 194"/>
                    <a:gd name="T3" fmla="*/ 0 h 176"/>
                    <a:gd name="T4" fmla="*/ 0 w 194"/>
                    <a:gd name="T5" fmla="*/ 18 h 176"/>
                    <a:gd name="T6" fmla="*/ 0 w 194"/>
                    <a:gd name="T7" fmla="*/ 158 h 176"/>
                    <a:gd name="T8" fmla="*/ 18 w 194"/>
                    <a:gd name="T9" fmla="*/ 176 h 176"/>
                    <a:gd name="T10" fmla="*/ 176 w 194"/>
                    <a:gd name="T11" fmla="*/ 176 h 176"/>
                    <a:gd name="T12" fmla="*/ 194 w 194"/>
                    <a:gd name="T13" fmla="*/ 158 h 176"/>
                    <a:gd name="T14" fmla="*/ 194 w 194"/>
                    <a:gd name="T15" fmla="*/ 18 h 176"/>
                    <a:gd name="T16" fmla="*/ 176 w 194"/>
                    <a:gd name="T17" fmla="*/ 0 h 176"/>
                    <a:gd name="T18" fmla="*/ 172 w 194"/>
                    <a:gd name="T19" fmla="*/ 150 h 176"/>
                    <a:gd name="T20" fmla="*/ 168 w 194"/>
                    <a:gd name="T21" fmla="*/ 154 h 176"/>
                    <a:gd name="T22" fmla="*/ 26 w 194"/>
                    <a:gd name="T23" fmla="*/ 154 h 176"/>
                    <a:gd name="T24" fmla="*/ 22 w 194"/>
                    <a:gd name="T25" fmla="*/ 150 h 176"/>
                    <a:gd name="T26" fmla="*/ 22 w 194"/>
                    <a:gd name="T27" fmla="*/ 52 h 176"/>
                    <a:gd name="T28" fmla="*/ 26 w 194"/>
                    <a:gd name="T29" fmla="*/ 48 h 176"/>
                    <a:gd name="T30" fmla="*/ 168 w 194"/>
                    <a:gd name="T31" fmla="*/ 48 h 176"/>
                    <a:gd name="T32" fmla="*/ 172 w 194"/>
                    <a:gd name="T33" fmla="*/ 52 h 176"/>
                    <a:gd name="T34" fmla="*/ 172 w 194"/>
                    <a:gd name="T35" fmla="*/ 15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4" h="176">
                      <a:moveTo>
                        <a:pt x="176" y="0"/>
                      </a:moveTo>
                      <a:cubicBezTo>
                        <a:pt x="18" y="0"/>
                        <a:pt x="18" y="0"/>
                        <a:pt x="18" y="0"/>
                      </a:cubicBezTo>
                      <a:cubicBezTo>
                        <a:pt x="8" y="0"/>
                        <a:pt x="0" y="8"/>
                        <a:pt x="0" y="18"/>
                      </a:cubicBezTo>
                      <a:cubicBezTo>
                        <a:pt x="0" y="158"/>
                        <a:pt x="0" y="158"/>
                        <a:pt x="0" y="158"/>
                      </a:cubicBezTo>
                      <a:cubicBezTo>
                        <a:pt x="0" y="168"/>
                        <a:pt x="8" y="176"/>
                        <a:pt x="18" y="176"/>
                      </a:cubicBezTo>
                      <a:cubicBezTo>
                        <a:pt x="176" y="176"/>
                        <a:pt x="176" y="176"/>
                        <a:pt x="176" y="176"/>
                      </a:cubicBezTo>
                      <a:cubicBezTo>
                        <a:pt x="186" y="176"/>
                        <a:pt x="194" y="168"/>
                        <a:pt x="194" y="158"/>
                      </a:cubicBezTo>
                      <a:cubicBezTo>
                        <a:pt x="194" y="18"/>
                        <a:pt x="194" y="18"/>
                        <a:pt x="194" y="18"/>
                      </a:cubicBezTo>
                      <a:cubicBezTo>
                        <a:pt x="194" y="8"/>
                        <a:pt x="186" y="0"/>
                        <a:pt x="176" y="0"/>
                      </a:cubicBezTo>
                      <a:close/>
                      <a:moveTo>
                        <a:pt x="172" y="150"/>
                      </a:moveTo>
                      <a:cubicBezTo>
                        <a:pt x="172" y="152"/>
                        <a:pt x="170" y="154"/>
                        <a:pt x="168" y="154"/>
                      </a:cubicBezTo>
                      <a:cubicBezTo>
                        <a:pt x="26" y="154"/>
                        <a:pt x="26" y="154"/>
                        <a:pt x="26" y="154"/>
                      </a:cubicBezTo>
                      <a:cubicBezTo>
                        <a:pt x="24" y="154"/>
                        <a:pt x="22" y="152"/>
                        <a:pt x="22" y="150"/>
                      </a:cubicBezTo>
                      <a:cubicBezTo>
                        <a:pt x="22" y="52"/>
                        <a:pt x="22" y="52"/>
                        <a:pt x="22" y="52"/>
                      </a:cubicBezTo>
                      <a:cubicBezTo>
                        <a:pt x="22" y="50"/>
                        <a:pt x="24" y="48"/>
                        <a:pt x="26" y="48"/>
                      </a:cubicBezTo>
                      <a:cubicBezTo>
                        <a:pt x="168" y="48"/>
                        <a:pt x="168" y="48"/>
                        <a:pt x="168" y="48"/>
                      </a:cubicBezTo>
                      <a:cubicBezTo>
                        <a:pt x="170" y="48"/>
                        <a:pt x="172" y="50"/>
                        <a:pt x="172" y="52"/>
                      </a:cubicBezTo>
                      <a:lnTo>
                        <a:pt x="172"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4" name="Freeform 122"/>
                <p:cNvSpPr>
                  <a:spLocks/>
                </p:cNvSpPr>
                <p:nvPr/>
              </p:nvSpPr>
              <p:spPr bwMode="auto">
                <a:xfrm>
                  <a:off x="4067176" y="3160713"/>
                  <a:ext cx="23813"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7" y="0"/>
                        <a:pt x="8" y="2"/>
                        <a:pt x="8" y="4"/>
                      </a:cubicBezTo>
                      <a:cubicBezTo>
                        <a:pt x="8" y="32"/>
                        <a:pt x="8" y="32"/>
                        <a:pt x="8" y="32"/>
                      </a:cubicBezTo>
                      <a:cubicBezTo>
                        <a:pt x="8" y="34"/>
                        <a:pt x="7"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5" name="Freeform 123"/>
                <p:cNvSpPr>
                  <a:spLocks/>
                </p:cNvSpPr>
                <p:nvPr/>
              </p:nvSpPr>
              <p:spPr bwMode="auto">
                <a:xfrm>
                  <a:off x="4152901" y="3160713"/>
                  <a:ext cx="22225"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6" name="Freeform 124"/>
                <p:cNvSpPr>
                  <a:spLocks/>
                </p:cNvSpPr>
                <p:nvPr/>
              </p:nvSpPr>
              <p:spPr bwMode="auto">
                <a:xfrm>
                  <a:off x="4237038" y="3160713"/>
                  <a:ext cx="23813"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1" y="36"/>
                        <a:pt x="0" y="34"/>
                        <a:pt x="0" y="32"/>
                      </a:cubicBezTo>
                      <a:cubicBezTo>
                        <a:pt x="0" y="4"/>
                        <a:pt x="0" y="4"/>
                        <a:pt x="0" y="4"/>
                      </a:cubicBezTo>
                      <a:cubicBezTo>
                        <a:pt x="0" y="2"/>
                        <a:pt x="1"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7" name="Freeform 125"/>
                <p:cNvSpPr>
                  <a:spLocks/>
                </p:cNvSpPr>
                <p:nvPr/>
              </p:nvSpPr>
              <p:spPr bwMode="auto">
                <a:xfrm>
                  <a:off x="4319588" y="3160713"/>
                  <a:ext cx="23813"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7" y="0"/>
                        <a:pt x="8" y="2"/>
                        <a:pt x="8" y="4"/>
                      </a:cubicBezTo>
                      <a:cubicBezTo>
                        <a:pt x="8" y="32"/>
                        <a:pt x="8" y="32"/>
                        <a:pt x="8" y="32"/>
                      </a:cubicBezTo>
                      <a:cubicBezTo>
                        <a:pt x="8" y="34"/>
                        <a:pt x="7"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8" name="Freeform 126"/>
                <p:cNvSpPr>
                  <a:spLocks/>
                </p:cNvSpPr>
                <p:nvPr/>
              </p:nvSpPr>
              <p:spPr bwMode="auto">
                <a:xfrm>
                  <a:off x="4405313" y="3160713"/>
                  <a:ext cx="22225"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9" name="Freeform 127"/>
                <p:cNvSpPr>
                  <a:spLocks/>
                </p:cNvSpPr>
                <p:nvPr/>
              </p:nvSpPr>
              <p:spPr bwMode="auto">
                <a:xfrm>
                  <a:off x="4102101" y="3430588"/>
                  <a:ext cx="61913" cy="23813"/>
                </a:xfrm>
                <a:custGeom>
                  <a:avLst/>
                  <a:gdLst>
                    <a:gd name="T0" fmla="*/ 17 w 21"/>
                    <a:gd name="T1" fmla="*/ 8 h 8"/>
                    <a:gd name="T2" fmla="*/ 4 w 21"/>
                    <a:gd name="T3" fmla="*/ 8 h 8"/>
                    <a:gd name="T4" fmla="*/ 0 w 21"/>
                    <a:gd name="T5" fmla="*/ 4 h 8"/>
                    <a:gd name="T6" fmla="*/ 4 w 21"/>
                    <a:gd name="T7" fmla="*/ 0 h 8"/>
                    <a:gd name="T8" fmla="*/ 17 w 21"/>
                    <a:gd name="T9" fmla="*/ 0 h 8"/>
                    <a:gd name="T10" fmla="*/ 21 w 21"/>
                    <a:gd name="T11" fmla="*/ 4 h 8"/>
                    <a:gd name="T12" fmla="*/ 17 w 2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7" y="8"/>
                      </a:moveTo>
                      <a:cubicBezTo>
                        <a:pt x="4" y="8"/>
                        <a:pt x="4" y="8"/>
                        <a:pt x="4" y="8"/>
                      </a:cubicBezTo>
                      <a:cubicBezTo>
                        <a:pt x="2" y="8"/>
                        <a:pt x="0" y="6"/>
                        <a:pt x="0" y="4"/>
                      </a:cubicBezTo>
                      <a:cubicBezTo>
                        <a:pt x="0" y="2"/>
                        <a:pt x="2" y="0"/>
                        <a:pt x="4" y="0"/>
                      </a:cubicBezTo>
                      <a:cubicBezTo>
                        <a:pt x="17" y="0"/>
                        <a:pt x="17" y="0"/>
                        <a:pt x="17" y="0"/>
                      </a:cubicBezTo>
                      <a:cubicBezTo>
                        <a:pt x="19" y="0"/>
                        <a:pt x="21" y="2"/>
                        <a:pt x="21" y="4"/>
                      </a:cubicBezTo>
                      <a:cubicBezTo>
                        <a:pt x="21" y="6"/>
                        <a:pt x="19" y="8"/>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0" name="Freeform 128"/>
                <p:cNvSpPr>
                  <a:spLocks/>
                </p:cNvSpPr>
                <p:nvPr/>
              </p:nvSpPr>
              <p:spPr bwMode="auto">
                <a:xfrm>
                  <a:off x="4219576" y="3430588"/>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2" y="8"/>
                        <a:pt x="0" y="6"/>
                        <a:pt x="0" y="4"/>
                      </a:cubicBezTo>
                      <a:cubicBezTo>
                        <a:pt x="0" y="2"/>
                        <a:pt x="2" y="0"/>
                        <a:pt x="4" y="0"/>
                      </a:cubicBezTo>
                      <a:cubicBezTo>
                        <a:pt x="16" y="0"/>
                        <a:pt x="16" y="0"/>
                        <a:pt x="16" y="0"/>
                      </a:cubicBezTo>
                      <a:cubicBezTo>
                        <a:pt x="19" y="0"/>
                        <a:pt x="20" y="2"/>
                        <a:pt x="20" y="4"/>
                      </a:cubicBezTo>
                      <a:cubicBezTo>
                        <a:pt x="20" y="6"/>
                        <a:pt x="19"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1" name="Freeform 129"/>
                <p:cNvSpPr>
                  <a:spLocks/>
                </p:cNvSpPr>
                <p:nvPr/>
              </p:nvSpPr>
              <p:spPr bwMode="auto">
                <a:xfrm>
                  <a:off x="4337051" y="3430588"/>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1" y="8"/>
                        <a:pt x="0" y="6"/>
                        <a:pt x="0" y="4"/>
                      </a:cubicBezTo>
                      <a:cubicBezTo>
                        <a:pt x="0" y="2"/>
                        <a:pt x="1" y="0"/>
                        <a:pt x="4" y="0"/>
                      </a:cubicBezTo>
                      <a:cubicBezTo>
                        <a:pt x="16" y="0"/>
                        <a:pt x="16" y="0"/>
                        <a:pt x="16" y="0"/>
                      </a:cubicBezTo>
                      <a:cubicBezTo>
                        <a:pt x="18" y="0"/>
                        <a:pt x="20" y="2"/>
                        <a:pt x="20" y="4"/>
                      </a:cubicBezTo>
                      <a:cubicBezTo>
                        <a:pt x="20" y="6"/>
                        <a:pt x="18"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2" name="Freeform 130"/>
                <p:cNvSpPr>
                  <a:spLocks/>
                </p:cNvSpPr>
                <p:nvPr/>
              </p:nvSpPr>
              <p:spPr bwMode="auto">
                <a:xfrm>
                  <a:off x="4102101" y="3498850"/>
                  <a:ext cx="61913" cy="22225"/>
                </a:xfrm>
                <a:custGeom>
                  <a:avLst/>
                  <a:gdLst>
                    <a:gd name="T0" fmla="*/ 17 w 21"/>
                    <a:gd name="T1" fmla="*/ 8 h 8"/>
                    <a:gd name="T2" fmla="*/ 4 w 21"/>
                    <a:gd name="T3" fmla="*/ 8 h 8"/>
                    <a:gd name="T4" fmla="*/ 0 w 21"/>
                    <a:gd name="T5" fmla="*/ 4 h 8"/>
                    <a:gd name="T6" fmla="*/ 4 w 21"/>
                    <a:gd name="T7" fmla="*/ 0 h 8"/>
                    <a:gd name="T8" fmla="*/ 17 w 21"/>
                    <a:gd name="T9" fmla="*/ 0 h 8"/>
                    <a:gd name="T10" fmla="*/ 21 w 21"/>
                    <a:gd name="T11" fmla="*/ 4 h 8"/>
                    <a:gd name="T12" fmla="*/ 17 w 2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7" y="8"/>
                      </a:moveTo>
                      <a:cubicBezTo>
                        <a:pt x="4" y="8"/>
                        <a:pt x="4" y="8"/>
                        <a:pt x="4" y="8"/>
                      </a:cubicBezTo>
                      <a:cubicBezTo>
                        <a:pt x="2" y="8"/>
                        <a:pt x="0" y="6"/>
                        <a:pt x="0" y="4"/>
                      </a:cubicBezTo>
                      <a:cubicBezTo>
                        <a:pt x="0" y="2"/>
                        <a:pt x="2" y="0"/>
                        <a:pt x="4" y="0"/>
                      </a:cubicBezTo>
                      <a:cubicBezTo>
                        <a:pt x="17" y="0"/>
                        <a:pt x="17" y="0"/>
                        <a:pt x="17" y="0"/>
                      </a:cubicBezTo>
                      <a:cubicBezTo>
                        <a:pt x="19" y="0"/>
                        <a:pt x="21" y="2"/>
                        <a:pt x="21" y="4"/>
                      </a:cubicBezTo>
                      <a:cubicBezTo>
                        <a:pt x="21" y="6"/>
                        <a:pt x="19" y="8"/>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3" name="Freeform 131"/>
                <p:cNvSpPr>
                  <a:spLocks/>
                </p:cNvSpPr>
                <p:nvPr/>
              </p:nvSpPr>
              <p:spPr bwMode="auto">
                <a:xfrm>
                  <a:off x="4219576" y="3498850"/>
                  <a:ext cx="58738" cy="22225"/>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2" y="8"/>
                        <a:pt x="0" y="6"/>
                        <a:pt x="0" y="4"/>
                      </a:cubicBezTo>
                      <a:cubicBezTo>
                        <a:pt x="0" y="2"/>
                        <a:pt x="2" y="0"/>
                        <a:pt x="4" y="0"/>
                      </a:cubicBezTo>
                      <a:cubicBezTo>
                        <a:pt x="16" y="0"/>
                        <a:pt x="16" y="0"/>
                        <a:pt x="16" y="0"/>
                      </a:cubicBezTo>
                      <a:cubicBezTo>
                        <a:pt x="19" y="0"/>
                        <a:pt x="20" y="2"/>
                        <a:pt x="20" y="4"/>
                      </a:cubicBezTo>
                      <a:cubicBezTo>
                        <a:pt x="20" y="6"/>
                        <a:pt x="19"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4" name="Freeform 132"/>
                <p:cNvSpPr>
                  <a:spLocks/>
                </p:cNvSpPr>
                <p:nvPr/>
              </p:nvSpPr>
              <p:spPr bwMode="auto">
                <a:xfrm>
                  <a:off x="4337051" y="3498850"/>
                  <a:ext cx="58738" cy="22225"/>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1" y="8"/>
                        <a:pt x="0" y="6"/>
                        <a:pt x="0" y="4"/>
                      </a:cubicBezTo>
                      <a:cubicBezTo>
                        <a:pt x="0" y="2"/>
                        <a:pt x="1" y="0"/>
                        <a:pt x="4" y="0"/>
                      </a:cubicBezTo>
                      <a:cubicBezTo>
                        <a:pt x="16" y="0"/>
                        <a:pt x="16" y="0"/>
                        <a:pt x="16" y="0"/>
                      </a:cubicBezTo>
                      <a:cubicBezTo>
                        <a:pt x="18" y="0"/>
                        <a:pt x="20" y="2"/>
                        <a:pt x="20" y="4"/>
                      </a:cubicBezTo>
                      <a:cubicBezTo>
                        <a:pt x="20" y="6"/>
                        <a:pt x="18"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5" name="Freeform 133"/>
                <p:cNvSpPr>
                  <a:spLocks/>
                </p:cNvSpPr>
                <p:nvPr/>
              </p:nvSpPr>
              <p:spPr bwMode="auto">
                <a:xfrm>
                  <a:off x="4102101" y="3565525"/>
                  <a:ext cx="61913" cy="23813"/>
                </a:xfrm>
                <a:custGeom>
                  <a:avLst/>
                  <a:gdLst>
                    <a:gd name="T0" fmla="*/ 17 w 21"/>
                    <a:gd name="T1" fmla="*/ 8 h 8"/>
                    <a:gd name="T2" fmla="*/ 4 w 21"/>
                    <a:gd name="T3" fmla="*/ 8 h 8"/>
                    <a:gd name="T4" fmla="*/ 0 w 21"/>
                    <a:gd name="T5" fmla="*/ 4 h 8"/>
                    <a:gd name="T6" fmla="*/ 4 w 21"/>
                    <a:gd name="T7" fmla="*/ 0 h 8"/>
                    <a:gd name="T8" fmla="*/ 17 w 21"/>
                    <a:gd name="T9" fmla="*/ 0 h 8"/>
                    <a:gd name="T10" fmla="*/ 21 w 21"/>
                    <a:gd name="T11" fmla="*/ 4 h 8"/>
                    <a:gd name="T12" fmla="*/ 17 w 2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7" y="8"/>
                      </a:moveTo>
                      <a:cubicBezTo>
                        <a:pt x="4" y="8"/>
                        <a:pt x="4" y="8"/>
                        <a:pt x="4" y="8"/>
                      </a:cubicBezTo>
                      <a:cubicBezTo>
                        <a:pt x="2" y="8"/>
                        <a:pt x="0" y="6"/>
                        <a:pt x="0" y="4"/>
                      </a:cubicBezTo>
                      <a:cubicBezTo>
                        <a:pt x="0" y="2"/>
                        <a:pt x="2" y="0"/>
                        <a:pt x="4" y="0"/>
                      </a:cubicBezTo>
                      <a:cubicBezTo>
                        <a:pt x="17" y="0"/>
                        <a:pt x="17" y="0"/>
                        <a:pt x="17" y="0"/>
                      </a:cubicBezTo>
                      <a:cubicBezTo>
                        <a:pt x="19" y="0"/>
                        <a:pt x="21" y="2"/>
                        <a:pt x="21" y="4"/>
                      </a:cubicBezTo>
                      <a:cubicBezTo>
                        <a:pt x="21" y="6"/>
                        <a:pt x="19" y="8"/>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6" name="Freeform 134"/>
                <p:cNvSpPr>
                  <a:spLocks/>
                </p:cNvSpPr>
                <p:nvPr/>
              </p:nvSpPr>
              <p:spPr bwMode="auto">
                <a:xfrm>
                  <a:off x="4219576" y="3565525"/>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2" y="8"/>
                        <a:pt x="0" y="6"/>
                        <a:pt x="0" y="4"/>
                      </a:cubicBezTo>
                      <a:cubicBezTo>
                        <a:pt x="0" y="2"/>
                        <a:pt x="2" y="0"/>
                        <a:pt x="4" y="0"/>
                      </a:cubicBezTo>
                      <a:cubicBezTo>
                        <a:pt x="16" y="0"/>
                        <a:pt x="16" y="0"/>
                        <a:pt x="16" y="0"/>
                      </a:cubicBezTo>
                      <a:cubicBezTo>
                        <a:pt x="19" y="0"/>
                        <a:pt x="20" y="2"/>
                        <a:pt x="20" y="4"/>
                      </a:cubicBezTo>
                      <a:cubicBezTo>
                        <a:pt x="20" y="6"/>
                        <a:pt x="19"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307" name="Freeform 135"/>
                <p:cNvSpPr>
                  <a:spLocks/>
                </p:cNvSpPr>
                <p:nvPr/>
              </p:nvSpPr>
              <p:spPr bwMode="auto">
                <a:xfrm>
                  <a:off x="4337051" y="3565525"/>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1" y="8"/>
                        <a:pt x="0" y="6"/>
                        <a:pt x="0" y="4"/>
                      </a:cubicBezTo>
                      <a:cubicBezTo>
                        <a:pt x="0" y="2"/>
                        <a:pt x="1" y="0"/>
                        <a:pt x="4" y="0"/>
                      </a:cubicBezTo>
                      <a:cubicBezTo>
                        <a:pt x="16" y="0"/>
                        <a:pt x="16" y="0"/>
                        <a:pt x="16" y="0"/>
                      </a:cubicBezTo>
                      <a:cubicBezTo>
                        <a:pt x="18" y="0"/>
                        <a:pt x="20" y="2"/>
                        <a:pt x="20" y="4"/>
                      </a:cubicBezTo>
                      <a:cubicBezTo>
                        <a:pt x="20" y="6"/>
                        <a:pt x="18"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grpSp>
          <p:grpSp>
            <p:nvGrpSpPr>
              <p:cNvPr id="248" name="그룹 247"/>
              <p:cNvGrpSpPr/>
              <p:nvPr/>
            </p:nvGrpSpPr>
            <p:grpSpPr>
              <a:xfrm>
                <a:off x="2718203" y="5982831"/>
                <a:ext cx="157568" cy="157568"/>
                <a:chOff x="3963988" y="3160713"/>
                <a:chExt cx="569913" cy="569912"/>
              </a:xfrm>
              <a:solidFill>
                <a:schemeClr val="bg1">
                  <a:lumMod val="50000"/>
                </a:schemeClr>
              </a:solidFill>
            </p:grpSpPr>
            <p:sp>
              <p:nvSpPr>
                <p:cNvPr id="267" name="Freeform 121"/>
                <p:cNvSpPr>
                  <a:spLocks noEditPoints="1"/>
                </p:cNvSpPr>
                <p:nvPr/>
              </p:nvSpPr>
              <p:spPr bwMode="auto">
                <a:xfrm>
                  <a:off x="3963988" y="3213100"/>
                  <a:ext cx="569913" cy="517525"/>
                </a:xfrm>
                <a:custGeom>
                  <a:avLst/>
                  <a:gdLst>
                    <a:gd name="T0" fmla="*/ 176 w 194"/>
                    <a:gd name="T1" fmla="*/ 0 h 176"/>
                    <a:gd name="T2" fmla="*/ 18 w 194"/>
                    <a:gd name="T3" fmla="*/ 0 h 176"/>
                    <a:gd name="T4" fmla="*/ 0 w 194"/>
                    <a:gd name="T5" fmla="*/ 18 h 176"/>
                    <a:gd name="T6" fmla="*/ 0 w 194"/>
                    <a:gd name="T7" fmla="*/ 158 h 176"/>
                    <a:gd name="T8" fmla="*/ 18 w 194"/>
                    <a:gd name="T9" fmla="*/ 176 h 176"/>
                    <a:gd name="T10" fmla="*/ 176 w 194"/>
                    <a:gd name="T11" fmla="*/ 176 h 176"/>
                    <a:gd name="T12" fmla="*/ 194 w 194"/>
                    <a:gd name="T13" fmla="*/ 158 h 176"/>
                    <a:gd name="T14" fmla="*/ 194 w 194"/>
                    <a:gd name="T15" fmla="*/ 18 h 176"/>
                    <a:gd name="T16" fmla="*/ 176 w 194"/>
                    <a:gd name="T17" fmla="*/ 0 h 176"/>
                    <a:gd name="T18" fmla="*/ 172 w 194"/>
                    <a:gd name="T19" fmla="*/ 150 h 176"/>
                    <a:gd name="T20" fmla="*/ 168 w 194"/>
                    <a:gd name="T21" fmla="*/ 154 h 176"/>
                    <a:gd name="T22" fmla="*/ 26 w 194"/>
                    <a:gd name="T23" fmla="*/ 154 h 176"/>
                    <a:gd name="T24" fmla="*/ 22 w 194"/>
                    <a:gd name="T25" fmla="*/ 150 h 176"/>
                    <a:gd name="T26" fmla="*/ 22 w 194"/>
                    <a:gd name="T27" fmla="*/ 52 h 176"/>
                    <a:gd name="T28" fmla="*/ 26 w 194"/>
                    <a:gd name="T29" fmla="*/ 48 h 176"/>
                    <a:gd name="T30" fmla="*/ 168 w 194"/>
                    <a:gd name="T31" fmla="*/ 48 h 176"/>
                    <a:gd name="T32" fmla="*/ 172 w 194"/>
                    <a:gd name="T33" fmla="*/ 52 h 176"/>
                    <a:gd name="T34" fmla="*/ 172 w 194"/>
                    <a:gd name="T35" fmla="*/ 15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4" h="176">
                      <a:moveTo>
                        <a:pt x="176" y="0"/>
                      </a:moveTo>
                      <a:cubicBezTo>
                        <a:pt x="18" y="0"/>
                        <a:pt x="18" y="0"/>
                        <a:pt x="18" y="0"/>
                      </a:cubicBezTo>
                      <a:cubicBezTo>
                        <a:pt x="8" y="0"/>
                        <a:pt x="0" y="8"/>
                        <a:pt x="0" y="18"/>
                      </a:cubicBezTo>
                      <a:cubicBezTo>
                        <a:pt x="0" y="158"/>
                        <a:pt x="0" y="158"/>
                        <a:pt x="0" y="158"/>
                      </a:cubicBezTo>
                      <a:cubicBezTo>
                        <a:pt x="0" y="168"/>
                        <a:pt x="8" y="176"/>
                        <a:pt x="18" y="176"/>
                      </a:cubicBezTo>
                      <a:cubicBezTo>
                        <a:pt x="176" y="176"/>
                        <a:pt x="176" y="176"/>
                        <a:pt x="176" y="176"/>
                      </a:cubicBezTo>
                      <a:cubicBezTo>
                        <a:pt x="186" y="176"/>
                        <a:pt x="194" y="168"/>
                        <a:pt x="194" y="158"/>
                      </a:cubicBezTo>
                      <a:cubicBezTo>
                        <a:pt x="194" y="18"/>
                        <a:pt x="194" y="18"/>
                        <a:pt x="194" y="18"/>
                      </a:cubicBezTo>
                      <a:cubicBezTo>
                        <a:pt x="194" y="8"/>
                        <a:pt x="186" y="0"/>
                        <a:pt x="176" y="0"/>
                      </a:cubicBezTo>
                      <a:close/>
                      <a:moveTo>
                        <a:pt x="172" y="150"/>
                      </a:moveTo>
                      <a:cubicBezTo>
                        <a:pt x="172" y="152"/>
                        <a:pt x="170" y="154"/>
                        <a:pt x="168" y="154"/>
                      </a:cubicBezTo>
                      <a:cubicBezTo>
                        <a:pt x="26" y="154"/>
                        <a:pt x="26" y="154"/>
                        <a:pt x="26" y="154"/>
                      </a:cubicBezTo>
                      <a:cubicBezTo>
                        <a:pt x="24" y="154"/>
                        <a:pt x="22" y="152"/>
                        <a:pt x="22" y="150"/>
                      </a:cubicBezTo>
                      <a:cubicBezTo>
                        <a:pt x="22" y="52"/>
                        <a:pt x="22" y="52"/>
                        <a:pt x="22" y="52"/>
                      </a:cubicBezTo>
                      <a:cubicBezTo>
                        <a:pt x="22" y="50"/>
                        <a:pt x="24" y="48"/>
                        <a:pt x="26" y="48"/>
                      </a:cubicBezTo>
                      <a:cubicBezTo>
                        <a:pt x="168" y="48"/>
                        <a:pt x="168" y="48"/>
                        <a:pt x="168" y="48"/>
                      </a:cubicBezTo>
                      <a:cubicBezTo>
                        <a:pt x="170" y="48"/>
                        <a:pt x="172" y="50"/>
                        <a:pt x="172" y="52"/>
                      </a:cubicBezTo>
                      <a:lnTo>
                        <a:pt x="172"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68" name="Freeform 122"/>
                <p:cNvSpPr>
                  <a:spLocks/>
                </p:cNvSpPr>
                <p:nvPr/>
              </p:nvSpPr>
              <p:spPr bwMode="auto">
                <a:xfrm>
                  <a:off x="4067176" y="3160713"/>
                  <a:ext cx="23813"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7" y="0"/>
                        <a:pt x="8" y="2"/>
                        <a:pt x="8" y="4"/>
                      </a:cubicBezTo>
                      <a:cubicBezTo>
                        <a:pt x="8" y="32"/>
                        <a:pt x="8" y="32"/>
                        <a:pt x="8" y="32"/>
                      </a:cubicBezTo>
                      <a:cubicBezTo>
                        <a:pt x="8" y="34"/>
                        <a:pt x="7"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69" name="Freeform 123"/>
                <p:cNvSpPr>
                  <a:spLocks/>
                </p:cNvSpPr>
                <p:nvPr/>
              </p:nvSpPr>
              <p:spPr bwMode="auto">
                <a:xfrm>
                  <a:off x="4152901" y="3160713"/>
                  <a:ext cx="22225"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1" name="Freeform 124"/>
                <p:cNvSpPr>
                  <a:spLocks/>
                </p:cNvSpPr>
                <p:nvPr/>
              </p:nvSpPr>
              <p:spPr bwMode="auto">
                <a:xfrm>
                  <a:off x="4237038" y="3160713"/>
                  <a:ext cx="23813"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1" y="36"/>
                        <a:pt x="0" y="34"/>
                        <a:pt x="0" y="32"/>
                      </a:cubicBezTo>
                      <a:cubicBezTo>
                        <a:pt x="0" y="4"/>
                        <a:pt x="0" y="4"/>
                        <a:pt x="0" y="4"/>
                      </a:cubicBezTo>
                      <a:cubicBezTo>
                        <a:pt x="0" y="2"/>
                        <a:pt x="1"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2" name="Freeform 125"/>
                <p:cNvSpPr>
                  <a:spLocks/>
                </p:cNvSpPr>
                <p:nvPr/>
              </p:nvSpPr>
              <p:spPr bwMode="auto">
                <a:xfrm>
                  <a:off x="4319588" y="3160713"/>
                  <a:ext cx="23813"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7" y="0"/>
                        <a:pt x="8" y="2"/>
                        <a:pt x="8" y="4"/>
                      </a:cubicBezTo>
                      <a:cubicBezTo>
                        <a:pt x="8" y="32"/>
                        <a:pt x="8" y="32"/>
                        <a:pt x="8" y="32"/>
                      </a:cubicBezTo>
                      <a:cubicBezTo>
                        <a:pt x="8" y="34"/>
                        <a:pt x="7"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3" name="Freeform 126"/>
                <p:cNvSpPr>
                  <a:spLocks/>
                </p:cNvSpPr>
                <p:nvPr/>
              </p:nvSpPr>
              <p:spPr bwMode="auto">
                <a:xfrm>
                  <a:off x="4405313" y="3160713"/>
                  <a:ext cx="22225" cy="104775"/>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4" name="Freeform 127"/>
                <p:cNvSpPr>
                  <a:spLocks/>
                </p:cNvSpPr>
                <p:nvPr/>
              </p:nvSpPr>
              <p:spPr bwMode="auto">
                <a:xfrm>
                  <a:off x="4102101" y="3430588"/>
                  <a:ext cx="61913" cy="23813"/>
                </a:xfrm>
                <a:custGeom>
                  <a:avLst/>
                  <a:gdLst>
                    <a:gd name="T0" fmla="*/ 17 w 21"/>
                    <a:gd name="T1" fmla="*/ 8 h 8"/>
                    <a:gd name="T2" fmla="*/ 4 w 21"/>
                    <a:gd name="T3" fmla="*/ 8 h 8"/>
                    <a:gd name="T4" fmla="*/ 0 w 21"/>
                    <a:gd name="T5" fmla="*/ 4 h 8"/>
                    <a:gd name="T6" fmla="*/ 4 w 21"/>
                    <a:gd name="T7" fmla="*/ 0 h 8"/>
                    <a:gd name="T8" fmla="*/ 17 w 21"/>
                    <a:gd name="T9" fmla="*/ 0 h 8"/>
                    <a:gd name="T10" fmla="*/ 21 w 21"/>
                    <a:gd name="T11" fmla="*/ 4 h 8"/>
                    <a:gd name="T12" fmla="*/ 17 w 2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7" y="8"/>
                      </a:moveTo>
                      <a:cubicBezTo>
                        <a:pt x="4" y="8"/>
                        <a:pt x="4" y="8"/>
                        <a:pt x="4" y="8"/>
                      </a:cubicBezTo>
                      <a:cubicBezTo>
                        <a:pt x="2" y="8"/>
                        <a:pt x="0" y="6"/>
                        <a:pt x="0" y="4"/>
                      </a:cubicBezTo>
                      <a:cubicBezTo>
                        <a:pt x="0" y="2"/>
                        <a:pt x="2" y="0"/>
                        <a:pt x="4" y="0"/>
                      </a:cubicBezTo>
                      <a:cubicBezTo>
                        <a:pt x="17" y="0"/>
                        <a:pt x="17" y="0"/>
                        <a:pt x="17" y="0"/>
                      </a:cubicBezTo>
                      <a:cubicBezTo>
                        <a:pt x="19" y="0"/>
                        <a:pt x="21" y="2"/>
                        <a:pt x="21" y="4"/>
                      </a:cubicBezTo>
                      <a:cubicBezTo>
                        <a:pt x="21" y="6"/>
                        <a:pt x="19" y="8"/>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5" name="Freeform 128"/>
                <p:cNvSpPr>
                  <a:spLocks/>
                </p:cNvSpPr>
                <p:nvPr/>
              </p:nvSpPr>
              <p:spPr bwMode="auto">
                <a:xfrm>
                  <a:off x="4219576" y="3430588"/>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2" y="8"/>
                        <a:pt x="0" y="6"/>
                        <a:pt x="0" y="4"/>
                      </a:cubicBezTo>
                      <a:cubicBezTo>
                        <a:pt x="0" y="2"/>
                        <a:pt x="2" y="0"/>
                        <a:pt x="4" y="0"/>
                      </a:cubicBezTo>
                      <a:cubicBezTo>
                        <a:pt x="16" y="0"/>
                        <a:pt x="16" y="0"/>
                        <a:pt x="16" y="0"/>
                      </a:cubicBezTo>
                      <a:cubicBezTo>
                        <a:pt x="19" y="0"/>
                        <a:pt x="20" y="2"/>
                        <a:pt x="20" y="4"/>
                      </a:cubicBezTo>
                      <a:cubicBezTo>
                        <a:pt x="20" y="6"/>
                        <a:pt x="19"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6" name="Freeform 129"/>
                <p:cNvSpPr>
                  <a:spLocks/>
                </p:cNvSpPr>
                <p:nvPr/>
              </p:nvSpPr>
              <p:spPr bwMode="auto">
                <a:xfrm>
                  <a:off x="4337051" y="3430588"/>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1" y="8"/>
                        <a:pt x="0" y="6"/>
                        <a:pt x="0" y="4"/>
                      </a:cubicBezTo>
                      <a:cubicBezTo>
                        <a:pt x="0" y="2"/>
                        <a:pt x="1" y="0"/>
                        <a:pt x="4" y="0"/>
                      </a:cubicBezTo>
                      <a:cubicBezTo>
                        <a:pt x="16" y="0"/>
                        <a:pt x="16" y="0"/>
                        <a:pt x="16" y="0"/>
                      </a:cubicBezTo>
                      <a:cubicBezTo>
                        <a:pt x="18" y="0"/>
                        <a:pt x="20" y="2"/>
                        <a:pt x="20" y="4"/>
                      </a:cubicBezTo>
                      <a:cubicBezTo>
                        <a:pt x="20" y="6"/>
                        <a:pt x="18"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7" name="Freeform 130"/>
                <p:cNvSpPr>
                  <a:spLocks/>
                </p:cNvSpPr>
                <p:nvPr/>
              </p:nvSpPr>
              <p:spPr bwMode="auto">
                <a:xfrm>
                  <a:off x="4102101" y="3498850"/>
                  <a:ext cx="61913" cy="22225"/>
                </a:xfrm>
                <a:custGeom>
                  <a:avLst/>
                  <a:gdLst>
                    <a:gd name="T0" fmla="*/ 17 w 21"/>
                    <a:gd name="T1" fmla="*/ 8 h 8"/>
                    <a:gd name="T2" fmla="*/ 4 w 21"/>
                    <a:gd name="T3" fmla="*/ 8 h 8"/>
                    <a:gd name="T4" fmla="*/ 0 w 21"/>
                    <a:gd name="T5" fmla="*/ 4 h 8"/>
                    <a:gd name="T6" fmla="*/ 4 w 21"/>
                    <a:gd name="T7" fmla="*/ 0 h 8"/>
                    <a:gd name="T8" fmla="*/ 17 w 21"/>
                    <a:gd name="T9" fmla="*/ 0 h 8"/>
                    <a:gd name="T10" fmla="*/ 21 w 21"/>
                    <a:gd name="T11" fmla="*/ 4 h 8"/>
                    <a:gd name="T12" fmla="*/ 17 w 2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7" y="8"/>
                      </a:moveTo>
                      <a:cubicBezTo>
                        <a:pt x="4" y="8"/>
                        <a:pt x="4" y="8"/>
                        <a:pt x="4" y="8"/>
                      </a:cubicBezTo>
                      <a:cubicBezTo>
                        <a:pt x="2" y="8"/>
                        <a:pt x="0" y="6"/>
                        <a:pt x="0" y="4"/>
                      </a:cubicBezTo>
                      <a:cubicBezTo>
                        <a:pt x="0" y="2"/>
                        <a:pt x="2" y="0"/>
                        <a:pt x="4" y="0"/>
                      </a:cubicBezTo>
                      <a:cubicBezTo>
                        <a:pt x="17" y="0"/>
                        <a:pt x="17" y="0"/>
                        <a:pt x="17" y="0"/>
                      </a:cubicBezTo>
                      <a:cubicBezTo>
                        <a:pt x="19" y="0"/>
                        <a:pt x="21" y="2"/>
                        <a:pt x="21" y="4"/>
                      </a:cubicBezTo>
                      <a:cubicBezTo>
                        <a:pt x="21" y="6"/>
                        <a:pt x="19" y="8"/>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8" name="Freeform 131"/>
                <p:cNvSpPr>
                  <a:spLocks/>
                </p:cNvSpPr>
                <p:nvPr/>
              </p:nvSpPr>
              <p:spPr bwMode="auto">
                <a:xfrm>
                  <a:off x="4219576" y="3498850"/>
                  <a:ext cx="58738" cy="22225"/>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2" y="8"/>
                        <a:pt x="0" y="6"/>
                        <a:pt x="0" y="4"/>
                      </a:cubicBezTo>
                      <a:cubicBezTo>
                        <a:pt x="0" y="2"/>
                        <a:pt x="2" y="0"/>
                        <a:pt x="4" y="0"/>
                      </a:cubicBezTo>
                      <a:cubicBezTo>
                        <a:pt x="16" y="0"/>
                        <a:pt x="16" y="0"/>
                        <a:pt x="16" y="0"/>
                      </a:cubicBezTo>
                      <a:cubicBezTo>
                        <a:pt x="19" y="0"/>
                        <a:pt x="20" y="2"/>
                        <a:pt x="20" y="4"/>
                      </a:cubicBezTo>
                      <a:cubicBezTo>
                        <a:pt x="20" y="6"/>
                        <a:pt x="19"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89" name="Freeform 132"/>
                <p:cNvSpPr>
                  <a:spLocks/>
                </p:cNvSpPr>
                <p:nvPr/>
              </p:nvSpPr>
              <p:spPr bwMode="auto">
                <a:xfrm>
                  <a:off x="4337051" y="3498850"/>
                  <a:ext cx="58738" cy="22225"/>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1" y="8"/>
                        <a:pt x="0" y="6"/>
                        <a:pt x="0" y="4"/>
                      </a:cubicBezTo>
                      <a:cubicBezTo>
                        <a:pt x="0" y="2"/>
                        <a:pt x="1" y="0"/>
                        <a:pt x="4" y="0"/>
                      </a:cubicBezTo>
                      <a:cubicBezTo>
                        <a:pt x="16" y="0"/>
                        <a:pt x="16" y="0"/>
                        <a:pt x="16" y="0"/>
                      </a:cubicBezTo>
                      <a:cubicBezTo>
                        <a:pt x="18" y="0"/>
                        <a:pt x="20" y="2"/>
                        <a:pt x="20" y="4"/>
                      </a:cubicBezTo>
                      <a:cubicBezTo>
                        <a:pt x="20" y="6"/>
                        <a:pt x="18"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0" name="Freeform 133"/>
                <p:cNvSpPr>
                  <a:spLocks/>
                </p:cNvSpPr>
                <p:nvPr/>
              </p:nvSpPr>
              <p:spPr bwMode="auto">
                <a:xfrm>
                  <a:off x="4102101" y="3565525"/>
                  <a:ext cx="61913" cy="23813"/>
                </a:xfrm>
                <a:custGeom>
                  <a:avLst/>
                  <a:gdLst>
                    <a:gd name="T0" fmla="*/ 17 w 21"/>
                    <a:gd name="T1" fmla="*/ 8 h 8"/>
                    <a:gd name="T2" fmla="*/ 4 w 21"/>
                    <a:gd name="T3" fmla="*/ 8 h 8"/>
                    <a:gd name="T4" fmla="*/ 0 w 21"/>
                    <a:gd name="T5" fmla="*/ 4 h 8"/>
                    <a:gd name="T6" fmla="*/ 4 w 21"/>
                    <a:gd name="T7" fmla="*/ 0 h 8"/>
                    <a:gd name="T8" fmla="*/ 17 w 21"/>
                    <a:gd name="T9" fmla="*/ 0 h 8"/>
                    <a:gd name="T10" fmla="*/ 21 w 21"/>
                    <a:gd name="T11" fmla="*/ 4 h 8"/>
                    <a:gd name="T12" fmla="*/ 17 w 2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7" y="8"/>
                      </a:moveTo>
                      <a:cubicBezTo>
                        <a:pt x="4" y="8"/>
                        <a:pt x="4" y="8"/>
                        <a:pt x="4" y="8"/>
                      </a:cubicBezTo>
                      <a:cubicBezTo>
                        <a:pt x="2" y="8"/>
                        <a:pt x="0" y="6"/>
                        <a:pt x="0" y="4"/>
                      </a:cubicBezTo>
                      <a:cubicBezTo>
                        <a:pt x="0" y="2"/>
                        <a:pt x="2" y="0"/>
                        <a:pt x="4" y="0"/>
                      </a:cubicBezTo>
                      <a:cubicBezTo>
                        <a:pt x="17" y="0"/>
                        <a:pt x="17" y="0"/>
                        <a:pt x="17" y="0"/>
                      </a:cubicBezTo>
                      <a:cubicBezTo>
                        <a:pt x="19" y="0"/>
                        <a:pt x="21" y="2"/>
                        <a:pt x="21" y="4"/>
                      </a:cubicBezTo>
                      <a:cubicBezTo>
                        <a:pt x="21" y="6"/>
                        <a:pt x="19" y="8"/>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1" name="Freeform 134"/>
                <p:cNvSpPr>
                  <a:spLocks/>
                </p:cNvSpPr>
                <p:nvPr/>
              </p:nvSpPr>
              <p:spPr bwMode="auto">
                <a:xfrm>
                  <a:off x="4219576" y="3565525"/>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2" y="8"/>
                        <a:pt x="0" y="6"/>
                        <a:pt x="0" y="4"/>
                      </a:cubicBezTo>
                      <a:cubicBezTo>
                        <a:pt x="0" y="2"/>
                        <a:pt x="2" y="0"/>
                        <a:pt x="4" y="0"/>
                      </a:cubicBezTo>
                      <a:cubicBezTo>
                        <a:pt x="16" y="0"/>
                        <a:pt x="16" y="0"/>
                        <a:pt x="16" y="0"/>
                      </a:cubicBezTo>
                      <a:cubicBezTo>
                        <a:pt x="19" y="0"/>
                        <a:pt x="20" y="2"/>
                        <a:pt x="20" y="4"/>
                      </a:cubicBezTo>
                      <a:cubicBezTo>
                        <a:pt x="20" y="6"/>
                        <a:pt x="19"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sp>
              <p:nvSpPr>
                <p:cNvPr id="292" name="Freeform 135"/>
                <p:cNvSpPr>
                  <a:spLocks/>
                </p:cNvSpPr>
                <p:nvPr/>
              </p:nvSpPr>
              <p:spPr bwMode="auto">
                <a:xfrm>
                  <a:off x="4337051" y="3565525"/>
                  <a:ext cx="58738" cy="23813"/>
                </a:xfrm>
                <a:custGeom>
                  <a:avLst/>
                  <a:gdLst>
                    <a:gd name="T0" fmla="*/ 16 w 20"/>
                    <a:gd name="T1" fmla="*/ 8 h 8"/>
                    <a:gd name="T2" fmla="*/ 4 w 20"/>
                    <a:gd name="T3" fmla="*/ 8 h 8"/>
                    <a:gd name="T4" fmla="*/ 0 w 20"/>
                    <a:gd name="T5" fmla="*/ 4 h 8"/>
                    <a:gd name="T6" fmla="*/ 4 w 20"/>
                    <a:gd name="T7" fmla="*/ 0 h 8"/>
                    <a:gd name="T8" fmla="*/ 16 w 20"/>
                    <a:gd name="T9" fmla="*/ 0 h 8"/>
                    <a:gd name="T10" fmla="*/ 20 w 20"/>
                    <a:gd name="T11" fmla="*/ 4 h 8"/>
                    <a:gd name="T12" fmla="*/ 16 w 2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0" h="8">
                      <a:moveTo>
                        <a:pt x="16" y="8"/>
                      </a:moveTo>
                      <a:cubicBezTo>
                        <a:pt x="4" y="8"/>
                        <a:pt x="4" y="8"/>
                        <a:pt x="4" y="8"/>
                      </a:cubicBezTo>
                      <a:cubicBezTo>
                        <a:pt x="1" y="8"/>
                        <a:pt x="0" y="6"/>
                        <a:pt x="0" y="4"/>
                      </a:cubicBezTo>
                      <a:cubicBezTo>
                        <a:pt x="0" y="2"/>
                        <a:pt x="1" y="0"/>
                        <a:pt x="4" y="0"/>
                      </a:cubicBezTo>
                      <a:cubicBezTo>
                        <a:pt x="16" y="0"/>
                        <a:pt x="16" y="0"/>
                        <a:pt x="16" y="0"/>
                      </a:cubicBezTo>
                      <a:cubicBezTo>
                        <a:pt x="18" y="0"/>
                        <a:pt x="20" y="2"/>
                        <a:pt x="20" y="4"/>
                      </a:cubicBezTo>
                      <a:cubicBezTo>
                        <a:pt x="20" y="6"/>
                        <a:pt x="18"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ea"/>
                    <a:ea typeface="+mn-ea"/>
                  </a:endParaRPr>
                </a:p>
              </p:txBody>
            </p:sp>
          </p:grpSp>
        </p:grpSp>
      </p:grpSp>
      <p:grpSp>
        <p:nvGrpSpPr>
          <p:cNvPr id="226" name="그룹 225"/>
          <p:cNvGrpSpPr/>
          <p:nvPr/>
        </p:nvGrpSpPr>
        <p:grpSpPr>
          <a:xfrm>
            <a:off x="2872788" y="2589287"/>
            <a:ext cx="234360" cy="200055"/>
            <a:chOff x="1152270" y="11706839"/>
            <a:chExt cx="234360" cy="200055"/>
          </a:xfrm>
        </p:grpSpPr>
        <p:sp>
          <p:nvSpPr>
            <p:cNvPr id="227" name="모서리가 둥근 직사각형 2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6" name="직사각형 26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08" name="그룹 307"/>
          <p:cNvGrpSpPr/>
          <p:nvPr/>
        </p:nvGrpSpPr>
        <p:grpSpPr>
          <a:xfrm>
            <a:off x="626748" y="2104281"/>
            <a:ext cx="1245456" cy="3960440"/>
            <a:chOff x="626748" y="2104281"/>
            <a:chExt cx="1245456" cy="3960440"/>
          </a:xfrm>
        </p:grpSpPr>
        <p:grpSp>
          <p:nvGrpSpPr>
            <p:cNvPr id="355" name="그룹 354"/>
            <p:cNvGrpSpPr/>
            <p:nvPr/>
          </p:nvGrpSpPr>
          <p:grpSpPr>
            <a:xfrm>
              <a:off x="629956" y="3318264"/>
              <a:ext cx="1188000" cy="180000"/>
              <a:chOff x="666428" y="3785432"/>
              <a:chExt cx="1188000" cy="180000"/>
            </a:xfrm>
          </p:grpSpPr>
          <p:sp>
            <p:nvSpPr>
              <p:cNvPr id="399" name="모서리가 둥근 직사각형 39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400"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6" name="그룹 355"/>
            <p:cNvGrpSpPr/>
            <p:nvPr/>
          </p:nvGrpSpPr>
          <p:grpSpPr>
            <a:xfrm>
              <a:off x="629956" y="3568824"/>
              <a:ext cx="1188000" cy="180000"/>
              <a:chOff x="666428" y="4310612"/>
              <a:chExt cx="1188000" cy="180000"/>
            </a:xfrm>
          </p:grpSpPr>
          <p:sp>
            <p:nvSpPr>
              <p:cNvPr id="397" name="모서리가 둥근 직사각형 396"/>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전체</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39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7" name="그룹 356"/>
            <p:cNvGrpSpPr/>
            <p:nvPr/>
          </p:nvGrpSpPr>
          <p:grpSpPr>
            <a:xfrm>
              <a:off x="629955" y="3042501"/>
              <a:ext cx="1188000" cy="180000"/>
              <a:chOff x="666427" y="3266516"/>
              <a:chExt cx="1188000" cy="180000"/>
            </a:xfrm>
          </p:grpSpPr>
          <p:sp>
            <p:nvSpPr>
              <p:cNvPr id="395" name="모서리가 둥근 직사각형 39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9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8" name="그룹 357"/>
            <p:cNvGrpSpPr/>
            <p:nvPr/>
          </p:nvGrpSpPr>
          <p:grpSpPr>
            <a:xfrm>
              <a:off x="629956" y="4106828"/>
              <a:ext cx="1188000" cy="180000"/>
              <a:chOff x="666428" y="4570824"/>
              <a:chExt cx="1188000" cy="180000"/>
            </a:xfrm>
          </p:grpSpPr>
          <p:sp>
            <p:nvSpPr>
              <p:cNvPr id="393" name="모서리가 둥근 직사각형 39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94"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9" name="그룹 358"/>
            <p:cNvGrpSpPr/>
            <p:nvPr/>
          </p:nvGrpSpPr>
          <p:grpSpPr>
            <a:xfrm>
              <a:off x="629956" y="5568923"/>
              <a:ext cx="1188000" cy="180000"/>
              <a:chOff x="666428" y="5096004"/>
              <a:chExt cx="1188000" cy="180000"/>
            </a:xfrm>
          </p:grpSpPr>
          <p:sp>
            <p:nvSpPr>
              <p:cNvPr id="391" name="모서리가 둥근 직사각형 390"/>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392"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1" name="그룹 360"/>
            <p:cNvGrpSpPr/>
            <p:nvPr/>
          </p:nvGrpSpPr>
          <p:grpSpPr>
            <a:xfrm>
              <a:off x="631150" y="4387873"/>
              <a:ext cx="1188000" cy="180000"/>
              <a:chOff x="666428" y="4570824"/>
              <a:chExt cx="1188000" cy="180000"/>
            </a:xfrm>
          </p:grpSpPr>
          <p:sp>
            <p:nvSpPr>
              <p:cNvPr id="387" name="모서리가 둥근 직사각형 38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88"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29956" y="4675443"/>
              <a:ext cx="1188000" cy="180000"/>
              <a:chOff x="666428" y="4310612"/>
              <a:chExt cx="1188000" cy="180000"/>
            </a:xfrm>
          </p:grpSpPr>
          <p:sp>
            <p:nvSpPr>
              <p:cNvPr id="385" name="모서리가 둥근 직사각형 38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86"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26748" y="2104281"/>
              <a:ext cx="1245456" cy="442923"/>
              <a:chOff x="468506" y="2320305"/>
              <a:chExt cx="1245456" cy="442923"/>
            </a:xfrm>
          </p:grpSpPr>
          <p:sp>
            <p:nvSpPr>
              <p:cNvPr id="382" name="직사각형 381"/>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83"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4" name="TextBox 383"/>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364" name="그룹 363"/>
            <p:cNvGrpSpPr/>
            <p:nvPr/>
          </p:nvGrpSpPr>
          <p:grpSpPr>
            <a:xfrm>
              <a:off x="632520" y="4975116"/>
              <a:ext cx="1188000" cy="180000"/>
              <a:chOff x="666428" y="4310612"/>
              <a:chExt cx="1188000" cy="180000"/>
            </a:xfrm>
          </p:grpSpPr>
          <p:sp>
            <p:nvSpPr>
              <p:cNvPr id="380" name="모서리가 둥근 직사각형 37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81"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5" name="그룹 364"/>
            <p:cNvGrpSpPr/>
            <p:nvPr/>
          </p:nvGrpSpPr>
          <p:grpSpPr>
            <a:xfrm>
              <a:off x="632520" y="2752353"/>
              <a:ext cx="1188000" cy="180000"/>
              <a:chOff x="666427" y="3266516"/>
              <a:chExt cx="1188000" cy="180000"/>
            </a:xfrm>
          </p:grpSpPr>
          <p:sp>
            <p:nvSpPr>
              <p:cNvPr id="378" name="모서리가 둥근 직사각형 37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7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32520" y="5257815"/>
              <a:ext cx="1188000" cy="180000"/>
              <a:chOff x="666428" y="4310612"/>
              <a:chExt cx="1188000" cy="180000"/>
            </a:xfrm>
          </p:grpSpPr>
          <p:sp>
            <p:nvSpPr>
              <p:cNvPr id="375" name="모서리가 둥근 직사각형 3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76"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7" name="그룹 366"/>
            <p:cNvGrpSpPr/>
            <p:nvPr/>
          </p:nvGrpSpPr>
          <p:grpSpPr>
            <a:xfrm>
              <a:off x="632520" y="5884721"/>
              <a:ext cx="1188000" cy="180000"/>
              <a:chOff x="666428" y="4570824"/>
              <a:chExt cx="1188000" cy="180000"/>
            </a:xfrm>
          </p:grpSpPr>
          <p:sp>
            <p:nvSpPr>
              <p:cNvPr id="371" name="모서리가 둥근 직사각형 37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8" name="그룹 367"/>
            <p:cNvGrpSpPr/>
            <p:nvPr/>
          </p:nvGrpSpPr>
          <p:grpSpPr>
            <a:xfrm>
              <a:off x="632520" y="3825064"/>
              <a:ext cx="1188000" cy="180000"/>
              <a:chOff x="666428" y="4310612"/>
              <a:chExt cx="1188000" cy="180000"/>
            </a:xfrm>
          </p:grpSpPr>
          <p:sp>
            <p:nvSpPr>
              <p:cNvPr id="369" name="모서리가 둥근 직사각형 36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7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17" name="그룹 216"/>
          <p:cNvGrpSpPr/>
          <p:nvPr/>
        </p:nvGrpSpPr>
        <p:grpSpPr>
          <a:xfrm>
            <a:off x="507554" y="1602349"/>
            <a:ext cx="3075218" cy="252000"/>
            <a:chOff x="507554" y="1537742"/>
            <a:chExt cx="3075218" cy="252000"/>
          </a:xfrm>
        </p:grpSpPr>
        <p:pic>
          <p:nvPicPr>
            <p:cNvPr id="219" name="Picture 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0" name="그룹 219"/>
            <p:cNvGrpSpPr/>
            <p:nvPr/>
          </p:nvGrpSpPr>
          <p:grpSpPr>
            <a:xfrm>
              <a:off x="2288704" y="1581175"/>
              <a:ext cx="1294068" cy="166725"/>
              <a:chOff x="2288704" y="1581175"/>
              <a:chExt cx="1294068" cy="166725"/>
            </a:xfrm>
          </p:grpSpPr>
          <p:sp>
            <p:nvSpPr>
              <p:cNvPr id="221" name="직사각형 22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25" name="그룹 224"/>
          <p:cNvGrpSpPr/>
          <p:nvPr/>
        </p:nvGrpSpPr>
        <p:grpSpPr>
          <a:xfrm>
            <a:off x="624623" y="6165304"/>
            <a:ext cx="1188000" cy="180000"/>
            <a:chOff x="666428" y="3785432"/>
            <a:chExt cx="1188000" cy="180000"/>
          </a:xfrm>
        </p:grpSpPr>
        <p:sp>
          <p:nvSpPr>
            <p:cNvPr id="232" name="모서리가 둥근 직사각형 23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33"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10906" y="6407787"/>
            <a:ext cx="1188000" cy="180000"/>
            <a:chOff x="666428" y="5881828"/>
            <a:chExt cx="1188000" cy="180000"/>
          </a:xfrm>
        </p:grpSpPr>
        <p:sp>
          <p:nvSpPr>
            <p:cNvPr id="236" name="모서리가 둥근 직사각형 235"/>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37" name="Picture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789143885"/>
      </p:ext>
    </p:extLst>
  </p:cSld>
  <p:clrMapOvr>
    <a:masterClrMapping/>
  </p:clrMapOvr>
  <p:transition>
    <p:wipe dir="r"/>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69166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공지사항</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전체공지 보기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37</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68065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8"/>
            <a:ext cx="1440160" cy="4699571"/>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a:t>
            </a:r>
            <a:r>
              <a:rPr lang="ko-KR" altLang="en-US" sz="800" spc="-60" dirty="0">
                <a:latin typeface="+mn-ea"/>
                <a:ea typeface="+mn-ea"/>
              </a:rPr>
              <a:t>항</a:t>
            </a:r>
          </a:p>
        </p:txBody>
      </p:sp>
      <p:graphicFrame>
        <p:nvGraphicFramePr>
          <p:cNvPr id="377" name="Group 175"/>
          <p:cNvGraphicFramePr>
            <a:graphicFrameLocks noGrp="1"/>
          </p:cNvGraphicFramePr>
          <p:nvPr>
            <p:extLst>
              <p:ext uri="{D42A27DB-BD31-4B8C-83A1-F6EECF244321}">
                <p14:modId xmlns:p14="http://schemas.microsoft.com/office/powerpoint/2010/main" val="2605866940"/>
              </p:ext>
            </p:extLst>
          </p:nvPr>
        </p:nvGraphicFramePr>
        <p:xfrm>
          <a:off x="9508554" y="1492213"/>
          <a:ext cx="1404156" cy="50398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중요공지 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게시글 제목</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신규 등록 아이콘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작성자</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작성일</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조회수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b="0" dirty="0" smtClean="0">
                          <a:solidFill>
                            <a:schemeClr val="tx1">
                              <a:lumMod val="75000"/>
                              <a:lumOff val="25000"/>
                            </a:schemeClr>
                          </a:solidFill>
                          <a:effectLst/>
                          <a:latin typeface="+mn-ea"/>
                          <a:ea typeface="+mn-ea"/>
                        </a:rPr>
                        <a:t>게시글 내용</a:t>
                      </a: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첨부파일</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클릭시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dirty="0" smtClean="0">
                        <a:solidFill>
                          <a:schemeClr val="tx1">
                            <a:lumMod val="75000"/>
                            <a:lumOff val="25000"/>
                          </a:schemeClr>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KNOU_UI_C01020400_02</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177" name="Group 37"/>
          <p:cNvGraphicFramePr>
            <a:graphicFrameLocks noGrp="1"/>
          </p:cNvGraphicFramePr>
          <p:nvPr>
            <p:extLst>
              <p:ext uri="{D42A27DB-BD31-4B8C-83A1-F6EECF244321}">
                <p14:modId xmlns:p14="http://schemas.microsoft.com/office/powerpoint/2010/main" val="3938987057"/>
              </p:ext>
            </p:extLst>
          </p:nvPr>
        </p:nvGraphicFramePr>
        <p:xfrm>
          <a:off x="1972097" y="2987650"/>
          <a:ext cx="7470353" cy="1972345"/>
        </p:xfrm>
        <a:graphic>
          <a:graphicData uri="http://schemas.openxmlformats.org/drawingml/2006/table">
            <a:tbl>
              <a:tblPr/>
              <a:tblGrid>
                <a:gridCol w="1203774"/>
                <a:gridCol w="6266579"/>
              </a:tblGrid>
              <a:tr h="2973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운영자</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2025.10.20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45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177"/>
          <p:cNvGrpSpPr/>
          <p:nvPr/>
        </p:nvGrpSpPr>
        <p:grpSpPr>
          <a:xfrm>
            <a:off x="3224808" y="3834589"/>
            <a:ext cx="6139730" cy="763513"/>
            <a:chOff x="2226221" y="5606194"/>
            <a:chExt cx="5619740" cy="763513"/>
          </a:xfrm>
        </p:grpSpPr>
        <p:sp>
          <p:nvSpPr>
            <p:cNvPr id="179"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a:solidFill>
                    <a:schemeClr val="tx1">
                      <a:lumMod val="75000"/>
                      <a:lumOff val="25000"/>
                    </a:schemeClr>
                  </a:solidFill>
                  <a:latin typeface="+mn-ea"/>
                  <a:ea typeface="+mn-ea"/>
                </a:rPr>
                <a:t>알림내용 알림내용 알림내용 알림내용 알림내용 알림내용 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 </a:t>
              </a:r>
              <a:r>
                <a:rPr lang="ko-KR" altLang="en-US" sz="800" dirty="0" smtClean="0">
                  <a:solidFill>
                    <a:schemeClr val="tx1">
                      <a:lumMod val="75000"/>
                      <a:lumOff val="25000"/>
                    </a:schemeClr>
                  </a:solidFill>
                  <a:latin typeface="+mn-ea"/>
                  <a:ea typeface="+mn-ea"/>
                </a:rPr>
                <a:t>알림내용</a:t>
              </a:r>
              <a:endParaRPr lang="en-US" altLang="ko-KR" sz="800" dirty="0">
                <a:solidFill>
                  <a:schemeClr val="tx1">
                    <a:lumMod val="75000"/>
                    <a:lumOff val="25000"/>
                  </a:schemeClr>
                </a:solidFill>
                <a:latin typeface="+mn-ea"/>
                <a:ea typeface="+mn-ea"/>
              </a:endParaRPr>
            </a:p>
          </p:txBody>
        </p:sp>
        <p:pic>
          <p:nvPicPr>
            <p:cNvPr id="18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85" name="그룹 184"/>
          <p:cNvGrpSpPr/>
          <p:nvPr/>
        </p:nvGrpSpPr>
        <p:grpSpPr>
          <a:xfrm>
            <a:off x="3216537" y="3290716"/>
            <a:ext cx="377026" cy="243143"/>
            <a:chOff x="2561839" y="4182988"/>
            <a:chExt cx="377026" cy="243143"/>
          </a:xfrm>
        </p:grpSpPr>
        <p:sp>
          <p:nvSpPr>
            <p:cNvPr id="186" name="직사각형 185"/>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87" name="직사각형 186"/>
            <p:cNvSpPr/>
            <p:nvPr/>
          </p:nvSpPr>
          <p:spPr>
            <a:xfrm>
              <a:off x="2561839"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고정</a:t>
              </a:r>
              <a:endParaRPr lang="en-US" altLang="ko-KR" sz="750" dirty="0">
                <a:solidFill>
                  <a:schemeClr val="bg1"/>
                </a:solidFill>
                <a:latin typeface="+mn-ea"/>
                <a:ea typeface="+mn-ea"/>
              </a:endParaRPr>
            </a:p>
          </p:txBody>
        </p:sp>
      </p:grpSp>
      <p:pic>
        <p:nvPicPr>
          <p:cNvPr id="188"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57056" y="3387683"/>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 name="그룹 1"/>
          <p:cNvGrpSpPr/>
          <p:nvPr/>
        </p:nvGrpSpPr>
        <p:grpSpPr>
          <a:xfrm>
            <a:off x="3215103" y="4727260"/>
            <a:ext cx="2160000" cy="180000"/>
            <a:chOff x="3215103" y="4408537"/>
            <a:chExt cx="2160000" cy="180000"/>
          </a:xfrm>
        </p:grpSpPr>
        <p:sp>
          <p:nvSpPr>
            <p:cNvPr id="189" name="직사각형 188"/>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9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17" name="모서리가 둥근 직사각형 216"/>
          <p:cNvSpPr/>
          <p:nvPr/>
        </p:nvSpPr>
        <p:spPr>
          <a:xfrm>
            <a:off x="8543014"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26" name="그룹 425"/>
          <p:cNvGrpSpPr/>
          <p:nvPr/>
        </p:nvGrpSpPr>
        <p:grpSpPr>
          <a:xfrm>
            <a:off x="3016927" y="3328184"/>
            <a:ext cx="234360" cy="200055"/>
            <a:chOff x="1152270" y="11716364"/>
            <a:chExt cx="234360" cy="200055"/>
          </a:xfrm>
        </p:grpSpPr>
        <p:sp>
          <p:nvSpPr>
            <p:cNvPr id="427" name="모서리가 둥근 직사각형 4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8" name="직사각형 42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29" name="그룹 428"/>
          <p:cNvGrpSpPr/>
          <p:nvPr/>
        </p:nvGrpSpPr>
        <p:grpSpPr>
          <a:xfrm>
            <a:off x="3024356" y="3517729"/>
            <a:ext cx="234360" cy="200055"/>
            <a:chOff x="1152270" y="11716364"/>
            <a:chExt cx="234360" cy="200055"/>
          </a:xfrm>
        </p:grpSpPr>
        <p:sp>
          <p:nvSpPr>
            <p:cNvPr id="430" name="모서리가 둥근 직사각형 42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1" name="직사각형 43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32" name="그룹 431"/>
          <p:cNvGrpSpPr/>
          <p:nvPr/>
        </p:nvGrpSpPr>
        <p:grpSpPr>
          <a:xfrm>
            <a:off x="3025070" y="3796236"/>
            <a:ext cx="234360" cy="200055"/>
            <a:chOff x="1152270" y="11716364"/>
            <a:chExt cx="234360" cy="200055"/>
          </a:xfrm>
        </p:grpSpPr>
        <p:sp>
          <p:nvSpPr>
            <p:cNvPr id="433" name="모서리가 둥근 직사각형 43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4" name="직사각형 43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35" name="그룹 434"/>
          <p:cNvGrpSpPr/>
          <p:nvPr/>
        </p:nvGrpSpPr>
        <p:grpSpPr>
          <a:xfrm>
            <a:off x="3014831" y="4688907"/>
            <a:ext cx="234360" cy="200055"/>
            <a:chOff x="1152270" y="11716364"/>
            <a:chExt cx="234360" cy="200055"/>
          </a:xfrm>
        </p:grpSpPr>
        <p:sp>
          <p:nvSpPr>
            <p:cNvPr id="436" name="모서리가 둥근 직사각형 4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7" name="직사각형 43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503" name="직사각형 502"/>
          <p:cNvSpPr/>
          <p:nvPr/>
        </p:nvSpPr>
        <p:spPr>
          <a:xfrm>
            <a:off x="1881039" y="26714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전체공지</a:t>
            </a:r>
            <a:endParaRPr lang="ko-KR" altLang="en-US" sz="800" b="1" dirty="0">
              <a:solidFill>
                <a:srgbClr val="FF0000"/>
              </a:solidFill>
              <a:latin typeface="+mn-ea"/>
              <a:ea typeface="+mn-ea"/>
            </a:endParaRPr>
          </a:p>
        </p:txBody>
      </p:sp>
      <p:grpSp>
        <p:nvGrpSpPr>
          <p:cNvPr id="144" name="그룹 143"/>
          <p:cNvGrpSpPr/>
          <p:nvPr/>
        </p:nvGrpSpPr>
        <p:grpSpPr>
          <a:xfrm>
            <a:off x="1972097" y="2358429"/>
            <a:ext cx="7488000" cy="216000"/>
            <a:chOff x="559370" y="2267347"/>
            <a:chExt cx="7488000" cy="216000"/>
          </a:xfrm>
        </p:grpSpPr>
        <p:sp>
          <p:nvSpPr>
            <p:cNvPr id="145" name="직사각형 144"/>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46" name="그룹 145"/>
            <p:cNvGrpSpPr/>
            <p:nvPr/>
          </p:nvGrpSpPr>
          <p:grpSpPr>
            <a:xfrm>
              <a:off x="596648" y="2286397"/>
              <a:ext cx="1800000" cy="180000"/>
              <a:chOff x="524640" y="2276872"/>
              <a:chExt cx="1800000" cy="180000"/>
            </a:xfrm>
          </p:grpSpPr>
          <p:sp>
            <p:nvSpPr>
              <p:cNvPr id="147" name="모서리가 둥근 직사각형 146"/>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전체공지사항 </a:t>
                </a:r>
                <a:endParaRPr kumimoji="1" lang="ko-KR" altLang="en-US" sz="900" dirty="0">
                  <a:solidFill>
                    <a:schemeClr val="tx1">
                      <a:lumMod val="75000"/>
                      <a:lumOff val="25000"/>
                    </a:schemeClr>
                  </a:solidFill>
                  <a:latin typeface="+mn-ea"/>
                  <a:ea typeface="+mn-ea"/>
                  <a:cs typeface="Calibri" pitchFamily="34" charset="0"/>
                </a:endParaRPr>
              </a:p>
            </p:txBody>
          </p:sp>
          <p:pic>
            <p:nvPicPr>
              <p:cNvPr id="148"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49" name="그룹 148"/>
          <p:cNvGrpSpPr/>
          <p:nvPr/>
        </p:nvGrpSpPr>
        <p:grpSpPr>
          <a:xfrm>
            <a:off x="5709344" y="1485584"/>
            <a:ext cx="3761110" cy="261068"/>
            <a:chOff x="4948808" y="1485584"/>
            <a:chExt cx="3761110" cy="261068"/>
          </a:xfrm>
        </p:grpSpPr>
        <p:grpSp>
          <p:nvGrpSpPr>
            <p:cNvPr id="150" name="그룹 149"/>
            <p:cNvGrpSpPr/>
            <p:nvPr/>
          </p:nvGrpSpPr>
          <p:grpSpPr>
            <a:xfrm>
              <a:off x="4948808" y="1579923"/>
              <a:ext cx="3761110" cy="166729"/>
              <a:chOff x="5665911" y="1579923"/>
              <a:chExt cx="3761110" cy="166729"/>
            </a:xfrm>
          </p:grpSpPr>
          <p:pic>
            <p:nvPicPr>
              <p:cNvPr id="15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6" name="그룹 155"/>
              <p:cNvGrpSpPr/>
              <p:nvPr/>
            </p:nvGrpSpPr>
            <p:grpSpPr>
              <a:xfrm>
                <a:off x="5665911" y="1583291"/>
                <a:ext cx="648000" cy="162000"/>
                <a:chOff x="4953000" y="2780928"/>
                <a:chExt cx="648000" cy="162000"/>
              </a:xfrm>
            </p:grpSpPr>
            <p:sp>
              <p:nvSpPr>
                <p:cNvPr id="158" name="모서리가 둥근 직사각형 157"/>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59"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7" name="모서리가 둥근 직사각형 156"/>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1" name="타원 150"/>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71" name="그룹 170"/>
          <p:cNvGrpSpPr/>
          <p:nvPr/>
        </p:nvGrpSpPr>
        <p:grpSpPr>
          <a:xfrm>
            <a:off x="626748" y="2104281"/>
            <a:ext cx="1245456" cy="3960440"/>
            <a:chOff x="626748" y="2104281"/>
            <a:chExt cx="1245456" cy="3960440"/>
          </a:xfrm>
        </p:grpSpPr>
        <p:grpSp>
          <p:nvGrpSpPr>
            <p:cNvPr id="193" name="그룹 192"/>
            <p:cNvGrpSpPr/>
            <p:nvPr/>
          </p:nvGrpSpPr>
          <p:grpSpPr>
            <a:xfrm>
              <a:off x="629956" y="3318264"/>
              <a:ext cx="1188000" cy="180000"/>
              <a:chOff x="666428" y="3785432"/>
              <a:chExt cx="1188000" cy="180000"/>
            </a:xfrm>
          </p:grpSpPr>
          <p:sp>
            <p:nvSpPr>
              <p:cNvPr id="293" name="모서리가 둥근 직사각형 29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9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3568824"/>
              <a:ext cx="1188000" cy="180000"/>
              <a:chOff x="666428" y="4310612"/>
              <a:chExt cx="1188000" cy="180000"/>
            </a:xfrm>
          </p:grpSpPr>
          <p:sp>
            <p:nvSpPr>
              <p:cNvPr id="291" name="모서리가 둥근 직사각형 290"/>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전체</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9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5" y="3042501"/>
              <a:ext cx="1188000" cy="180000"/>
              <a:chOff x="666427" y="3266516"/>
              <a:chExt cx="1188000" cy="180000"/>
            </a:xfrm>
          </p:grpSpPr>
          <p:sp>
            <p:nvSpPr>
              <p:cNvPr id="289" name="모서리가 둥근 직사각형 28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9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29956" y="4106828"/>
              <a:ext cx="1188000" cy="180000"/>
              <a:chOff x="666428" y="4570824"/>
              <a:chExt cx="1188000" cy="180000"/>
            </a:xfrm>
          </p:grpSpPr>
          <p:sp>
            <p:nvSpPr>
              <p:cNvPr id="287" name="모서리가 둥근 직사각형 28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8"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9956" y="5568923"/>
              <a:ext cx="1188000" cy="180000"/>
              <a:chOff x="666428" y="5096004"/>
              <a:chExt cx="1188000" cy="180000"/>
            </a:xfrm>
          </p:grpSpPr>
          <p:sp>
            <p:nvSpPr>
              <p:cNvPr id="285" name="모서리가 둥근 직사각형 284"/>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86"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1150" y="4387873"/>
              <a:ext cx="1188000" cy="180000"/>
              <a:chOff x="666428" y="4570824"/>
              <a:chExt cx="1188000" cy="180000"/>
            </a:xfrm>
          </p:grpSpPr>
          <p:sp>
            <p:nvSpPr>
              <p:cNvPr id="281" name="모서리가 둥근 직사각형 28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8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29956" y="4675443"/>
              <a:ext cx="1188000" cy="180000"/>
              <a:chOff x="666428" y="4310612"/>
              <a:chExt cx="1188000" cy="180000"/>
            </a:xfrm>
          </p:grpSpPr>
          <p:sp>
            <p:nvSpPr>
              <p:cNvPr id="279" name="모서리가 둥근 직사각형 27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8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6748" y="2104281"/>
              <a:ext cx="1245456" cy="442923"/>
              <a:chOff x="468506" y="2320305"/>
              <a:chExt cx="1245456" cy="442923"/>
            </a:xfrm>
          </p:grpSpPr>
          <p:sp>
            <p:nvSpPr>
              <p:cNvPr id="268" name="직사각형 267"/>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9"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8" name="TextBox 277"/>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46" name="그룹 245"/>
            <p:cNvGrpSpPr/>
            <p:nvPr/>
          </p:nvGrpSpPr>
          <p:grpSpPr>
            <a:xfrm>
              <a:off x="632520" y="4975116"/>
              <a:ext cx="1188000" cy="180000"/>
              <a:chOff x="666428" y="4310612"/>
              <a:chExt cx="1188000" cy="180000"/>
            </a:xfrm>
          </p:grpSpPr>
          <p:sp>
            <p:nvSpPr>
              <p:cNvPr id="265" name="모서리가 둥근 직사각형 26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6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2520" y="2752353"/>
              <a:ext cx="1188000" cy="180000"/>
              <a:chOff x="666427" y="3266516"/>
              <a:chExt cx="1188000" cy="180000"/>
            </a:xfrm>
          </p:grpSpPr>
          <p:sp>
            <p:nvSpPr>
              <p:cNvPr id="263" name="모서리가 둥근 직사각형 26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4"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32520" y="5257815"/>
              <a:ext cx="1188000" cy="180000"/>
              <a:chOff x="666428" y="4310612"/>
              <a:chExt cx="1188000" cy="180000"/>
            </a:xfrm>
          </p:grpSpPr>
          <p:sp>
            <p:nvSpPr>
              <p:cNvPr id="261" name="모서리가 둥근 직사각형 26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5884721"/>
              <a:ext cx="1188000" cy="180000"/>
              <a:chOff x="666428" y="4570824"/>
              <a:chExt cx="1188000" cy="180000"/>
            </a:xfrm>
          </p:grpSpPr>
          <p:sp>
            <p:nvSpPr>
              <p:cNvPr id="259" name="모서리가 둥근 직사각형 25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3825064"/>
              <a:ext cx="1188000" cy="180000"/>
              <a:chOff x="666428" y="4310612"/>
              <a:chExt cx="1188000" cy="180000"/>
            </a:xfrm>
          </p:grpSpPr>
          <p:sp>
            <p:nvSpPr>
              <p:cNvPr id="257" name="모서리가 둥근 직사각형 25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65" name="그룹 164"/>
          <p:cNvGrpSpPr/>
          <p:nvPr/>
        </p:nvGrpSpPr>
        <p:grpSpPr>
          <a:xfrm>
            <a:off x="507554" y="1602349"/>
            <a:ext cx="3075218" cy="252000"/>
            <a:chOff x="507554" y="1537742"/>
            <a:chExt cx="3075218" cy="252000"/>
          </a:xfrm>
        </p:grpSpPr>
        <p:pic>
          <p:nvPicPr>
            <p:cNvPr id="166"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7" name="그룹 166"/>
            <p:cNvGrpSpPr/>
            <p:nvPr/>
          </p:nvGrpSpPr>
          <p:grpSpPr>
            <a:xfrm>
              <a:off x="2288704" y="1581175"/>
              <a:ext cx="1294068" cy="166725"/>
              <a:chOff x="2288704" y="1581175"/>
              <a:chExt cx="1294068" cy="166725"/>
            </a:xfrm>
          </p:grpSpPr>
          <p:sp>
            <p:nvSpPr>
              <p:cNvPr id="168" name="직사각형 167"/>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69" name="직사각형 168"/>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60" name="그룹 159"/>
          <p:cNvGrpSpPr/>
          <p:nvPr/>
        </p:nvGrpSpPr>
        <p:grpSpPr>
          <a:xfrm>
            <a:off x="624623" y="6165304"/>
            <a:ext cx="1188000" cy="180000"/>
            <a:chOff x="666428" y="3785432"/>
            <a:chExt cx="1188000" cy="180000"/>
          </a:xfrm>
        </p:grpSpPr>
        <p:sp>
          <p:nvSpPr>
            <p:cNvPr id="161" name="모서리가 둥근 직사각형 16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62"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3" name="그룹 162"/>
          <p:cNvGrpSpPr/>
          <p:nvPr/>
        </p:nvGrpSpPr>
        <p:grpSpPr>
          <a:xfrm>
            <a:off x="610906" y="6407787"/>
            <a:ext cx="1188000" cy="180000"/>
            <a:chOff x="666428" y="5881828"/>
            <a:chExt cx="1188000" cy="180000"/>
          </a:xfrm>
        </p:grpSpPr>
        <p:sp>
          <p:nvSpPr>
            <p:cNvPr id="164" name="모서리가 둥근 직사각형 163"/>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170"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795689944"/>
      </p:ext>
    </p:extLst>
  </p:cSld>
  <p:clrMapOvr>
    <a:masterClrMapping/>
  </p:clrMapOvr>
  <p:transition>
    <p:wipe dir="r"/>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과목공지사항</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41160311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공지사항</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과목공지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39</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a:t>
            </a:r>
            <a:r>
              <a:rPr lang="ko-KR" altLang="en-US" sz="800" spc="-60" dirty="0">
                <a:latin typeface="+mn-ea"/>
                <a:ea typeface="+mn-ea"/>
              </a:rPr>
              <a:t>항</a:t>
            </a:r>
          </a:p>
        </p:txBody>
      </p:sp>
      <p:graphicFrame>
        <p:nvGraphicFramePr>
          <p:cNvPr id="377" name="Group 175"/>
          <p:cNvGraphicFramePr>
            <a:graphicFrameLocks noGrp="1"/>
          </p:cNvGraphicFramePr>
          <p:nvPr>
            <p:extLst>
              <p:ext uri="{D42A27DB-BD31-4B8C-83A1-F6EECF244321}">
                <p14:modId xmlns:p14="http://schemas.microsoft.com/office/powerpoint/2010/main" val="1629943242"/>
              </p:ext>
            </p:extLst>
          </p:nvPr>
        </p:nvGraphicFramePr>
        <p:xfrm>
          <a:off x="9508554" y="1492213"/>
          <a:ext cx="1404156" cy="40923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전체수업현황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년도</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현재 학기 기본 셋팅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KNOU_UI_C01020500_01</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113240"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169" name="직사각형 168"/>
          <p:cNvSpPr/>
          <p:nvPr/>
        </p:nvSpPr>
        <p:spPr>
          <a:xfrm>
            <a:off x="1969327" y="2675010"/>
            <a:ext cx="7477200" cy="893813"/>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218" name="모서리가 둥근 직사각형 217"/>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9" name="그룹 218"/>
          <p:cNvGrpSpPr/>
          <p:nvPr/>
        </p:nvGrpSpPr>
        <p:grpSpPr>
          <a:xfrm>
            <a:off x="2019008" y="2742828"/>
            <a:ext cx="2392552" cy="215444"/>
            <a:chOff x="2936776" y="2742828"/>
            <a:chExt cx="2392552" cy="215444"/>
          </a:xfrm>
        </p:grpSpPr>
        <p:grpSp>
          <p:nvGrpSpPr>
            <p:cNvPr id="220" name="그룹 219"/>
            <p:cNvGrpSpPr/>
            <p:nvPr/>
          </p:nvGrpSpPr>
          <p:grpSpPr>
            <a:xfrm>
              <a:off x="3853253" y="2765514"/>
              <a:ext cx="1476075" cy="180000"/>
              <a:chOff x="8094882" y="2394429"/>
              <a:chExt cx="1476075" cy="180000"/>
            </a:xfrm>
          </p:grpSpPr>
          <p:sp>
            <p:nvSpPr>
              <p:cNvPr id="222"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25"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21" name="직사각형 220"/>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26" name="그룹 225"/>
          <p:cNvGrpSpPr/>
          <p:nvPr/>
        </p:nvGrpSpPr>
        <p:grpSpPr>
          <a:xfrm>
            <a:off x="2872788" y="2589287"/>
            <a:ext cx="234360" cy="200055"/>
            <a:chOff x="1152270" y="11706839"/>
            <a:chExt cx="234360" cy="200055"/>
          </a:xfrm>
        </p:grpSpPr>
        <p:sp>
          <p:nvSpPr>
            <p:cNvPr id="227" name="모서리가 둥근 직사각형 2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6" name="직사각형 26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09" name="그룹 308"/>
          <p:cNvGrpSpPr/>
          <p:nvPr/>
        </p:nvGrpSpPr>
        <p:grpSpPr>
          <a:xfrm>
            <a:off x="2026351" y="3284984"/>
            <a:ext cx="4339950" cy="217540"/>
            <a:chOff x="2939213" y="3283468"/>
            <a:chExt cx="4339950" cy="217540"/>
          </a:xfrm>
        </p:grpSpPr>
        <p:sp>
          <p:nvSpPr>
            <p:cNvPr id="311" name="직사각형 310"/>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검색어</a:t>
              </a:r>
              <a:endParaRPr lang="ko-KR" altLang="en-US" sz="800" dirty="0">
                <a:solidFill>
                  <a:srgbClr val="FF0000"/>
                </a:solidFill>
                <a:latin typeface="+mn-ea"/>
                <a:ea typeface="+mn-ea"/>
              </a:endParaRPr>
            </a:p>
          </p:txBody>
        </p:sp>
        <p:sp>
          <p:nvSpPr>
            <p:cNvPr id="314" name="Rectangle 122"/>
            <p:cNvSpPr>
              <a:spLocks noChangeArrowheads="1"/>
            </p:cNvSpPr>
            <p:nvPr/>
          </p:nvSpPr>
          <p:spPr bwMode="auto">
            <a:xfrm>
              <a:off x="3859163" y="3283468"/>
              <a:ext cx="34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작성자</a:t>
              </a:r>
              <a:r>
                <a:rPr lang="en-US" altLang="ko-KR" sz="800" kern="0" dirty="0" smtClean="0">
                  <a:solidFill>
                    <a:schemeClr val="tx1">
                      <a:lumMod val="50000"/>
                      <a:lumOff val="50000"/>
                    </a:schemeClr>
                  </a:solidFill>
                  <a:latin typeface="+mn-ea"/>
                  <a:ea typeface="+mn-ea"/>
                </a:rPr>
                <a:t>/</a:t>
              </a: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grpSp>
      <p:sp>
        <p:nvSpPr>
          <p:cNvPr id="315" name="Rectangle 122"/>
          <p:cNvSpPr>
            <a:spLocks noChangeArrowheads="1"/>
          </p:cNvSpPr>
          <p:nvPr/>
        </p:nvSpPr>
        <p:spPr bwMode="auto">
          <a:xfrm>
            <a:off x="9050071" y="4043087"/>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16" name="직사각형 315"/>
          <p:cNvSpPr/>
          <p:nvPr/>
        </p:nvSpPr>
        <p:spPr>
          <a:xfrm>
            <a:off x="1881039" y="4026178"/>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과목공지</a:t>
            </a:r>
            <a:endParaRPr lang="ko-KR" altLang="en-US" sz="800" b="1" dirty="0">
              <a:solidFill>
                <a:srgbClr val="FF0000"/>
              </a:solidFill>
              <a:latin typeface="+mn-ea"/>
              <a:ea typeface="+mn-ea"/>
            </a:endParaRPr>
          </a:p>
        </p:txBody>
      </p:sp>
      <p:sp>
        <p:nvSpPr>
          <p:cNvPr id="317" name="직사각형 316"/>
          <p:cNvSpPr/>
          <p:nvPr/>
        </p:nvSpPr>
        <p:spPr>
          <a:xfrm>
            <a:off x="1976289" y="3707507"/>
            <a:ext cx="720000" cy="1800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과목공지</a:t>
            </a:r>
            <a:endParaRPr lang="en-US" altLang="ko-KR" sz="800" dirty="0">
              <a:solidFill>
                <a:schemeClr val="tx1">
                  <a:lumMod val="65000"/>
                  <a:lumOff val="35000"/>
                </a:schemeClr>
              </a:solidFill>
              <a:latin typeface="+mn-ea"/>
            </a:endParaRPr>
          </a:p>
        </p:txBody>
      </p:sp>
      <p:cxnSp>
        <p:nvCxnSpPr>
          <p:cNvPr id="318" name="직선 연결선 317"/>
          <p:cNvCxnSpPr/>
          <p:nvPr/>
        </p:nvCxnSpPr>
        <p:spPr>
          <a:xfrm>
            <a:off x="1979896" y="3961421"/>
            <a:ext cx="7462800" cy="0"/>
          </a:xfrm>
          <a:prstGeom prst="line">
            <a:avLst/>
          </a:prstGeom>
          <a:ln w="38100">
            <a:solidFill>
              <a:srgbClr val="CAD5E2"/>
            </a:solidFill>
          </a:ln>
        </p:spPr>
        <p:style>
          <a:lnRef idx="1">
            <a:schemeClr val="accent1"/>
          </a:lnRef>
          <a:fillRef idx="0">
            <a:schemeClr val="accent1"/>
          </a:fillRef>
          <a:effectRef idx="0">
            <a:schemeClr val="accent1"/>
          </a:effectRef>
          <a:fontRef idx="minor">
            <a:schemeClr val="tx1"/>
          </a:fontRef>
        </p:style>
      </p:cxnSp>
      <p:sp>
        <p:nvSpPr>
          <p:cNvPr id="320" name="직사각형 319"/>
          <p:cNvSpPr/>
          <p:nvPr/>
        </p:nvSpPr>
        <p:spPr>
          <a:xfrm>
            <a:off x="2741978" y="3703658"/>
            <a:ext cx="720000" cy="1800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65000"/>
                    <a:lumOff val="35000"/>
                  </a:schemeClr>
                </a:solidFill>
                <a:latin typeface="+mn-ea"/>
              </a:rPr>
              <a:t>전체공지</a:t>
            </a:r>
            <a:endParaRPr lang="en-US" altLang="ko-KR" sz="800" dirty="0">
              <a:solidFill>
                <a:schemeClr val="tx1">
                  <a:lumMod val="65000"/>
                  <a:lumOff val="35000"/>
                </a:schemeClr>
              </a:solidFill>
              <a:latin typeface="+mn-ea"/>
            </a:endParaRPr>
          </a:p>
        </p:txBody>
      </p:sp>
      <p:sp>
        <p:nvSpPr>
          <p:cNvPr id="322" name="직사각형 321"/>
          <p:cNvSpPr/>
          <p:nvPr/>
        </p:nvSpPr>
        <p:spPr>
          <a:xfrm>
            <a:off x="2432720" y="4020265"/>
            <a:ext cx="94128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pic>
        <p:nvPicPr>
          <p:cNvPr id="32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57686" y="3750620"/>
            <a:ext cx="133350"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478" name="Group 37"/>
          <p:cNvGraphicFramePr>
            <a:graphicFrameLocks noGrp="1"/>
          </p:cNvGraphicFramePr>
          <p:nvPr>
            <p:extLst>
              <p:ext uri="{D42A27DB-BD31-4B8C-83A1-F6EECF244321}">
                <p14:modId xmlns:p14="http://schemas.microsoft.com/office/powerpoint/2010/main" val="514703104"/>
              </p:ext>
            </p:extLst>
          </p:nvPr>
        </p:nvGraphicFramePr>
        <p:xfrm>
          <a:off x="1975898" y="4293096"/>
          <a:ext cx="7465539" cy="3566006"/>
        </p:xfrm>
        <a:graphic>
          <a:graphicData uri="http://schemas.openxmlformats.org/drawingml/2006/table">
            <a:tbl>
              <a:tblPr/>
              <a:tblGrid>
                <a:gridCol w="456822">
                  <a:extLst>
                    <a:ext uri="{9D8B030D-6E8A-4147-A177-3AD203B41FA5}">
                      <a16:colId xmlns="" xmlns:a16="http://schemas.microsoft.com/office/drawing/2014/main" val="20001"/>
                    </a:ext>
                  </a:extLst>
                </a:gridCol>
                <a:gridCol w="514913"/>
                <a:gridCol w="470463"/>
                <a:gridCol w="957825"/>
                <a:gridCol w="360040"/>
                <a:gridCol w="2088232"/>
                <a:gridCol w="648072"/>
                <a:gridCol w="648072"/>
                <a:gridCol w="440367"/>
                <a:gridCol w="440366"/>
                <a:gridCol w="440367"/>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다운</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일한번역연습</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25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일반화학</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산업공학전공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32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회계금융전공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41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고전문학심화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행정법 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아동심리학</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일한번역연습</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일반화학</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산업공학전공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회계금융전공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AI</a:t>
                      </a:r>
                      <a:r>
                        <a:rPr lang="ko-KR" altLang="en-US" sz="800" b="0" dirty="0" smtClean="0">
                          <a:solidFill>
                            <a:schemeClr val="tx1">
                              <a:lumMod val="75000"/>
                              <a:lumOff val="25000"/>
                            </a:schemeClr>
                          </a:solidFill>
                          <a:latin typeface="+mn-ea"/>
                          <a:ea typeface="+mn-ea"/>
                        </a:rPr>
                        <a:t>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민법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 활용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62" name="그룹 161"/>
          <p:cNvGrpSpPr/>
          <p:nvPr/>
        </p:nvGrpSpPr>
        <p:grpSpPr>
          <a:xfrm>
            <a:off x="2005848" y="4471933"/>
            <a:ext cx="377026" cy="243143"/>
            <a:chOff x="2561839" y="4182988"/>
            <a:chExt cx="377026" cy="243143"/>
          </a:xfrm>
        </p:grpSpPr>
        <p:sp>
          <p:nvSpPr>
            <p:cNvPr id="163" name="직사각형 162"/>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64" name="직사각형 163"/>
            <p:cNvSpPr/>
            <p:nvPr/>
          </p:nvSpPr>
          <p:spPr>
            <a:xfrm>
              <a:off x="2561839"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고정</a:t>
              </a:r>
              <a:endParaRPr lang="en-US" altLang="ko-KR" sz="750" dirty="0">
                <a:solidFill>
                  <a:schemeClr val="bg1"/>
                </a:solidFill>
                <a:latin typeface="+mn-ea"/>
                <a:ea typeface="+mn-ea"/>
              </a:endParaRPr>
            </a:p>
          </p:txBody>
        </p:sp>
      </p:grpSp>
      <p:grpSp>
        <p:nvGrpSpPr>
          <p:cNvPr id="160" name="그룹 159"/>
          <p:cNvGrpSpPr/>
          <p:nvPr/>
        </p:nvGrpSpPr>
        <p:grpSpPr>
          <a:xfrm>
            <a:off x="2012417" y="4956939"/>
            <a:ext cx="377026" cy="243143"/>
            <a:chOff x="2571364" y="4182988"/>
            <a:chExt cx="377026" cy="243143"/>
          </a:xfrm>
        </p:grpSpPr>
        <p:sp>
          <p:nvSpPr>
            <p:cNvPr id="161" name="직사각형 160"/>
            <p:cNvSpPr/>
            <p:nvPr/>
          </p:nvSpPr>
          <p:spPr>
            <a:xfrm>
              <a:off x="2576736" y="4257112"/>
              <a:ext cx="360000" cy="144000"/>
            </a:xfrm>
            <a:prstGeom prst="rect">
              <a:avLst/>
            </a:prstGeom>
            <a:solidFill>
              <a:srgbClr val="ED801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65" name="직사각형 164"/>
            <p:cNvSpPr/>
            <p:nvPr/>
          </p:nvSpPr>
          <p:spPr>
            <a:xfrm>
              <a:off x="2571364"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중요</a:t>
              </a:r>
              <a:endParaRPr lang="en-US" altLang="ko-KR" sz="750" dirty="0">
                <a:solidFill>
                  <a:schemeClr val="bg1"/>
                </a:solidFill>
                <a:latin typeface="+mn-ea"/>
                <a:ea typeface="+mn-ea"/>
              </a:endParaRPr>
            </a:p>
          </p:txBody>
        </p:sp>
      </p:grpSp>
      <p:grpSp>
        <p:nvGrpSpPr>
          <p:cNvPr id="166" name="그룹 165"/>
          <p:cNvGrpSpPr/>
          <p:nvPr/>
        </p:nvGrpSpPr>
        <p:grpSpPr>
          <a:xfrm>
            <a:off x="2015530" y="5192556"/>
            <a:ext cx="377026" cy="243143"/>
            <a:chOff x="2571364" y="4182988"/>
            <a:chExt cx="377026" cy="243143"/>
          </a:xfrm>
        </p:grpSpPr>
        <p:sp>
          <p:nvSpPr>
            <p:cNvPr id="167" name="직사각형 166"/>
            <p:cNvSpPr/>
            <p:nvPr/>
          </p:nvSpPr>
          <p:spPr>
            <a:xfrm>
              <a:off x="2576736" y="4257112"/>
              <a:ext cx="360000" cy="144000"/>
            </a:xfrm>
            <a:prstGeom prst="rect">
              <a:avLst/>
            </a:prstGeom>
            <a:solidFill>
              <a:srgbClr val="ED801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68" name="직사각형 167"/>
            <p:cNvSpPr/>
            <p:nvPr/>
          </p:nvSpPr>
          <p:spPr>
            <a:xfrm>
              <a:off x="2571364"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중요</a:t>
              </a:r>
              <a:endParaRPr lang="en-US" altLang="ko-KR" sz="750" dirty="0">
                <a:solidFill>
                  <a:schemeClr val="bg1"/>
                </a:solidFill>
                <a:latin typeface="+mn-ea"/>
                <a:ea typeface="+mn-ea"/>
              </a:endParaRPr>
            </a:p>
          </p:txBody>
        </p:sp>
      </p:grpSp>
      <p:grpSp>
        <p:nvGrpSpPr>
          <p:cNvPr id="170" name="그룹 169"/>
          <p:cNvGrpSpPr/>
          <p:nvPr/>
        </p:nvGrpSpPr>
        <p:grpSpPr>
          <a:xfrm>
            <a:off x="2010662" y="4717075"/>
            <a:ext cx="377026" cy="243143"/>
            <a:chOff x="2561839" y="4182988"/>
            <a:chExt cx="377026" cy="243143"/>
          </a:xfrm>
        </p:grpSpPr>
        <p:sp>
          <p:nvSpPr>
            <p:cNvPr id="172" name="직사각형 171"/>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73" name="직사각형 172"/>
            <p:cNvSpPr/>
            <p:nvPr/>
          </p:nvSpPr>
          <p:spPr>
            <a:xfrm>
              <a:off x="2561839"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고정</a:t>
              </a:r>
              <a:endParaRPr lang="en-US" altLang="ko-KR" sz="750" dirty="0">
                <a:solidFill>
                  <a:schemeClr val="bg1"/>
                </a:solidFill>
                <a:latin typeface="+mn-ea"/>
                <a:ea typeface="+mn-ea"/>
              </a:endParaRPr>
            </a:p>
          </p:txBody>
        </p:sp>
      </p:grpSp>
      <p:grpSp>
        <p:nvGrpSpPr>
          <p:cNvPr id="313" name="그룹 74"/>
          <p:cNvGrpSpPr>
            <a:grpSpLocks/>
          </p:cNvGrpSpPr>
          <p:nvPr/>
        </p:nvGrpSpPr>
        <p:grpSpPr bwMode="auto">
          <a:xfrm>
            <a:off x="4858228" y="7946454"/>
            <a:ext cx="1678948" cy="215444"/>
            <a:chOff x="5843761" y="3953547"/>
            <a:chExt cx="1769478" cy="256728"/>
          </a:xfrm>
        </p:grpSpPr>
        <p:sp>
          <p:nvSpPr>
            <p:cNvPr id="31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321" name="그룹 86"/>
            <p:cNvGrpSpPr>
              <a:grpSpLocks/>
            </p:cNvGrpSpPr>
            <p:nvPr/>
          </p:nvGrpSpPr>
          <p:grpSpPr bwMode="auto">
            <a:xfrm>
              <a:off x="5889794" y="3953547"/>
              <a:ext cx="1723445" cy="256728"/>
              <a:chOff x="5889794" y="3953547"/>
              <a:chExt cx="1723445" cy="256728"/>
            </a:xfrm>
          </p:grpSpPr>
          <p:sp>
            <p:nvSpPr>
              <p:cNvPr id="3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3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41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91592" y="4561861"/>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52821" y="4541116"/>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5"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49655" y="478876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6"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51680" y="526538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7"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58039" y="5513040"/>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8"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63372" y="6228928"/>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9"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63372" y="7193607"/>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3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2542" y="5522348"/>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7" name="그룹 176"/>
          <p:cNvGrpSpPr/>
          <p:nvPr/>
        </p:nvGrpSpPr>
        <p:grpSpPr>
          <a:xfrm>
            <a:off x="4727451" y="4369835"/>
            <a:ext cx="234360" cy="200055"/>
            <a:chOff x="1152270" y="11706839"/>
            <a:chExt cx="234360" cy="200055"/>
          </a:xfrm>
        </p:grpSpPr>
        <p:sp>
          <p:nvSpPr>
            <p:cNvPr id="178" name="모서리가 둥근 직사각형 17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9" name="직사각형 17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80" name="그룹 179"/>
          <p:cNvGrpSpPr/>
          <p:nvPr/>
        </p:nvGrpSpPr>
        <p:grpSpPr>
          <a:xfrm>
            <a:off x="1972097" y="2358429"/>
            <a:ext cx="7488000" cy="216000"/>
            <a:chOff x="559370" y="2267347"/>
            <a:chExt cx="7488000" cy="216000"/>
          </a:xfrm>
        </p:grpSpPr>
        <p:sp>
          <p:nvSpPr>
            <p:cNvPr id="181" name="직사각형 180"/>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82" name="그룹 181"/>
            <p:cNvGrpSpPr/>
            <p:nvPr/>
          </p:nvGrpSpPr>
          <p:grpSpPr>
            <a:xfrm>
              <a:off x="596648" y="2286397"/>
              <a:ext cx="1800000" cy="180000"/>
              <a:chOff x="524640" y="2276872"/>
              <a:chExt cx="1800000" cy="180000"/>
            </a:xfrm>
          </p:grpSpPr>
          <p:sp>
            <p:nvSpPr>
              <p:cNvPr id="183" name="모서리가 둥근 직사각형 182"/>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과목공지사항</a:t>
                </a:r>
                <a:endParaRPr kumimoji="1" lang="ko-KR" altLang="en-US" sz="900" dirty="0">
                  <a:solidFill>
                    <a:schemeClr val="tx1">
                      <a:lumMod val="75000"/>
                      <a:lumOff val="25000"/>
                    </a:schemeClr>
                  </a:solidFill>
                  <a:latin typeface="+mn-ea"/>
                  <a:ea typeface="+mn-ea"/>
                  <a:cs typeface="Calibri" pitchFamily="34" charset="0"/>
                </a:endParaRPr>
              </a:p>
            </p:txBody>
          </p:sp>
          <p:pic>
            <p:nvPicPr>
              <p:cNvPr id="18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77" name="그룹 276"/>
          <p:cNvGrpSpPr/>
          <p:nvPr/>
        </p:nvGrpSpPr>
        <p:grpSpPr>
          <a:xfrm>
            <a:off x="5709344" y="1485584"/>
            <a:ext cx="3761110" cy="261068"/>
            <a:chOff x="4948808" y="1485584"/>
            <a:chExt cx="3761110" cy="261068"/>
          </a:xfrm>
        </p:grpSpPr>
        <p:grpSp>
          <p:nvGrpSpPr>
            <p:cNvPr id="278" name="그룹 277"/>
            <p:cNvGrpSpPr/>
            <p:nvPr/>
          </p:nvGrpSpPr>
          <p:grpSpPr>
            <a:xfrm>
              <a:off x="4948808" y="1579923"/>
              <a:ext cx="3761110" cy="166729"/>
              <a:chOff x="5665911" y="1579923"/>
              <a:chExt cx="3761110" cy="166729"/>
            </a:xfrm>
          </p:grpSpPr>
          <p:pic>
            <p:nvPicPr>
              <p:cNvPr id="28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0"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1"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2"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3" name="그룹 332"/>
              <p:cNvGrpSpPr/>
              <p:nvPr/>
            </p:nvGrpSpPr>
            <p:grpSpPr>
              <a:xfrm>
                <a:off x="5665911" y="1583291"/>
                <a:ext cx="648000" cy="162000"/>
                <a:chOff x="4953000" y="2780928"/>
                <a:chExt cx="648000" cy="162000"/>
              </a:xfrm>
            </p:grpSpPr>
            <p:sp>
              <p:nvSpPr>
                <p:cNvPr id="341" name="모서리가 둥근 직사각형 340"/>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342"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35" name="모서리가 둥근 직사각형 334"/>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79" name="타원 278"/>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85" name="그룹 184"/>
          <p:cNvGrpSpPr/>
          <p:nvPr/>
        </p:nvGrpSpPr>
        <p:grpSpPr>
          <a:xfrm>
            <a:off x="2029247" y="3007057"/>
            <a:ext cx="4597216" cy="215444"/>
            <a:chOff x="2029247" y="3007057"/>
            <a:chExt cx="4597216" cy="215444"/>
          </a:xfrm>
        </p:grpSpPr>
        <p:sp>
          <p:nvSpPr>
            <p:cNvPr id="186"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87" name="직사각형 186"/>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188"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89"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90" name="그룹 189"/>
          <p:cNvGrpSpPr/>
          <p:nvPr/>
        </p:nvGrpSpPr>
        <p:grpSpPr>
          <a:xfrm>
            <a:off x="626748" y="2104281"/>
            <a:ext cx="1245456" cy="3960440"/>
            <a:chOff x="626748" y="2104281"/>
            <a:chExt cx="1245456" cy="3960440"/>
          </a:xfrm>
        </p:grpSpPr>
        <p:grpSp>
          <p:nvGrpSpPr>
            <p:cNvPr id="191" name="그룹 190"/>
            <p:cNvGrpSpPr/>
            <p:nvPr/>
          </p:nvGrpSpPr>
          <p:grpSpPr>
            <a:xfrm>
              <a:off x="629956" y="3318264"/>
              <a:ext cx="1188000" cy="180000"/>
              <a:chOff x="666428" y="3785432"/>
              <a:chExt cx="1188000" cy="180000"/>
            </a:xfrm>
          </p:grpSpPr>
          <p:sp>
            <p:nvSpPr>
              <p:cNvPr id="282" name="모서리가 둥근 직사각형 28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8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29956" y="3568824"/>
              <a:ext cx="1188000" cy="180000"/>
              <a:chOff x="666428" y="4310612"/>
              <a:chExt cx="1188000" cy="180000"/>
            </a:xfrm>
          </p:grpSpPr>
          <p:sp>
            <p:nvSpPr>
              <p:cNvPr id="276" name="모서리가 둥근 직사각형 27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81"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5" y="3042501"/>
              <a:ext cx="1188000" cy="180000"/>
              <a:chOff x="666427" y="3266516"/>
              <a:chExt cx="1188000" cy="180000"/>
            </a:xfrm>
          </p:grpSpPr>
          <p:sp>
            <p:nvSpPr>
              <p:cNvPr id="274" name="모서리가 둥근 직사각형 27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75"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106828"/>
              <a:ext cx="1188000" cy="180000"/>
              <a:chOff x="666428" y="4570824"/>
              <a:chExt cx="1188000" cy="180000"/>
            </a:xfrm>
          </p:grpSpPr>
          <p:sp>
            <p:nvSpPr>
              <p:cNvPr id="272" name="모서리가 둥근 직사각형 27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7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6" y="5568923"/>
              <a:ext cx="1188000" cy="180000"/>
              <a:chOff x="666428" y="5096004"/>
              <a:chExt cx="1188000" cy="180000"/>
            </a:xfrm>
          </p:grpSpPr>
          <p:sp>
            <p:nvSpPr>
              <p:cNvPr id="270" name="모서리가 둥근 직사각형 269"/>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1150" y="4387873"/>
              <a:ext cx="1188000" cy="180000"/>
              <a:chOff x="666428" y="4570824"/>
              <a:chExt cx="1188000" cy="180000"/>
            </a:xfrm>
          </p:grpSpPr>
          <p:sp>
            <p:nvSpPr>
              <p:cNvPr id="265" name="모서리가 둥근 직사각형 26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67"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29956" y="4675443"/>
              <a:ext cx="1188000" cy="180000"/>
              <a:chOff x="666428" y="4310612"/>
              <a:chExt cx="1188000" cy="180000"/>
            </a:xfrm>
          </p:grpSpPr>
          <p:sp>
            <p:nvSpPr>
              <p:cNvPr id="263" name="모서리가 둥근 직사각형 2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26748" y="2104281"/>
              <a:ext cx="1245456" cy="442923"/>
              <a:chOff x="468506" y="2320305"/>
              <a:chExt cx="1245456" cy="442923"/>
            </a:xfrm>
          </p:grpSpPr>
          <p:sp>
            <p:nvSpPr>
              <p:cNvPr id="260" name="직사각형 259"/>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2" name="TextBox 261"/>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34" name="그룹 233"/>
            <p:cNvGrpSpPr/>
            <p:nvPr/>
          </p:nvGrpSpPr>
          <p:grpSpPr>
            <a:xfrm>
              <a:off x="632520" y="4975116"/>
              <a:ext cx="1188000" cy="180000"/>
              <a:chOff x="666428" y="4310612"/>
              <a:chExt cx="1188000" cy="180000"/>
            </a:xfrm>
          </p:grpSpPr>
          <p:sp>
            <p:nvSpPr>
              <p:cNvPr id="258" name="모서리가 둥근 직사각형 2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32520" y="2752353"/>
              <a:ext cx="1188000" cy="180000"/>
              <a:chOff x="666427" y="3266516"/>
              <a:chExt cx="1188000" cy="180000"/>
            </a:xfrm>
          </p:grpSpPr>
          <p:sp>
            <p:nvSpPr>
              <p:cNvPr id="256" name="모서리가 둥근 직사각형 25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5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7" name="그룹 236"/>
            <p:cNvGrpSpPr/>
            <p:nvPr/>
          </p:nvGrpSpPr>
          <p:grpSpPr>
            <a:xfrm>
              <a:off x="632520" y="5257815"/>
              <a:ext cx="1188000" cy="180000"/>
              <a:chOff x="666428" y="4310612"/>
              <a:chExt cx="1188000" cy="180000"/>
            </a:xfrm>
          </p:grpSpPr>
          <p:sp>
            <p:nvSpPr>
              <p:cNvPr id="248" name="모서리가 둥근 직사각형 24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32520" y="5884721"/>
              <a:ext cx="1188000" cy="180000"/>
              <a:chOff x="666428" y="4570824"/>
              <a:chExt cx="1188000" cy="180000"/>
            </a:xfrm>
          </p:grpSpPr>
          <p:sp>
            <p:nvSpPr>
              <p:cNvPr id="246" name="모서리가 둥근 직사각형 24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47"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2520" y="3825064"/>
              <a:ext cx="1188000" cy="180000"/>
              <a:chOff x="666428" y="4310612"/>
              <a:chExt cx="1188000" cy="180000"/>
            </a:xfrm>
          </p:grpSpPr>
          <p:sp>
            <p:nvSpPr>
              <p:cNvPr id="241" name="모서리가 둥근 직사각형 240"/>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과목</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4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84" name="그룹 283"/>
          <p:cNvGrpSpPr/>
          <p:nvPr/>
        </p:nvGrpSpPr>
        <p:grpSpPr>
          <a:xfrm>
            <a:off x="507554" y="1602349"/>
            <a:ext cx="3075218" cy="252000"/>
            <a:chOff x="507554" y="1537742"/>
            <a:chExt cx="3075218" cy="252000"/>
          </a:xfrm>
        </p:grpSpPr>
        <p:pic>
          <p:nvPicPr>
            <p:cNvPr id="285"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6" name="그룹 285"/>
            <p:cNvGrpSpPr/>
            <p:nvPr/>
          </p:nvGrpSpPr>
          <p:grpSpPr>
            <a:xfrm>
              <a:off x="2288704" y="1581175"/>
              <a:ext cx="1294068" cy="166725"/>
              <a:chOff x="2288704" y="1581175"/>
              <a:chExt cx="1294068" cy="166725"/>
            </a:xfrm>
          </p:grpSpPr>
          <p:sp>
            <p:nvSpPr>
              <p:cNvPr id="287" name="직사각형 286"/>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88" name="직사각형 28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89" name="그룹 288"/>
          <p:cNvGrpSpPr/>
          <p:nvPr/>
        </p:nvGrpSpPr>
        <p:grpSpPr>
          <a:xfrm>
            <a:off x="624623" y="6165304"/>
            <a:ext cx="1188000" cy="180000"/>
            <a:chOff x="666428" y="3785432"/>
            <a:chExt cx="1188000" cy="180000"/>
          </a:xfrm>
        </p:grpSpPr>
        <p:sp>
          <p:nvSpPr>
            <p:cNvPr id="290" name="모서리가 둥근 직사각형 28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9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92" name="그룹 291"/>
          <p:cNvGrpSpPr/>
          <p:nvPr/>
        </p:nvGrpSpPr>
        <p:grpSpPr>
          <a:xfrm>
            <a:off x="610906" y="6407787"/>
            <a:ext cx="1188000" cy="180000"/>
            <a:chOff x="666428" y="5881828"/>
            <a:chExt cx="1188000" cy="180000"/>
          </a:xfrm>
        </p:grpSpPr>
        <p:sp>
          <p:nvSpPr>
            <p:cNvPr id="293" name="모서리가 둥근 직사각형 292"/>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94"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4143742819"/>
      </p:ext>
    </p:extLst>
  </p:cSld>
  <p:clrMapOvr>
    <a:masterClrMapping/>
  </p:clrMapOvr>
  <p:transition>
    <p:wipe dir="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537218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공지사항</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과목공지 보기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40</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98382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7778165"/>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공지사</a:t>
            </a:r>
            <a:r>
              <a:rPr lang="ko-KR" altLang="en-US" sz="800" spc="-60" dirty="0">
                <a:latin typeface="+mn-ea"/>
                <a:ea typeface="+mn-ea"/>
              </a:rPr>
              <a:t>항</a:t>
            </a:r>
          </a:p>
        </p:txBody>
      </p:sp>
      <p:graphicFrame>
        <p:nvGraphicFramePr>
          <p:cNvPr id="377" name="Group 175"/>
          <p:cNvGraphicFramePr>
            <a:graphicFrameLocks noGrp="1"/>
          </p:cNvGraphicFramePr>
          <p:nvPr>
            <p:extLst>
              <p:ext uri="{D42A27DB-BD31-4B8C-83A1-F6EECF244321}">
                <p14:modId xmlns:p14="http://schemas.microsoft.com/office/powerpoint/2010/main" val="3630180382"/>
              </p:ext>
            </p:extLst>
          </p:nvPr>
        </p:nvGraphicFramePr>
        <p:xfrm>
          <a:off x="9508554" y="1492213"/>
          <a:ext cx="1404156" cy="76002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중요공지 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게시글 제목</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신규 등록 아이콘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작성자</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작성일</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조회수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b="0" dirty="0" smtClean="0">
                          <a:solidFill>
                            <a:schemeClr val="tx1">
                              <a:lumMod val="75000"/>
                              <a:lumOff val="25000"/>
                            </a:schemeClr>
                          </a:solidFill>
                          <a:effectLst/>
                          <a:latin typeface="+mn-ea"/>
                          <a:ea typeface="+mn-ea"/>
                        </a:rPr>
                        <a:t>게시글 내용</a:t>
                      </a: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첨부파일</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클릭시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수</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클릭시 댓글 목록 펼쳐짐</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작성 입력폼 펼쳐짐</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dirty="0" smtClean="0">
                        <a:solidFill>
                          <a:schemeClr val="tx1">
                            <a:lumMod val="75000"/>
                            <a:lumOff val="25000"/>
                          </a:schemeClr>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입력폼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댓글로 문의할 경우 체크</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lt"/>
                          <a:ea typeface="+mn-ea"/>
                          <a:cs typeface="+mn-cs"/>
                        </a:rPr>
                        <a:t>저장 시 강의</a:t>
                      </a:r>
                      <a:r>
                        <a:rPr lang="en-US" altLang="ko-KR" sz="800" kern="1200" dirty="0" smtClean="0">
                          <a:solidFill>
                            <a:srgbClr val="0070C0"/>
                          </a:solidFill>
                          <a:latin typeface="+mn-lt"/>
                          <a:ea typeface="+mn-ea"/>
                          <a:cs typeface="+mn-cs"/>
                        </a:rPr>
                        <a:t>Q&amp;A</a:t>
                      </a:r>
                      <a:r>
                        <a:rPr lang="en-US" altLang="ko-KR" sz="800" kern="1200" baseline="0" dirty="0" smtClean="0">
                          <a:solidFill>
                            <a:srgbClr val="0070C0"/>
                          </a:solidFill>
                          <a:latin typeface="+mn-lt"/>
                          <a:ea typeface="+mn-ea"/>
                          <a:cs typeface="+mn-cs"/>
                        </a:rPr>
                        <a:t> </a:t>
                      </a:r>
                      <a:r>
                        <a:rPr lang="ko-KR" altLang="en-US" sz="800" kern="1200" baseline="0" dirty="0" smtClean="0">
                          <a:solidFill>
                            <a:srgbClr val="0070C0"/>
                          </a:solidFill>
                          <a:latin typeface="+mn-lt"/>
                          <a:ea typeface="+mn-ea"/>
                          <a:cs typeface="+mn-cs"/>
                        </a:rPr>
                        <a:t>같이 등록</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간편 답글 목록</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클릭시 선택 활성화 및 댓글 입력창에 자동 입력</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댓글 등록시 필수항목 체크</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solidFill>
                          <a:latin typeface="+mn-lt"/>
                          <a:ea typeface="+mn-ea"/>
                          <a:cs typeface="+mn-cs"/>
                        </a:rPr>
                        <a:t>- </a:t>
                      </a:r>
                      <a:r>
                        <a:rPr lang="ko-KR" altLang="en-US" sz="800" kern="1200" dirty="0" smtClean="0">
                          <a:solidFill>
                            <a:srgbClr val="0070C0"/>
                          </a:solidFill>
                          <a:latin typeface="+mn-lt"/>
                          <a:ea typeface="+mn-ea"/>
                          <a:cs typeface="+mn-cs"/>
                        </a:rPr>
                        <a:t>필수항목 </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댓글 내용</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최소 글자수 </a:t>
                      </a: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본인</a:t>
                      </a:r>
                      <a:r>
                        <a:rPr lang="ko-KR" altLang="en-US" sz="800" kern="1200" baseline="0" dirty="0" smtClean="0">
                          <a:solidFill>
                            <a:schemeClr val="tx1"/>
                          </a:solidFill>
                          <a:latin typeface="+mn-lt"/>
                          <a:ea typeface="+mn-ea"/>
                          <a:cs typeface="+mn-cs"/>
                        </a:rPr>
                        <a:t> 작성 댓글만 수정</a:t>
                      </a:r>
                      <a:r>
                        <a:rPr lang="en-US" altLang="ko-KR" sz="800" kern="1200" baseline="0" dirty="0" smtClean="0">
                          <a:solidFill>
                            <a:schemeClr val="tx1"/>
                          </a:solidFill>
                          <a:latin typeface="+mn-lt"/>
                          <a:ea typeface="+mn-ea"/>
                          <a:cs typeface="+mn-cs"/>
                        </a:rPr>
                        <a:t>, </a:t>
                      </a:r>
                      <a:r>
                        <a:rPr lang="ko-KR" altLang="en-US" sz="800" kern="1200" baseline="0" dirty="0" smtClean="0">
                          <a:solidFill>
                            <a:schemeClr val="tx1"/>
                          </a:solidFill>
                          <a:latin typeface="+mn-lt"/>
                          <a:ea typeface="+mn-ea"/>
                          <a:cs typeface="+mn-cs"/>
                        </a:rPr>
                        <a:t>삭제 가능</a:t>
                      </a:r>
                      <a:endParaRPr lang="en-US" altLang="ko-KR" sz="800" kern="1200" baseline="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lt"/>
                          <a:ea typeface="+mn-ea"/>
                          <a:cs typeface="+mn-cs"/>
                        </a:rPr>
                        <a:t>삭제시 삭제 </a:t>
                      </a:r>
                      <a:r>
                        <a:rPr lang="en-US" altLang="ko-KR" sz="800" kern="1200" baseline="0" dirty="0" smtClean="0">
                          <a:solidFill>
                            <a:srgbClr val="0070C0"/>
                          </a:solidFill>
                          <a:latin typeface="+mn-lt"/>
                          <a:ea typeface="+mn-ea"/>
                          <a:cs typeface="+mn-cs"/>
                        </a:rPr>
                        <a:t>flag</a:t>
                      </a:r>
                      <a:r>
                        <a:rPr lang="ko-KR" altLang="en-US" sz="800" kern="1200" baseline="0" dirty="0" smtClean="0">
                          <a:solidFill>
                            <a:srgbClr val="0070C0"/>
                          </a:solidFill>
                          <a:latin typeface="+mn-lt"/>
                          <a:ea typeface="+mn-ea"/>
                          <a:cs typeface="+mn-cs"/>
                        </a:rPr>
                        <a:t>로 처리</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KNOU_UI_C01020500_02</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177" name="Group 37"/>
          <p:cNvGraphicFramePr>
            <a:graphicFrameLocks noGrp="1"/>
          </p:cNvGraphicFramePr>
          <p:nvPr>
            <p:extLst>
              <p:ext uri="{D42A27DB-BD31-4B8C-83A1-F6EECF244321}">
                <p14:modId xmlns:p14="http://schemas.microsoft.com/office/powerpoint/2010/main" val="794134048"/>
              </p:ext>
            </p:extLst>
          </p:nvPr>
        </p:nvGraphicFramePr>
        <p:xfrm>
          <a:off x="1972097" y="2987650"/>
          <a:ext cx="7470353" cy="1972345"/>
        </p:xfrm>
        <a:graphic>
          <a:graphicData uri="http://schemas.openxmlformats.org/drawingml/2006/table">
            <a:tbl>
              <a:tblPr/>
              <a:tblGrid>
                <a:gridCol w="1203774"/>
                <a:gridCol w="6266579"/>
              </a:tblGrid>
              <a:tr h="2973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&gt; OO</a:t>
                      </a:r>
                      <a:r>
                        <a:rPr lang="ko-KR" altLang="en-US" sz="800" b="0" dirty="0" smtClean="0">
                          <a:solidFill>
                            <a:schemeClr val="tx1">
                              <a:lumMod val="75000"/>
                              <a:lumOff val="25000"/>
                            </a:schemeClr>
                          </a:solidFill>
                          <a:latin typeface="+mn-ea"/>
                          <a:ea typeface="+mn-ea"/>
                        </a:rPr>
                        <a:t>학과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일본어 </a:t>
                      </a: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운영자</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2025.10.20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45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177"/>
          <p:cNvGrpSpPr/>
          <p:nvPr/>
        </p:nvGrpSpPr>
        <p:grpSpPr>
          <a:xfrm>
            <a:off x="3224808" y="3834589"/>
            <a:ext cx="6139730" cy="763513"/>
            <a:chOff x="2226221" y="5606194"/>
            <a:chExt cx="5619740" cy="763513"/>
          </a:xfrm>
        </p:grpSpPr>
        <p:sp>
          <p:nvSpPr>
            <p:cNvPr id="179"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a:solidFill>
                    <a:schemeClr val="tx1">
                      <a:lumMod val="75000"/>
                      <a:lumOff val="25000"/>
                    </a:schemeClr>
                  </a:solidFill>
                  <a:latin typeface="+mn-ea"/>
                  <a:ea typeface="+mn-ea"/>
                </a:rPr>
                <a:t>알림내용 알림내용 알림내용 알림내용 알림내용 알림내용 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 </a:t>
              </a:r>
              <a:r>
                <a:rPr lang="ko-KR" altLang="en-US" sz="800" dirty="0" smtClean="0">
                  <a:solidFill>
                    <a:schemeClr val="tx1">
                      <a:lumMod val="75000"/>
                      <a:lumOff val="25000"/>
                    </a:schemeClr>
                  </a:solidFill>
                  <a:latin typeface="+mn-ea"/>
                  <a:ea typeface="+mn-ea"/>
                </a:rPr>
                <a:t>알림내용</a:t>
              </a:r>
              <a:endParaRPr lang="en-US" altLang="ko-KR" sz="800" dirty="0">
                <a:solidFill>
                  <a:schemeClr val="tx1">
                    <a:lumMod val="75000"/>
                    <a:lumOff val="25000"/>
                  </a:schemeClr>
                </a:solidFill>
                <a:latin typeface="+mn-ea"/>
                <a:ea typeface="+mn-ea"/>
              </a:endParaRPr>
            </a:p>
          </p:txBody>
        </p:sp>
        <p:pic>
          <p:nvPicPr>
            <p:cNvPr id="18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85" name="그룹 184"/>
          <p:cNvGrpSpPr/>
          <p:nvPr/>
        </p:nvGrpSpPr>
        <p:grpSpPr>
          <a:xfrm>
            <a:off x="3216537" y="3290716"/>
            <a:ext cx="377026" cy="243143"/>
            <a:chOff x="2561839" y="4182988"/>
            <a:chExt cx="377026" cy="243143"/>
          </a:xfrm>
        </p:grpSpPr>
        <p:sp>
          <p:nvSpPr>
            <p:cNvPr id="186" name="직사각형 185"/>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87" name="직사각형 186"/>
            <p:cNvSpPr/>
            <p:nvPr/>
          </p:nvSpPr>
          <p:spPr>
            <a:xfrm>
              <a:off x="2561839"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고정</a:t>
              </a:r>
              <a:endParaRPr lang="en-US" altLang="ko-KR" sz="750" dirty="0">
                <a:solidFill>
                  <a:schemeClr val="bg1"/>
                </a:solidFill>
                <a:latin typeface="+mn-ea"/>
                <a:ea typeface="+mn-ea"/>
              </a:endParaRPr>
            </a:p>
          </p:txBody>
        </p:sp>
      </p:grpSp>
      <p:pic>
        <p:nvPicPr>
          <p:cNvPr id="188"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57056" y="3387683"/>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 name="그룹 1"/>
          <p:cNvGrpSpPr/>
          <p:nvPr/>
        </p:nvGrpSpPr>
        <p:grpSpPr>
          <a:xfrm>
            <a:off x="3215103" y="4727260"/>
            <a:ext cx="2160000" cy="180000"/>
            <a:chOff x="3215103" y="4408537"/>
            <a:chExt cx="2160000" cy="180000"/>
          </a:xfrm>
        </p:grpSpPr>
        <p:sp>
          <p:nvSpPr>
            <p:cNvPr id="189" name="직사각형 188"/>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9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17" name="모서리가 둥근 직사각형 216"/>
          <p:cNvSpPr/>
          <p:nvPr/>
        </p:nvSpPr>
        <p:spPr>
          <a:xfrm>
            <a:off x="8543014"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71" name="직사각형 270"/>
          <p:cNvSpPr/>
          <p:nvPr/>
        </p:nvSpPr>
        <p:spPr>
          <a:xfrm>
            <a:off x="8539386" y="5157192"/>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pic>
        <p:nvPicPr>
          <p:cNvPr id="272"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79767" y="6775157"/>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73" name="직사각형 272"/>
          <p:cNvSpPr/>
          <p:nvPr/>
        </p:nvSpPr>
        <p:spPr>
          <a:xfrm>
            <a:off x="2211806" y="6826516"/>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274" name="직사각형 273"/>
          <p:cNvSpPr/>
          <p:nvPr/>
        </p:nvSpPr>
        <p:spPr>
          <a:xfrm>
            <a:off x="1904072" y="705272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75" name="직사각형 274"/>
          <p:cNvSpPr/>
          <p:nvPr/>
        </p:nvSpPr>
        <p:spPr>
          <a:xfrm>
            <a:off x="2853447" y="6790512"/>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276"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37293" y="7698041"/>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77" name="직사각형 276"/>
          <p:cNvSpPr/>
          <p:nvPr/>
        </p:nvSpPr>
        <p:spPr>
          <a:xfrm>
            <a:off x="2469332" y="7749400"/>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278" name="직사각형 277"/>
          <p:cNvSpPr/>
          <p:nvPr/>
        </p:nvSpPr>
        <p:spPr>
          <a:xfrm>
            <a:off x="2161598" y="7975609"/>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79" name="직사각형 278"/>
          <p:cNvSpPr/>
          <p:nvPr/>
        </p:nvSpPr>
        <p:spPr>
          <a:xfrm>
            <a:off x="3058948" y="7713396"/>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280" name="꺾인 연결선 279"/>
          <p:cNvCxnSpPr>
            <a:endCxn id="276" idx="1"/>
          </p:cNvCxnSpPr>
          <p:nvPr/>
        </p:nvCxnSpPr>
        <p:spPr>
          <a:xfrm rot="16200000" flipH="1">
            <a:off x="1861740" y="7466488"/>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30"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37293" y="8670149"/>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1" name="직사각형 330"/>
          <p:cNvSpPr/>
          <p:nvPr/>
        </p:nvSpPr>
        <p:spPr>
          <a:xfrm>
            <a:off x="2469332" y="8721508"/>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332" name="직사각형 331"/>
          <p:cNvSpPr/>
          <p:nvPr/>
        </p:nvSpPr>
        <p:spPr>
          <a:xfrm>
            <a:off x="2161598" y="8947717"/>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33" name="직사각형 332"/>
          <p:cNvSpPr/>
          <p:nvPr/>
        </p:nvSpPr>
        <p:spPr>
          <a:xfrm>
            <a:off x="3058948" y="8685504"/>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335" name="꺾인 연결선 334"/>
          <p:cNvCxnSpPr>
            <a:endCxn id="330" idx="1"/>
          </p:cNvCxnSpPr>
          <p:nvPr/>
        </p:nvCxnSpPr>
        <p:spPr>
          <a:xfrm rot="16200000" flipH="1">
            <a:off x="1815707" y="8392563"/>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41"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82515" y="9183730"/>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2" name="직사각형 341"/>
          <p:cNvSpPr/>
          <p:nvPr/>
        </p:nvSpPr>
        <p:spPr>
          <a:xfrm>
            <a:off x="2214554" y="9235089"/>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343" name="직사각형 342"/>
          <p:cNvSpPr/>
          <p:nvPr/>
        </p:nvSpPr>
        <p:spPr>
          <a:xfrm>
            <a:off x="1906820" y="9461298"/>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44" name="직사각형 343"/>
          <p:cNvSpPr/>
          <p:nvPr/>
        </p:nvSpPr>
        <p:spPr>
          <a:xfrm>
            <a:off x="2856196" y="9199085"/>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sp>
        <p:nvSpPr>
          <p:cNvPr id="345" name="직사각형 344"/>
          <p:cNvSpPr/>
          <p:nvPr/>
        </p:nvSpPr>
        <p:spPr>
          <a:xfrm>
            <a:off x="1967507" y="5464274"/>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47" name="그룹 346"/>
          <p:cNvGrpSpPr/>
          <p:nvPr/>
        </p:nvGrpSpPr>
        <p:grpSpPr>
          <a:xfrm>
            <a:off x="2071076" y="6379812"/>
            <a:ext cx="5014334" cy="215444"/>
            <a:chOff x="2023662" y="8506144"/>
            <a:chExt cx="5014334" cy="215444"/>
          </a:xfrm>
        </p:grpSpPr>
        <p:sp>
          <p:nvSpPr>
            <p:cNvPr id="348" name="직사각형 347"/>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49" name="TextBox 348"/>
            <p:cNvSpPr txBox="1"/>
            <p:nvPr/>
          </p:nvSpPr>
          <p:spPr>
            <a:xfrm>
              <a:off x="2092010" y="8506144"/>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피드백 문의 </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체크 시 문의로 등록되며 답변을 받을 수 있습니다</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pic>
        <p:nvPicPr>
          <p:cNvPr id="350"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06099" y="7294568"/>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1"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47128" y="8265969"/>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52" name="그룹 351"/>
          <p:cNvGrpSpPr/>
          <p:nvPr/>
        </p:nvGrpSpPr>
        <p:grpSpPr>
          <a:xfrm>
            <a:off x="1864071" y="5157220"/>
            <a:ext cx="1729891" cy="271050"/>
            <a:chOff x="1807132" y="7226402"/>
            <a:chExt cx="1729891" cy="271050"/>
          </a:xfrm>
        </p:grpSpPr>
        <p:sp>
          <p:nvSpPr>
            <p:cNvPr id="353" name="직사각형 352"/>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354" name="직사각형 353"/>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35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72370" y="5510953"/>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356" name="TextBox 355"/>
          <p:cNvSpPr txBox="1"/>
          <p:nvPr/>
        </p:nvSpPr>
        <p:spPr>
          <a:xfrm>
            <a:off x="2082094" y="5716882"/>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grpSp>
        <p:nvGrpSpPr>
          <p:cNvPr id="357" name="그룹 356"/>
          <p:cNvGrpSpPr/>
          <p:nvPr/>
        </p:nvGrpSpPr>
        <p:grpSpPr>
          <a:xfrm>
            <a:off x="8338121" y="6864712"/>
            <a:ext cx="969911" cy="263175"/>
            <a:chOff x="6836830" y="8933894"/>
            <a:chExt cx="969911" cy="263175"/>
          </a:xfrm>
        </p:grpSpPr>
        <p:sp>
          <p:nvSpPr>
            <p:cNvPr id="358" name="직사각형 357"/>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59" name="직사각형 358"/>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60" name="그룹 359"/>
          <p:cNvGrpSpPr/>
          <p:nvPr/>
        </p:nvGrpSpPr>
        <p:grpSpPr>
          <a:xfrm>
            <a:off x="8343453" y="7783862"/>
            <a:ext cx="969911" cy="263175"/>
            <a:chOff x="6836830" y="8933894"/>
            <a:chExt cx="969911" cy="263175"/>
          </a:xfrm>
        </p:grpSpPr>
        <p:sp>
          <p:nvSpPr>
            <p:cNvPr id="361" name="직사각형 360"/>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62" name="직사각형 361"/>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63" name="그룹 362"/>
          <p:cNvGrpSpPr/>
          <p:nvPr/>
        </p:nvGrpSpPr>
        <p:grpSpPr>
          <a:xfrm>
            <a:off x="8338221" y="8758066"/>
            <a:ext cx="969911" cy="263175"/>
            <a:chOff x="6836830" y="8933894"/>
            <a:chExt cx="969911" cy="263175"/>
          </a:xfrm>
        </p:grpSpPr>
        <p:sp>
          <p:nvSpPr>
            <p:cNvPr id="364" name="직사각형 36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65" name="직사각형 36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66" name="그룹 365"/>
          <p:cNvGrpSpPr/>
          <p:nvPr/>
        </p:nvGrpSpPr>
        <p:grpSpPr>
          <a:xfrm>
            <a:off x="8343453" y="9288601"/>
            <a:ext cx="969911" cy="263175"/>
            <a:chOff x="6836830" y="8933894"/>
            <a:chExt cx="969911" cy="263175"/>
          </a:xfrm>
        </p:grpSpPr>
        <p:sp>
          <p:nvSpPr>
            <p:cNvPr id="367" name="직사각형 36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68" name="직사각형 367"/>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sp>
        <p:nvSpPr>
          <p:cNvPr id="369" name="직사각형 368"/>
          <p:cNvSpPr/>
          <p:nvPr/>
        </p:nvSpPr>
        <p:spPr>
          <a:xfrm>
            <a:off x="8319069" y="5507747"/>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0" name="TextBox 369"/>
          <p:cNvSpPr txBox="1"/>
          <p:nvPr/>
        </p:nvSpPr>
        <p:spPr>
          <a:xfrm>
            <a:off x="8326699" y="5509803"/>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71" name="그룹 370"/>
          <p:cNvGrpSpPr/>
          <p:nvPr/>
        </p:nvGrpSpPr>
        <p:grpSpPr>
          <a:xfrm>
            <a:off x="8362503" y="5903751"/>
            <a:ext cx="928576" cy="215444"/>
            <a:chOff x="8337376" y="8326124"/>
            <a:chExt cx="928576" cy="215444"/>
          </a:xfrm>
        </p:grpSpPr>
        <p:sp>
          <p:nvSpPr>
            <p:cNvPr id="372" name="직사각형 371"/>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75" name="TextBox 374"/>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376" name="그룹 375"/>
          <p:cNvGrpSpPr/>
          <p:nvPr/>
        </p:nvGrpSpPr>
        <p:grpSpPr>
          <a:xfrm>
            <a:off x="8352978" y="5723731"/>
            <a:ext cx="936004" cy="215444"/>
            <a:chOff x="6851687" y="7802438"/>
            <a:chExt cx="936004" cy="215444"/>
          </a:xfrm>
        </p:grpSpPr>
        <p:grpSp>
          <p:nvGrpSpPr>
            <p:cNvPr id="378" name="그룹 377"/>
            <p:cNvGrpSpPr/>
            <p:nvPr/>
          </p:nvGrpSpPr>
          <p:grpSpPr>
            <a:xfrm>
              <a:off x="6851687" y="7802438"/>
              <a:ext cx="936004" cy="215444"/>
              <a:chOff x="8337376" y="8047616"/>
              <a:chExt cx="936004" cy="215444"/>
            </a:xfrm>
          </p:grpSpPr>
          <p:sp>
            <p:nvSpPr>
              <p:cNvPr id="380" name="직사각형 379"/>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81" name="TextBox 380"/>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379"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382" name="그룹 381"/>
          <p:cNvGrpSpPr/>
          <p:nvPr/>
        </p:nvGrpSpPr>
        <p:grpSpPr>
          <a:xfrm>
            <a:off x="8362503" y="6086447"/>
            <a:ext cx="928576" cy="215444"/>
            <a:chOff x="8337376" y="8326124"/>
            <a:chExt cx="928576" cy="215444"/>
          </a:xfrm>
        </p:grpSpPr>
        <p:sp>
          <p:nvSpPr>
            <p:cNvPr id="383" name="직사각형 382"/>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84" name="TextBox 383"/>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385" name="직사각형 384"/>
          <p:cNvSpPr/>
          <p:nvPr/>
        </p:nvSpPr>
        <p:spPr>
          <a:xfrm rot="10800000">
            <a:off x="8410128" y="518367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86" name="그룹 385"/>
          <p:cNvGrpSpPr/>
          <p:nvPr/>
        </p:nvGrpSpPr>
        <p:grpSpPr>
          <a:xfrm>
            <a:off x="1752624" y="5173161"/>
            <a:ext cx="234360" cy="200055"/>
            <a:chOff x="1152270" y="11716364"/>
            <a:chExt cx="234360" cy="200055"/>
          </a:xfrm>
        </p:grpSpPr>
        <p:sp>
          <p:nvSpPr>
            <p:cNvPr id="387" name="모서리가 둥근 직사각형 38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8" name="직사각형 38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89" name="그룹 388"/>
          <p:cNvGrpSpPr/>
          <p:nvPr/>
        </p:nvGrpSpPr>
        <p:grpSpPr>
          <a:xfrm>
            <a:off x="1752624" y="5418745"/>
            <a:ext cx="234360" cy="200055"/>
            <a:chOff x="1152270" y="11716364"/>
            <a:chExt cx="234360" cy="200055"/>
          </a:xfrm>
        </p:grpSpPr>
        <p:sp>
          <p:nvSpPr>
            <p:cNvPr id="390" name="모서리가 둥근 직사각형 38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1" name="직사각형 39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392" name="그룹 391"/>
          <p:cNvGrpSpPr/>
          <p:nvPr/>
        </p:nvGrpSpPr>
        <p:grpSpPr>
          <a:xfrm>
            <a:off x="8338833" y="5185767"/>
            <a:ext cx="234360" cy="200055"/>
            <a:chOff x="1152270" y="11716364"/>
            <a:chExt cx="234360" cy="200055"/>
          </a:xfrm>
        </p:grpSpPr>
        <p:sp>
          <p:nvSpPr>
            <p:cNvPr id="393" name="모서리가 둥근 직사각형 39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4" name="직사각형 39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401" name="그룹 400"/>
          <p:cNvGrpSpPr/>
          <p:nvPr/>
        </p:nvGrpSpPr>
        <p:grpSpPr>
          <a:xfrm>
            <a:off x="8309544" y="5525772"/>
            <a:ext cx="234360" cy="200055"/>
            <a:chOff x="1152270" y="11716364"/>
            <a:chExt cx="234360" cy="200055"/>
          </a:xfrm>
        </p:grpSpPr>
        <p:sp>
          <p:nvSpPr>
            <p:cNvPr id="402" name="모서리가 둥근 직사각형 40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3" name="직사각형 40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404" name="그룹 403"/>
          <p:cNvGrpSpPr/>
          <p:nvPr/>
        </p:nvGrpSpPr>
        <p:grpSpPr>
          <a:xfrm>
            <a:off x="1868779" y="6381348"/>
            <a:ext cx="234360" cy="200055"/>
            <a:chOff x="1152270" y="11716364"/>
            <a:chExt cx="234360" cy="200055"/>
          </a:xfrm>
        </p:grpSpPr>
        <p:sp>
          <p:nvSpPr>
            <p:cNvPr id="405" name="모서리가 둥근 직사각형 4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6" name="직사각형 40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407" name="그룹 406"/>
          <p:cNvGrpSpPr/>
          <p:nvPr/>
        </p:nvGrpSpPr>
        <p:grpSpPr>
          <a:xfrm>
            <a:off x="8413364" y="6380343"/>
            <a:ext cx="284052" cy="200055"/>
            <a:chOff x="1119502" y="11716364"/>
            <a:chExt cx="284052" cy="200055"/>
          </a:xfrm>
        </p:grpSpPr>
        <p:sp>
          <p:nvSpPr>
            <p:cNvPr id="408" name="모서리가 둥근 직사각형 4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9" name="직사각형 408"/>
            <p:cNvSpPr/>
            <p:nvPr/>
          </p:nvSpPr>
          <p:spPr>
            <a:xfrm>
              <a:off x="1119502"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pic>
        <p:nvPicPr>
          <p:cNvPr id="411"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349018" y="7850019"/>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3"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353354" y="9345293"/>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5" name="직사각형 414"/>
          <p:cNvSpPr/>
          <p:nvPr/>
        </p:nvSpPr>
        <p:spPr>
          <a:xfrm>
            <a:off x="9446071" y="9415695"/>
            <a:ext cx="720080" cy="56813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댓글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grpSp>
        <p:nvGrpSpPr>
          <p:cNvPr id="416" name="그룹 415"/>
          <p:cNvGrpSpPr/>
          <p:nvPr/>
        </p:nvGrpSpPr>
        <p:grpSpPr>
          <a:xfrm>
            <a:off x="9378043" y="9259552"/>
            <a:ext cx="284052" cy="200055"/>
            <a:chOff x="1133220" y="11716364"/>
            <a:chExt cx="284052" cy="200055"/>
          </a:xfrm>
        </p:grpSpPr>
        <p:sp>
          <p:nvSpPr>
            <p:cNvPr id="417" name="모서리가 둥근 직사각형 4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8" name="직사각형 417"/>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sp>
        <p:nvSpPr>
          <p:cNvPr id="425" name="모서리가 둥근 직사각형 424"/>
          <p:cNvSpPr/>
          <p:nvPr/>
        </p:nvSpPr>
        <p:spPr>
          <a:xfrm>
            <a:off x="8646653" y="6385182"/>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26" name="그룹 425"/>
          <p:cNvGrpSpPr/>
          <p:nvPr/>
        </p:nvGrpSpPr>
        <p:grpSpPr>
          <a:xfrm>
            <a:off x="3016927" y="3328184"/>
            <a:ext cx="234360" cy="200055"/>
            <a:chOff x="1152270" y="11716364"/>
            <a:chExt cx="234360" cy="200055"/>
          </a:xfrm>
        </p:grpSpPr>
        <p:sp>
          <p:nvSpPr>
            <p:cNvPr id="427" name="모서리가 둥근 직사각형 4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8" name="직사각형 42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29" name="그룹 428"/>
          <p:cNvGrpSpPr/>
          <p:nvPr/>
        </p:nvGrpSpPr>
        <p:grpSpPr>
          <a:xfrm>
            <a:off x="3024356" y="3517729"/>
            <a:ext cx="234360" cy="200055"/>
            <a:chOff x="1152270" y="11716364"/>
            <a:chExt cx="234360" cy="200055"/>
          </a:xfrm>
        </p:grpSpPr>
        <p:sp>
          <p:nvSpPr>
            <p:cNvPr id="430" name="모서리가 둥근 직사각형 42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1" name="직사각형 43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32" name="그룹 431"/>
          <p:cNvGrpSpPr/>
          <p:nvPr/>
        </p:nvGrpSpPr>
        <p:grpSpPr>
          <a:xfrm>
            <a:off x="3025070" y="3796236"/>
            <a:ext cx="234360" cy="200055"/>
            <a:chOff x="1152270" y="11716364"/>
            <a:chExt cx="234360" cy="200055"/>
          </a:xfrm>
        </p:grpSpPr>
        <p:sp>
          <p:nvSpPr>
            <p:cNvPr id="433" name="모서리가 둥근 직사각형 43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4" name="직사각형 43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35" name="그룹 434"/>
          <p:cNvGrpSpPr/>
          <p:nvPr/>
        </p:nvGrpSpPr>
        <p:grpSpPr>
          <a:xfrm>
            <a:off x="3014831" y="4688907"/>
            <a:ext cx="234360" cy="200055"/>
            <a:chOff x="1152270" y="11716364"/>
            <a:chExt cx="234360" cy="200055"/>
          </a:xfrm>
        </p:grpSpPr>
        <p:sp>
          <p:nvSpPr>
            <p:cNvPr id="436" name="모서리가 둥근 직사각형 4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7" name="직사각형 43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503" name="직사각형 502"/>
          <p:cNvSpPr/>
          <p:nvPr/>
        </p:nvSpPr>
        <p:spPr>
          <a:xfrm>
            <a:off x="1881039" y="26714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과목공지</a:t>
            </a:r>
            <a:endParaRPr lang="ko-KR" altLang="en-US" sz="800" b="1" dirty="0">
              <a:solidFill>
                <a:srgbClr val="FF0000"/>
              </a:solidFill>
              <a:latin typeface="+mn-ea"/>
              <a:ea typeface="+mn-ea"/>
            </a:endParaRPr>
          </a:p>
        </p:txBody>
      </p:sp>
      <p:grpSp>
        <p:nvGrpSpPr>
          <p:cNvPr id="309" name="그룹 308"/>
          <p:cNvGrpSpPr/>
          <p:nvPr/>
        </p:nvGrpSpPr>
        <p:grpSpPr>
          <a:xfrm>
            <a:off x="1972097" y="2358429"/>
            <a:ext cx="7488000" cy="216000"/>
            <a:chOff x="559370" y="2267347"/>
            <a:chExt cx="7488000" cy="216000"/>
          </a:xfrm>
        </p:grpSpPr>
        <p:sp>
          <p:nvSpPr>
            <p:cNvPr id="311" name="직사각형 310"/>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13" name="그룹 312"/>
            <p:cNvGrpSpPr/>
            <p:nvPr/>
          </p:nvGrpSpPr>
          <p:grpSpPr>
            <a:xfrm>
              <a:off x="596648" y="2286397"/>
              <a:ext cx="1800000" cy="180000"/>
              <a:chOff x="524640" y="2276872"/>
              <a:chExt cx="1800000" cy="180000"/>
            </a:xfrm>
          </p:grpSpPr>
          <p:sp>
            <p:nvSpPr>
              <p:cNvPr id="314" name="모서리가 둥근 직사각형 313"/>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과목공지사항 </a:t>
                </a:r>
                <a:endParaRPr kumimoji="1" lang="ko-KR" altLang="en-US" sz="900" dirty="0">
                  <a:solidFill>
                    <a:schemeClr val="tx1">
                      <a:lumMod val="75000"/>
                      <a:lumOff val="25000"/>
                    </a:schemeClr>
                  </a:solidFill>
                  <a:latin typeface="+mn-ea"/>
                  <a:ea typeface="+mn-ea"/>
                  <a:cs typeface="Calibri" pitchFamily="34" charset="0"/>
                </a:endParaRPr>
              </a:p>
            </p:txBody>
          </p:sp>
          <p:pic>
            <p:nvPicPr>
              <p:cNvPr id="315"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395" name="그룹 394"/>
          <p:cNvGrpSpPr/>
          <p:nvPr/>
        </p:nvGrpSpPr>
        <p:grpSpPr>
          <a:xfrm>
            <a:off x="5709344" y="1485584"/>
            <a:ext cx="3761110" cy="261068"/>
            <a:chOff x="4948808" y="1485584"/>
            <a:chExt cx="3761110" cy="261068"/>
          </a:xfrm>
        </p:grpSpPr>
        <p:grpSp>
          <p:nvGrpSpPr>
            <p:cNvPr id="414" name="그룹 413"/>
            <p:cNvGrpSpPr/>
            <p:nvPr/>
          </p:nvGrpSpPr>
          <p:grpSpPr>
            <a:xfrm>
              <a:off x="4948808" y="1579923"/>
              <a:ext cx="3761110" cy="166729"/>
              <a:chOff x="5665911" y="1579923"/>
              <a:chExt cx="3761110" cy="166729"/>
            </a:xfrm>
          </p:grpSpPr>
          <p:pic>
            <p:nvPicPr>
              <p:cNvPr id="439"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50" name="그룹 449"/>
              <p:cNvGrpSpPr/>
              <p:nvPr/>
            </p:nvGrpSpPr>
            <p:grpSpPr>
              <a:xfrm>
                <a:off x="5665911" y="1583291"/>
                <a:ext cx="648000" cy="162000"/>
                <a:chOff x="4953000" y="2780928"/>
                <a:chExt cx="648000" cy="162000"/>
              </a:xfrm>
            </p:grpSpPr>
            <p:sp>
              <p:nvSpPr>
                <p:cNvPr id="452" name="모서리가 둥근 직사각형 451"/>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53" name="Picture 10"/>
                <p:cNvPicPr>
                  <a:picLocks noChangeAspect="1" noChangeArrowheads="1"/>
                </p:cNvPicPr>
                <p:nvPr userDrawn="1"/>
              </p:nvPicPr>
              <p:blipFill>
                <a:blip r:embed="rId18">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51" name="모서리가 둥근 직사각형 450"/>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438" name="타원 437"/>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226" name="그룹 225"/>
          <p:cNvGrpSpPr/>
          <p:nvPr/>
        </p:nvGrpSpPr>
        <p:grpSpPr>
          <a:xfrm>
            <a:off x="626748" y="2104281"/>
            <a:ext cx="1245456" cy="3960440"/>
            <a:chOff x="626748" y="2104281"/>
            <a:chExt cx="1245456" cy="3960440"/>
          </a:xfrm>
        </p:grpSpPr>
        <p:grpSp>
          <p:nvGrpSpPr>
            <p:cNvPr id="227" name="그룹 226"/>
            <p:cNvGrpSpPr/>
            <p:nvPr/>
          </p:nvGrpSpPr>
          <p:grpSpPr>
            <a:xfrm>
              <a:off x="629956" y="3318264"/>
              <a:ext cx="1188000" cy="180000"/>
              <a:chOff x="666428" y="3785432"/>
              <a:chExt cx="1188000" cy="180000"/>
            </a:xfrm>
          </p:grpSpPr>
          <p:sp>
            <p:nvSpPr>
              <p:cNvPr id="291" name="모서리가 둥근 직사각형 29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29956" y="3568824"/>
              <a:ext cx="1188000" cy="180000"/>
              <a:chOff x="666428" y="4310612"/>
              <a:chExt cx="1188000" cy="180000"/>
            </a:xfrm>
          </p:grpSpPr>
          <p:sp>
            <p:nvSpPr>
              <p:cNvPr id="289" name="모서리가 둥근 직사각형 28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90"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9955" y="3042501"/>
              <a:ext cx="1188000" cy="180000"/>
              <a:chOff x="666427" y="3266516"/>
              <a:chExt cx="1188000" cy="180000"/>
            </a:xfrm>
          </p:grpSpPr>
          <p:sp>
            <p:nvSpPr>
              <p:cNvPr id="287" name="모서리가 둥근 직사각형 28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8"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29956" y="4106828"/>
              <a:ext cx="1188000" cy="180000"/>
              <a:chOff x="666428" y="4570824"/>
              <a:chExt cx="1188000" cy="180000"/>
            </a:xfrm>
          </p:grpSpPr>
          <p:sp>
            <p:nvSpPr>
              <p:cNvPr id="285" name="모서리가 둥근 직사각형 28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6"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29956" y="5568923"/>
              <a:ext cx="1188000" cy="180000"/>
              <a:chOff x="666428" y="5096004"/>
              <a:chExt cx="1188000" cy="180000"/>
            </a:xfrm>
          </p:grpSpPr>
          <p:sp>
            <p:nvSpPr>
              <p:cNvPr id="283" name="모서리가 둥근 직사각형 282"/>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84"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31150" y="4387873"/>
              <a:ext cx="1188000" cy="180000"/>
              <a:chOff x="666428" y="4570824"/>
              <a:chExt cx="1188000" cy="180000"/>
            </a:xfrm>
          </p:grpSpPr>
          <p:sp>
            <p:nvSpPr>
              <p:cNvPr id="269" name="모서리가 둥근 직사각형 26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70"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7" name="그룹 236"/>
            <p:cNvGrpSpPr/>
            <p:nvPr/>
          </p:nvGrpSpPr>
          <p:grpSpPr>
            <a:xfrm>
              <a:off x="629956" y="4675443"/>
              <a:ext cx="1188000" cy="180000"/>
              <a:chOff x="666428" y="4310612"/>
              <a:chExt cx="1188000" cy="180000"/>
            </a:xfrm>
          </p:grpSpPr>
          <p:sp>
            <p:nvSpPr>
              <p:cNvPr id="267" name="모서리가 둥근 직사각형 26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6748" y="2104281"/>
              <a:ext cx="1245456" cy="442923"/>
              <a:chOff x="468506" y="2320305"/>
              <a:chExt cx="1245456" cy="442923"/>
            </a:xfrm>
          </p:grpSpPr>
          <p:sp>
            <p:nvSpPr>
              <p:cNvPr id="264" name="직사각형 263"/>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5"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 name="TextBox 265"/>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40" name="그룹 239"/>
            <p:cNvGrpSpPr/>
            <p:nvPr/>
          </p:nvGrpSpPr>
          <p:grpSpPr>
            <a:xfrm>
              <a:off x="632520" y="4975116"/>
              <a:ext cx="1188000" cy="180000"/>
              <a:chOff x="666428" y="4310612"/>
              <a:chExt cx="1188000" cy="180000"/>
            </a:xfrm>
          </p:grpSpPr>
          <p:sp>
            <p:nvSpPr>
              <p:cNvPr id="262" name="모서리가 둥근 직사각형 26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63"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2520" y="2752353"/>
              <a:ext cx="1188000" cy="180000"/>
              <a:chOff x="666427" y="3266516"/>
              <a:chExt cx="1188000" cy="180000"/>
            </a:xfrm>
          </p:grpSpPr>
          <p:sp>
            <p:nvSpPr>
              <p:cNvPr id="260" name="모서리가 둥근 직사각형 259"/>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1"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32520" y="5257815"/>
              <a:ext cx="1188000" cy="180000"/>
              <a:chOff x="666428" y="4310612"/>
              <a:chExt cx="1188000" cy="180000"/>
            </a:xfrm>
          </p:grpSpPr>
          <p:sp>
            <p:nvSpPr>
              <p:cNvPr id="258" name="모서리가 둥근 직사각형 2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2520" y="5884721"/>
              <a:ext cx="1188000" cy="180000"/>
              <a:chOff x="666428" y="4570824"/>
              <a:chExt cx="1188000" cy="180000"/>
            </a:xfrm>
          </p:grpSpPr>
          <p:sp>
            <p:nvSpPr>
              <p:cNvPr id="256" name="모서리가 둥근 직사각형 25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57"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2520" y="3825064"/>
              <a:ext cx="1188000" cy="180000"/>
              <a:chOff x="666428" y="4310612"/>
              <a:chExt cx="1188000" cy="180000"/>
            </a:xfrm>
          </p:grpSpPr>
          <p:sp>
            <p:nvSpPr>
              <p:cNvPr id="248" name="모서리가 둥근 직사각형 247"/>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과목</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55"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93" name="그룹 292"/>
          <p:cNvGrpSpPr/>
          <p:nvPr/>
        </p:nvGrpSpPr>
        <p:grpSpPr>
          <a:xfrm>
            <a:off x="507554" y="1602349"/>
            <a:ext cx="3075218" cy="252000"/>
            <a:chOff x="507554" y="1537742"/>
            <a:chExt cx="3075218" cy="252000"/>
          </a:xfrm>
        </p:grpSpPr>
        <p:pic>
          <p:nvPicPr>
            <p:cNvPr id="294" name="Picture 4"/>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95" name="그룹 294"/>
            <p:cNvGrpSpPr/>
            <p:nvPr/>
          </p:nvGrpSpPr>
          <p:grpSpPr>
            <a:xfrm>
              <a:off x="2288704" y="1581175"/>
              <a:ext cx="1294068" cy="166725"/>
              <a:chOff x="2288704" y="1581175"/>
              <a:chExt cx="1294068" cy="166725"/>
            </a:xfrm>
          </p:grpSpPr>
          <p:sp>
            <p:nvSpPr>
              <p:cNvPr id="296" name="직사각형 295"/>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97" name="직사각형 296"/>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98" name="그룹 297"/>
          <p:cNvGrpSpPr/>
          <p:nvPr/>
        </p:nvGrpSpPr>
        <p:grpSpPr>
          <a:xfrm>
            <a:off x="624623" y="6165304"/>
            <a:ext cx="1188000" cy="180000"/>
            <a:chOff x="666428" y="3785432"/>
            <a:chExt cx="1188000" cy="180000"/>
          </a:xfrm>
        </p:grpSpPr>
        <p:sp>
          <p:nvSpPr>
            <p:cNvPr id="299" name="모서리가 둥근 직사각형 29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300"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1" name="그룹 300"/>
          <p:cNvGrpSpPr/>
          <p:nvPr/>
        </p:nvGrpSpPr>
        <p:grpSpPr>
          <a:xfrm>
            <a:off x="610906" y="6407787"/>
            <a:ext cx="1188000" cy="180000"/>
            <a:chOff x="666428" y="5881828"/>
            <a:chExt cx="1188000" cy="180000"/>
          </a:xfrm>
        </p:grpSpPr>
        <p:sp>
          <p:nvSpPr>
            <p:cNvPr id="302" name="모서리가 둥근 직사각형 301"/>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303" name="Picture 1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070302015"/>
      </p:ext>
    </p:extLst>
  </p:cSld>
  <p:clrMapOvr>
    <a:masterClrMapping/>
  </p:clrMapOvr>
  <p:transition>
    <p:wipe dir="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a:t>
            </a:r>
            <a:r>
              <a:rPr lang="en-US" altLang="ko-KR" sz="2957" b="1" dirty="0" smtClean="0">
                <a:latin typeface="맑은 고딕" panose="020B0503020000020004" pitchFamily="50" charset="-127"/>
                <a:ea typeface="맑은 고딕" panose="020B0503020000020004" pitchFamily="50" charset="-127"/>
                <a:cs typeface="+mj-cs"/>
              </a:rPr>
              <a:t>Q&amp;A</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328473947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42</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2999249533"/>
              </p:ext>
            </p:extLst>
          </p:nvPr>
        </p:nvGraphicFramePr>
        <p:xfrm>
          <a:off x="9508554" y="1492213"/>
          <a:ext cx="1404156" cy="40923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전체수업현황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년도</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현재 학기 기본 셋팅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900" dirty="0" smtClean="0">
                    <a:solidFill>
                      <a:schemeClr val="tx1">
                        <a:lumMod val="75000"/>
                        <a:lumOff val="25000"/>
                      </a:schemeClr>
                    </a:solidFill>
                    <a:latin typeface="+mn-ea"/>
                    <a:ea typeface="+mn-ea"/>
                    <a:cs typeface="Calibri" pitchFamily="34" charset="0"/>
                  </a:rPr>
                  <a:t>   </a:t>
                </a:r>
                <a:r>
                  <a:rPr lang="ko-KR" altLang="en-US" sz="900" spc="-60" dirty="0">
                    <a:solidFill>
                      <a:schemeClr val="tx1">
                        <a:lumMod val="75000"/>
                        <a:lumOff val="25000"/>
                      </a:schemeClr>
                    </a:solidFill>
                    <a:latin typeface="+mn-ea"/>
                    <a:ea typeface="+mn-ea"/>
                  </a:rPr>
                  <a:t>강의</a:t>
                </a:r>
                <a:r>
                  <a:rPr lang="en-US" altLang="ko-KR" sz="900" spc="-60" dirty="0" smtClean="0">
                    <a:solidFill>
                      <a:schemeClr val="tx1">
                        <a:lumMod val="75000"/>
                        <a:lumOff val="25000"/>
                      </a:schemeClr>
                    </a:solidFill>
                    <a:latin typeface="+mn-ea"/>
                    <a:ea typeface="+mn-ea"/>
                  </a:rPr>
                  <a:t>Q&amp;A</a:t>
                </a:r>
                <a:endParaRPr lang="ko-KR" altLang="en-US" sz="900" spc="-60" dirty="0">
                  <a:solidFill>
                    <a:schemeClr val="tx1">
                      <a:lumMod val="75000"/>
                      <a:lumOff val="25000"/>
                    </a:schemeClr>
                  </a:solidFill>
                  <a:latin typeface="+mn-ea"/>
                  <a:ea typeface="+mn-ea"/>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KNOU_UI_C01020600_01</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a:t>
                </a:r>
                <a:r>
                  <a:rPr lang="en-US" altLang="ko-KR" sz="800" dirty="0" smtClean="0">
                    <a:solidFill>
                      <a:schemeClr val="tx1">
                        <a:lumMod val="75000"/>
                        <a:lumOff val="25000"/>
                      </a:schemeClr>
                    </a:solidFill>
                    <a:latin typeface="+mn-ea"/>
                  </a:rPr>
                  <a:t>Q&amp;A</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113240"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169" name="직사각형 168"/>
          <p:cNvSpPr/>
          <p:nvPr/>
        </p:nvSpPr>
        <p:spPr>
          <a:xfrm>
            <a:off x="1969327" y="2675010"/>
            <a:ext cx="7477200" cy="893813"/>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218" name="모서리가 둥근 직사각형 217"/>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9" name="그룹 218"/>
          <p:cNvGrpSpPr/>
          <p:nvPr/>
        </p:nvGrpSpPr>
        <p:grpSpPr>
          <a:xfrm>
            <a:off x="2019008" y="2742828"/>
            <a:ext cx="2392552" cy="215444"/>
            <a:chOff x="2936776" y="2742828"/>
            <a:chExt cx="2392552" cy="215444"/>
          </a:xfrm>
        </p:grpSpPr>
        <p:grpSp>
          <p:nvGrpSpPr>
            <p:cNvPr id="220" name="그룹 219"/>
            <p:cNvGrpSpPr/>
            <p:nvPr/>
          </p:nvGrpSpPr>
          <p:grpSpPr>
            <a:xfrm>
              <a:off x="3853253" y="2765514"/>
              <a:ext cx="1476075" cy="180000"/>
              <a:chOff x="8094882" y="2394429"/>
              <a:chExt cx="1476075" cy="180000"/>
            </a:xfrm>
          </p:grpSpPr>
          <p:sp>
            <p:nvSpPr>
              <p:cNvPr id="222"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25"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21" name="직사각형 220"/>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26" name="그룹 225"/>
          <p:cNvGrpSpPr/>
          <p:nvPr/>
        </p:nvGrpSpPr>
        <p:grpSpPr>
          <a:xfrm>
            <a:off x="2872788" y="2589287"/>
            <a:ext cx="234360" cy="200055"/>
            <a:chOff x="1152270" y="11706839"/>
            <a:chExt cx="234360" cy="200055"/>
          </a:xfrm>
        </p:grpSpPr>
        <p:sp>
          <p:nvSpPr>
            <p:cNvPr id="227" name="모서리가 둥근 직사각형 2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6" name="직사각형 26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09" name="그룹 308"/>
          <p:cNvGrpSpPr/>
          <p:nvPr/>
        </p:nvGrpSpPr>
        <p:grpSpPr>
          <a:xfrm>
            <a:off x="2026351" y="3284984"/>
            <a:ext cx="4339950" cy="217540"/>
            <a:chOff x="2939213" y="3283468"/>
            <a:chExt cx="4339950" cy="217540"/>
          </a:xfrm>
        </p:grpSpPr>
        <p:sp>
          <p:nvSpPr>
            <p:cNvPr id="311" name="직사각형 310"/>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검색어</a:t>
              </a:r>
              <a:endParaRPr lang="ko-KR" altLang="en-US" sz="800" dirty="0">
                <a:solidFill>
                  <a:srgbClr val="FF0000"/>
                </a:solidFill>
                <a:latin typeface="+mn-ea"/>
                <a:ea typeface="+mn-ea"/>
              </a:endParaRPr>
            </a:p>
          </p:txBody>
        </p:sp>
        <p:sp>
          <p:nvSpPr>
            <p:cNvPr id="314" name="Rectangle 122"/>
            <p:cNvSpPr>
              <a:spLocks noChangeArrowheads="1"/>
            </p:cNvSpPr>
            <p:nvPr/>
          </p:nvSpPr>
          <p:spPr bwMode="auto">
            <a:xfrm>
              <a:off x="3859163" y="3283468"/>
              <a:ext cx="34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작성자</a:t>
              </a:r>
              <a:r>
                <a:rPr lang="en-US" altLang="ko-KR" sz="800" kern="0" dirty="0" smtClean="0">
                  <a:solidFill>
                    <a:schemeClr val="tx1">
                      <a:lumMod val="50000"/>
                      <a:lumOff val="50000"/>
                    </a:schemeClr>
                  </a:solidFill>
                  <a:latin typeface="+mn-ea"/>
                  <a:ea typeface="+mn-ea"/>
                </a:rPr>
                <a:t>/</a:t>
              </a: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grpSp>
      <p:sp>
        <p:nvSpPr>
          <p:cNvPr id="315" name="Rectangle 122"/>
          <p:cNvSpPr>
            <a:spLocks noChangeArrowheads="1"/>
          </p:cNvSpPr>
          <p:nvPr/>
        </p:nvSpPr>
        <p:spPr bwMode="auto">
          <a:xfrm>
            <a:off x="9050071" y="3799068"/>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16" name="직사각형 315"/>
          <p:cNvSpPr/>
          <p:nvPr/>
        </p:nvSpPr>
        <p:spPr>
          <a:xfrm>
            <a:off x="1881039" y="3782159"/>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강의</a:t>
            </a:r>
            <a:r>
              <a:rPr lang="en-US" altLang="ko-KR" sz="800" b="1" dirty="0" smtClean="0">
                <a:solidFill>
                  <a:schemeClr val="tx1">
                    <a:lumMod val="75000"/>
                    <a:lumOff val="25000"/>
                  </a:schemeClr>
                </a:solidFill>
                <a:latin typeface="+mn-ea"/>
                <a:ea typeface="+mn-ea"/>
              </a:rPr>
              <a:t>Q&amp;A</a:t>
            </a:r>
            <a:endParaRPr lang="ko-KR" altLang="en-US" sz="800" b="1" dirty="0">
              <a:solidFill>
                <a:srgbClr val="FF0000"/>
              </a:solidFill>
              <a:latin typeface="+mn-ea"/>
              <a:ea typeface="+mn-ea"/>
            </a:endParaRPr>
          </a:p>
        </p:txBody>
      </p:sp>
      <p:sp>
        <p:nvSpPr>
          <p:cNvPr id="322" name="직사각형 321"/>
          <p:cNvSpPr/>
          <p:nvPr/>
        </p:nvSpPr>
        <p:spPr>
          <a:xfrm>
            <a:off x="2509074" y="3776246"/>
            <a:ext cx="94128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sp>
        <p:nvSpPr>
          <p:cNvPr id="395" name="모서리가 둥근 직사각형 394"/>
          <p:cNvSpPr/>
          <p:nvPr/>
        </p:nvSpPr>
        <p:spPr>
          <a:xfrm>
            <a:off x="8098117" y="3791684"/>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글쓰기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78" name="Group 37"/>
          <p:cNvGraphicFramePr>
            <a:graphicFrameLocks noGrp="1"/>
          </p:cNvGraphicFramePr>
          <p:nvPr>
            <p:extLst>
              <p:ext uri="{D42A27DB-BD31-4B8C-83A1-F6EECF244321}">
                <p14:modId xmlns:p14="http://schemas.microsoft.com/office/powerpoint/2010/main" val="1383492834"/>
              </p:ext>
            </p:extLst>
          </p:nvPr>
        </p:nvGraphicFramePr>
        <p:xfrm>
          <a:off x="1975898" y="4049077"/>
          <a:ext cx="7466550" cy="2604354"/>
        </p:xfrm>
        <a:graphic>
          <a:graphicData uri="http://schemas.openxmlformats.org/drawingml/2006/table">
            <a:tbl>
              <a:tblPr/>
              <a:tblGrid>
                <a:gridCol w="247823">
                  <a:extLst>
                    <a:ext uri="{9D8B030D-6E8A-4147-A177-3AD203B41FA5}">
                      <a16:colId xmlns="" xmlns:a16="http://schemas.microsoft.com/office/drawing/2014/main" val="20001"/>
                    </a:ext>
                  </a:extLst>
                </a:gridCol>
                <a:gridCol w="517415"/>
                <a:gridCol w="472749"/>
                <a:gridCol w="962480"/>
                <a:gridCol w="363003"/>
                <a:gridCol w="2108545"/>
                <a:gridCol w="651840"/>
                <a:gridCol w="526987"/>
                <a:gridCol w="403927"/>
                <a:gridCol w="403927"/>
                <a:gridCol w="403927"/>
                <a:gridCol w="403927"/>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다운</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고전문학심화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행정법 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아동심리학</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일한번역연습</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04</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일반화학</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산업공학전공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회계금융전공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AI</a:t>
                      </a:r>
                      <a:r>
                        <a:rPr lang="ko-KR" altLang="en-US" sz="800" b="0" dirty="0" smtClean="0">
                          <a:solidFill>
                            <a:schemeClr val="tx1">
                              <a:lumMod val="75000"/>
                              <a:lumOff val="25000"/>
                            </a:schemeClr>
                          </a:solidFill>
                          <a:latin typeface="+mn-ea"/>
                          <a:ea typeface="+mn-ea"/>
                        </a:rPr>
                        <a:t>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민법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 활용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313" name="그룹 74"/>
          <p:cNvGrpSpPr>
            <a:grpSpLocks/>
          </p:cNvGrpSpPr>
          <p:nvPr/>
        </p:nvGrpSpPr>
        <p:grpSpPr bwMode="auto">
          <a:xfrm>
            <a:off x="4858228" y="6741948"/>
            <a:ext cx="1678948" cy="215444"/>
            <a:chOff x="5843761" y="3953547"/>
            <a:chExt cx="1769478" cy="256728"/>
          </a:xfrm>
        </p:grpSpPr>
        <p:sp>
          <p:nvSpPr>
            <p:cNvPr id="31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321" name="그룹 86"/>
            <p:cNvGrpSpPr>
              <a:grpSpLocks/>
            </p:cNvGrpSpPr>
            <p:nvPr/>
          </p:nvGrpSpPr>
          <p:grpSpPr bwMode="auto">
            <a:xfrm>
              <a:off x="5889794" y="3953547"/>
              <a:ext cx="1723445" cy="256728"/>
              <a:chOff x="5889794" y="3953547"/>
              <a:chExt cx="1723445" cy="256728"/>
            </a:xfrm>
          </p:grpSpPr>
          <p:sp>
            <p:nvSpPr>
              <p:cNvPr id="3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3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524"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2590" y="4297097"/>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5"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69424" y="454474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6"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1449" y="502136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7"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7808" y="5269021"/>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8"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83141" y="598490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375568" y="4317842"/>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8" name="그룹 177"/>
          <p:cNvGrpSpPr/>
          <p:nvPr/>
        </p:nvGrpSpPr>
        <p:grpSpPr>
          <a:xfrm>
            <a:off x="4727451" y="4125816"/>
            <a:ext cx="234360" cy="200055"/>
            <a:chOff x="1152270" y="11706839"/>
            <a:chExt cx="234360" cy="200055"/>
          </a:xfrm>
        </p:grpSpPr>
        <p:sp>
          <p:nvSpPr>
            <p:cNvPr id="179" name="모서리가 둥근 직사각형 17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0" name="직사각형 17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63" name="그룹 162"/>
          <p:cNvGrpSpPr/>
          <p:nvPr/>
        </p:nvGrpSpPr>
        <p:grpSpPr>
          <a:xfrm>
            <a:off x="5709344" y="1485584"/>
            <a:ext cx="3761110" cy="261068"/>
            <a:chOff x="4948808" y="1485584"/>
            <a:chExt cx="3761110" cy="261068"/>
          </a:xfrm>
        </p:grpSpPr>
        <p:grpSp>
          <p:nvGrpSpPr>
            <p:cNvPr id="164" name="그룹 163"/>
            <p:cNvGrpSpPr/>
            <p:nvPr/>
          </p:nvGrpSpPr>
          <p:grpSpPr>
            <a:xfrm>
              <a:off x="4948808" y="1579923"/>
              <a:ext cx="3761110" cy="166729"/>
              <a:chOff x="5665911" y="1579923"/>
              <a:chExt cx="3761110" cy="166729"/>
            </a:xfrm>
          </p:grpSpPr>
          <p:pic>
            <p:nvPicPr>
              <p:cNvPr id="16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7"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8"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0"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2" name="그룹 171"/>
              <p:cNvGrpSpPr/>
              <p:nvPr/>
            </p:nvGrpSpPr>
            <p:grpSpPr>
              <a:xfrm>
                <a:off x="5665911" y="1583291"/>
                <a:ext cx="648000" cy="162000"/>
                <a:chOff x="4953000" y="2780928"/>
                <a:chExt cx="648000" cy="162000"/>
              </a:xfrm>
            </p:grpSpPr>
            <p:sp>
              <p:nvSpPr>
                <p:cNvPr id="174" name="모서리가 둥근 직사각형 173"/>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75" name="Picture 10"/>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3" name="모서리가 둥근 직사각형 172"/>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65" name="타원 164"/>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71" name="그룹 170"/>
          <p:cNvGrpSpPr/>
          <p:nvPr/>
        </p:nvGrpSpPr>
        <p:grpSpPr>
          <a:xfrm>
            <a:off x="2029247" y="3007057"/>
            <a:ext cx="4597216" cy="215444"/>
            <a:chOff x="2029247" y="3007057"/>
            <a:chExt cx="4597216" cy="215444"/>
          </a:xfrm>
        </p:grpSpPr>
        <p:sp>
          <p:nvSpPr>
            <p:cNvPr id="185"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86" name="직사각형 185"/>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187"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88"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89" name="그룹 188"/>
          <p:cNvGrpSpPr/>
          <p:nvPr/>
        </p:nvGrpSpPr>
        <p:grpSpPr>
          <a:xfrm>
            <a:off x="626748" y="2104281"/>
            <a:ext cx="1245456" cy="3960440"/>
            <a:chOff x="626748" y="2104281"/>
            <a:chExt cx="1245456" cy="3960440"/>
          </a:xfrm>
        </p:grpSpPr>
        <p:grpSp>
          <p:nvGrpSpPr>
            <p:cNvPr id="190" name="그룹 189"/>
            <p:cNvGrpSpPr/>
            <p:nvPr/>
          </p:nvGrpSpPr>
          <p:grpSpPr>
            <a:xfrm>
              <a:off x="629956" y="3318264"/>
              <a:ext cx="1188000" cy="180000"/>
              <a:chOff x="666428" y="3785432"/>
              <a:chExt cx="1188000" cy="180000"/>
            </a:xfrm>
          </p:grpSpPr>
          <p:sp>
            <p:nvSpPr>
              <p:cNvPr id="277" name="모서리가 둥근 직사각형 27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7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9956" y="3568824"/>
              <a:ext cx="1188000" cy="180000"/>
              <a:chOff x="666428" y="4310612"/>
              <a:chExt cx="1188000" cy="180000"/>
            </a:xfrm>
          </p:grpSpPr>
          <p:sp>
            <p:nvSpPr>
              <p:cNvPr id="275" name="모서리가 둥근 직사각형 2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76"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29955" y="3042501"/>
              <a:ext cx="1188000" cy="180000"/>
              <a:chOff x="666427" y="3266516"/>
              <a:chExt cx="1188000" cy="180000"/>
            </a:xfrm>
          </p:grpSpPr>
          <p:sp>
            <p:nvSpPr>
              <p:cNvPr id="273" name="모서리가 둥근 직사각형 27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7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4106828"/>
              <a:ext cx="1188000" cy="180000"/>
              <a:chOff x="666428" y="4570824"/>
              <a:chExt cx="1188000" cy="180000"/>
            </a:xfrm>
          </p:grpSpPr>
          <p:sp>
            <p:nvSpPr>
              <p:cNvPr id="271" name="모서리가 둥근 직사각형 27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72"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5568923"/>
              <a:ext cx="1188000" cy="180000"/>
              <a:chOff x="666428" y="5096004"/>
              <a:chExt cx="1188000" cy="180000"/>
            </a:xfrm>
          </p:grpSpPr>
          <p:sp>
            <p:nvSpPr>
              <p:cNvPr id="269" name="모서리가 둥근 직사각형 26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1150" y="4387873"/>
              <a:ext cx="1188000" cy="180000"/>
              <a:chOff x="666428" y="4570824"/>
              <a:chExt cx="1188000" cy="180000"/>
            </a:xfrm>
          </p:grpSpPr>
          <p:sp>
            <p:nvSpPr>
              <p:cNvPr id="264" name="모서리가 둥근 직사각형 26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65"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9956" y="4675443"/>
              <a:ext cx="1188000" cy="180000"/>
              <a:chOff x="666428" y="4310612"/>
              <a:chExt cx="1188000" cy="180000"/>
            </a:xfrm>
          </p:grpSpPr>
          <p:sp>
            <p:nvSpPr>
              <p:cNvPr id="262" name="모서리가 둥근 직사각형 26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63"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26748" y="2104281"/>
              <a:ext cx="1245456" cy="442923"/>
              <a:chOff x="468506" y="2320305"/>
              <a:chExt cx="1245456" cy="442923"/>
            </a:xfrm>
          </p:grpSpPr>
          <p:sp>
            <p:nvSpPr>
              <p:cNvPr id="259" name="직사각형 258"/>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1" name="TextBox 26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33" name="그룹 232"/>
            <p:cNvGrpSpPr/>
            <p:nvPr/>
          </p:nvGrpSpPr>
          <p:grpSpPr>
            <a:xfrm>
              <a:off x="632520" y="4975116"/>
              <a:ext cx="1188000" cy="180000"/>
              <a:chOff x="666428" y="4310612"/>
              <a:chExt cx="1188000" cy="180000"/>
            </a:xfrm>
          </p:grpSpPr>
          <p:sp>
            <p:nvSpPr>
              <p:cNvPr id="257" name="모서리가 둥근 직사각형 25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32520" y="2752353"/>
              <a:ext cx="1188000" cy="180000"/>
              <a:chOff x="666427" y="3266516"/>
              <a:chExt cx="1188000" cy="180000"/>
            </a:xfrm>
          </p:grpSpPr>
          <p:sp>
            <p:nvSpPr>
              <p:cNvPr id="255" name="모서리가 둥근 직사각형 25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5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32520" y="5257815"/>
              <a:ext cx="1188000" cy="180000"/>
              <a:chOff x="666428" y="4310612"/>
              <a:chExt cx="1188000" cy="180000"/>
            </a:xfrm>
          </p:grpSpPr>
          <p:sp>
            <p:nvSpPr>
              <p:cNvPr id="247" name="모서리가 둥근 직사각형 2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7" name="그룹 236"/>
            <p:cNvGrpSpPr/>
            <p:nvPr/>
          </p:nvGrpSpPr>
          <p:grpSpPr>
            <a:xfrm>
              <a:off x="632520" y="5884721"/>
              <a:ext cx="1188000" cy="180000"/>
              <a:chOff x="666428" y="4570824"/>
              <a:chExt cx="1188000" cy="180000"/>
            </a:xfrm>
          </p:grpSpPr>
          <p:sp>
            <p:nvSpPr>
              <p:cNvPr id="244" name="모서리가 둥근 직사각형 24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46"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32520" y="3825064"/>
              <a:ext cx="1188000" cy="180000"/>
              <a:chOff x="666428" y="4310612"/>
              <a:chExt cx="1188000" cy="180000"/>
            </a:xfrm>
          </p:grpSpPr>
          <p:sp>
            <p:nvSpPr>
              <p:cNvPr id="240" name="모서리가 둥근 직사각형 239"/>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과목</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41"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79" name="그룹 278"/>
          <p:cNvGrpSpPr/>
          <p:nvPr/>
        </p:nvGrpSpPr>
        <p:grpSpPr>
          <a:xfrm>
            <a:off x="507554" y="1602349"/>
            <a:ext cx="3075218" cy="252000"/>
            <a:chOff x="507554" y="1537742"/>
            <a:chExt cx="3075218" cy="252000"/>
          </a:xfrm>
        </p:grpSpPr>
        <p:pic>
          <p:nvPicPr>
            <p:cNvPr id="280" name="Picture 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1" name="그룹 280"/>
            <p:cNvGrpSpPr/>
            <p:nvPr/>
          </p:nvGrpSpPr>
          <p:grpSpPr>
            <a:xfrm>
              <a:off x="2288704" y="1581175"/>
              <a:ext cx="1294068" cy="166725"/>
              <a:chOff x="2288704" y="1581175"/>
              <a:chExt cx="1294068" cy="166725"/>
            </a:xfrm>
          </p:grpSpPr>
          <p:sp>
            <p:nvSpPr>
              <p:cNvPr id="282" name="직사각형 281"/>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83" name="직사각형 282"/>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76" name="그룹 175"/>
          <p:cNvGrpSpPr/>
          <p:nvPr/>
        </p:nvGrpSpPr>
        <p:grpSpPr>
          <a:xfrm>
            <a:off x="624623" y="6165304"/>
            <a:ext cx="1188000" cy="180000"/>
            <a:chOff x="666428" y="3785432"/>
            <a:chExt cx="1188000" cy="180000"/>
          </a:xfrm>
        </p:grpSpPr>
        <p:sp>
          <p:nvSpPr>
            <p:cNvPr id="181" name="모서리가 둥근 직사각형 18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8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10906" y="6407787"/>
            <a:ext cx="1188000" cy="180000"/>
            <a:chOff x="666428" y="5881828"/>
            <a:chExt cx="1188000" cy="180000"/>
          </a:xfrm>
        </p:grpSpPr>
        <p:sp>
          <p:nvSpPr>
            <p:cNvPr id="184" name="모서리가 둥근 직사각형 183"/>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84" name="Picture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027864485"/>
      </p:ext>
    </p:extLst>
  </p:cSld>
  <p:clrMapOvr>
    <a:masterClrMapping/>
  </p:clrMapOvr>
  <p:transition>
    <p:wipe dir="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5876237"/>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상세보기 </a:t>
            </a:r>
            <a:r>
              <a:rPr lang="en-US" altLang="ko-KR" sz="800" spc="-60" dirty="0" smtClean="0">
                <a:latin typeface="+mn-ea"/>
                <a:ea typeface="+mn-ea"/>
              </a:rPr>
              <a:t>&gt; </a:t>
            </a:r>
            <a:r>
              <a:rPr lang="ko-KR" altLang="en-US" sz="800" spc="-60" dirty="0" smtClean="0">
                <a:latin typeface="+mn-ea"/>
                <a:ea typeface="+mn-ea"/>
              </a:rPr>
              <a:t>답변  후 화면</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43</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120586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8987104"/>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2013693577"/>
              </p:ext>
            </p:extLst>
          </p:nvPr>
        </p:nvGraphicFramePr>
        <p:xfrm>
          <a:off x="9508554" y="1492213"/>
          <a:ext cx="1404156" cy="427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전체수업현황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과목관리자가 댓글 사용으로 수정한 경우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900" dirty="0" smtClean="0">
                    <a:solidFill>
                      <a:schemeClr val="tx1">
                        <a:lumMod val="75000"/>
                        <a:lumOff val="25000"/>
                      </a:schemeClr>
                    </a:solidFill>
                    <a:latin typeface="+mn-ea"/>
                    <a:ea typeface="+mn-ea"/>
                    <a:cs typeface="Calibri" pitchFamily="34" charset="0"/>
                  </a:rPr>
                  <a:t>   </a:t>
                </a:r>
                <a:r>
                  <a:rPr lang="ko-KR" altLang="en-US" sz="900" spc="-60" dirty="0">
                    <a:solidFill>
                      <a:schemeClr val="tx1">
                        <a:lumMod val="75000"/>
                        <a:lumOff val="25000"/>
                      </a:schemeClr>
                    </a:solidFill>
                    <a:latin typeface="+mn-ea"/>
                    <a:ea typeface="+mn-ea"/>
                  </a:rPr>
                  <a:t>강의</a:t>
                </a:r>
                <a:r>
                  <a:rPr lang="en-US" altLang="ko-KR" sz="900" spc="-60" dirty="0" smtClean="0">
                    <a:solidFill>
                      <a:schemeClr val="tx1">
                        <a:lumMod val="75000"/>
                        <a:lumOff val="25000"/>
                      </a:schemeClr>
                    </a:solidFill>
                    <a:latin typeface="+mn-ea"/>
                    <a:ea typeface="+mn-ea"/>
                  </a:rPr>
                  <a:t>Q&amp;A</a:t>
                </a:r>
                <a:endParaRPr lang="ko-KR" altLang="en-US" sz="900" spc="-60" dirty="0">
                  <a:solidFill>
                    <a:schemeClr val="tx1">
                      <a:lumMod val="75000"/>
                      <a:lumOff val="25000"/>
                    </a:schemeClr>
                  </a:solidFill>
                  <a:latin typeface="+mn-ea"/>
                  <a:ea typeface="+mn-ea"/>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KNOU_UI_C01020600_02</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a:t>
                </a:r>
                <a:r>
                  <a:rPr lang="en-US" altLang="ko-KR" sz="800" dirty="0" smtClean="0">
                    <a:solidFill>
                      <a:schemeClr val="tx1">
                        <a:lumMod val="75000"/>
                        <a:lumOff val="25000"/>
                      </a:schemeClr>
                    </a:solidFill>
                    <a:latin typeface="+mn-ea"/>
                  </a:rPr>
                  <a:t>Q&amp;A</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113240"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163" name="Group 37"/>
          <p:cNvGraphicFramePr>
            <a:graphicFrameLocks noGrp="1"/>
          </p:cNvGraphicFramePr>
          <p:nvPr>
            <p:extLst>
              <p:ext uri="{D42A27DB-BD31-4B8C-83A1-F6EECF244321}">
                <p14:modId xmlns:p14="http://schemas.microsoft.com/office/powerpoint/2010/main" val="3816860454"/>
              </p:ext>
            </p:extLst>
          </p:nvPr>
        </p:nvGraphicFramePr>
        <p:xfrm>
          <a:off x="1972097" y="2987650"/>
          <a:ext cx="7470353" cy="1972345"/>
        </p:xfrm>
        <a:graphic>
          <a:graphicData uri="http://schemas.openxmlformats.org/drawingml/2006/table">
            <a:tbl>
              <a:tblPr/>
              <a:tblGrid>
                <a:gridCol w="1203774"/>
                <a:gridCol w="6266579"/>
              </a:tblGrid>
              <a:tr h="2973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&gt; OO</a:t>
                      </a:r>
                      <a:r>
                        <a:rPr lang="ko-KR" altLang="en-US" sz="800" b="0" dirty="0" smtClean="0">
                          <a:solidFill>
                            <a:schemeClr val="tx1">
                              <a:lumMod val="75000"/>
                              <a:lumOff val="25000"/>
                            </a:schemeClr>
                          </a:solidFill>
                          <a:latin typeface="+mn-ea"/>
                          <a:ea typeface="+mn-ea"/>
                        </a:rPr>
                        <a:t>학과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일본어 </a:t>
                      </a: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2025.10.20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3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64" name="그룹 163"/>
          <p:cNvGrpSpPr/>
          <p:nvPr/>
        </p:nvGrpSpPr>
        <p:grpSpPr>
          <a:xfrm>
            <a:off x="3224808" y="3825064"/>
            <a:ext cx="6139730" cy="763513"/>
            <a:chOff x="2226221" y="5606194"/>
            <a:chExt cx="5619740" cy="763513"/>
          </a:xfrm>
        </p:grpSpPr>
        <p:sp>
          <p:nvSpPr>
            <p:cNvPr id="165"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pic>
          <p:nvPicPr>
            <p:cNvPr id="16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7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7016" y="3387683"/>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3" name="그룹 172"/>
          <p:cNvGrpSpPr/>
          <p:nvPr/>
        </p:nvGrpSpPr>
        <p:grpSpPr>
          <a:xfrm>
            <a:off x="3215103" y="4727260"/>
            <a:ext cx="2160000" cy="180000"/>
            <a:chOff x="3215103" y="4408537"/>
            <a:chExt cx="2160000" cy="180000"/>
          </a:xfrm>
        </p:grpSpPr>
        <p:sp>
          <p:nvSpPr>
            <p:cNvPr id="174" name="직사각형 173"/>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7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76" name="모서리가 둥근 직사각형 175"/>
          <p:cNvSpPr/>
          <p:nvPr/>
        </p:nvSpPr>
        <p:spPr>
          <a:xfrm>
            <a:off x="8543014"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1" name="모서리가 둥근 직사각형 180"/>
          <p:cNvSpPr/>
          <p:nvPr/>
        </p:nvSpPr>
        <p:spPr>
          <a:xfrm>
            <a:off x="7607771"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71" name="모서리가 둥근 직사각형 270"/>
          <p:cNvSpPr/>
          <p:nvPr/>
        </p:nvSpPr>
        <p:spPr>
          <a:xfrm>
            <a:off x="6671667" y="268987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78" name="꺾인 연결선 277"/>
          <p:cNvCxnSpPr>
            <a:stCxn id="181" idx="0"/>
          </p:cNvCxnSpPr>
          <p:nvPr/>
        </p:nvCxnSpPr>
        <p:spPr>
          <a:xfrm rot="5400000" flipH="1" flipV="1">
            <a:off x="10282843" y="384295"/>
            <a:ext cx="70978" cy="4521123"/>
          </a:xfrm>
          <a:prstGeom prst="bentConnector3">
            <a:avLst>
              <a:gd name="adj1" fmla="val 422072"/>
            </a:avLst>
          </a:prstGeom>
          <a:ln>
            <a:tailEnd type="arrow"/>
          </a:ln>
        </p:spPr>
        <p:style>
          <a:lnRef idx="1">
            <a:schemeClr val="accent1"/>
          </a:lnRef>
          <a:fillRef idx="0">
            <a:schemeClr val="accent1"/>
          </a:fillRef>
          <a:effectRef idx="0">
            <a:schemeClr val="accent1"/>
          </a:effectRef>
          <a:fontRef idx="minor">
            <a:schemeClr val="tx1"/>
          </a:fontRef>
        </p:style>
      </p:cxnSp>
      <p:sp>
        <p:nvSpPr>
          <p:cNvPr id="320" name="직사각형 319"/>
          <p:cNvSpPr/>
          <p:nvPr/>
        </p:nvSpPr>
        <p:spPr>
          <a:xfrm>
            <a:off x="1881039" y="26714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a:solidFill>
                  <a:schemeClr val="tx1">
                    <a:lumMod val="75000"/>
                    <a:lumOff val="25000"/>
                  </a:schemeClr>
                </a:solidFill>
                <a:latin typeface="+mn-ea"/>
                <a:ea typeface="+mn-ea"/>
              </a:rPr>
              <a:t>강의</a:t>
            </a:r>
            <a:r>
              <a:rPr lang="en-US" altLang="ko-KR" sz="800" b="1" dirty="0">
                <a:solidFill>
                  <a:schemeClr val="tx1">
                    <a:lumMod val="75000"/>
                    <a:lumOff val="25000"/>
                  </a:schemeClr>
                </a:solidFill>
                <a:latin typeface="+mn-ea"/>
                <a:ea typeface="+mn-ea"/>
              </a:rPr>
              <a:t>Q&amp;A</a:t>
            </a:r>
            <a:endParaRPr lang="ko-KR" altLang="en-US" sz="800" b="1" dirty="0">
              <a:solidFill>
                <a:srgbClr val="FF0000"/>
              </a:solidFill>
              <a:latin typeface="+mn-ea"/>
              <a:ea typeface="+mn-ea"/>
            </a:endParaRPr>
          </a:p>
        </p:txBody>
      </p:sp>
      <p:cxnSp>
        <p:nvCxnSpPr>
          <p:cNvPr id="433" name="직선 연결선 432"/>
          <p:cNvCxnSpPr/>
          <p:nvPr/>
        </p:nvCxnSpPr>
        <p:spPr>
          <a:xfrm>
            <a:off x="1974193" y="5362778"/>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34" name="그룹 433"/>
          <p:cNvGrpSpPr/>
          <p:nvPr/>
        </p:nvGrpSpPr>
        <p:grpSpPr>
          <a:xfrm>
            <a:off x="1972097" y="5109567"/>
            <a:ext cx="360000" cy="253211"/>
            <a:chOff x="2576736" y="4192513"/>
            <a:chExt cx="360000" cy="253211"/>
          </a:xfrm>
        </p:grpSpPr>
        <p:sp>
          <p:nvSpPr>
            <p:cNvPr id="435" name="직사각형 434"/>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436" name="직사각형 435"/>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455" name="직사각형 454"/>
          <p:cNvSpPr/>
          <p:nvPr/>
        </p:nvSpPr>
        <p:spPr>
          <a:xfrm>
            <a:off x="2277083" y="5137809"/>
            <a:ext cx="2312304"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답변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홍*</a:t>
            </a:r>
            <a:r>
              <a:rPr lang="ko-KR" altLang="en-US" sz="800" dirty="0" err="1" smtClean="0">
                <a:solidFill>
                  <a:schemeClr val="tx1">
                    <a:lumMod val="65000"/>
                    <a:lumOff val="35000"/>
                  </a:schemeClr>
                </a:solidFill>
                <a:latin typeface="+mn-ea"/>
                <a:ea typeface="+mn-ea"/>
              </a:rPr>
              <a:t>동교수</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a:solidFill>
                  <a:schemeClr val="tx1">
                    <a:lumMod val="65000"/>
                    <a:lumOff val="35000"/>
                  </a:schemeClr>
                </a:solidFill>
                <a:latin typeface="+mn-ea"/>
                <a:ea typeface="+mn-ea"/>
              </a:rPr>
              <a:t>답변일 </a:t>
            </a:r>
            <a:r>
              <a:rPr lang="en-US" altLang="ko-KR" sz="800" dirty="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2025.10.22 14:52</a:t>
            </a:r>
            <a:endParaRPr lang="ko-KR" altLang="en-US" sz="800" dirty="0">
              <a:solidFill>
                <a:schemeClr val="tx1">
                  <a:lumMod val="65000"/>
                  <a:lumOff val="35000"/>
                </a:schemeClr>
              </a:solidFill>
              <a:latin typeface="+mn-ea"/>
              <a:ea typeface="+mn-ea"/>
            </a:endParaRPr>
          </a:p>
        </p:txBody>
      </p:sp>
      <p:grpSp>
        <p:nvGrpSpPr>
          <p:cNvPr id="460" name="그룹 459"/>
          <p:cNvGrpSpPr/>
          <p:nvPr/>
        </p:nvGrpSpPr>
        <p:grpSpPr>
          <a:xfrm>
            <a:off x="1972097" y="5411316"/>
            <a:ext cx="7473974" cy="763513"/>
            <a:chOff x="2226221" y="5606194"/>
            <a:chExt cx="6840983" cy="763513"/>
          </a:xfrm>
        </p:grpSpPr>
        <p:sp>
          <p:nvSpPr>
            <p:cNvPr id="461" name="Rectangle 251"/>
            <p:cNvSpPr>
              <a:spLocks noChangeArrowheads="1"/>
            </p:cNvSpPr>
            <p:nvPr/>
          </p:nvSpPr>
          <p:spPr bwMode="auto">
            <a:xfrm>
              <a:off x="2226221" y="5606194"/>
              <a:ext cx="6837346"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답변내용</a:t>
              </a:r>
              <a:endParaRPr lang="en-US" altLang="ko-KR" sz="800" dirty="0">
                <a:solidFill>
                  <a:schemeClr val="tx1">
                    <a:lumMod val="75000"/>
                    <a:lumOff val="25000"/>
                  </a:schemeClr>
                </a:solidFill>
                <a:latin typeface="+mn-ea"/>
                <a:ea typeface="+mn-ea"/>
              </a:endParaRPr>
            </a:p>
          </p:txBody>
        </p:sp>
        <p:pic>
          <p:nvPicPr>
            <p:cNvPr id="46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62429"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64" name="그룹 463"/>
          <p:cNvGrpSpPr/>
          <p:nvPr/>
        </p:nvGrpSpPr>
        <p:grpSpPr>
          <a:xfrm>
            <a:off x="10921809" y="3789759"/>
            <a:ext cx="3289335" cy="1107665"/>
            <a:chOff x="10921809" y="3789759"/>
            <a:chExt cx="3289335" cy="1107665"/>
          </a:xfrm>
        </p:grpSpPr>
        <p:grpSp>
          <p:nvGrpSpPr>
            <p:cNvPr id="465" name="그룹 464"/>
            <p:cNvGrpSpPr/>
            <p:nvPr/>
          </p:nvGrpSpPr>
          <p:grpSpPr>
            <a:xfrm>
              <a:off x="10921809" y="3789759"/>
              <a:ext cx="3289335" cy="1107665"/>
              <a:chOff x="-692625" y="294998"/>
              <a:chExt cx="3289335" cy="1107665"/>
            </a:xfrm>
          </p:grpSpPr>
          <p:grpSp>
            <p:nvGrpSpPr>
              <p:cNvPr id="467" name="그룹 466"/>
              <p:cNvGrpSpPr/>
              <p:nvPr/>
            </p:nvGrpSpPr>
            <p:grpSpPr>
              <a:xfrm>
                <a:off x="-692625" y="294998"/>
                <a:ext cx="3289335" cy="1107665"/>
                <a:chOff x="1061816" y="3176972"/>
                <a:chExt cx="3289335" cy="1107665"/>
              </a:xfrm>
            </p:grpSpPr>
            <p:sp>
              <p:nvSpPr>
                <p:cNvPr id="469" name="직사각형 468"/>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70" name="직사각형 469"/>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71" name="직사각형 470"/>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72" name="직사각형 471"/>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68" name="직사각형 467"/>
              <p:cNvSpPr/>
              <p:nvPr/>
            </p:nvSpPr>
            <p:spPr>
              <a:xfrm>
                <a:off x="230130" y="666797"/>
                <a:ext cx="1534394"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삭제되었습니다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66" name="모서리가 둥근 직사각형 465"/>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73" name="그룹 472"/>
          <p:cNvGrpSpPr/>
          <p:nvPr/>
        </p:nvGrpSpPr>
        <p:grpSpPr>
          <a:xfrm>
            <a:off x="10920139" y="2609367"/>
            <a:ext cx="3289335" cy="1107665"/>
            <a:chOff x="10960564" y="1312622"/>
            <a:chExt cx="3289335" cy="1107665"/>
          </a:xfrm>
        </p:grpSpPr>
        <p:grpSp>
          <p:nvGrpSpPr>
            <p:cNvPr id="474" name="그룹 473"/>
            <p:cNvGrpSpPr/>
            <p:nvPr/>
          </p:nvGrpSpPr>
          <p:grpSpPr>
            <a:xfrm>
              <a:off x="10960564" y="1312622"/>
              <a:ext cx="3289335" cy="1107665"/>
              <a:chOff x="-692625" y="294998"/>
              <a:chExt cx="3289335" cy="1107665"/>
            </a:xfrm>
          </p:grpSpPr>
          <p:grpSp>
            <p:nvGrpSpPr>
              <p:cNvPr id="477" name="그룹 476"/>
              <p:cNvGrpSpPr/>
              <p:nvPr/>
            </p:nvGrpSpPr>
            <p:grpSpPr>
              <a:xfrm>
                <a:off x="-692625" y="294998"/>
                <a:ext cx="3289335" cy="1107665"/>
                <a:chOff x="1061816" y="3176972"/>
                <a:chExt cx="3289335" cy="1107665"/>
              </a:xfrm>
            </p:grpSpPr>
            <p:sp>
              <p:nvSpPr>
                <p:cNvPr id="480" name="직사각형 479"/>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81" name="직사각형 480"/>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82" name="직사각형 481"/>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83" name="직사각형 482"/>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79" name="직사각형 478"/>
              <p:cNvSpPr/>
              <p:nvPr/>
            </p:nvSpPr>
            <p:spPr>
              <a:xfrm>
                <a:off x="320699" y="666797"/>
                <a:ext cx="1353256"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정말 삭제하시겠습니까</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75" name="모서리가 둥근 직사각형 474"/>
            <p:cNvSpPr/>
            <p:nvPr/>
          </p:nvSpPr>
          <p:spPr>
            <a:xfrm>
              <a:off x="11721752"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76" name="모서리가 둥근 직사각형 475"/>
            <p:cNvSpPr/>
            <p:nvPr/>
          </p:nvSpPr>
          <p:spPr>
            <a:xfrm>
              <a:off x="12667867" y="203227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84" name="그룹 483"/>
          <p:cNvGrpSpPr/>
          <p:nvPr/>
        </p:nvGrpSpPr>
        <p:grpSpPr>
          <a:xfrm>
            <a:off x="10920139" y="4976106"/>
            <a:ext cx="3289335" cy="1107665"/>
            <a:chOff x="10920139" y="4976106"/>
            <a:chExt cx="3289335" cy="1107665"/>
          </a:xfrm>
        </p:grpSpPr>
        <p:grpSp>
          <p:nvGrpSpPr>
            <p:cNvPr id="485" name="그룹 484"/>
            <p:cNvGrpSpPr/>
            <p:nvPr/>
          </p:nvGrpSpPr>
          <p:grpSpPr>
            <a:xfrm>
              <a:off x="10920139" y="4976106"/>
              <a:ext cx="3289335" cy="1107665"/>
              <a:chOff x="-692625" y="294998"/>
              <a:chExt cx="3289335" cy="1107665"/>
            </a:xfrm>
          </p:grpSpPr>
          <p:grpSp>
            <p:nvGrpSpPr>
              <p:cNvPr id="487" name="그룹 486"/>
              <p:cNvGrpSpPr/>
              <p:nvPr/>
            </p:nvGrpSpPr>
            <p:grpSpPr>
              <a:xfrm>
                <a:off x="-692625" y="294998"/>
                <a:ext cx="3289335" cy="1107665"/>
                <a:chOff x="1061816" y="3176972"/>
                <a:chExt cx="3289335" cy="1107665"/>
              </a:xfrm>
            </p:grpSpPr>
            <p:sp>
              <p:nvSpPr>
                <p:cNvPr id="489" name="직사각형 488"/>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90" name="직사각형 489"/>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91" name="직사각형 490"/>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92" name="직사각형 491"/>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88" name="직사각형 487"/>
              <p:cNvSpPr/>
              <p:nvPr/>
            </p:nvSpPr>
            <p:spPr>
              <a:xfrm>
                <a:off x="-503240" y="666797"/>
                <a:ext cx="3001143"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삭제 중 오류가 발생하였습니다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잠시 후 다시 진행해 주세요</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86" name="모서리가 둥근 직사각형 485"/>
            <p:cNvSpPr/>
            <p:nvPr/>
          </p:nvSpPr>
          <p:spPr>
            <a:xfrm>
              <a:off x="12182901" y="569618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325" name="그룹 324"/>
          <p:cNvGrpSpPr/>
          <p:nvPr/>
        </p:nvGrpSpPr>
        <p:grpSpPr>
          <a:xfrm>
            <a:off x="5709344" y="1485584"/>
            <a:ext cx="3761110" cy="261068"/>
            <a:chOff x="4948808" y="1485584"/>
            <a:chExt cx="3761110" cy="261068"/>
          </a:xfrm>
        </p:grpSpPr>
        <p:grpSp>
          <p:nvGrpSpPr>
            <p:cNvPr id="326" name="그룹 325"/>
            <p:cNvGrpSpPr/>
            <p:nvPr/>
          </p:nvGrpSpPr>
          <p:grpSpPr>
            <a:xfrm>
              <a:off x="4948808" y="1579923"/>
              <a:ext cx="3761110" cy="166729"/>
              <a:chOff x="5665911" y="1579923"/>
              <a:chExt cx="3761110" cy="166729"/>
            </a:xfrm>
          </p:grpSpPr>
          <p:pic>
            <p:nvPicPr>
              <p:cNvPr id="32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9"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01" name="그룹 400"/>
              <p:cNvGrpSpPr/>
              <p:nvPr/>
            </p:nvGrpSpPr>
            <p:grpSpPr>
              <a:xfrm>
                <a:off x="5665911" y="1583291"/>
                <a:ext cx="648000" cy="162000"/>
                <a:chOff x="4953000" y="2780928"/>
                <a:chExt cx="648000" cy="162000"/>
              </a:xfrm>
            </p:grpSpPr>
            <p:sp>
              <p:nvSpPr>
                <p:cNvPr id="403" name="모서리가 둥근 직사각형 40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04"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02" name="모서리가 둥근 직사각형 40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327" name="타원 326"/>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537" name="직사각형 536"/>
          <p:cNvSpPr/>
          <p:nvPr/>
        </p:nvSpPr>
        <p:spPr>
          <a:xfrm>
            <a:off x="8539386" y="645123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pic>
        <p:nvPicPr>
          <p:cNvPr id="53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79767" y="8069204"/>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39" name="직사각형 538"/>
          <p:cNvSpPr/>
          <p:nvPr/>
        </p:nvSpPr>
        <p:spPr>
          <a:xfrm>
            <a:off x="2211806" y="8120563"/>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540" name="직사각형 539"/>
          <p:cNvSpPr/>
          <p:nvPr/>
        </p:nvSpPr>
        <p:spPr>
          <a:xfrm>
            <a:off x="1904072" y="834677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41" name="직사각형 540"/>
          <p:cNvSpPr/>
          <p:nvPr/>
        </p:nvSpPr>
        <p:spPr>
          <a:xfrm>
            <a:off x="2853447" y="8084559"/>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54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7293" y="8992088"/>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43" name="직사각형 542"/>
          <p:cNvSpPr/>
          <p:nvPr/>
        </p:nvSpPr>
        <p:spPr>
          <a:xfrm>
            <a:off x="2469332" y="9043447"/>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544" name="직사각형 543"/>
          <p:cNvSpPr/>
          <p:nvPr/>
        </p:nvSpPr>
        <p:spPr>
          <a:xfrm>
            <a:off x="2161598" y="9269656"/>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45" name="직사각형 544"/>
          <p:cNvSpPr/>
          <p:nvPr/>
        </p:nvSpPr>
        <p:spPr>
          <a:xfrm>
            <a:off x="3058948" y="9007443"/>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546" name="꺾인 연결선 545"/>
          <p:cNvCxnSpPr>
            <a:endCxn id="542" idx="1"/>
          </p:cNvCxnSpPr>
          <p:nvPr/>
        </p:nvCxnSpPr>
        <p:spPr>
          <a:xfrm rot="16200000" flipH="1">
            <a:off x="1861740" y="8760535"/>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54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7293" y="9964196"/>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48" name="직사각형 547"/>
          <p:cNvSpPr/>
          <p:nvPr/>
        </p:nvSpPr>
        <p:spPr>
          <a:xfrm>
            <a:off x="2469332" y="10015555"/>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549" name="직사각형 548"/>
          <p:cNvSpPr/>
          <p:nvPr/>
        </p:nvSpPr>
        <p:spPr>
          <a:xfrm>
            <a:off x="2161598" y="10241764"/>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50" name="직사각형 549"/>
          <p:cNvSpPr/>
          <p:nvPr/>
        </p:nvSpPr>
        <p:spPr>
          <a:xfrm>
            <a:off x="3058948" y="9979551"/>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551" name="꺾인 연결선 550"/>
          <p:cNvCxnSpPr>
            <a:endCxn id="547" idx="1"/>
          </p:cNvCxnSpPr>
          <p:nvPr/>
        </p:nvCxnSpPr>
        <p:spPr>
          <a:xfrm rot="16200000" flipH="1">
            <a:off x="1815707" y="9686610"/>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55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82515" y="10477777"/>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53" name="직사각형 552"/>
          <p:cNvSpPr/>
          <p:nvPr/>
        </p:nvSpPr>
        <p:spPr>
          <a:xfrm>
            <a:off x="2214554" y="10529136"/>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554" name="직사각형 553"/>
          <p:cNvSpPr/>
          <p:nvPr/>
        </p:nvSpPr>
        <p:spPr>
          <a:xfrm>
            <a:off x="1906820" y="1075534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55" name="직사각형 554"/>
          <p:cNvSpPr/>
          <p:nvPr/>
        </p:nvSpPr>
        <p:spPr>
          <a:xfrm>
            <a:off x="2856196" y="10493132"/>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sp>
        <p:nvSpPr>
          <p:cNvPr id="556" name="직사각형 555"/>
          <p:cNvSpPr/>
          <p:nvPr/>
        </p:nvSpPr>
        <p:spPr>
          <a:xfrm>
            <a:off x="1967507" y="6758321"/>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7" name="그룹 556"/>
          <p:cNvGrpSpPr/>
          <p:nvPr/>
        </p:nvGrpSpPr>
        <p:grpSpPr>
          <a:xfrm>
            <a:off x="2071076" y="7673859"/>
            <a:ext cx="5014334" cy="215444"/>
            <a:chOff x="2023662" y="8506144"/>
            <a:chExt cx="5014334" cy="215444"/>
          </a:xfrm>
        </p:grpSpPr>
        <p:sp>
          <p:nvSpPr>
            <p:cNvPr id="558" name="직사각형 557"/>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59" name="TextBox 558"/>
            <p:cNvSpPr txBox="1"/>
            <p:nvPr/>
          </p:nvSpPr>
          <p:spPr>
            <a:xfrm>
              <a:off x="2092010" y="8506144"/>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피드백 문의 </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체크 시 문의로 등록되며 답변을 받을 수 있습니다</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pic>
        <p:nvPicPr>
          <p:cNvPr id="560"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06099" y="8588615"/>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1" name="Picture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47128" y="9560016"/>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62" name="그룹 561"/>
          <p:cNvGrpSpPr/>
          <p:nvPr/>
        </p:nvGrpSpPr>
        <p:grpSpPr>
          <a:xfrm>
            <a:off x="1864071" y="6451267"/>
            <a:ext cx="1729891" cy="271050"/>
            <a:chOff x="1807132" y="7226402"/>
            <a:chExt cx="1729891" cy="271050"/>
          </a:xfrm>
        </p:grpSpPr>
        <p:sp>
          <p:nvSpPr>
            <p:cNvPr id="563" name="직사각형 562"/>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564" name="직사각형 563"/>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565"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6805000"/>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566" name="TextBox 565"/>
          <p:cNvSpPr txBox="1"/>
          <p:nvPr/>
        </p:nvSpPr>
        <p:spPr>
          <a:xfrm>
            <a:off x="2082094" y="7010929"/>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grpSp>
        <p:nvGrpSpPr>
          <p:cNvPr id="567" name="그룹 566"/>
          <p:cNvGrpSpPr/>
          <p:nvPr/>
        </p:nvGrpSpPr>
        <p:grpSpPr>
          <a:xfrm>
            <a:off x="8338121" y="8158759"/>
            <a:ext cx="969911" cy="263175"/>
            <a:chOff x="6836830" y="8933894"/>
            <a:chExt cx="969911" cy="263175"/>
          </a:xfrm>
        </p:grpSpPr>
        <p:sp>
          <p:nvSpPr>
            <p:cNvPr id="568" name="직사각형 567"/>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69" name="직사각형 568"/>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70" name="그룹 569"/>
          <p:cNvGrpSpPr/>
          <p:nvPr/>
        </p:nvGrpSpPr>
        <p:grpSpPr>
          <a:xfrm>
            <a:off x="8343453" y="9077909"/>
            <a:ext cx="969911" cy="263175"/>
            <a:chOff x="6836830" y="8933894"/>
            <a:chExt cx="969911" cy="263175"/>
          </a:xfrm>
        </p:grpSpPr>
        <p:sp>
          <p:nvSpPr>
            <p:cNvPr id="571" name="직사각형 570"/>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72" name="직사각형 571"/>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73" name="그룹 572"/>
          <p:cNvGrpSpPr/>
          <p:nvPr/>
        </p:nvGrpSpPr>
        <p:grpSpPr>
          <a:xfrm>
            <a:off x="8338221" y="10052113"/>
            <a:ext cx="969911" cy="263175"/>
            <a:chOff x="6836830" y="8933894"/>
            <a:chExt cx="969911" cy="263175"/>
          </a:xfrm>
        </p:grpSpPr>
        <p:sp>
          <p:nvSpPr>
            <p:cNvPr id="574" name="직사각형 57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75" name="직사각형 57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76" name="그룹 575"/>
          <p:cNvGrpSpPr/>
          <p:nvPr/>
        </p:nvGrpSpPr>
        <p:grpSpPr>
          <a:xfrm>
            <a:off x="8343453" y="10582648"/>
            <a:ext cx="969911" cy="263175"/>
            <a:chOff x="6836830" y="8933894"/>
            <a:chExt cx="969911" cy="263175"/>
          </a:xfrm>
        </p:grpSpPr>
        <p:sp>
          <p:nvSpPr>
            <p:cNvPr id="577" name="직사각형 57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78" name="직사각형 577"/>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sp>
        <p:nvSpPr>
          <p:cNvPr id="579" name="직사각형 578"/>
          <p:cNvSpPr/>
          <p:nvPr/>
        </p:nvSpPr>
        <p:spPr>
          <a:xfrm>
            <a:off x="8319069" y="6801794"/>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80" name="TextBox 579"/>
          <p:cNvSpPr txBox="1"/>
          <p:nvPr/>
        </p:nvSpPr>
        <p:spPr>
          <a:xfrm>
            <a:off x="8326699" y="6803850"/>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81" name="그룹 580"/>
          <p:cNvGrpSpPr/>
          <p:nvPr/>
        </p:nvGrpSpPr>
        <p:grpSpPr>
          <a:xfrm>
            <a:off x="8362503" y="7197798"/>
            <a:ext cx="928576" cy="215444"/>
            <a:chOff x="8337376" y="8326124"/>
            <a:chExt cx="928576" cy="215444"/>
          </a:xfrm>
        </p:grpSpPr>
        <p:sp>
          <p:nvSpPr>
            <p:cNvPr id="582" name="직사각형 581"/>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83" name="TextBox 582"/>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84" name="그룹 583"/>
          <p:cNvGrpSpPr/>
          <p:nvPr/>
        </p:nvGrpSpPr>
        <p:grpSpPr>
          <a:xfrm>
            <a:off x="8352978" y="7017778"/>
            <a:ext cx="936004" cy="215444"/>
            <a:chOff x="6851687" y="7802438"/>
            <a:chExt cx="936004" cy="215444"/>
          </a:xfrm>
        </p:grpSpPr>
        <p:grpSp>
          <p:nvGrpSpPr>
            <p:cNvPr id="585" name="그룹 584"/>
            <p:cNvGrpSpPr/>
            <p:nvPr/>
          </p:nvGrpSpPr>
          <p:grpSpPr>
            <a:xfrm>
              <a:off x="6851687" y="7802438"/>
              <a:ext cx="936004" cy="215444"/>
              <a:chOff x="8337376" y="8047616"/>
              <a:chExt cx="936004" cy="215444"/>
            </a:xfrm>
          </p:grpSpPr>
          <p:sp>
            <p:nvSpPr>
              <p:cNvPr id="587" name="직사각형 586"/>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88" name="TextBox 587"/>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86"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589" name="그룹 588"/>
          <p:cNvGrpSpPr/>
          <p:nvPr/>
        </p:nvGrpSpPr>
        <p:grpSpPr>
          <a:xfrm>
            <a:off x="8362503" y="7380494"/>
            <a:ext cx="928576" cy="215444"/>
            <a:chOff x="8337376" y="8326124"/>
            <a:chExt cx="928576" cy="215444"/>
          </a:xfrm>
        </p:grpSpPr>
        <p:sp>
          <p:nvSpPr>
            <p:cNvPr id="590" name="직사각형 589"/>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91" name="TextBox 590"/>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92" name="직사각형 591"/>
          <p:cNvSpPr/>
          <p:nvPr/>
        </p:nvSpPr>
        <p:spPr>
          <a:xfrm rot="10800000">
            <a:off x="8410128" y="6477718"/>
            <a:ext cx="481572" cy="246221"/>
          </a:xfrm>
          <a:prstGeom prst="rect">
            <a:avLst/>
          </a:prstGeom>
        </p:spPr>
        <p:txBody>
          <a:bodyPr wrap="square">
            <a:spAutoFit/>
          </a:bodyPr>
          <a:lstStyle/>
          <a:p>
            <a:r>
              <a:rPr lang="ko-KR" altLang="en-US" sz="1000" b="1" dirty="0" smtClean="0"/>
              <a:t>  ⌵</a:t>
            </a:r>
            <a:endParaRPr lang="ko-KR" altLang="en-US" sz="1000" b="1" dirty="0"/>
          </a:p>
        </p:txBody>
      </p:sp>
      <p:pic>
        <p:nvPicPr>
          <p:cNvPr id="611"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349018" y="9144066"/>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2"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353354" y="10639340"/>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13" name="직사각형 612"/>
          <p:cNvSpPr/>
          <p:nvPr/>
        </p:nvSpPr>
        <p:spPr>
          <a:xfrm>
            <a:off x="9446071" y="10709742"/>
            <a:ext cx="720080" cy="56813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댓글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617" name="모서리가 둥근 직사각형 616"/>
          <p:cNvSpPr/>
          <p:nvPr/>
        </p:nvSpPr>
        <p:spPr>
          <a:xfrm>
            <a:off x="8646653" y="7679229"/>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618" name="그룹 617"/>
          <p:cNvGrpSpPr/>
          <p:nvPr/>
        </p:nvGrpSpPr>
        <p:grpSpPr>
          <a:xfrm>
            <a:off x="1919139" y="6220279"/>
            <a:ext cx="234360" cy="200055"/>
            <a:chOff x="1152270" y="11706839"/>
            <a:chExt cx="234360" cy="200055"/>
          </a:xfrm>
        </p:grpSpPr>
        <p:sp>
          <p:nvSpPr>
            <p:cNvPr id="619" name="모서리가 둥근 직사각형 6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20" name="직사각형 61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621" name="직사각형 620"/>
          <p:cNvSpPr/>
          <p:nvPr/>
        </p:nvSpPr>
        <p:spPr>
          <a:xfrm>
            <a:off x="1956402" y="6419272"/>
            <a:ext cx="7514051" cy="4574535"/>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36" name="그룹 235"/>
          <p:cNvGrpSpPr/>
          <p:nvPr/>
        </p:nvGrpSpPr>
        <p:grpSpPr>
          <a:xfrm>
            <a:off x="626748" y="2104281"/>
            <a:ext cx="1245456" cy="3960440"/>
            <a:chOff x="626748" y="2104281"/>
            <a:chExt cx="1245456" cy="3960440"/>
          </a:xfrm>
        </p:grpSpPr>
        <p:grpSp>
          <p:nvGrpSpPr>
            <p:cNvPr id="237" name="그룹 236"/>
            <p:cNvGrpSpPr/>
            <p:nvPr/>
          </p:nvGrpSpPr>
          <p:grpSpPr>
            <a:xfrm>
              <a:off x="629956" y="3318264"/>
              <a:ext cx="1188000" cy="180000"/>
              <a:chOff x="666428" y="3785432"/>
              <a:chExt cx="1188000" cy="180000"/>
            </a:xfrm>
          </p:grpSpPr>
          <p:sp>
            <p:nvSpPr>
              <p:cNvPr id="290" name="모서리가 둥근 직사각형 28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9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188000" cy="180000"/>
              <a:chOff x="666428" y="4310612"/>
              <a:chExt cx="1188000" cy="180000"/>
            </a:xfrm>
          </p:grpSpPr>
          <p:sp>
            <p:nvSpPr>
              <p:cNvPr id="288" name="모서리가 둥근 직사각형 28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89"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29955" y="3042501"/>
              <a:ext cx="1188000" cy="180000"/>
              <a:chOff x="666427" y="3266516"/>
              <a:chExt cx="1188000" cy="180000"/>
            </a:xfrm>
          </p:grpSpPr>
          <p:sp>
            <p:nvSpPr>
              <p:cNvPr id="286" name="모서리가 둥근 직사각형 28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7"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29956" y="4106828"/>
              <a:ext cx="1188000" cy="180000"/>
              <a:chOff x="666428" y="4570824"/>
              <a:chExt cx="1188000" cy="180000"/>
            </a:xfrm>
          </p:grpSpPr>
          <p:sp>
            <p:nvSpPr>
              <p:cNvPr id="284" name="모서리가 둥근 직사각형 28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5"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568923"/>
              <a:ext cx="1188000" cy="180000"/>
              <a:chOff x="666428" y="5096004"/>
              <a:chExt cx="1188000" cy="180000"/>
            </a:xfrm>
          </p:grpSpPr>
          <p:sp>
            <p:nvSpPr>
              <p:cNvPr id="282" name="모서리가 둥근 직사각형 28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83"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1150" y="4387873"/>
              <a:ext cx="1188000" cy="180000"/>
              <a:chOff x="666428" y="4570824"/>
              <a:chExt cx="1188000" cy="180000"/>
            </a:xfrm>
          </p:grpSpPr>
          <p:sp>
            <p:nvSpPr>
              <p:cNvPr id="277" name="모서리가 둥근 직사각형 27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79"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4675443"/>
              <a:ext cx="1188000" cy="180000"/>
              <a:chOff x="666428" y="4310612"/>
              <a:chExt cx="1188000" cy="180000"/>
            </a:xfrm>
          </p:grpSpPr>
          <p:sp>
            <p:nvSpPr>
              <p:cNvPr id="275" name="모서리가 둥근 직사각형 2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7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26748" y="2104281"/>
              <a:ext cx="1245456" cy="442923"/>
              <a:chOff x="468506" y="2320305"/>
              <a:chExt cx="1245456" cy="442923"/>
            </a:xfrm>
          </p:grpSpPr>
          <p:sp>
            <p:nvSpPr>
              <p:cNvPr id="272" name="직사각형 271"/>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3"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4" name="TextBox 273"/>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56" name="그룹 255"/>
            <p:cNvGrpSpPr/>
            <p:nvPr/>
          </p:nvGrpSpPr>
          <p:grpSpPr>
            <a:xfrm>
              <a:off x="632520" y="4975116"/>
              <a:ext cx="1188000" cy="180000"/>
              <a:chOff x="666428" y="4310612"/>
              <a:chExt cx="1188000" cy="180000"/>
            </a:xfrm>
          </p:grpSpPr>
          <p:sp>
            <p:nvSpPr>
              <p:cNvPr id="269" name="모서리가 둥근 직사각형 26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70"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2752353"/>
              <a:ext cx="1188000" cy="180000"/>
              <a:chOff x="666427" y="3266516"/>
              <a:chExt cx="1188000" cy="180000"/>
            </a:xfrm>
          </p:grpSpPr>
          <p:sp>
            <p:nvSpPr>
              <p:cNvPr id="267" name="모서리가 둥근 직사각형 26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5257815"/>
              <a:ext cx="1188000" cy="180000"/>
              <a:chOff x="666428" y="4310612"/>
              <a:chExt cx="1188000" cy="180000"/>
            </a:xfrm>
          </p:grpSpPr>
          <p:sp>
            <p:nvSpPr>
              <p:cNvPr id="265" name="모서리가 둥근 직사각형 26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2520" y="5884721"/>
              <a:ext cx="1188000" cy="180000"/>
              <a:chOff x="666428" y="4570824"/>
              <a:chExt cx="1188000" cy="180000"/>
            </a:xfrm>
          </p:grpSpPr>
          <p:sp>
            <p:nvSpPr>
              <p:cNvPr id="263" name="모서리가 둥근 직사각형 26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64"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32520" y="3825064"/>
              <a:ext cx="1188000" cy="180000"/>
              <a:chOff x="666428" y="4310612"/>
              <a:chExt cx="1188000" cy="180000"/>
            </a:xfrm>
          </p:grpSpPr>
          <p:sp>
            <p:nvSpPr>
              <p:cNvPr id="261" name="모서리가 둥근 직사각형 260"/>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과목</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62"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92" name="그룹 291"/>
          <p:cNvGrpSpPr/>
          <p:nvPr/>
        </p:nvGrpSpPr>
        <p:grpSpPr>
          <a:xfrm>
            <a:off x="507554" y="1602349"/>
            <a:ext cx="3075218" cy="252000"/>
            <a:chOff x="507554" y="1537742"/>
            <a:chExt cx="3075218" cy="252000"/>
          </a:xfrm>
        </p:grpSpPr>
        <p:pic>
          <p:nvPicPr>
            <p:cNvPr id="293" name="Picture 4"/>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94" name="그룹 293"/>
            <p:cNvGrpSpPr/>
            <p:nvPr/>
          </p:nvGrpSpPr>
          <p:grpSpPr>
            <a:xfrm>
              <a:off x="2288704" y="1581175"/>
              <a:ext cx="1294068" cy="166725"/>
              <a:chOff x="2288704" y="1581175"/>
              <a:chExt cx="1294068" cy="166725"/>
            </a:xfrm>
          </p:grpSpPr>
          <p:sp>
            <p:nvSpPr>
              <p:cNvPr id="295" name="직사각형 294"/>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96" name="직사각형 295"/>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97" name="그룹 296"/>
          <p:cNvGrpSpPr/>
          <p:nvPr/>
        </p:nvGrpSpPr>
        <p:grpSpPr>
          <a:xfrm>
            <a:off x="624623" y="6165304"/>
            <a:ext cx="1188000" cy="180000"/>
            <a:chOff x="666428" y="3785432"/>
            <a:chExt cx="1188000" cy="180000"/>
          </a:xfrm>
        </p:grpSpPr>
        <p:sp>
          <p:nvSpPr>
            <p:cNvPr id="298" name="모서리가 둥근 직사각형 29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9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0" name="그룹 299"/>
          <p:cNvGrpSpPr/>
          <p:nvPr/>
        </p:nvGrpSpPr>
        <p:grpSpPr>
          <a:xfrm>
            <a:off x="610906" y="6407787"/>
            <a:ext cx="1188000" cy="180000"/>
            <a:chOff x="666428" y="5881828"/>
            <a:chExt cx="1188000" cy="180000"/>
          </a:xfrm>
        </p:grpSpPr>
        <p:sp>
          <p:nvSpPr>
            <p:cNvPr id="301" name="모서리가 둥근 직사각형 300"/>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302" name="Picture 1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250793061"/>
      </p:ext>
    </p:extLst>
  </p:cSld>
  <p:clrMapOvr>
    <a:masterClrMapping/>
  </p:clrMapOvr>
  <p:transition>
    <p:wipe dir="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573222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목록 </a:t>
            </a:r>
            <a:r>
              <a:rPr lang="en-US" altLang="ko-KR" sz="800" spc="-60" dirty="0" smtClean="0">
                <a:latin typeface="+mn-ea"/>
                <a:ea typeface="+mn-ea"/>
              </a:rPr>
              <a:t>&gt; </a:t>
            </a:r>
            <a:r>
              <a:rPr lang="ko-KR" altLang="en-US" sz="800" spc="-60" dirty="0" smtClean="0">
                <a:latin typeface="+mn-ea"/>
                <a:ea typeface="+mn-ea"/>
              </a:rPr>
              <a:t>답변 전 화면</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120586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9003096"/>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1904022353"/>
              </p:ext>
            </p:extLst>
          </p:nvPr>
        </p:nvGraphicFramePr>
        <p:xfrm>
          <a:off x="9508554" y="1492213"/>
          <a:ext cx="1404156" cy="427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전체수업현황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과목관리자가 댓글 사용으로 수정한 경우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900" dirty="0" smtClean="0">
                    <a:solidFill>
                      <a:schemeClr val="tx1">
                        <a:lumMod val="75000"/>
                        <a:lumOff val="25000"/>
                      </a:schemeClr>
                    </a:solidFill>
                    <a:latin typeface="+mn-ea"/>
                    <a:ea typeface="+mn-ea"/>
                    <a:cs typeface="Calibri" pitchFamily="34" charset="0"/>
                  </a:rPr>
                  <a:t>   </a:t>
                </a:r>
                <a:r>
                  <a:rPr lang="ko-KR" altLang="en-US" sz="900" spc="-60" dirty="0">
                    <a:solidFill>
                      <a:schemeClr val="tx1">
                        <a:lumMod val="75000"/>
                        <a:lumOff val="25000"/>
                      </a:schemeClr>
                    </a:solidFill>
                    <a:latin typeface="+mn-ea"/>
                    <a:ea typeface="+mn-ea"/>
                  </a:rPr>
                  <a:t>강의</a:t>
                </a:r>
                <a:r>
                  <a:rPr lang="en-US" altLang="ko-KR" sz="900" spc="-60" dirty="0" smtClean="0">
                    <a:solidFill>
                      <a:schemeClr val="tx1">
                        <a:lumMod val="75000"/>
                        <a:lumOff val="25000"/>
                      </a:schemeClr>
                    </a:solidFill>
                    <a:latin typeface="+mn-ea"/>
                    <a:ea typeface="+mn-ea"/>
                  </a:rPr>
                  <a:t>Q&amp;A</a:t>
                </a:r>
                <a:endParaRPr lang="ko-KR" altLang="en-US" sz="900" spc="-60" dirty="0">
                  <a:solidFill>
                    <a:schemeClr val="tx1">
                      <a:lumMod val="75000"/>
                      <a:lumOff val="25000"/>
                    </a:schemeClr>
                  </a:solidFill>
                  <a:latin typeface="+mn-ea"/>
                  <a:ea typeface="+mn-ea"/>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KNOU_UI_C01020600_03</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a:t>
                </a:r>
                <a:r>
                  <a:rPr lang="en-US" altLang="ko-KR" sz="800" dirty="0" smtClean="0">
                    <a:solidFill>
                      <a:schemeClr val="tx1">
                        <a:lumMod val="75000"/>
                        <a:lumOff val="25000"/>
                      </a:schemeClr>
                    </a:solidFill>
                    <a:latin typeface="+mn-ea"/>
                  </a:rPr>
                  <a:t>Q&amp;A</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113240"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163" name="Group 37"/>
          <p:cNvGraphicFramePr>
            <a:graphicFrameLocks noGrp="1"/>
          </p:cNvGraphicFramePr>
          <p:nvPr>
            <p:extLst>
              <p:ext uri="{D42A27DB-BD31-4B8C-83A1-F6EECF244321}">
                <p14:modId xmlns:p14="http://schemas.microsoft.com/office/powerpoint/2010/main" val="128186004"/>
              </p:ext>
            </p:extLst>
          </p:nvPr>
        </p:nvGraphicFramePr>
        <p:xfrm>
          <a:off x="1972097" y="2987650"/>
          <a:ext cx="7470353" cy="1972345"/>
        </p:xfrm>
        <a:graphic>
          <a:graphicData uri="http://schemas.openxmlformats.org/drawingml/2006/table">
            <a:tbl>
              <a:tblPr/>
              <a:tblGrid>
                <a:gridCol w="1203774"/>
                <a:gridCol w="6266579"/>
              </a:tblGrid>
              <a:tr h="2973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&gt; OO</a:t>
                      </a:r>
                      <a:r>
                        <a:rPr lang="ko-KR" altLang="en-US" sz="800" b="0" dirty="0" smtClean="0">
                          <a:solidFill>
                            <a:schemeClr val="tx1">
                              <a:lumMod val="75000"/>
                              <a:lumOff val="25000"/>
                            </a:schemeClr>
                          </a:solidFill>
                          <a:latin typeface="+mn-ea"/>
                          <a:ea typeface="+mn-ea"/>
                        </a:rPr>
                        <a:t>학과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일본어 </a:t>
                      </a: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2025.10.20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3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64" name="그룹 163"/>
          <p:cNvGrpSpPr/>
          <p:nvPr/>
        </p:nvGrpSpPr>
        <p:grpSpPr>
          <a:xfrm>
            <a:off x="3224808" y="3834589"/>
            <a:ext cx="6139730" cy="763513"/>
            <a:chOff x="2226221" y="5606194"/>
            <a:chExt cx="5619740" cy="763513"/>
          </a:xfrm>
        </p:grpSpPr>
        <p:sp>
          <p:nvSpPr>
            <p:cNvPr id="165"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pic>
          <p:nvPicPr>
            <p:cNvPr id="16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7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7016" y="3387683"/>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3" name="그룹 172"/>
          <p:cNvGrpSpPr/>
          <p:nvPr/>
        </p:nvGrpSpPr>
        <p:grpSpPr>
          <a:xfrm>
            <a:off x="3215103" y="4727260"/>
            <a:ext cx="2160000" cy="180000"/>
            <a:chOff x="3215103" y="4408537"/>
            <a:chExt cx="2160000" cy="180000"/>
          </a:xfrm>
        </p:grpSpPr>
        <p:sp>
          <p:nvSpPr>
            <p:cNvPr id="174" name="직사각형 173"/>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7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76" name="모서리가 둥근 직사각형 175"/>
          <p:cNvSpPr/>
          <p:nvPr/>
        </p:nvSpPr>
        <p:spPr>
          <a:xfrm>
            <a:off x="8543014"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1" name="모서리가 둥근 직사각형 180"/>
          <p:cNvSpPr/>
          <p:nvPr/>
        </p:nvSpPr>
        <p:spPr>
          <a:xfrm>
            <a:off x="7607771"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71" name="모서리가 둥근 직사각형 270"/>
          <p:cNvSpPr/>
          <p:nvPr/>
        </p:nvSpPr>
        <p:spPr>
          <a:xfrm>
            <a:off x="6671667" y="268987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19" name="직사각형 318"/>
          <p:cNvSpPr/>
          <p:nvPr/>
        </p:nvSpPr>
        <p:spPr>
          <a:xfrm>
            <a:off x="1881039" y="26714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a:solidFill>
                  <a:schemeClr val="tx1">
                    <a:lumMod val="75000"/>
                    <a:lumOff val="25000"/>
                  </a:schemeClr>
                </a:solidFill>
                <a:latin typeface="+mn-ea"/>
                <a:ea typeface="+mn-ea"/>
              </a:rPr>
              <a:t>강의</a:t>
            </a:r>
            <a:r>
              <a:rPr lang="en-US" altLang="ko-KR" sz="800" b="1" dirty="0">
                <a:solidFill>
                  <a:schemeClr val="tx1">
                    <a:lumMod val="75000"/>
                    <a:lumOff val="25000"/>
                  </a:schemeClr>
                </a:solidFill>
                <a:latin typeface="+mn-ea"/>
                <a:ea typeface="+mn-ea"/>
              </a:rPr>
              <a:t>Q&amp;A</a:t>
            </a:r>
            <a:endParaRPr lang="ko-KR" altLang="en-US" sz="800" b="1" dirty="0">
              <a:solidFill>
                <a:srgbClr val="FF0000"/>
              </a:solidFill>
              <a:latin typeface="+mn-ea"/>
              <a:ea typeface="+mn-ea"/>
            </a:endParaRPr>
          </a:p>
        </p:txBody>
      </p:sp>
      <p:grpSp>
        <p:nvGrpSpPr>
          <p:cNvPr id="225" name="그룹 224"/>
          <p:cNvGrpSpPr/>
          <p:nvPr/>
        </p:nvGrpSpPr>
        <p:grpSpPr>
          <a:xfrm>
            <a:off x="5709344" y="1485584"/>
            <a:ext cx="3761110" cy="261068"/>
            <a:chOff x="4948808" y="1485584"/>
            <a:chExt cx="3761110" cy="261068"/>
          </a:xfrm>
        </p:grpSpPr>
        <p:grpSp>
          <p:nvGrpSpPr>
            <p:cNvPr id="226" name="그룹 225"/>
            <p:cNvGrpSpPr/>
            <p:nvPr/>
          </p:nvGrpSpPr>
          <p:grpSpPr>
            <a:xfrm>
              <a:off x="4948808" y="1579923"/>
              <a:ext cx="3761110" cy="166729"/>
              <a:chOff x="5665911" y="1579923"/>
              <a:chExt cx="3761110" cy="166729"/>
            </a:xfrm>
          </p:grpSpPr>
          <p:pic>
            <p:nvPicPr>
              <p:cNvPr id="23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3"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7" name="그룹 236"/>
              <p:cNvGrpSpPr/>
              <p:nvPr/>
            </p:nvGrpSpPr>
            <p:grpSpPr>
              <a:xfrm>
                <a:off x="5665911" y="1583291"/>
                <a:ext cx="648000" cy="162000"/>
                <a:chOff x="4953000" y="2780928"/>
                <a:chExt cx="648000" cy="162000"/>
              </a:xfrm>
            </p:grpSpPr>
            <p:sp>
              <p:nvSpPr>
                <p:cNvPr id="270" name="모서리가 둥근 직사각형 269"/>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72"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6" name="모서리가 둥근 직사각형 265"/>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27" name="타원 226"/>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cxnSp>
        <p:nvCxnSpPr>
          <p:cNvPr id="494" name="직선 연결선 493"/>
          <p:cNvCxnSpPr/>
          <p:nvPr/>
        </p:nvCxnSpPr>
        <p:spPr>
          <a:xfrm>
            <a:off x="1974193" y="5362778"/>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95" name="그룹 494"/>
          <p:cNvGrpSpPr/>
          <p:nvPr/>
        </p:nvGrpSpPr>
        <p:grpSpPr>
          <a:xfrm>
            <a:off x="1972097" y="5109567"/>
            <a:ext cx="360000" cy="253211"/>
            <a:chOff x="2576736" y="4192513"/>
            <a:chExt cx="360000" cy="253211"/>
          </a:xfrm>
        </p:grpSpPr>
        <p:sp>
          <p:nvSpPr>
            <p:cNvPr id="496" name="직사각형 495"/>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497" name="직사각형 496"/>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498" name="직사각형 497"/>
          <p:cNvSpPr/>
          <p:nvPr/>
        </p:nvSpPr>
        <p:spPr>
          <a:xfrm>
            <a:off x="2277083" y="5137809"/>
            <a:ext cx="2312304"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답변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a:solidFill>
                  <a:schemeClr val="tx1">
                    <a:lumMod val="65000"/>
                    <a:lumOff val="35000"/>
                  </a:schemeClr>
                </a:solidFill>
                <a:latin typeface="+mn-ea"/>
                <a:ea typeface="+mn-ea"/>
              </a:rPr>
              <a:t>답변일 </a:t>
            </a:r>
            <a:r>
              <a:rPr lang="en-US" altLang="ko-KR" sz="800" dirty="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pSp>
        <p:nvGrpSpPr>
          <p:cNvPr id="499" name="그룹 498"/>
          <p:cNvGrpSpPr/>
          <p:nvPr/>
        </p:nvGrpSpPr>
        <p:grpSpPr>
          <a:xfrm>
            <a:off x="1972097" y="5411316"/>
            <a:ext cx="7473974" cy="763513"/>
            <a:chOff x="2226221" y="5606194"/>
            <a:chExt cx="6840983" cy="763513"/>
          </a:xfrm>
        </p:grpSpPr>
        <p:sp>
          <p:nvSpPr>
            <p:cNvPr id="500" name="Rectangle 251"/>
            <p:cNvSpPr>
              <a:spLocks noChangeArrowheads="1"/>
            </p:cNvSpPr>
            <p:nvPr/>
          </p:nvSpPr>
          <p:spPr bwMode="auto">
            <a:xfrm>
              <a:off x="2226221" y="5606194"/>
              <a:ext cx="6837346"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답변 내용이 없습니다</a:t>
              </a:r>
              <a:r>
                <a:rPr lang="en-US" altLang="ko-KR" sz="800" dirty="0" smtClean="0">
                  <a:solidFill>
                    <a:schemeClr val="tx1">
                      <a:lumMod val="75000"/>
                      <a:lumOff val="25000"/>
                    </a:schemeClr>
                  </a:solidFill>
                  <a:latin typeface="+mn-ea"/>
                  <a:ea typeface="+mn-ea"/>
                </a:rPr>
                <a:t>.</a:t>
              </a:r>
              <a:endParaRPr lang="en-US" altLang="ko-KR" sz="800" dirty="0">
                <a:solidFill>
                  <a:schemeClr val="tx1">
                    <a:lumMod val="75000"/>
                    <a:lumOff val="25000"/>
                  </a:schemeClr>
                </a:solidFill>
                <a:latin typeface="+mn-ea"/>
                <a:ea typeface="+mn-ea"/>
              </a:endParaRPr>
            </a:p>
          </p:txBody>
        </p:sp>
        <p:pic>
          <p:nvPicPr>
            <p:cNvPr id="50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62429"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502" name="직사각형 501"/>
          <p:cNvSpPr/>
          <p:nvPr/>
        </p:nvSpPr>
        <p:spPr>
          <a:xfrm>
            <a:off x="8539386" y="645123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pic>
        <p:nvPicPr>
          <p:cNvPr id="5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79767" y="8069204"/>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04" name="직사각형 503"/>
          <p:cNvSpPr/>
          <p:nvPr/>
        </p:nvSpPr>
        <p:spPr>
          <a:xfrm>
            <a:off x="2211806" y="8120563"/>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505" name="직사각형 504"/>
          <p:cNvSpPr/>
          <p:nvPr/>
        </p:nvSpPr>
        <p:spPr>
          <a:xfrm>
            <a:off x="1904072" y="834677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06" name="직사각형 505"/>
          <p:cNvSpPr/>
          <p:nvPr/>
        </p:nvSpPr>
        <p:spPr>
          <a:xfrm>
            <a:off x="2853447" y="8084559"/>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50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7293" y="8992088"/>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08" name="직사각형 507"/>
          <p:cNvSpPr/>
          <p:nvPr/>
        </p:nvSpPr>
        <p:spPr>
          <a:xfrm>
            <a:off x="2469332" y="9043447"/>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509" name="직사각형 508"/>
          <p:cNvSpPr/>
          <p:nvPr/>
        </p:nvSpPr>
        <p:spPr>
          <a:xfrm>
            <a:off x="2161598" y="9269656"/>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10" name="직사각형 509"/>
          <p:cNvSpPr/>
          <p:nvPr/>
        </p:nvSpPr>
        <p:spPr>
          <a:xfrm>
            <a:off x="3058948" y="9007443"/>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511" name="꺾인 연결선 510"/>
          <p:cNvCxnSpPr>
            <a:endCxn id="507" idx="1"/>
          </p:cNvCxnSpPr>
          <p:nvPr/>
        </p:nvCxnSpPr>
        <p:spPr>
          <a:xfrm rot="16200000" flipH="1">
            <a:off x="1861740" y="8760535"/>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51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7293" y="9964196"/>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13" name="직사각형 512"/>
          <p:cNvSpPr/>
          <p:nvPr/>
        </p:nvSpPr>
        <p:spPr>
          <a:xfrm>
            <a:off x="2469332" y="10015555"/>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514" name="직사각형 513"/>
          <p:cNvSpPr/>
          <p:nvPr/>
        </p:nvSpPr>
        <p:spPr>
          <a:xfrm>
            <a:off x="2161598" y="10241764"/>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15" name="직사각형 514"/>
          <p:cNvSpPr/>
          <p:nvPr/>
        </p:nvSpPr>
        <p:spPr>
          <a:xfrm>
            <a:off x="3058948" y="9979551"/>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516" name="꺾인 연결선 515"/>
          <p:cNvCxnSpPr>
            <a:endCxn id="512" idx="1"/>
          </p:cNvCxnSpPr>
          <p:nvPr/>
        </p:nvCxnSpPr>
        <p:spPr>
          <a:xfrm rot="16200000" flipH="1">
            <a:off x="1815707" y="9686610"/>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51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82515" y="10477777"/>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18" name="직사각형 517"/>
          <p:cNvSpPr/>
          <p:nvPr/>
        </p:nvSpPr>
        <p:spPr>
          <a:xfrm>
            <a:off x="2214554" y="10529136"/>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519" name="직사각형 518"/>
          <p:cNvSpPr/>
          <p:nvPr/>
        </p:nvSpPr>
        <p:spPr>
          <a:xfrm>
            <a:off x="1906820" y="1075534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20" name="직사각형 519"/>
          <p:cNvSpPr/>
          <p:nvPr/>
        </p:nvSpPr>
        <p:spPr>
          <a:xfrm>
            <a:off x="2856196" y="10493132"/>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sp>
        <p:nvSpPr>
          <p:cNvPr id="521" name="직사각형 520"/>
          <p:cNvSpPr/>
          <p:nvPr/>
        </p:nvSpPr>
        <p:spPr>
          <a:xfrm>
            <a:off x="1967507" y="6758321"/>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22" name="그룹 521"/>
          <p:cNvGrpSpPr/>
          <p:nvPr/>
        </p:nvGrpSpPr>
        <p:grpSpPr>
          <a:xfrm>
            <a:off x="2071076" y="7673859"/>
            <a:ext cx="5014334" cy="215444"/>
            <a:chOff x="2023662" y="8506144"/>
            <a:chExt cx="5014334" cy="215444"/>
          </a:xfrm>
        </p:grpSpPr>
        <p:sp>
          <p:nvSpPr>
            <p:cNvPr id="523" name="직사각형 522"/>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24" name="TextBox 523"/>
            <p:cNvSpPr txBox="1"/>
            <p:nvPr/>
          </p:nvSpPr>
          <p:spPr>
            <a:xfrm>
              <a:off x="2092010" y="8506144"/>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피드백 문의 </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체크 시 문의로 등록되며 답변을 받을 수 있습니다</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pic>
        <p:nvPicPr>
          <p:cNvPr id="525"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06099" y="8588615"/>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6" name="Picture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47128" y="9560016"/>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27" name="그룹 526"/>
          <p:cNvGrpSpPr/>
          <p:nvPr/>
        </p:nvGrpSpPr>
        <p:grpSpPr>
          <a:xfrm>
            <a:off x="1864071" y="6451267"/>
            <a:ext cx="1729891" cy="271050"/>
            <a:chOff x="1807132" y="7226402"/>
            <a:chExt cx="1729891" cy="271050"/>
          </a:xfrm>
        </p:grpSpPr>
        <p:sp>
          <p:nvSpPr>
            <p:cNvPr id="528" name="직사각형 527"/>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529" name="직사각형 528"/>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53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6805000"/>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531" name="TextBox 530"/>
          <p:cNvSpPr txBox="1"/>
          <p:nvPr/>
        </p:nvSpPr>
        <p:spPr>
          <a:xfrm>
            <a:off x="2082094" y="7010929"/>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grpSp>
        <p:nvGrpSpPr>
          <p:cNvPr id="532" name="그룹 531"/>
          <p:cNvGrpSpPr/>
          <p:nvPr/>
        </p:nvGrpSpPr>
        <p:grpSpPr>
          <a:xfrm>
            <a:off x="8338121" y="8158759"/>
            <a:ext cx="969911" cy="263175"/>
            <a:chOff x="6836830" y="8933894"/>
            <a:chExt cx="969911" cy="263175"/>
          </a:xfrm>
        </p:grpSpPr>
        <p:sp>
          <p:nvSpPr>
            <p:cNvPr id="533" name="직사각형 53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34" name="직사각형 53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35" name="그룹 534"/>
          <p:cNvGrpSpPr/>
          <p:nvPr/>
        </p:nvGrpSpPr>
        <p:grpSpPr>
          <a:xfrm>
            <a:off x="8343453" y="9077909"/>
            <a:ext cx="969911" cy="263175"/>
            <a:chOff x="6836830" y="8933894"/>
            <a:chExt cx="969911" cy="263175"/>
          </a:xfrm>
        </p:grpSpPr>
        <p:sp>
          <p:nvSpPr>
            <p:cNvPr id="536" name="직사각형 535"/>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37" name="직사각형 536"/>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38" name="그룹 537"/>
          <p:cNvGrpSpPr/>
          <p:nvPr/>
        </p:nvGrpSpPr>
        <p:grpSpPr>
          <a:xfrm>
            <a:off x="8338221" y="10052113"/>
            <a:ext cx="969911" cy="263175"/>
            <a:chOff x="6836830" y="8933894"/>
            <a:chExt cx="969911" cy="263175"/>
          </a:xfrm>
        </p:grpSpPr>
        <p:sp>
          <p:nvSpPr>
            <p:cNvPr id="539" name="직사각형 538"/>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40" name="직사각형 539"/>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41" name="그룹 540"/>
          <p:cNvGrpSpPr/>
          <p:nvPr/>
        </p:nvGrpSpPr>
        <p:grpSpPr>
          <a:xfrm>
            <a:off x="8343453" y="10582648"/>
            <a:ext cx="969911" cy="263175"/>
            <a:chOff x="6836830" y="8933894"/>
            <a:chExt cx="969911" cy="263175"/>
          </a:xfrm>
        </p:grpSpPr>
        <p:sp>
          <p:nvSpPr>
            <p:cNvPr id="542" name="직사각형 541"/>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43" name="직사각형 542"/>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sp>
        <p:nvSpPr>
          <p:cNvPr id="544" name="직사각형 543"/>
          <p:cNvSpPr/>
          <p:nvPr/>
        </p:nvSpPr>
        <p:spPr>
          <a:xfrm>
            <a:off x="8319069" y="6801794"/>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45" name="TextBox 544"/>
          <p:cNvSpPr txBox="1"/>
          <p:nvPr/>
        </p:nvSpPr>
        <p:spPr>
          <a:xfrm>
            <a:off x="8326699" y="6803850"/>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46" name="그룹 545"/>
          <p:cNvGrpSpPr/>
          <p:nvPr/>
        </p:nvGrpSpPr>
        <p:grpSpPr>
          <a:xfrm>
            <a:off x="8362503" y="7197798"/>
            <a:ext cx="928576" cy="215444"/>
            <a:chOff x="8337376" y="8326124"/>
            <a:chExt cx="928576" cy="215444"/>
          </a:xfrm>
        </p:grpSpPr>
        <p:sp>
          <p:nvSpPr>
            <p:cNvPr id="547" name="직사각형 546"/>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48" name="TextBox 547"/>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49" name="그룹 548"/>
          <p:cNvGrpSpPr/>
          <p:nvPr/>
        </p:nvGrpSpPr>
        <p:grpSpPr>
          <a:xfrm>
            <a:off x="8352978" y="7017778"/>
            <a:ext cx="936004" cy="215444"/>
            <a:chOff x="6851687" y="7802438"/>
            <a:chExt cx="936004" cy="215444"/>
          </a:xfrm>
        </p:grpSpPr>
        <p:grpSp>
          <p:nvGrpSpPr>
            <p:cNvPr id="550" name="그룹 549"/>
            <p:cNvGrpSpPr/>
            <p:nvPr/>
          </p:nvGrpSpPr>
          <p:grpSpPr>
            <a:xfrm>
              <a:off x="6851687" y="7802438"/>
              <a:ext cx="936004" cy="215444"/>
              <a:chOff x="8337376" y="8047616"/>
              <a:chExt cx="936004" cy="215444"/>
            </a:xfrm>
          </p:grpSpPr>
          <p:sp>
            <p:nvSpPr>
              <p:cNvPr id="552" name="직사각형 551"/>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53" name="TextBox 552"/>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51"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554" name="그룹 553"/>
          <p:cNvGrpSpPr/>
          <p:nvPr/>
        </p:nvGrpSpPr>
        <p:grpSpPr>
          <a:xfrm>
            <a:off x="8362503" y="7380494"/>
            <a:ext cx="928576" cy="215444"/>
            <a:chOff x="8337376" y="8326124"/>
            <a:chExt cx="928576" cy="215444"/>
          </a:xfrm>
        </p:grpSpPr>
        <p:sp>
          <p:nvSpPr>
            <p:cNvPr id="555" name="직사각형 554"/>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56" name="TextBox 555"/>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57" name="직사각형 556"/>
          <p:cNvSpPr/>
          <p:nvPr/>
        </p:nvSpPr>
        <p:spPr>
          <a:xfrm rot="10800000">
            <a:off x="8410128" y="6477718"/>
            <a:ext cx="481572" cy="246221"/>
          </a:xfrm>
          <a:prstGeom prst="rect">
            <a:avLst/>
          </a:prstGeom>
        </p:spPr>
        <p:txBody>
          <a:bodyPr wrap="square">
            <a:spAutoFit/>
          </a:bodyPr>
          <a:lstStyle/>
          <a:p>
            <a:r>
              <a:rPr lang="ko-KR" altLang="en-US" sz="1000" b="1" dirty="0" smtClean="0"/>
              <a:t>  ⌵</a:t>
            </a:r>
            <a:endParaRPr lang="ko-KR" altLang="en-US" sz="1000" b="1" dirty="0"/>
          </a:p>
        </p:txBody>
      </p:sp>
      <p:pic>
        <p:nvPicPr>
          <p:cNvPr id="558"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349018" y="9144066"/>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9"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353354" y="10639340"/>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0" name="직사각형 559"/>
          <p:cNvSpPr/>
          <p:nvPr/>
        </p:nvSpPr>
        <p:spPr>
          <a:xfrm>
            <a:off x="9446071" y="10709742"/>
            <a:ext cx="720080" cy="56813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댓글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561" name="모서리가 둥근 직사각형 560"/>
          <p:cNvSpPr/>
          <p:nvPr/>
        </p:nvSpPr>
        <p:spPr>
          <a:xfrm>
            <a:off x="8646653" y="7679229"/>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62" name="그룹 561"/>
          <p:cNvGrpSpPr/>
          <p:nvPr/>
        </p:nvGrpSpPr>
        <p:grpSpPr>
          <a:xfrm>
            <a:off x="1919139" y="6220279"/>
            <a:ext cx="234360" cy="200055"/>
            <a:chOff x="1152270" y="11706839"/>
            <a:chExt cx="234360" cy="200055"/>
          </a:xfrm>
        </p:grpSpPr>
        <p:sp>
          <p:nvSpPr>
            <p:cNvPr id="563" name="모서리가 둥근 직사각형 56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4" name="직사각형 56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565" name="직사각형 564"/>
          <p:cNvSpPr/>
          <p:nvPr/>
        </p:nvSpPr>
        <p:spPr>
          <a:xfrm>
            <a:off x="1956402" y="6419272"/>
            <a:ext cx="7514051" cy="4574535"/>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17" name="그룹 216"/>
          <p:cNvGrpSpPr/>
          <p:nvPr/>
        </p:nvGrpSpPr>
        <p:grpSpPr>
          <a:xfrm>
            <a:off x="626748" y="2104281"/>
            <a:ext cx="1245456" cy="3960440"/>
            <a:chOff x="626748" y="2104281"/>
            <a:chExt cx="1245456" cy="3960440"/>
          </a:xfrm>
        </p:grpSpPr>
        <p:grpSp>
          <p:nvGrpSpPr>
            <p:cNvPr id="218" name="그룹 217"/>
            <p:cNvGrpSpPr/>
            <p:nvPr/>
          </p:nvGrpSpPr>
          <p:grpSpPr>
            <a:xfrm>
              <a:off x="629956" y="3318264"/>
              <a:ext cx="1188000" cy="180000"/>
              <a:chOff x="666428" y="3785432"/>
              <a:chExt cx="1188000" cy="180000"/>
            </a:xfrm>
          </p:grpSpPr>
          <p:sp>
            <p:nvSpPr>
              <p:cNvPr id="289" name="모서리가 둥근 직사각형 28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9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568824"/>
              <a:ext cx="1188000" cy="180000"/>
              <a:chOff x="666428" y="4310612"/>
              <a:chExt cx="1188000" cy="180000"/>
            </a:xfrm>
          </p:grpSpPr>
          <p:sp>
            <p:nvSpPr>
              <p:cNvPr id="287" name="모서리가 둥근 직사각형 28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5" y="3042501"/>
              <a:ext cx="1188000" cy="180000"/>
              <a:chOff x="666427" y="3266516"/>
              <a:chExt cx="1188000" cy="180000"/>
            </a:xfrm>
          </p:grpSpPr>
          <p:sp>
            <p:nvSpPr>
              <p:cNvPr id="285" name="모서리가 둥근 직사각형 28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6"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4106828"/>
              <a:ext cx="1188000" cy="180000"/>
              <a:chOff x="666428" y="4570824"/>
              <a:chExt cx="1188000" cy="180000"/>
            </a:xfrm>
          </p:grpSpPr>
          <p:sp>
            <p:nvSpPr>
              <p:cNvPr id="283" name="모서리가 둥근 직사각형 28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4"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29956" y="5568923"/>
              <a:ext cx="1188000" cy="180000"/>
              <a:chOff x="666428" y="5096004"/>
              <a:chExt cx="1188000" cy="180000"/>
            </a:xfrm>
          </p:grpSpPr>
          <p:sp>
            <p:nvSpPr>
              <p:cNvPr id="281" name="모서리가 둥근 직사각형 280"/>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82"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1150" y="4387873"/>
              <a:ext cx="1188000" cy="180000"/>
              <a:chOff x="666428" y="4570824"/>
              <a:chExt cx="1188000" cy="180000"/>
            </a:xfrm>
          </p:grpSpPr>
          <p:sp>
            <p:nvSpPr>
              <p:cNvPr id="269" name="모서리가 둥근 직사각형 26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78"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29956" y="4675443"/>
              <a:ext cx="1188000" cy="180000"/>
              <a:chOff x="666428" y="4310612"/>
              <a:chExt cx="1188000" cy="180000"/>
            </a:xfrm>
          </p:grpSpPr>
          <p:sp>
            <p:nvSpPr>
              <p:cNvPr id="267" name="모서리가 둥근 직사각형 26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6748" y="2104281"/>
              <a:ext cx="1245456" cy="442923"/>
              <a:chOff x="468506" y="2320305"/>
              <a:chExt cx="1245456" cy="442923"/>
            </a:xfrm>
          </p:grpSpPr>
          <p:sp>
            <p:nvSpPr>
              <p:cNvPr id="263" name="직사각형 26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64"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5" name="TextBox 264"/>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38" name="그룹 237"/>
            <p:cNvGrpSpPr/>
            <p:nvPr/>
          </p:nvGrpSpPr>
          <p:grpSpPr>
            <a:xfrm>
              <a:off x="632520" y="4975116"/>
              <a:ext cx="1188000" cy="180000"/>
              <a:chOff x="666428" y="4310612"/>
              <a:chExt cx="1188000" cy="180000"/>
            </a:xfrm>
          </p:grpSpPr>
          <p:sp>
            <p:nvSpPr>
              <p:cNvPr id="261" name="모서리가 둥근 직사각형 26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62"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2520" y="2752353"/>
              <a:ext cx="1188000" cy="180000"/>
              <a:chOff x="666427" y="3266516"/>
              <a:chExt cx="1188000" cy="180000"/>
            </a:xfrm>
          </p:grpSpPr>
          <p:sp>
            <p:nvSpPr>
              <p:cNvPr id="259" name="모서리가 둥근 직사각형 25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0"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2520" y="5257815"/>
              <a:ext cx="1188000" cy="180000"/>
              <a:chOff x="666428" y="4310612"/>
              <a:chExt cx="1188000" cy="180000"/>
            </a:xfrm>
          </p:grpSpPr>
          <p:sp>
            <p:nvSpPr>
              <p:cNvPr id="257" name="모서리가 둥근 직사각형 25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32520" y="5884721"/>
              <a:ext cx="1188000" cy="180000"/>
              <a:chOff x="666428" y="4570824"/>
              <a:chExt cx="1188000" cy="180000"/>
            </a:xfrm>
          </p:grpSpPr>
          <p:sp>
            <p:nvSpPr>
              <p:cNvPr id="255" name="모서리가 둥근 직사각형 25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56"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2520" y="3825064"/>
              <a:ext cx="1188000" cy="180000"/>
              <a:chOff x="666428" y="4310612"/>
              <a:chExt cx="1188000" cy="180000"/>
            </a:xfrm>
          </p:grpSpPr>
          <p:sp>
            <p:nvSpPr>
              <p:cNvPr id="247" name="모서리가 둥근 직사각형 246"/>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과목</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4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91" name="그룹 290"/>
          <p:cNvGrpSpPr/>
          <p:nvPr/>
        </p:nvGrpSpPr>
        <p:grpSpPr>
          <a:xfrm>
            <a:off x="507554" y="1602349"/>
            <a:ext cx="3075218" cy="252000"/>
            <a:chOff x="507554" y="1537742"/>
            <a:chExt cx="3075218" cy="252000"/>
          </a:xfrm>
        </p:grpSpPr>
        <p:pic>
          <p:nvPicPr>
            <p:cNvPr id="292" name="Picture 4"/>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93" name="그룹 292"/>
            <p:cNvGrpSpPr/>
            <p:nvPr/>
          </p:nvGrpSpPr>
          <p:grpSpPr>
            <a:xfrm>
              <a:off x="2288704" y="1581175"/>
              <a:ext cx="1294068" cy="166725"/>
              <a:chOff x="2288704" y="1581175"/>
              <a:chExt cx="1294068" cy="166725"/>
            </a:xfrm>
          </p:grpSpPr>
          <p:sp>
            <p:nvSpPr>
              <p:cNvPr id="294" name="직사각형 293"/>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95" name="직사각형 294"/>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73" name="그룹 272"/>
          <p:cNvGrpSpPr/>
          <p:nvPr/>
        </p:nvGrpSpPr>
        <p:grpSpPr>
          <a:xfrm>
            <a:off x="624623" y="6165304"/>
            <a:ext cx="1188000" cy="180000"/>
            <a:chOff x="666428" y="3785432"/>
            <a:chExt cx="1188000" cy="180000"/>
          </a:xfrm>
        </p:grpSpPr>
        <p:sp>
          <p:nvSpPr>
            <p:cNvPr id="274" name="모서리가 둥근 직사각형 27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7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6" name="그룹 275"/>
          <p:cNvGrpSpPr/>
          <p:nvPr/>
        </p:nvGrpSpPr>
        <p:grpSpPr>
          <a:xfrm>
            <a:off x="610906" y="6407787"/>
            <a:ext cx="1188000" cy="180000"/>
            <a:chOff x="666428" y="5881828"/>
            <a:chExt cx="1188000" cy="180000"/>
          </a:xfrm>
        </p:grpSpPr>
        <p:sp>
          <p:nvSpPr>
            <p:cNvPr id="277" name="모서리가 둥근 직사각형 276"/>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96" name="Picture 1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233353483"/>
      </p:ext>
    </p:extLst>
  </p:cSld>
  <p:clrMapOvr>
    <a:masterClrMapping/>
  </p:clrMapOvr>
  <p:transition>
    <p:wipe dir="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1339733"/>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등록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45</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681337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4709576"/>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1781846457"/>
              </p:ext>
            </p:extLst>
          </p:nvPr>
        </p:nvGraphicFramePr>
        <p:xfrm>
          <a:off x="9508554" y="1492213"/>
          <a:ext cx="1404156" cy="427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필수 항목 체크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수강과목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주요옵션</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내용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분반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PUSH </a:t>
                      </a:r>
                      <a:r>
                        <a:rPr lang="ko-KR" altLang="en-US" sz="800" kern="1200" dirty="0" smtClean="0">
                          <a:solidFill>
                            <a:srgbClr val="0070C0"/>
                          </a:solidFill>
                          <a:latin typeface="+mn-ea"/>
                          <a:ea typeface="+mn-ea"/>
                          <a:cs typeface="+mn-cs"/>
                        </a:rPr>
                        <a:t>자동 알림 발송</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900" dirty="0" smtClean="0">
                    <a:solidFill>
                      <a:schemeClr val="tx1">
                        <a:lumMod val="75000"/>
                        <a:lumOff val="25000"/>
                      </a:schemeClr>
                    </a:solidFill>
                    <a:latin typeface="+mn-ea"/>
                    <a:ea typeface="+mn-ea"/>
                    <a:cs typeface="Calibri" pitchFamily="34" charset="0"/>
                  </a:rPr>
                  <a:t>   </a:t>
                </a:r>
                <a:r>
                  <a:rPr lang="ko-KR" altLang="en-US" sz="900" spc="-60" dirty="0">
                    <a:solidFill>
                      <a:schemeClr val="tx1">
                        <a:lumMod val="75000"/>
                        <a:lumOff val="25000"/>
                      </a:schemeClr>
                    </a:solidFill>
                    <a:latin typeface="+mn-ea"/>
                    <a:ea typeface="+mn-ea"/>
                  </a:rPr>
                  <a:t>강의</a:t>
                </a:r>
                <a:r>
                  <a:rPr lang="en-US" altLang="ko-KR" sz="900" spc="-60" dirty="0" smtClean="0">
                    <a:solidFill>
                      <a:schemeClr val="tx1">
                        <a:lumMod val="75000"/>
                        <a:lumOff val="25000"/>
                      </a:schemeClr>
                    </a:solidFill>
                    <a:latin typeface="+mn-ea"/>
                    <a:ea typeface="+mn-ea"/>
                  </a:rPr>
                  <a:t>Q&amp;A</a:t>
                </a:r>
                <a:endParaRPr lang="ko-KR" altLang="en-US" sz="900" spc="-60" dirty="0">
                  <a:solidFill>
                    <a:schemeClr val="tx1">
                      <a:lumMod val="75000"/>
                      <a:lumOff val="25000"/>
                    </a:schemeClr>
                  </a:solidFill>
                  <a:latin typeface="+mn-ea"/>
                  <a:ea typeface="+mn-ea"/>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KNOU_UI_C01020600_03</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a:t>
                </a:r>
                <a:r>
                  <a:rPr lang="en-US" altLang="ko-KR" sz="800" dirty="0" smtClean="0">
                    <a:solidFill>
                      <a:schemeClr val="tx1">
                        <a:lumMod val="75000"/>
                        <a:lumOff val="25000"/>
                      </a:schemeClr>
                    </a:solidFill>
                    <a:latin typeface="+mn-ea"/>
                  </a:rPr>
                  <a:t>Q&amp;A</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176" name="모서리가 둥근 직사각형 175"/>
          <p:cNvSpPr/>
          <p:nvPr/>
        </p:nvSpPr>
        <p:spPr>
          <a:xfrm>
            <a:off x="8543014"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1" name="모서리가 둥근 직사각형 180"/>
          <p:cNvSpPr/>
          <p:nvPr/>
        </p:nvSpPr>
        <p:spPr>
          <a:xfrm>
            <a:off x="7607771"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19" name="직사각형 318"/>
          <p:cNvSpPr/>
          <p:nvPr/>
        </p:nvSpPr>
        <p:spPr>
          <a:xfrm>
            <a:off x="1881039" y="26714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a:solidFill>
                  <a:schemeClr val="tx1">
                    <a:lumMod val="75000"/>
                    <a:lumOff val="25000"/>
                  </a:schemeClr>
                </a:solidFill>
                <a:latin typeface="+mn-ea"/>
                <a:ea typeface="+mn-ea"/>
              </a:rPr>
              <a:t>강의</a:t>
            </a:r>
            <a:r>
              <a:rPr lang="en-US" altLang="ko-KR" sz="800" b="1" dirty="0">
                <a:solidFill>
                  <a:schemeClr val="tx1">
                    <a:lumMod val="75000"/>
                    <a:lumOff val="25000"/>
                  </a:schemeClr>
                </a:solidFill>
                <a:latin typeface="+mn-ea"/>
                <a:ea typeface="+mn-ea"/>
              </a:rPr>
              <a:t>Q&amp;A</a:t>
            </a:r>
            <a:endParaRPr lang="ko-KR" altLang="en-US" sz="800" b="1" dirty="0">
              <a:solidFill>
                <a:srgbClr val="FF0000"/>
              </a:solidFill>
              <a:latin typeface="+mn-ea"/>
              <a:ea typeface="+mn-ea"/>
            </a:endParaRPr>
          </a:p>
        </p:txBody>
      </p:sp>
      <p:graphicFrame>
        <p:nvGraphicFramePr>
          <p:cNvPr id="225" name="Group 37"/>
          <p:cNvGraphicFramePr>
            <a:graphicFrameLocks noGrp="1"/>
          </p:cNvGraphicFramePr>
          <p:nvPr>
            <p:extLst>
              <p:ext uri="{D42A27DB-BD31-4B8C-83A1-F6EECF244321}">
                <p14:modId xmlns:p14="http://schemas.microsoft.com/office/powerpoint/2010/main" val="3667303995"/>
              </p:ext>
            </p:extLst>
          </p:nvPr>
        </p:nvGraphicFramePr>
        <p:xfrm>
          <a:off x="1972097" y="2987650"/>
          <a:ext cx="7470353" cy="2557764"/>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 </a:t>
                      </a:r>
                      <a:r>
                        <a:rPr lang="en-US" altLang="ko-KR" sz="800" b="0" dirty="0" smtClean="0">
                          <a:solidFill>
                            <a:srgbClr val="FF0000"/>
                          </a:solidFill>
                          <a:latin typeface="+mn-ea"/>
                          <a:ea typeface="+mn-ea"/>
                        </a:rPr>
                        <a:t>*</a:t>
                      </a:r>
                      <a:endParaRPr lang="ko-KR" altLang="en-US" sz="800" b="0" dirty="0" smtClean="0">
                        <a:solidFill>
                          <a:srgbClr val="FF0000"/>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77" name="Rectangle 122"/>
          <p:cNvSpPr>
            <a:spLocks noChangeArrowheads="1"/>
          </p:cNvSpPr>
          <p:nvPr/>
        </p:nvSpPr>
        <p:spPr bwMode="auto">
          <a:xfrm>
            <a:off x="3215283" y="3328417"/>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bg1">
                    <a:lumMod val="65000"/>
                  </a:schemeClr>
                </a:solidFill>
                <a:latin typeface="+mn-ea"/>
                <a:ea typeface="+mn-ea"/>
              </a:rPr>
              <a:t>제목 입력</a:t>
            </a:r>
            <a:endParaRPr lang="ko-KR" altLang="en-US" sz="800" kern="0" dirty="0">
              <a:solidFill>
                <a:schemeClr val="bg1">
                  <a:lumMod val="65000"/>
                </a:schemeClr>
              </a:solidFill>
              <a:latin typeface="+mn-ea"/>
              <a:ea typeface="+mn-ea"/>
            </a:endParaRPr>
          </a:p>
        </p:txBody>
      </p:sp>
      <p:pic>
        <p:nvPicPr>
          <p:cNvPr id="27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15180" y="3646996"/>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06" name="그룹 405"/>
          <p:cNvGrpSpPr/>
          <p:nvPr/>
        </p:nvGrpSpPr>
        <p:grpSpPr>
          <a:xfrm>
            <a:off x="3224808" y="4922118"/>
            <a:ext cx="6151786" cy="556264"/>
            <a:chOff x="1202386" y="5786120"/>
            <a:chExt cx="6151786" cy="556264"/>
          </a:xfrm>
        </p:grpSpPr>
        <p:sp>
          <p:nvSpPr>
            <p:cNvPr id="407" name="직사각형 406"/>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40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09"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410" name="TextBox 409"/>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411" name="그룹 410"/>
            <p:cNvGrpSpPr/>
            <p:nvPr/>
          </p:nvGrpSpPr>
          <p:grpSpPr>
            <a:xfrm>
              <a:off x="1203366" y="6126940"/>
              <a:ext cx="2149735" cy="215444"/>
              <a:chOff x="1856656" y="7442398"/>
              <a:chExt cx="2149735" cy="215444"/>
            </a:xfrm>
          </p:grpSpPr>
          <p:sp>
            <p:nvSpPr>
              <p:cNvPr id="412" name="직사각형 411"/>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413" name="직사각형 412"/>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490" name="그룹 489"/>
          <p:cNvGrpSpPr/>
          <p:nvPr/>
        </p:nvGrpSpPr>
        <p:grpSpPr>
          <a:xfrm>
            <a:off x="10921809" y="3789759"/>
            <a:ext cx="3289335" cy="1107665"/>
            <a:chOff x="10921809" y="3789759"/>
            <a:chExt cx="3289335" cy="1107665"/>
          </a:xfrm>
        </p:grpSpPr>
        <p:grpSp>
          <p:nvGrpSpPr>
            <p:cNvPr id="491" name="그룹 490"/>
            <p:cNvGrpSpPr/>
            <p:nvPr/>
          </p:nvGrpSpPr>
          <p:grpSpPr>
            <a:xfrm>
              <a:off x="10921809" y="3789759"/>
              <a:ext cx="3289335" cy="1107665"/>
              <a:chOff x="-692625" y="294998"/>
              <a:chExt cx="3289335" cy="1107665"/>
            </a:xfrm>
          </p:grpSpPr>
          <p:grpSp>
            <p:nvGrpSpPr>
              <p:cNvPr id="493" name="그룹 492"/>
              <p:cNvGrpSpPr/>
              <p:nvPr/>
            </p:nvGrpSpPr>
            <p:grpSpPr>
              <a:xfrm>
                <a:off x="-692625" y="294998"/>
                <a:ext cx="3289335" cy="1107665"/>
                <a:chOff x="1061816" y="3176972"/>
                <a:chExt cx="3289335" cy="1107665"/>
              </a:xfrm>
            </p:grpSpPr>
            <p:sp>
              <p:nvSpPr>
                <p:cNvPr id="495" name="직사각형 494"/>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96" name="직사각형 495"/>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97" name="직사각형 496"/>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98" name="직사각형 497"/>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94" name="직사각형 493"/>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저장되었습니다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92" name="모서리가 둥근 직사각형 491"/>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99" name="그룹 498"/>
          <p:cNvGrpSpPr/>
          <p:nvPr/>
        </p:nvGrpSpPr>
        <p:grpSpPr>
          <a:xfrm>
            <a:off x="10920139" y="2609367"/>
            <a:ext cx="3289335" cy="1107665"/>
            <a:chOff x="10960564" y="1312622"/>
            <a:chExt cx="3289335" cy="1107665"/>
          </a:xfrm>
        </p:grpSpPr>
        <p:grpSp>
          <p:nvGrpSpPr>
            <p:cNvPr id="500" name="그룹 499"/>
            <p:cNvGrpSpPr/>
            <p:nvPr/>
          </p:nvGrpSpPr>
          <p:grpSpPr>
            <a:xfrm>
              <a:off x="10960564" y="1312622"/>
              <a:ext cx="3289335" cy="1107665"/>
              <a:chOff x="-692625" y="294998"/>
              <a:chExt cx="3289335" cy="1107665"/>
            </a:xfrm>
          </p:grpSpPr>
          <p:grpSp>
            <p:nvGrpSpPr>
              <p:cNvPr id="502" name="그룹 501"/>
              <p:cNvGrpSpPr/>
              <p:nvPr/>
            </p:nvGrpSpPr>
            <p:grpSpPr>
              <a:xfrm>
                <a:off x="-692625" y="294998"/>
                <a:ext cx="3289335" cy="1107665"/>
                <a:chOff x="1061816" y="3176972"/>
                <a:chExt cx="3289335" cy="1107665"/>
              </a:xfrm>
            </p:grpSpPr>
            <p:sp>
              <p:nvSpPr>
                <p:cNvPr id="504" name="직사각형 503"/>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05" name="직사각형 504"/>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06" name="직사각형 505"/>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507" name="직사각형 506"/>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503" name="직사각형 502"/>
              <p:cNvSpPr/>
              <p:nvPr/>
            </p:nvSpPr>
            <p:spPr>
              <a:xfrm>
                <a:off x="222915" y="666797"/>
                <a:ext cx="154882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수강과목은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501" name="모서리가 둥근 직사각형 500"/>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508" name="그룹 507"/>
          <p:cNvGrpSpPr/>
          <p:nvPr/>
        </p:nvGrpSpPr>
        <p:grpSpPr>
          <a:xfrm>
            <a:off x="7576490" y="2508865"/>
            <a:ext cx="234360" cy="200055"/>
            <a:chOff x="1152270" y="11716364"/>
            <a:chExt cx="234360" cy="200055"/>
          </a:xfrm>
        </p:grpSpPr>
        <p:sp>
          <p:nvSpPr>
            <p:cNvPr id="509" name="모서리가 둥근 직사각형 5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10" name="직사각형 50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511" name="꺾인 연결선 510"/>
          <p:cNvCxnSpPr/>
          <p:nvPr/>
        </p:nvCxnSpPr>
        <p:spPr>
          <a:xfrm rot="5400000" flipH="1" flipV="1">
            <a:off x="10282843" y="384295"/>
            <a:ext cx="70978" cy="4521123"/>
          </a:xfrm>
          <a:prstGeom prst="bentConnector3">
            <a:avLst>
              <a:gd name="adj1" fmla="val 42207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69" name="그룹 168"/>
          <p:cNvGrpSpPr/>
          <p:nvPr/>
        </p:nvGrpSpPr>
        <p:grpSpPr>
          <a:xfrm>
            <a:off x="5709344" y="1485584"/>
            <a:ext cx="3761110" cy="261068"/>
            <a:chOff x="4948808" y="1485584"/>
            <a:chExt cx="3761110" cy="261068"/>
          </a:xfrm>
        </p:grpSpPr>
        <p:grpSp>
          <p:nvGrpSpPr>
            <p:cNvPr id="170" name="그룹 169"/>
            <p:cNvGrpSpPr/>
            <p:nvPr/>
          </p:nvGrpSpPr>
          <p:grpSpPr>
            <a:xfrm>
              <a:off x="4948808" y="1579923"/>
              <a:ext cx="3761110" cy="166729"/>
              <a:chOff x="5665911" y="1579923"/>
              <a:chExt cx="3761110" cy="166729"/>
            </a:xfrm>
          </p:grpSpPr>
          <p:pic>
            <p:nvPicPr>
              <p:cNvPr id="17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8" name="그룹 177"/>
              <p:cNvGrpSpPr/>
              <p:nvPr/>
            </p:nvGrpSpPr>
            <p:grpSpPr>
              <a:xfrm>
                <a:off x="5665911" y="1583291"/>
                <a:ext cx="648000" cy="162000"/>
                <a:chOff x="4953000" y="2780928"/>
                <a:chExt cx="648000" cy="162000"/>
              </a:xfrm>
            </p:grpSpPr>
            <p:sp>
              <p:nvSpPr>
                <p:cNvPr id="180" name="모서리가 둥근 직사각형 179"/>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82" name="Picture 10"/>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9" name="모서리가 둥근 직사각형 178"/>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72" name="타원 17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59" name="그룹 158"/>
          <p:cNvGrpSpPr/>
          <p:nvPr/>
        </p:nvGrpSpPr>
        <p:grpSpPr>
          <a:xfrm>
            <a:off x="3217054" y="3035052"/>
            <a:ext cx="3680162" cy="187449"/>
            <a:chOff x="2946301" y="3016002"/>
            <a:chExt cx="3680162" cy="187449"/>
          </a:xfrm>
        </p:grpSpPr>
        <p:sp>
          <p:nvSpPr>
            <p:cNvPr id="160"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2"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3"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61" name="그룹 160"/>
          <p:cNvGrpSpPr/>
          <p:nvPr/>
        </p:nvGrpSpPr>
        <p:grpSpPr>
          <a:xfrm>
            <a:off x="626748" y="2104281"/>
            <a:ext cx="1245456" cy="3960440"/>
            <a:chOff x="626748" y="2104281"/>
            <a:chExt cx="1245456" cy="3960440"/>
          </a:xfrm>
        </p:grpSpPr>
        <p:grpSp>
          <p:nvGrpSpPr>
            <p:cNvPr id="164" name="그룹 163"/>
            <p:cNvGrpSpPr/>
            <p:nvPr/>
          </p:nvGrpSpPr>
          <p:grpSpPr>
            <a:xfrm>
              <a:off x="629956" y="3318264"/>
              <a:ext cx="1188000" cy="180000"/>
              <a:chOff x="666428" y="3785432"/>
              <a:chExt cx="1188000" cy="180000"/>
            </a:xfrm>
          </p:grpSpPr>
          <p:sp>
            <p:nvSpPr>
              <p:cNvPr id="258" name="모서리가 둥근 직사각형 25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5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5" name="그룹 164"/>
            <p:cNvGrpSpPr/>
            <p:nvPr/>
          </p:nvGrpSpPr>
          <p:grpSpPr>
            <a:xfrm>
              <a:off x="629956" y="3568824"/>
              <a:ext cx="1188000" cy="180000"/>
              <a:chOff x="666428" y="4310612"/>
              <a:chExt cx="1188000" cy="180000"/>
            </a:xfrm>
          </p:grpSpPr>
          <p:sp>
            <p:nvSpPr>
              <p:cNvPr id="256" name="모서리가 둥근 직사각형 25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57"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29955" y="3042501"/>
              <a:ext cx="1188000" cy="180000"/>
              <a:chOff x="666427" y="3266516"/>
              <a:chExt cx="1188000" cy="180000"/>
            </a:xfrm>
          </p:grpSpPr>
          <p:sp>
            <p:nvSpPr>
              <p:cNvPr id="248" name="모서리가 둥근 직사각형 24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55"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29956" y="4106828"/>
              <a:ext cx="1188000" cy="180000"/>
              <a:chOff x="666428" y="4570824"/>
              <a:chExt cx="1188000" cy="180000"/>
            </a:xfrm>
          </p:grpSpPr>
          <p:sp>
            <p:nvSpPr>
              <p:cNvPr id="246" name="모서리가 둥근 직사각형 24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7"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9956" y="5568923"/>
              <a:ext cx="1188000" cy="180000"/>
              <a:chOff x="666428" y="5096004"/>
              <a:chExt cx="1188000" cy="180000"/>
            </a:xfrm>
          </p:grpSpPr>
          <p:sp>
            <p:nvSpPr>
              <p:cNvPr id="241" name="모서리가 둥근 직사각형 240"/>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44"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1150" y="4387873"/>
              <a:ext cx="1188000" cy="180000"/>
              <a:chOff x="666428" y="4570824"/>
              <a:chExt cx="1188000" cy="180000"/>
            </a:xfrm>
          </p:grpSpPr>
          <p:sp>
            <p:nvSpPr>
              <p:cNvPr id="236" name="모서리가 둥근 직사각형 23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37"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29956" y="4675443"/>
              <a:ext cx="1188000" cy="180000"/>
              <a:chOff x="666428" y="4310612"/>
              <a:chExt cx="1188000" cy="180000"/>
            </a:xfrm>
          </p:grpSpPr>
          <p:sp>
            <p:nvSpPr>
              <p:cNvPr id="233" name="모서리가 둥근 직사각형 23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34"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26748" y="2104281"/>
              <a:ext cx="1245456" cy="442923"/>
              <a:chOff x="468506" y="2320305"/>
              <a:chExt cx="1245456" cy="442923"/>
            </a:xfrm>
          </p:grpSpPr>
          <p:sp>
            <p:nvSpPr>
              <p:cNvPr id="228" name="직사각형 227"/>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31"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2" name="TextBox 231"/>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91" name="그룹 190"/>
            <p:cNvGrpSpPr/>
            <p:nvPr/>
          </p:nvGrpSpPr>
          <p:grpSpPr>
            <a:xfrm>
              <a:off x="632520" y="4975116"/>
              <a:ext cx="1188000" cy="180000"/>
              <a:chOff x="666428" y="4310612"/>
              <a:chExt cx="1188000" cy="180000"/>
            </a:xfrm>
          </p:grpSpPr>
          <p:sp>
            <p:nvSpPr>
              <p:cNvPr id="226" name="모서리가 둥근 직사각형 22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27"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2752353"/>
              <a:ext cx="1188000" cy="180000"/>
              <a:chOff x="666427" y="3266516"/>
              <a:chExt cx="1188000" cy="180000"/>
            </a:xfrm>
          </p:grpSpPr>
          <p:sp>
            <p:nvSpPr>
              <p:cNvPr id="223" name="모서리가 둥근 직사각형 22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2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5257815"/>
              <a:ext cx="1188000" cy="180000"/>
              <a:chOff x="666428" y="4310612"/>
              <a:chExt cx="1188000" cy="180000"/>
            </a:xfrm>
          </p:grpSpPr>
          <p:sp>
            <p:nvSpPr>
              <p:cNvPr id="221" name="모서리가 둥근 직사각형 22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2"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5884721"/>
              <a:ext cx="1188000" cy="180000"/>
              <a:chOff x="666428" y="4570824"/>
              <a:chExt cx="1188000" cy="180000"/>
            </a:xfrm>
          </p:grpSpPr>
          <p:sp>
            <p:nvSpPr>
              <p:cNvPr id="219" name="모서리가 둥근 직사각형 21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20"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3825064"/>
              <a:ext cx="1188000" cy="180000"/>
              <a:chOff x="666428" y="4310612"/>
              <a:chExt cx="1188000" cy="180000"/>
            </a:xfrm>
          </p:grpSpPr>
          <p:sp>
            <p:nvSpPr>
              <p:cNvPr id="217" name="모서리가 둥근 직사각형 216"/>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과목</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1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60" name="그룹 259"/>
          <p:cNvGrpSpPr/>
          <p:nvPr/>
        </p:nvGrpSpPr>
        <p:grpSpPr>
          <a:xfrm>
            <a:off x="507554" y="1602349"/>
            <a:ext cx="3075218" cy="252000"/>
            <a:chOff x="507554" y="1537742"/>
            <a:chExt cx="3075218" cy="252000"/>
          </a:xfrm>
        </p:grpSpPr>
        <p:pic>
          <p:nvPicPr>
            <p:cNvPr id="261" name="Picture 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2288704" y="1581175"/>
              <a:ext cx="1294068" cy="166725"/>
              <a:chOff x="2288704" y="1581175"/>
              <a:chExt cx="1294068" cy="166725"/>
            </a:xfrm>
          </p:grpSpPr>
          <p:sp>
            <p:nvSpPr>
              <p:cNvPr id="263" name="직사각형 2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4" name="직사각형 2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83" name="그룹 182"/>
          <p:cNvGrpSpPr/>
          <p:nvPr/>
        </p:nvGrpSpPr>
        <p:grpSpPr>
          <a:xfrm>
            <a:off x="624623" y="6165304"/>
            <a:ext cx="1188000" cy="180000"/>
            <a:chOff x="666428" y="3785432"/>
            <a:chExt cx="1188000" cy="180000"/>
          </a:xfrm>
        </p:grpSpPr>
        <p:sp>
          <p:nvSpPr>
            <p:cNvPr id="184" name="모서리가 둥근 직사각형 18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8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10906" y="6407787"/>
            <a:ext cx="1188000" cy="180000"/>
            <a:chOff x="666428" y="5881828"/>
            <a:chExt cx="1188000" cy="180000"/>
          </a:xfrm>
        </p:grpSpPr>
        <p:sp>
          <p:nvSpPr>
            <p:cNvPr id="187" name="모서리가 둥근 직사각형 186"/>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5" name="Picture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50576740"/>
      </p:ext>
    </p:extLst>
  </p:cSld>
  <p:clrMapOvr>
    <a:masterClrMapping/>
  </p:clrMapOvr>
  <p:transition>
    <p:wipe dir="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2" name="그룹 371"/>
          <p:cNvGrpSpPr/>
          <p:nvPr/>
        </p:nvGrpSpPr>
        <p:grpSpPr>
          <a:xfrm>
            <a:off x="406970" y="6409747"/>
            <a:ext cx="9082533" cy="1339733"/>
            <a:chOff x="406971" y="9045624"/>
            <a:chExt cx="7671600" cy="2318315"/>
          </a:xfrm>
        </p:grpSpPr>
        <p:sp>
          <p:nvSpPr>
            <p:cNvPr id="375" name="직사각형 374"/>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76" name="직선 연결선 375"/>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8" name="직선 연결선 377"/>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수정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46</a:t>
            </a:fld>
            <a:endParaRPr lang="ko-KR" altLang="en-US" dirty="0">
              <a:latin typeface="맑은 고딕" panose="020B0503020000020004" pitchFamily="50" charset="-127"/>
              <a:ea typeface="맑은 고딕" panose="020B0503020000020004" pitchFamily="50" charset="-127"/>
            </a:endParaRPr>
          </a:p>
        </p:txBody>
      </p:sp>
      <p:sp>
        <p:nvSpPr>
          <p:cNvPr id="235" name="직사각형 234"/>
          <p:cNvSpPr/>
          <p:nvPr/>
        </p:nvSpPr>
        <p:spPr bwMode="auto">
          <a:xfrm>
            <a:off x="502221" y="1969790"/>
            <a:ext cx="1440160" cy="477157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1714889016"/>
              </p:ext>
            </p:extLst>
          </p:nvPr>
        </p:nvGraphicFramePr>
        <p:xfrm>
          <a:off x="9508554" y="1492213"/>
          <a:ext cx="1404156" cy="427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필수 항목 체크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수강과목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주요옵션</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내용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분반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PUSH </a:t>
                      </a:r>
                      <a:r>
                        <a:rPr lang="ko-KR" altLang="en-US" sz="800" kern="1200" dirty="0" smtClean="0">
                          <a:solidFill>
                            <a:srgbClr val="0070C0"/>
                          </a:solidFill>
                          <a:latin typeface="+mn-ea"/>
                          <a:ea typeface="+mn-ea"/>
                          <a:cs typeface="+mn-cs"/>
                        </a:rPr>
                        <a:t>자동 알림 발송</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900" dirty="0" smtClean="0">
                    <a:solidFill>
                      <a:schemeClr val="tx1">
                        <a:lumMod val="75000"/>
                        <a:lumOff val="25000"/>
                      </a:schemeClr>
                    </a:solidFill>
                    <a:latin typeface="+mn-ea"/>
                    <a:ea typeface="+mn-ea"/>
                    <a:cs typeface="Calibri" pitchFamily="34" charset="0"/>
                  </a:rPr>
                  <a:t>   </a:t>
                </a:r>
                <a:r>
                  <a:rPr lang="ko-KR" altLang="en-US" sz="900" spc="-60" dirty="0">
                    <a:solidFill>
                      <a:schemeClr val="tx1">
                        <a:lumMod val="75000"/>
                        <a:lumOff val="25000"/>
                      </a:schemeClr>
                    </a:solidFill>
                    <a:latin typeface="+mn-ea"/>
                    <a:ea typeface="+mn-ea"/>
                  </a:rPr>
                  <a:t>강의</a:t>
                </a:r>
                <a:r>
                  <a:rPr lang="en-US" altLang="ko-KR" sz="900" spc="-60" dirty="0" smtClean="0">
                    <a:solidFill>
                      <a:schemeClr val="tx1">
                        <a:lumMod val="75000"/>
                        <a:lumOff val="25000"/>
                      </a:schemeClr>
                    </a:solidFill>
                    <a:latin typeface="+mn-ea"/>
                    <a:ea typeface="+mn-ea"/>
                  </a:rPr>
                  <a:t>Q&amp;A</a:t>
                </a:r>
                <a:endParaRPr lang="ko-KR" altLang="en-US" sz="900" spc="-60" dirty="0">
                  <a:solidFill>
                    <a:schemeClr val="tx1">
                      <a:lumMod val="75000"/>
                      <a:lumOff val="25000"/>
                    </a:schemeClr>
                  </a:solidFill>
                  <a:latin typeface="+mn-ea"/>
                  <a:ea typeface="+mn-ea"/>
                </a:endParaRPr>
              </a:p>
            </p:txBody>
          </p:sp>
          <p:pic>
            <p:nvPicPr>
              <p:cNvPr id="40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KNOU_UI_C01020600_03</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a:t>
                </a:r>
                <a:r>
                  <a:rPr lang="en-US" altLang="ko-KR" sz="800" dirty="0" smtClean="0">
                    <a:solidFill>
                      <a:schemeClr val="tx1">
                        <a:lumMod val="75000"/>
                        <a:lumOff val="25000"/>
                      </a:schemeClr>
                    </a:solidFill>
                    <a:latin typeface="+mn-ea"/>
                  </a:rPr>
                  <a:t>Q&amp;A</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176" name="모서리가 둥근 직사각형 175"/>
          <p:cNvSpPr/>
          <p:nvPr/>
        </p:nvSpPr>
        <p:spPr>
          <a:xfrm>
            <a:off x="8543014"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1" name="모서리가 둥근 직사각형 180"/>
          <p:cNvSpPr/>
          <p:nvPr/>
        </p:nvSpPr>
        <p:spPr>
          <a:xfrm>
            <a:off x="7607771"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19" name="직사각형 318"/>
          <p:cNvSpPr/>
          <p:nvPr/>
        </p:nvSpPr>
        <p:spPr>
          <a:xfrm>
            <a:off x="1881039" y="26714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a:solidFill>
                  <a:schemeClr val="tx1">
                    <a:lumMod val="75000"/>
                    <a:lumOff val="25000"/>
                  </a:schemeClr>
                </a:solidFill>
                <a:latin typeface="+mn-ea"/>
                <a:ea typeface="+mn-ea"/>
              </a:rPr>
              <a:t>강의</a:t>
            </a:r>
            <a:r>
              <a:rPr lang="en-US" altLang="ko-KR" sz="800" b="1" dirty="0">
                <a:solidFill>
                  <a:schemeClr val="tx1">
                    <a:lumMod val="75000"/>
                    <a:lumOff val="25000"/>
                  </a:schemeClr>
                </a:solidFill>
                <a:latin typeface="+mn-ea"/>
                <a:ea typeface="+mn-ea"/>
              </a:rPr>
              <a:t>Q&amp;A</a:t>
            </a:r>
            <a:endParaRPr lang="ko-KR" altLang="en-US" sz="800" b="1" dirty="0">
              <a:solidFill>
                <a:srgbClr val="FF0000"/>
              </a:solidFill>
              <a:latin typeface="+mn-ea"/>
              <a:ea typeface="+mn-ea"/>
            </a:endParaRPr>
          </a:p>
        </p:txBody>
      </p:sp>
      <p:graphicFrame>
        <p:nvGraphicFramePr>
          <p:cNvPr id="225" name="Group 37"/>
          <p:cNvGraphicFramePr>
            <a:graphicFrameLocks noGrp="1"/>
          </p:cNvGraphicFramePr>
          <p:nvPr>
            <p:extLst>
              <p:ext uri="{D42A27DB-BD31-4B8C-83A1-F6EECF244321}">
                <p14:modId xmlns:p14="http://schemas.microsoft.com/office/powerpoint/2010/main" val="2325517516"/>
              </p:ext>
            </p:extLst>
          </p:nvPr>
        </p:nvGraphicFramePr>
        <p:xfrm>
          <a:off x="1972097" y="2987650"/>
          <a:ext cx="7470353" cy="2557764"/>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 </a:t>
                      </a:r>
                      <a:r>
                        <a:rPr lang="en-US" altLang="ko-KR" sz="800" b="0" dirty="0" smtClean="0">
                          <a:solidFill>
                            <a:srgbClr val="FF0000"/>
                          </a:solidFill>
                          <a:latin typeface="+mn-ea"/>
                          <a:ea typeface="+mn-ea"/>
                        </a:rPr>
                        <a:t>*</a:t>
                      </a:r>
                      <a:endParaRPr lang="ko-KR" altLang="en-US" sz="800" b="0" dirty="0" smtClean="0">
                        <a:solidFill>
                          <a:srgbClr val="FF0000"/>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77" name="Rectangle 122"/>
          <p:cNvSpPr>
            <a:spLocks noChangeArrowheads="1"/>
          </p:cNvSpPr>
          <p:nvPr/>
        </p:nvSpPr>
        <p:spPr bwMode="auto">
          <a:xfrm>
            <a:off x="3215283" y="3328417"/>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fontAlgn="auto">
              <a:spcBef>
                <a:spcPts val="0"/>
              </a:spcBef>
              <a:spcAft>
                <a:spcPts val="0"/>
              </a:spcAft>
              <a:defRPr/>
            </a:pP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75000"/>
                  <a:lumOff val="25000"/>
                </a:schemeClr>
              </a:solidFill>
              <a:latin typeface="+mn-ea"/>
            </a:endParaRPr>
          </a:p>
        </p:txBody>
      </p:sp>
      <p:pic>
        <p:nvPicPr>
          <p:cNvPr id="27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15180" y="3646996"/>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06" name="그룹 405"/>
          <p:cNvGrpSpPr/>
          <p:nvPr/>
        </p:nvGrpSpPr>
        <p:grpSpPr>
          <a:xfrm>
            <a:off x="3224808" y="4922118"/>
            <a:ext cx="6151786" cy="556264"/>
            <a:chOff x="1202386" y="5786120"/>
            <a:chExt cx="6151786" cy="556264"/>
          </a:xfrm>
        </p:grpSpPr>
        <p:sp>
          <p:nvSpPr>
            <p:cNvPr id="407" name="직사각형 406"/>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40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09"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410" name="TextBox 409"/>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411" name="그룹 410"/>
            <p:cNvGrpSpPr/>
            <p:nvPr/>
          </p:nvGrpSpPr>
          <p:grpSpPr>
            <a:xfrm>
              <a:off x="1203366" y="6126940"/>
              <a:ext cx="2149735" cy="215444"/>
              <a:chOff x="1856656" y="7442398"/>
              <a:chExt cx="2149735" cy="215444"/>
            </a:xfrm>
          </p:grpSpPr>
          <p:sp>
            <p:nvSpPr>
              <p:cNvPr id="412" name="직사각형 411"/>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413" name="직사각형 412"/>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490" name="그룹 489"/>
          <p:cNvGrpSpPr/>
          <p:nvPr/>
        </p:nvGrpSpPr>
        <p:grpSpPr>
          <a:xfrm>
            <a:off x="10921809" y="3789759"/>
            <a:ext cx="3289335" cy="1107665"/>
            <a:chOff x="10921809" y="3789759"/>
            <a:chExt cx="3289335" cy="1107665"/>
          </a:xfrm>
        </p:grpSpPr>
        <p:grpSp>
          <p:nvGrpSpPr>
            <p:cNvPr id="491" name="그룹 490"/>
            <p:cNvGrpSpPr/>
            <p:nvPr/>
          </p:nvGrpSpPr>
          <p:grpSpPr>
            <a:xfrm>
              <a:off x="10921809" y="3789759"/>
              <a:ext cx="3289335" cy="1107665"/>
              <a:chOff x="-692625" y="294998"/>
              <a:chExt cx="3289335" cy="1107665"/>
            </a:xfrm>
          </p:grpSpPr>
          <p:grpSp>
            <p:nvGrpSpPr>
              <p:cNvPr id="493" name="그룹 492"/>
              <p:cNvGrpSpPr/>
              <p:nvPr/>
            </p:nvGrpSpPr>
            <p:grpSpPr>
              <a:xfrm>
                <a:off x="-692625" y="294998"/>
                <a:ext cx="3289335" cy="1107665"/>
                <a:chOff x="1061816" y="3176972"/>
                <a:chExt cx="3289335" cy="1107665"/>
              </a:xfrm>
            </p:grpSpPr>
            <p:sp>
              <p:nvSpPr>
                <p:cNvPr id="495" name="직사각형 494"/>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96" name="직사각형 495"/>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97" name="직사각형 496"/>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98" name="직사각형 497"/>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94" name="직사각형 493"/>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저장되었습니다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92" name="모서리가 둥근 직사각형 491"/>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99" name="그룹 498"/>
          <p:cNvGrpSpPr/>
          <p:nvPr/>
        </p:nvGrpSpPr>
        <p:grpSpPr>
          <a:xfrm>
            <a:off x="10920139" y="2609367"/>
            <a:ext cx="3289335" cy="1107665"/>
            <a:chOff x="10960564" y="1312622"/>
            <a:chExt cx="3289335" cy="1107665"/>
          </a:xfrm>
        </p:grpSpPr>
        <p:grpSp>
          <p:nvGrpSpPr>
            <p:cNvPr id="500" name="그룹 499"/>
            <p:cNvGrpSpPr/>
            <p:nvPr/>
          </p:nvGrpSpPr>
          <p:grpSpPr>
            <a:xfrm>
              <a:off x="10960564" y="1312622"/>
              <a:ext cx="3289335" cy="1107665"/>
              <a:chOff x="-692625" y="294998"/>
              <a:chExt cx="3289335" cy="1107665"/>
            </a:xfrm>
          </p:grpSpPr>
          <p:grpSp>
            <p:nvGrpSpPr>
              <p:cNvPr id="502" name="그룹 501"/>
              <p:cNvGrpSpPr/>
              <p:nvPr/>
            </p:nvGrpSpPr>
            <p:grpSpPr>
              <a:xfrm>
                <a:off x="-692625" y="294998"/>
                <a:ext cx="3289335" cy="1107665"/>
                <a:chOff x="1061816" y="3176972"/>
                <a:chExt cx="3289335" cy="1107665"/>
              </a:xfrm>
            </p:grpSpPr>
            <p:sp>
              <p:nvSpPr>
                <p:cNvPr id="504" name="직사각형 503"/>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05" name="직사각형 504"/>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06" name="직사각형 505"/>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507" name="직사각형 506"/>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503" name="직사각형 502"/>
              <p:cNvSpPr/>
              <p:nvPr/>
            </p:nvSpPr>
            <p:spPr>
              <a:xfrm>
                <a:off x="222915" y="666797"/>
                <a:ext cx="154882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수강과목은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501" name="모서리가 둥근 직사각형 500"/>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508" name="그룹 507"/>
          <p:cNvGrpSpPr/>
          <p:nvPr/>
        </p:nvGrpSpPr>
        <p:grpSpPr>
          <a:xfrm>
            <a:off x="7576490" y="2508865"/>
            <a:ext cx="234360" cy="200055"/>
            <a:chOff x="1152270" y="11716364"/>
            <a:chExt cx="234360" cy="200055"/>
          </a:xfrm>
        </p:grpSpPr>
        <p:sp>
          <p:nvSpPr>
            <p:cNvPr id="509" name="모서리가 둥근 직사각형 5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10" name="직사각형 50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511" name="꺾인 연결선 510"/>
          <p:cNvCxnSpPr/>
          <p:nvPr/>
        </p:nvCxnSpPr>
        <p:spPr>
          <a:xfrm rot="5400000" flipH="1" flipV="1">
            <a:off x="10282843" y="384295"/>
            <a:ext cx="70978" cy="4521123"/>
          </a:xfrm>
          <a:prstGeom prst="bentConnector3">
            <a:avLst>
              <a:gd name="adj1" fmla="val 422072"/>
            </a:avLst>
          </a:prstGeom>
          <a:ln>
            <a:tailEnd type="arrow"/>
          </a:ln>
        </p:spPr>
        <p:style>
          <a:lnRef idx="1">
            <a:schemeClr val="accent1"/>
          </a:lnRef>
          <a:fillRef idx="0">
            <a:schemeClr val="accent1"/>
          </a:fillRef>
          <a:effectRef idx="0">
            <a:schemeClr val="accent1"/>
          </a:effectRef>
          <a:fontRef idx="minor">
            <a:schemeClr val="tx1"/>
          </a:fontRef>
        </p:style>
      </p:cxnSp>
      <p:sp>
        <p:nvSpPr>
          <p:cNvPr id="169" name="직사각형 168"/>
          <p:cNvSpPr/>
          <p:nvPr/>
        </p:nvSpPr>
        <p:spPr>
          <a:xfrm>
            <a:off x="3260772" y="3933056"/>
            <a:ext cx="5546752" cy="64809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 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문의내용</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72" name="그룹 171"/>
          <p:cNvGrpSpPr/>
          <p:nvPr/>
        </p:nvGrpSpPr>
        <p:grpSpPr>
          <a:xfrm>
            <a:off x="5709344" y="1485584"/>
            <a:ext cx="3761110" cy="261068"/>
            <a:chOff x="4948808" y="1485584"/>
            <a:chExt cx="3761110" cy="261068"/>
          </a:xfrm>
        </p:grpSpPr>
        <p:grpSp>
          <p:nvGrpSpPr>
            <p:cNvPr id="173" name="그룹 172"/>
            <p:cNvGrpSpPr/>
            <p:nvPr/>
          </p:nvGrpSpPr>
          <p:grpSpPr>
            <a:xfrm>
              <a:off x="4948808" y="1579923"/>
              <a:ext cx="3761110" cy="166729"/>
              <a:chOff x="5665911" y="1579923"/>
              <a:chExt cx="3761110" cy="166729"/>
            </a:xfrm>
          </p:grpSpPr>
          <p:pic>
            <p:nvPicPr>
              <p:cNvPr id="17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7"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8"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9"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0" name="그룹 179"/>
              <p:cNvGrpSpPr/>
              <p:nvPr/>
            </p:nvGrpSpPr>
            <p:grpSpPr>
              <a:xfrm>
                <a:off x="5665911" y="1583291"/>
                <a:ext cx="648000" cy="162000"/>
                <a:chOff x="4953000" y="2780928"/>
                <a:chExt cx="648000" cy="162000"/>
              </a:xfrm>
            </p:grpSpPr>
            <p:sp>
              <p:nvSpPr>
                <p:cNvPr id="183" name="모서리가 둥근 직사각형 18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84"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2" name="모서리가 둥근 직사각형 18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74" name="타원 173"/>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379" name="그룹 378"/>
          <p:cNvGrpSpPr/>
          <p:nvPr/>
        </p:nvGrpSpPr>
        <p:grpSpPr>
          <a:xfrm>
            <a:off x="416496" y="6813376"/>
            <a:ext cx="9064800" cy="510867"/>
            <a:chOff x="416496" y="8966805"/>
            <a:chExt cx="9064800" cy="510867"/>
          </a:xfrm>
        </p:grpSpPr>
        <p:sp>
          <p:nvSpPr>
            <p:cNvPr id="380" name="직사각형 379"/>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81" name="직사각형 380"/>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82" name="직사각형 381"/>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83"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0" name="그룹 159"/>
          <p:cNvGrpSpPr/>
          <p:nvPr/>
        </p:nvGrpSpPr>
        <p:grpSpPr>
          <a:xfrm>
            <a:off x="3217054" y="3035052"/>
            <a:ext cx="3680162" cy="187449"/>
            <a:chOff x="2946301" y="3016002"/>
            <a:chExt cx="3680162" cy="187449"/>
          </a:xfrm>
        </p:grpSpPr>
        <p:sp>
          <p:nvSpPr>
            <p:cNvPr id="161"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고전문학심화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2"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대학교</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3"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OO</a:t>
              </a: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64" name="그룹 163"/>
          <p:cNvGrpSpPr/>
          <p:nvPr/>
        </p:nvGrpSpPr>
        <p:grpSpPr>
          <a:xfrm>
            <a:off x="626748" y="2104281"/>
            <a:ext cx="1245456" cy="3960440"/>
            <a:chOff x="626748" y="2104281"/>
            <a:chExt cx="1245456" cy="3960440"/>
          </a:xfrm>
        </p:grpSpPr>
        <p:grpSp>
          <p:nvGrpSpPr>
            <p:cNvPr id="165" name="그룹 164"/>
            <p:cNvGrpSpPr/>
            <p:nvPr/>
          </p:nvGrpSpPr>
          <p:grpSpPr>
            <a:xfrm>
              <a:off x="629956" y="3318264"/>
              <a:ext cx="1188000" cy="180000"/>
              <a:chOff x="666428" y="3785432"/>
              <a:chExt cx="1188000" cy="180000"/>
            </a:xfrm>
          </p:grpSpPr>
          <p:sp>
            <p:nvSpPr>
              <p:cNvPr id="260" name="모서리가 둥근 직사각형 25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29956" y="3568824"/>
              <a:ext cx="1188000" cy="180000"/>
              <a:chOff x="666428" y="4310612"/>
              <a:chExt cx="1188000" cy="180000"/>
            </a:xfrm>
          </p:grpSpPr>
          <p:sp>
            <p:nvSpPr>
              <p:cNvPr id="258" name="모서리가 둥근 직사각형 2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29955" y="3042501"/>
              <a:ext cx="1188000" cy="180000"/>
              <a:chOff x="666427" y="3266516"/>
              <a:chExt cx="1188000" cy="180000"/>
            </a:xfrm>
          </p:grpSpPr>
          <p:sp>
            <p:nvSpPr>
              <p:cNvPr id="256" name="모서리가 둥근 직사각형 25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5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9956" y="4106828"/>
              <a:ext cx="1188000" cy="180000"/>
              <a:chOff x="666428" y="4570824"/>
              <a:chExt cx="1188000" cy="180000"/>
            </a:xfrm>
          </p:grpSpPr>
          <p:sp>
            <p:nvSpPr>
              <p:cNvPr id="248" name="모서리가 둥근 직사각형 24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55"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29956" y="5568923"/>
              <a:ext cx="1188000" cy="180000"/>
              <a:chOff x="666428" y="5096004"/>
              <a:chExt cx="1188000" cy="180000"/>
            </a:xfrm>
          </p:grpSpPr>
          <p:sp>
            <p:nvSpPr>
              <p:cNvPr id="246" name="모서리가 둥근 직사각형 245"/>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47"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1150" y="4387873"/>
              <a:ext cx="1188000" cy="180000"/>
              <a:chOff x="666428" y="4570824"/>
              <a:chExt cx="1188000" cy="180000"/>
            </a:xfrm>
          </p:grpSpPr>
          <p:sp>
            <p:nvSpPr>
              <p:cNvPr id="238" name="모서리가 둥근 직사각형 23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40"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9956" y="4675443"/>
              <a:ext cx="1188000" cy="180000"/>
              <a:chOff x="666428" y="4310612"/>
              <a:chExt cx="1188000" cy="180000"/>
            </a:xfrm>
          </p:grpSpPr>
          <p:sp>
            <p:nvSpPr>
              <p:cNvPr id="236" name="모서리가 둥근 직사각형 23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37"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26748" y="2104281"/>
              <a:ext cx="1245456" cy="442923"/>
              <a:chOff x="468506" y="2320305"/>
              <a:chExt cx="1245456" cy="442923"/>
            </a:xfrm>
          </p:grpSpPr>
          <p:sp>
            <p:nvSpPr>
              <p:cNvPr id="232" name="직사각형 231"/>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33"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4" name="TextBox 233"/>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14" name="그룹 213"/>
            <p:cNvGrpSpPr/>
            <p:nvPr/>
          </p:nvGrpSpPr>
          <p:grpSpPr>
            <a:xfrm>
              <a:off x="632520" y="4975116"/>
              <a:ext cx="1188000" cy="180000"/>
              <a:chOff x="666428" y="4310612"/>
              <a:chExt cx="1188000" cy="180000"/>
            </a:xfrm>
          </p:grpSpPr>
          <p:sp>
            <p:nvSpPr>
              <p:cNvPr id="228" name="모서리가 둥근 직사각형 22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31"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2752353"/>
              <a:ext cx="1188000" cy="180000"/>
              <a:chOff x="666427" y="3266516"/>
              <a:chExt cx="1188000" cy="180000"/>
            </a:xfrm>
          </p:grpSpPr>
          <p:sp>
            <p:nvSpPr>
              <p:cNvPr id="226" name="모서리가 둥근 직사각형 22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2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5257815"/>
              <a:ext cx="1188000" cy="180000"/>
              <a:chOff x="666428" y="4310612"/>
              <a:chExt cx="1188000" cy="180000"/>
            </a:xfrm>
          </p:grpSpPr>
          <p:sp>
            <p:nvSpPr>
              <p:cNvPr id="223" name="모서리가 둥근 직사각형 22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4"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2520" y="5884721"/>
              <a:ext cx="1188000" cy="180000"/>
              <a:chOff x="666428" y="4570824"/>
              <a:chExt cx="1188000" cy="180000"/>
            </a:xfrm>
          </p:grpSpPr>
          <p:sp>
            <p:nvSpPr>
              <p:cNvPr id="221" name="모서리가 둥근 직사각형 22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22"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2520" y="3825064"/>
              <a:ext cx="1188000" cy="180000"/>
              <a:chOff x="666428" y="4310612"/>
              <a:chExt cx="1188000" cy="180000"/>
            </a:xfrm>
          </p:grpSpPr>
          <p:sp>
            <p:nvSpPr>
              <p:cNvPr id="219" name="모서리가 둥근 직사각형 218"/>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과목</a:t>
                </a:r>
                <a:r>
                  <a:rPr lang="ko-KR" altLang="en-US" sz="800" dirty="0" smtClean="0">
                    <a:solidFill>
                      <a:schemeClr val="tx1">
                        <a:lumMod val="75000"/>
                        <a:lumOff val="25000"/>
                      </a:schemeClr>
                    </a:solidFill>
                    <a:latin typeface="+mn-ea"/>
                    <a:ea typeface="+mn-ea"/>
                    <a:cs typeface="Calibri" pitchFamily="34" charset="0"/>
                  </a:rPr>
                  <a:t>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2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62" name="그룹 261"/>
          <p:cNvGrpSpPr/>
          <p:nvPr/>
        </p:nvGrpSpPr>
        <p:grpSpPr>
          <a:xfrm>
            <a:off x="507554" y="1602349"/>
            <a:ext cx="3075218" cy="252000"/>
            <a:chOff x="507554" y="1537742"/>
            <a:chExt cx="3075218" cy="252000"/>
          </a:xfrm>
        </p:grpSpPr>
        <p:pic>
          <p:nvPicPr>
            <p:cNvPr id="263" name="Picture 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4" name="그룹 263"/>
            <p:cNvGrpSpPr/>
            <p:nvPr/>
          </p:nvGrpSpPr>
          <p:grpSpPr>
            <a:xfrm>
              <a:off x="2288704" y="1581175"/>
              <a:ext cx="1294068" cy="166725"/>
              <a:chOff x="2288704" y="1581175"/>
              <a:chExt cx="1294068" cy="166725"/>
            </a:xfrm>
          </p:grpSpPr>
          <p:sp>
            <p:nvSpPr>
              <p:cNvPr id="265" name="직사각형 264"/>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6" name="직사각형 265"/>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85" name="그룹 184"/>
          <p:cNvGrpSpPr/>
          <p:nvPr/>
        </p:nvGrpSpPr>
        <p:grpSpPr>
          <a:xfrm>
            <a:off x="624623" y="6165304"/>
            <a:ext cx="1188000" cy="180000"/>
            <a:chOff x="666428" y="3785432"/>
            <a:chExt cx="1188000" cy="180000"/>
          </a:xfrm>
        </p:grpSpPr>
        <p:sp>
          <p:nvSpPr>
            <p:cNvPr id="186" name="모서리가 둥근 직사각형 18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8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10906" y="6407787"/>
            <a:ext cx="1188000" cy="180000"/>
            <a:chOff x="666428" y="5881828"/>
            <a:chExt cx="1188000" cy="180000"/>
          </a:xfrm>
        </p:grpSpPr>
        <p:sp>
          <p:nvSpPr>
            <p:cNvPr id="189" name="모서리가 둥근 직사각형 18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7" name="Picture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559642600"/>
      </p:ext>
    </p:extLst>
  </p:cSld>
  <p:clrMapOvr>
    <a:masterClrMapping/>
  </p:clrMapOvr>
  <p:transition>
    <p:wipe dir="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강의자료</a:t>
            </a:r>
            <a:r>
              <a:rPr lang="ko-KR" altLang="en-US" sz="2957" b="1" dirty="0">
                <a:latin typeface="맑은 고딕" panose="020B0503020000020004" pitchFamily="50" charset="-127"/>
                <a:ea typeface="맑은 고딕" panose="020B0503020000020004" pitchFamily="50" charset="-127"/>
                <a:cs typeface="+mj-cs"/>
              </a:rPr>
              <a:t>실</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18107523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213182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강의자료실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48</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745463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5231621"/>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1758687657"/>
              </p:ext>
            </p:extLst>
          </p:nvPr>
        </p:nvGraphicFramePr>
        <p:xfrm>
          <a:off x="9508554" y="1492213"/>
          <a:ext cx="1404156" cy="40923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전체수업현황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년도</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현재 학기 기본 셋팅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KNOU_UI_C01020700_01</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강의자료실</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113240"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168" name="그룹 167"/>
          <p:cNvGrpSpPr/>
          <p:nvPr/>
        </p:nvGrpSpPr>
        <p:grpSpPr>
          <a:xfrm>
            <a:off x="5709344" y="1485584"/>
            <a:ext cx="3761110" cy="261068"/>
            <a:chOff x="4948808" y="1485584"/>
            <a:chExt cx="3761110" cy="261068"/>
          </a:xfrm>
        </p:grpSpPr>
        <p:grpSp>
          <p:nvGrpSpPr>
            <p:cNvPr id="170" name="그룹 169"/>
            <p:cNvGrpSpPr/>
            <p:nvPr/>
          </p:nvGrpSpPr>
          <p:grpSpPr>
            <a:xfrm>
              <a:off x="4948808" y="1579923"/>
              <a:ext cx="3761110" cy="166729"/>
              <a:chOff x="5665911" y="1579923"/>
              <a:chExt cx="3761110" cy="166729"/>
            </a:xfrm>
          </p:grpSpPr>
          <p:pic>
            <p:nvPicPr>
              <p:cNvPr id="17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5"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1" name="그룹 180"/>
              <p:cNvGrpSpPr/>
              <p:nvPr/>
            </p:nvGrpSpPr>
            <p:grpSpPr>
              <a:xfrm>
                <a:off x="5665911" y="1583291"/>
                <a:ext cx="648000" cy="162000"/>
                <a:chOff x="4953000" y="2780928"/>
                <a:chExt cx="648000" cy="162000"/>
              </a:xfrm>
            </p:grpSpPr>
            <p:sp>
              <p:nvSpPr>
                <p:cNvPr id="183" name="모서리가 둥근 직사각형 182"/>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84"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2" name="모서리가 둥근 직사각형 18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72" name="타원 17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360" name="직사각형 359"/>
          <p:cNvSpPr/>
          <p:nvPr/>
        </p:nvSpPr>
        <p:spPr>
          <a:xfrm>
            <a:off x="1969327" y="2675010"/>
            <a:ext cx="7477200" cy="893813"/>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61" name="모서리가 둥근 직사각형 360"/>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62" name="그룹 361"/>
          <p:cNvGrpSpPr/>
          <p:nvPr/>
        </p:nvGrpSpPr>
        <p:grpSpPr>
          <a:xfrm>
            <a:off x="2019008" y="2742828"/>
            <a:ext cx="2392552" cy="215444"/>
            <a:chOff x="2936776" y="2742828"/>
            <a:chExt cx="2392552" cy="215444"/>
          </a:xfrm>
        </p:grpSpPr>
        <p:grpSp>
          <p:nvGrpSpPr>
            <p:cNvPr id="363" name="그룹 362"/>
            <p:cNvGrpSpPr/>
            <p:nvPr/>
          </p:nvGrpSpPr>
          <p:grpSpPr>
            <a:xfrm>
              <a:off x="3853253" y="2765514"/>
              <a:ext cx="1476075" cy="180000"/>
              <a:chOff x="8094882" y="2394429"/>
              <a:chExt cx="1476075" cy="180000"/>
            </a:xfrm>
          </p:grpSpPr>
          <p:sp>
            <p:nvSpPr>
              <p:cNvPr id="365"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66"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64" name="직사각형 363"/>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367" name="그룹 366"/>
          <p:cNvGrpSpPr/>
          <p:nvPr/>
        </p:nvGrpSpPr>
        <p:grpSpPr>
          <a:xfrm>
            <a:off x="2872788" y="2589287"/>
            <a:ext cx="234360" cy="200055"/>
            <a:chOff x="1152270" y="11706839"/>
            <a:chExt cx="234360" cy="200055"/>
          </a:xfrm>
        </p:grpSpPr>
        <p:sp>
          <p:nvSpPr>
            <p:cNvPr id="368" name="모서리가 둥근 직사각형 36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9" name="직사각형 36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78" name="그룹 377"/>
          <p:cNvGrpSpPr/>
          <p:nvPr/>
        </p:nvGrpSpPr>
        <p:grpSpPr>
          <a:xfrm>
            <a:off x="2026351" y="3284984"/>
            <a:ext cx="4339950" cy="217540"/>
            <a:chOff x="2939213" y="3283468"/>
            <a:chExt cx="4339950" cy="217540"/>
          </a:xfrm>
        </p:grpSpPr>
        <p:sp>
          <p:nvSpPr>
            <p:cNvPr id="379" name="직사각형 378"/>
            <p:cNvSpPr/>
            <p:nvPr/>
          </p:nvSpPr>
          <p:spPr>
            <a:xfrm>
              <a:off x="2939213" y="3285564"/>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검색어</a:t>
              </a:r>
              <a:endParaRPr lang="ko-KR" altLang="en-US" sz="800" dirty="0">
                <a:solidFill>
                  <a:srgbClr val="FF0000"/>
                </a:solidFill>
                <a:latin typeface="+mn-ea"/>
                <a:ea typeface="+mn-ea"/>
              </a:endParaRPr>
            </a:p>
          </p:txBody>
        </p:sp>
        <p:sp>
          <p:nvSpPr>
            <p:cNvPr id="380" name="Rectangle 122"/>
            <p:cNvSpPr>
              <a:spLocks noChangeArrowheads="1"/>
            </p:cNvSpPr>
            <p:nvPr/>
          </p:nvSpPr>
          <p:spPr bwMode="auto">
            <a:xfrm>
              <a:off x="3859163" y="3283468"/>
              <a:ext cx="34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작성자</a:t>
              </a:r>
              <a:r>
                <a:rPr lang="en-US" altLang="ko-KR" sz="800" kern="0" dirty="0" smtClean="0">
                  <a:solidFill>
                    <a:schemeClr val="tx1">
                      <a:lumMod val="50000"/>
                      <a:lumOff val="50000"/>
                    </a:schemeClr>
                  </a:solidFill>
                  <a:latin typeface="+mn-ea"/>
                  <a:ea typeface="+mn-ea"/>
                </a:rPr>
                <a:t>/</a:t>
              </a: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grpSp>
      <p:sp>
        <p:nvSpPr>
          <p:cNvPr id="381" name="Rectangle 122"/>
          <p:cNvSpPr>
            <a:spLocks noChangeArrowheads="1"/>
          </p:cNvSpPr>
          <p:nvPr/>
        </p:nvSpPr>
        <p:spPr bwMode="auto">
          <a:xfrm>
            <a:off x="9050071" y="3739854"/>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82" name="직사각형 381"/>
          <p:cNvSpPr/>
          <p:nvPr/>
        </p:nvSpPr>
        <p:spPr>
          <a:xfrm>
            <a:off x="1881039" y="3722945"/>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강의자료실</a:t>
            </a:r>
            <a:endParaRPr lang="ko-KR" altLang="en-US" sz="800" b="1" dirty="0">
              <a:solidFill>
                <a:srgbClr val="FF0000"/>
              </a:solidFill>
              <a:latin typeface="+mn-ea"/>
              <a:ea typeface="+mn-ea"/>
            </a:endParaRPr>
          </a:p>
        </p:txBody>
      </p:sp>
      <p:sp>
        <p:nvSpPr>
          <p:cNvPr id="384" name="직사각형 383"/>
          <p:cNvSpPr/>
          <p:nvPr/>
        </p:nvSpPr>
        <p:spPr>
          <a:xfrm>
            <a:off x="2518599" y="3717032"/>
            <a:ext cx="94128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aphicFrame>
        <p:nvGraphicFramePr>
          <p:cNvPr id="386" name="Group 37"/>
          <p:cNvGraphicFramePr>
            <a:graphicFrameLocks noGrp="1"/>
          </p:cNvGraphicFramePr>
          <p:nvPr>
            <p:extLst>
              <p:ext uri="{D42A27DB-BD31-4B8C-83A1-F6EECF244321}">
                <p14:modId xmlns:p14="http://schemas.microsoft.com/office/powerpoint/2010/main" val="804715098"/>
              </p:ext>
            </p:extLst>
          </p:nvPr>
        </p:nvGraphicFramePr>
        <p:xfrm>
          <a:off x="1975898" y="3989863"/>
          <a:ext cx="7470629" cy="2604354"/>
        </p:xfrm>
        <a:graphic>
          <a:graphicData uri="http://schemas.openxmlformats.org/drawingml/2006/table">
            <a:tbl>
              <a:tblPr/>
              <a:tblGrid>
                <a:gridCol w="396654">
                  <a:extLst>
                    <a:ext uri="{9D8B030D-6E8A-4147-A177-3AD203B41FA5}">
                      <a16:colId xmlns="" xmlns:a16="http://schemas.microsoft.com/office/drawing/2014/main" val="20001"/>
                    </a:ext>
                  </a:extLst>
                </a:gridCol>
                <a:gridCol w="528983"/>
                <a:gridCol w="483318"/>
                <a:gridCol w="990608"/>
                <a:gridCol w="372362"/>
                <a:gridCol w="2135915"/>
                <a:gridCol w="613788"/>
                <a:gridCol w="665780"/>
                <a:gridCol w="443854"/>
                <a:gridCol w="443854"/>
                <a:gridCol w="395513"/>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다운</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고전문학심화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행정법 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아동심리학</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일한번역연습</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04</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일반화학</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산업공학전공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회계금융전공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AI</a:t>
                      </a:r>
                      <a:r>
                        <a:rPr lang="ko-KR" altLang="en-US" sz="800" b="0" dirty="0" smtClean="0">
                          <a:solidFill>
                            <a:schemeClr val="tx1">
                              <a:lumMod val="75000"/>
                              <a:lumOff val="25000"/>
                            </a:schemeClr>
                          </a:solidFill>
                          <a:latin typeface="+mn-ea"/>
                          <a:ea typeface="+mn-ea"/>
                        </a:rPr>
                        <a:t>전공</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OO</a:t>
                      </a:r>
                      <a:r>
                        <a:rPr lang="ko-KR" altLang="en-US" sz="800" b="0" kern="120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민법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09</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 활용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2025.10.20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387" name="그룹 74"/>
          <p:cNvGrpSpPr>
            <a:grpSpLocks/>
          </p:cNvGrpSpPr>
          <p:nvPr/>
        </p:nvGrpSpPr>
        <p:grpSpPr bwMode="auto">
          <a:xfrm>
            <a:off x="4858228" y="6682734"/>
            <a:ext cx="1678948" cy="215444"/>
            <a:chOff x="5843761" y="3953547"/>
            <a:chExt cx="1769478" cy="256728"/>
          </a:xfrm>
        </p:grpSpPr>
        <p:sp>
          <p:nvSpPr>
            <p:cNvPr id="388"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389" name="그룹 86"/>
            <p:cNvGrpSpPr>
              <a:grpSpLocks/>
            </p:cNvGrpSpPr>
            <p:nvPr/>
          </p:nvGrpSpPr>
          <p:grpSpPr bwMode="auto">
            <a:xfrm>
              <a:off x="5889794" y="3953547"/>
              <a:ext cx="1723445" cy="256728"/>
              <a:chOff x="5889794" y="3953547"/>
              <a:chExt cx="1723445" cy="256728"/>
            </a:xfrm>
          </p:grpSpPr>
          <p:sp>
            <p:nvSpPr>
              <p:cNvPr id="390"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91"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39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9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9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39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397"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87870" y="4237883"/>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8"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84704" y="4485535"/>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86729" y="4962155"/>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0"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93088" y="5209807"/>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1"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98421" y="5925695"/>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2"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591592" y="4258628"/>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03" name="그룹 402"/>
          <p:cNvGrpSpPr/>
          <p:nvPr/>
        </p:nvGrpSpPr>
        <p:grpSpPr>
          <a:xfrm>
            <a:off x="4727451" y="4066602"/>
            <a:ext cx="234360" cy="200055"/>
            <a:chOff x="1152270" y="11706839"/>
            <a:chExt cx="234360" cy="200055"/>
          </a:xfrm>
        </p:grpSpPr>
        <p:sp>
          <p:nvSpPr>
            <p:cNvPr id="404" name="모서리가 둥근 직사각형 4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5" name="직사각형 4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06" name="그룹 405"/>
          <p:cNvGrpSpPr/>
          <p:nvPr/>
        </p:nvGrpSpPr>
        <p:grpSpPr>
          <a:xfrm>
            <a:off x="1972097" y="2358429"/>
            <a:ext cx="7488000" cy="216000"/>
            <a:chOff x="559370" y="2267347"/>
            <a:chExt cx="7488000" cy="216000"/>
          </a:xfrm>
        </p:grpSpPr>
        <p:sp>
          <p:nvSpPr>
            <p:cNvPr id="407" name="직사각형 40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8" name="그룹 407"/>
            <p:cNvGrpSpPr/>
            <p:nvPr/>
          </p:nvGrpSpPr>
          <p:grpSpPr>
            <a:xfrm>
              <a:off x="596648" y="2286397"/>
              <a:ext cx="1188000" cy="180000"/>
              <a:chOff x="524640" y="2276872"/>
              <a:chExt cx="1188000" cy="180000"/>
            </a:xfrm>
          </p:grpSpPr>
          <p:sp>
            <p:nvSpPr>
              <p:cNvPr id="409" name="모서리가 둥근 직사각형 40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900" dirty="0" smtClean="0">
                    <a:solidFill>
                      <a:schemeClr val="tx1">
                        <a:lumMod val="75000"/>
                        <a:lumOff val="25000"/>
                      </a:schemeClr>
                    </a:solidFill>
                    <a:latin typeface="+mn-ea"/>
                    <a:ea typeface="+mn-ea"/>
                    <a:cs typeface="Calibri" pitchFamily="34" charset="0"/>
                  </a:rPr>
                  <a:t>   강의자료실</a:t>
                </a:r>
                <a:endParaRPr lang="ko-KR" altLang="en-US" sz="900" spc="-60" dirty="0">
                  <a:solidFill>
                    <a:schemeClr val="tx1">
                      <a:lumMod val="75000"/>
                      <a:lumOff val="25000"/>
                    </a:schemeClr>
                  </a:solidFill>
                  <a:latin typeface="+mn-ea"/>
                  <a:ea typeface="+mn-ea"/>
                </a:endParaRPr>
              </a:p>
            </p:txBody>
          </p:sp>
          <p:pic>
            <p:nvPicPr>
              <p:cNvPr id="410"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63" name="그룹 162"/>
          <p:cNvGrpSpPr/>
          <p:nvPr/>
        </p:nvGrpSpPr>
        <p:grpSpPr>
          <a:xfrm>
            <a:off x="2029247" y="3007057"/>
            <a:ext cx="4597216" cy="215444"/>
            <a:chOff x="2029247" y="3007057"/>
            <a:chExt cx="4597216" cy="215444"/>
          </a:xfrm>
        </p:grpSpPr>
        <p:sp>
          <p:nvSpPr>
            <p:cNvPr id="164"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5" name="직사각형 164"/>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166"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7"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69" name="그룹 168"/>
          <p:cNvGrpSpPr/>
          <p:nvPr/>
        </p:nvGrpSpPr>
        <p:grpSpPr>
          <a:xfrm>
            <a:off x="626748" y="2104281"/>
            <a:ext cx="1245456" cy="3960440"/>
            <a:chOff x="626748" y="2104281"/>
            <a:chExt cx="1245456" cy="3960440"/>
          </a:xfrm>
        </p:grpSpPr>
        <p:grpSp>
          <p:nvGrpSpPr>
            <p:cNvPr id="171" name="그룹 170"/>
            <p:cNvGrpSpPr/>
            <p:nvPr/>
          </p:nvGrpSpPr>
          <p:grpSpPr>
            <a:xfrm>
              <a:off x="629956" y="3318264"/>
              <a:ext cx="1188000" cy="180000"/>
              <a:chOff x="666428" y="3785432"/>
              <a:chExt cx="1188000" cy="180000"/>
            </a:xfrm>
          </p:grpSpPr>
          <p:sp>
            <p:nvSpPr>
              <p:cNvPr id="266" name="모서리가 둥근 직사각형 26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67"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29956" y="3568824"/>
              <a:ext cx="1188000" cy="180000"/>
              <a:chOff x="666428" y="4310612"/>
              <a:chExt cx="1188000" cy="180000"/>
            </a:xfrm>
          </p:grpSpPr>
          <p:sp>
            <p:nvSpPr>
              <p:cNvPr id="264" name="모서리가 둥근 직사각형 26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65"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29955" y="3042501"/>
              <a:ext cx="1188000" cy="180000"/>
              <a:chOff x="666427" y="3266516"/>
              <a:chExt cx="1188000" cy="180000"/>
            </a:xfrm>
          </p:grpSpPr>
          <p:sp>
            <p:nvSpPr>
              <p:cNvPr id="262" name="모서리가 둥근 직사각형 26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6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6" y="4106828"/>
              <a:ext cx="1188000" cy="180000"/>
              <a:chOff x="666428" y="4570824"/>
              <a:chExt cx="1188000" cy="180000"/>
            </a:xfrm>
          </p:grpSpPr>
          <p:sp>
            <p:nvSpPr>
              <p:cNvPr id="260" name="모서리가 둥근 직사각형 25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61"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29956" y="5568923"/>
              <a:ext cx="1188000" cy="180000"/>
              <a:chOff x="666428" y="5096004"/>
              <a:chExt cx="1188000" cy="180000"/>
            </a:xfrm>
          </p:grpSpPr>
          <p:sp>
            <p:nvSpPr>
              <p:cNvPr id="258" name="모서리가 둥근 직사각형 25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59"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1150" y="4387873"/>
              <a:ext cx="1188000" cy="180000"/>
              <a:chOff x="666428" y="4570824"/>
              <a:chExt cx="1188000" cy="180000"/>
            </a:xfrm>
          </p:grpSpPr>
          <p:sp>
            <p:nvSpPr>
              <p:cNvPr id="248" name="모서리가 둥근 직사각형 247"/>
              <p:cNvSpPr/>
              <p:nvPr/>
            </p:nvSpPr>
            <p:spPr bwMode="auto">
              <a:xfrm>
                <a:off x="666428" y="4570824"/>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강의자료</a:t>
                </a:r>
                <a:r>
                  <a:rPr lang="ko-KR" altLang="en-US" sz="800" dirty="0">
                    <a:solidFill>
                      <a:schemeClr val="tx1">
                        <a:lumMod val="75000"/>
                        <a:lumOff val="25000"/>
                      </a:schemeClr>
                    </a:solidFill>
                    <a:latin typeface="+mn-ea"/>
                    <a:ea typeface="+mn-ea"/>
                    <a:cs typeface="Calibri" pitchFamily="34" charset="0"/>
                  </a:rPr>
                  <a:t>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255"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4675443"/>
              <a:ext cx="1188000" cy="180000"/>
              <a:chOff x="666428" y="4310612"/>
              <a:chExt cx="1188000" cy="180000"/>
            </a:xfrm>
          </p:grpSpPr>
          <p:sp>
            <p:nvSpPr>
              <p:cNvPr id="246" name="모서리가 둥근 직사각형 24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47"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6748" y="2104281"/>
              <a:ext cx="1245456" cy="442923"/>
              <a:chOff x="468506" y="2320305"/>
              <a:chExt cx="1245456" cy="442923"/>
            </a:xfrm>
          </p:grpSpPr>
          <p:sp>
            <p:nvSpPr>
              <p:cNvPr id="240" name="직사각형 239"/>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41"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4" name="TextBox 243"/>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21" name="그룹 220"/>
            <p:cNvGrpSpPr/>
            <p:nvPr/>
          </p:nvGrpSpPr>
          <p:grpSpPr>
            <a:xfrm>
              <a:off x="632520" y="4975116"/>
              <a:ext cx="1188000" cy="180000"/>
              <a:chOff x="666428" y="4310612"/>
              <a:chExt cx="1188000" cy="180000"/>
            </a:xfrm>
          </p:grpSpPr>
          <p:sp>
            <p:nvSpPr>
              <p:cNvPr id="237" name="모서리가 둥근 직사각형 23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3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2520" y="2752353"/>
              <a:ext cx="1188000" cy="180000"/>
              <a:chOff x="666427" y="3266516"/>
              <a:chExt cx="1188000" cy="180000"/>
            </a:xfrm>
          </p:grpSpPr>
          <p:sp>
            <p:nvSpPr>
              <p:cNvPr id="234" name="모서리가 둥근 직사각형 23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3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2520" y="5257815"/>
              <a:ext cx="1188000" cy="180000"/>
              <a:chOff x="666428" y="4310612"/>
              <a:chExt cx="1188000" cy="180000"/>
            </a:xfrm>
          </p:grpSpPr>
          <p:sp>
            <p:nvSpPr>
              <p:cNvPr id="232" name="모서리가 둥근 직사각형 23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33"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5884721"/>
              <a:ext cx="1188000" cy="180000"/>
              <a:chOff x="666428" y="4570824"/>
              <a:chExt cx="1188000" cy="180000"/>
            </a:xfrm>
          </p:grpSpPr>
          <p:sp>
            <p:nvSpPr>
              <p:cNvPr id="228" name="모서리가 둥근 직사각형 22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31" name="Picture 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3825064"/>
              <a:ext cx="1188000" cy="180000"/>
              <a:chOff x="666428" y="4310612"/>
              <a:chExt cx="1188000" cy="180000"/>
            </a:xfrm>
          </p:grpSpPr>
          <p:sp>
            <p:nvSpPr>
              <p:cNvPr id="226" name="모서리가 둥근 직사각형 22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27"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90" name="그룹 189"/>
          <p:cNvGrpSpPr/>
          <p:nvPr/>
        </p:nvGrpSpPr>
        <p:grpSpPr>
          <a:xfrm>
            <a:off x="507554" y="1602349"/>
            <a:ext cx="3075218" cy="252000"/>
            <a:chOff x="507554" y="1537742"/>
            <a:chExt cx="3075218" cy="252000"/>
          </a:xfrm>
        </p:grpSpPr>
        <p:pic>
          <p:nvPicPr>
            <p:cNvPr id="191" name="Picture 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7" name="그룹 216"/>
            <p:cNvGrpSpPr/>
            <p:nvPr/>
          </p:nvGrpSpPr>
          <p:grpSpPr>
            <a:xfrm>
              <a:off x="2288704" y="1581175"/>
              <a:ext cx="1294068" cy="166725"/>
              <a:chOff x="2288704" y="1581175"/>
              <a:chExt cx="1294068" cy="166725"/>
            </a:xfrm>
          </p:grpSpPr>
          <p:sp>
            <p:nvSpPr>
              <p:cNvPr id="268" name="직사각형 267"/>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9" name="직사각형 268"/>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85" name="그룹 184"/>
          <p:cNvGrpSpPr/>
          <p:nvPr/>
        </p:nvGrpSpPr>
        <p:grpSpPr>
          <a:xfrm>
            <a:off x="624623" y="6165304"/>
            <a:ext cx="1188000" cy="180000"/>
            <a:chOff x="666428" y="3785432"/>
            <a:chExt cx="1188000" cy="180000"/>
          </a:xfrm>
        </p:grpSpPr>
        <p:sp>
          <p:nvSpPr>
            <p:cNvPr id="186" name="모서리가 둥근 직사각형 18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87"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10906" y="6407787"/>
            <a:ext cx="1188000" cy="180000"/>
            <a:chOff x="666428" y="5881828"/>
            <a:chExt cx="1188000" cy="180000"/>
          </a:xfrm>
        </p:grpSpPr>
        <p:sp>
          <p:nvSpPr>
            <p:cNvPr id="189" name="모서리가 둥근 직사각형 18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70" name="Picture 1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512106342"/>
      </p:ext>
    </p:extLst>
  </p:cSld>
  <p:clrMapOvr>
    <a:masterClrMapping/>
  </p:clrMapOvr>
  <p:transition>
    <p:wipe dir="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4724109"/>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49</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005373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850172"/>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377" name="Group 175"/>
          <p:cNvGraphicFramePr>
            <a:graphicFrameLocks noGrp="1"/>
          </p:cNvGraphicFramePr>
          <p:nvPr>
            <p:extLst>
              <p:ext uri="{D42A27DB-BD31-4B8C-83A1-F6EECF244321}">
                <p14:modId xmlns:p14="http://schemas.microsoft.com/office/powerpoint/2010/main" val="4126476523"/>
              </p:ext>
            </p:extLst>
          </p:nvPr>
        </p:nvGraphicFramePr>
        <p:xfrm>
          <a:off x="9508554" y="1492213"/>
          <a:ext cx="1404156" cy="40923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전체수업현황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등록시 댓글 사용인 경우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강의자료실</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113240"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275" name="TextBox 274"/>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KNOU_UI_C01020700_02</a:t>
            </a:r>
            <a:endParaRPr lang="ko-KR" altLang="en-US" sz="800" spc="-60" dirty="0">
              <a:latin typeface="+mn-ea"/>
            </a:endParaRPr>
          </a:p>
        </p:txBody>
      </p:sp>
      <p:grpSp>
        <p:nvGrpSpPr>
          <p:cNvPr id="246" name="그룹 245"/>
          <p:cNvGrpSpPr/>
          <p:nvPr/>
        </p:nvGrpSpPr>
        <p:grpSpPr>
          <a:xfrm>
            <a:off x="5709344" y="1485584"/>
            <a:ext cx="3761110" cy="261068"/>
            <a:chOff x="4948808" y="1485584"/>
            <a:chExt cx="3761110" cy="261068"/>
          </a:xfrm>
        </p:grpSpPr>
        <p:grpSp>
          <p:nvGrpSpPr>
            <p:cNvPr id="247" name="그룹 246"/>
            <p:cNvGrpSpPr/>
            <p:nvPr/>
          </p:nvGrpSpPr>
          <p:grpSpPr>
            <a:xfrm>
              <a:off x="4948808" y="1579923"/>
              <a:ext cx="3761110" cy="166729"/>
              <a:chOff x="5665911" y="1579923"/>
              <a:chExt cx="3761110" cy="166729"/>
            </a:xfrm>
          </p:grpSpPr>
          <p:pic>
            <p:nvPicPr>
              <p:cNvPr id="26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9"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2" name="그룹 281"/>
              <p:cNvGrpSpPr/>
              <p:nvPr/>
            </p:nvGrpSpPr>
            <p:grpSpPr>
              <a:xfrm>
                <a:off x="5665911" y="1583291"/>
                <a:ext cx="648000" cy="162000"/>
                <a:chOff x="4953000" y="2780928"/>
                <a:chExt cx="648000" cy="162000"/>
              </a:xfrm>
            </p:grpSpPr>
            <p:sp>
              <p:nvSpPr>
                <p:cNvPr id="284" name="모서리가 둥근 직사각형 283"/>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85"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3" name="모서리가 둥근 직사각형 282"/>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48" name="타원 247"/>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454" name="TextBox 453"/>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sp>
        <p:nvSpPr>
          <p:cNvPr id="456" name="TextBox 45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강의자료실 상세보기</a:t>
            </a:r>
            <a:endParaRPr lang="ko-KR" altLang="en-US" sz="800" spc="-60" dirty="0">
              <a:latin typeface="+mn-ea"/>
              <a:ea typeface="+mn-ea"/>
            </a:endParaRPr>
          </a:p>
        </p:txBody>
      </p:sp>
      <p:sp>
        <p:nvSpPr>
          <p:cNvPr id="458" name="TextBox 457"/>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graphicFrame>
        <p:nvGraphicFramePr>
          <p:cNvPr id="498" name="Group 37"/>
          <p:cNvGraphicFramePr>
            <a:graphicFrameLocks noGrp="1"/>
          </p:cNvGraphicFramePr>
          <p:nvPr>
            <p:extLst>
              <p:ext uri="{D42A27DB-BD31-4B8C-83A1-F6EECF244321}">
                <p14:modId xmlns:p14="http://schemas.microsoft.com/office/powerpoint/2010/main" val="3054013677"/>
              </p:ext>
            </p:extLst>
          </p:nvPr>
        </p:nvGraphicFramePr>
        <p:xfrm>
          <a:off x="1972097" y="2987650"/>
          <a:ext cx="7470353" cy="1972345"/>
        </p:xfrm>
        <a:graphic>
          <a:graphicData uri="http://schemas.openxmlformats.org/drawingml/2006/table">
            <a:tbl>
              <a:tblPr/>
              <a:tblGrid>
                <a:gridCol w="1203774"/>
                <a:gridCol w="6266579"/>
              </a:tblGrid>
              <a:tr h="2973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수강과목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&gt; OO</a:t>
                      </a:r>
                      <a:r>
                        <a:rPr lang="ko-KR" altLang="en-US" sz="800" b="0" dirty="0" smtClean="0">
                          <a:solidFill>
                            <a:schemeClr val="tx1">
                              <a:lumMod val="75000"/>
                              <a:lumOff val="25000"/>
                            </a:schemeClr>
                          </a:solidFill>
                          <a:latin typeface="+mn-ea"/>
                          <a:ea typeface="+mn-ea"/>
                        </a:rPr>
                        <a:t>학과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일본어 </a:t>
                      </a: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2025.10.20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3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499" name="그룹 498"/>
          <p:cNvGrpSpPr/>
          <p:nvPr/>
        </p:nvGrpSpPr>
        <p:grpSpPr>
          <a:xfrm>
            <a:off x="3224808" y="3825064"/>
            <a:ext cx="6139730" cy="763513"/>
            <a:chOff x="2226221" y="5606194"/>
            <a:chExt cx="5619740" cy="763513"/>
          </a:xfrm>
        </p:grpSpPr>
        <p:sp>
          <p:nvSpPr>
            <p:cNvPr id="500"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pic>
          <p:nvPicPr>
            <p:cNvPr id="50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502"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97016" y="3387683"/>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03" name="그룹 502"/>
          <p:cNvGrpSpPr/>
          <p:nvPr/>
        </p:nvGrpSpPr>
        <p:grpSpPr>
          <a:xfrm>
            <a:off x="3215103" y="4727260"/>
            <a:ext cx="2160000" cy="180000"/>
            <a:chOff x="3215103" y="4408537"/>
            <a:chExt cx="2160000" cy="180000"/>
          </a:xfrm>
        </p:grpSpPr>
        <p:sp>
          <p:nvSpPr>
            <p:cNvPr id="504" name="직사각형 503"/>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505"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506" name="모서리가 둥근 직사각형 505"/>
          <p:cNvSpPr/>
          <p:nvPr/>
        </p:nvSpPr>
        <p:spPr>
          <a:xfrm>
            <a:off x="8543014" y="268034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12" name="직사각형 511"/>
          <p:cNvSpPr/>
          <p:nvPr/>
        </p:nvSpPr>
        <p:spPr>
          <a:xfrm>
            <a:off x="1881039" y="26714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강의자료</a:t>
            </a:r>
            <a:r>
              <a:rPr lang="ko-KR" altLang="en-US" sz="800" b="1" dirty="0">
                <a:solidFill>
                  <a:schemeClr val="tx1">
                    <a:lumMod val="75000"/>
                    <a:lumOff val="25000"/>
                  </a:schemeClr>
                </a:solidFill>
                <a:latin typeface="+mn-ea"/>
                <a:ea typeface="+mn-ea"/>
              </a:rPr>
              <a:t>실</a:t>
            </a:r>
            <a:endParaRPr lang="ko-KR" altLang="en-US" sz="800" b="1" dirty="0">
              <a:solidFill>
                <a:srgbClr val="FF0000"/>
              </a:solidFill>
              <a:latin typeface="+mn-ea"/>
              <a:ea typeface="+mn-ea"/>
            </a:endParaRPr>
          </a:p>
        </p:txBody>
      </p:sp>
      <p:grpSp>
        <p:nvGrpSpPr>
          <p:cNvPr id="513" name="그룹 512"/>
          <p:cNvGrpSpPr/>
          <p:nvPr/>
        </p:nvGrpSpPr>
        <p:grpSpPr>
          <a:xfrm>
            <a:off x="1972097" y="2358429"/>
            <a:ext cx="7488000" cy="216000"/>
            <a:chOff x="559370" y="2267347"/>
            <a:chExt cx="7488000" cy="216000"/>
          </a:xfrm>
        </p:grpSpPr>
        <p:sp>
          <p:nvSpPr>
            <p:cNvPr id="514" name="직사각형 513"/>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15" name="그룹 514"/>
            <p:cNvGrpSpPr/>
            <p:nvPr/>
          </p:nvGrpSpPr>
          <p:grpSpPr>
            <a:xfrm>
              <a:off x="596648" y="2286397"/>
              <a:ext cx="1188000" cy="180000"/>
              <a:chOff x="524640" y="2276872"/>
              <a:chExt cx="1188000" cy="180000"/>
            </a:xfrm>
          </p:grpSpPr>
          <p:sp>
            <p:nvSpPr>
              <p:cNvPr id="516" name="모서리가 둥근 직사각형 515"/>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900" dirty="0" smtClean="0">
                    <a:solidFill>
                      <a:schemeClr val="tx1">
                        <a:lumMod val="75000"/>
                        <a:lumOff val="25000"/>
                      </a:schemeClr>
                    </a:solidFill>
                    <a:latin typeface="+mn-ea"/>
                    <a:ea typeface="+mn-ea"/>
                    <a:cs typeface="Calibri" pitchFamily="34" charset="0"/>
                  </a:rPr>
                  <a:t>   강의자료실</a:t>
                </a:r>
                <a:endParaRPr lang="ko-KR" altLang="en-US" sz="900" spc="-60" dirty="0">
                  <a:solidFill>
                    <a:schemeClr val="tx1">
                      <a:lumMod val="75000"/>
                      <a:lumOff val="25000"/>
                    </a:schemeClr>
                  </a:solidFill>
                  <a:latin typeface="+mn-ea"/>
                  <a:ea typeface="+mn-ea"/>
                </a:endParaRPr>
              </a:p>
            </p:txBody>
          </p:sp>
          <p:pic>
            <p:nvPicPr>
              <p:cNvPr id="517"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83" name="직사각형 582"/>
          <p:cNvSpPr/>
          <p:nvPr/>
        </p:nvSpPr>
        <p:spPr>
          <a:xfrm>
            <a:off x="8539386" y="5172128"/>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pic>
        <p:nvPicPr>
          <p:cNvPr id="5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79767" y="6790093"/>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85" name="직사각형 584"/>
          <p:cNvSpPr/>
          <p:nvPr/>
        </p:nvSpPr>
        <p:spPr>
          <a:xfrm>
            <a:off x="2211806" y="6841452"/>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586" name="직사각형 585"/>
          <p:cNvSpPr/>
          <p:nvPr/>
        </p:nvSpPr>
        <p:spPr>
          <a:xfrm>
            <a:off x="1904072" y="706766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87" name="직사각형 586"/>
          <p:cNvSpPr/>
          <p:nvPr/>
        </p:nvSpPr>
        <p:spPr>
          <a:xfrm>
            <a:off x="2853447" y="6805448"/>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58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7293" y="7712977"/>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89" name="직사각형 588"/>
          <p:cNvSpPr/>
          <p:nvPr/>
        </p:nvSpPr>
        <p:spPr>
          <a:xfrm>
            <a:off x="2469332" y="7764336"/>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590" name="직사각형 589"/>
          <p:cNvSpPr/>
          <p:nvPr/>
        </p:nvSpPr>
        <p:spPr>
          <a:xfrm>
            <a:off x="2161598" y="799054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91" name="직사각형 590"/>
          <p:cNvSpPr/>
          <p:nvPr/>
        </p:nvSpPr>
        <p:spPr>
          <a:xfrm>
            <a:off x="3058948" y="772833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592" name="꺾인 연결선 591"/>
          <p:cNvCxnSpPr>
            <a:endCxn id="588" idx="1"/>
          </p:cNvCxnSpPr>
          <p:nvPr/>
        </p:nvCxnSpPr>
        <p:spPr>
          <a:xfrm rot="16200000" flipH="1">
            <a:off x="1861740" y="7481424"/>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59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7293" y="8685085"/>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94" name="직사각형 593"/>
          <p:cNvSpPr/>
          <p:nvPr/>
        </p:nvSpPr>
        <p:spPr>
          <a:xfrm>
            <a:off x="2469332" y="8736444"/>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595" name="직사각형 594"/>
          <p:cNvSpPr/>
          <p:nvPr/>
        </p:nvSpPr>
        <p:spPr>
          <a:xfrm>
            <a:off x="2161598" y="8962653"/>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96" name="직사각형 595"/>
          <p:cNvSpPr/>
          <p:nvPr/>
        </p:nvSpPr>
        <p:spPr>
          <a:xfrm>
            <a:off x="3058948" y="8700440"/>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597" name="꺾인 연결선 596"/>
          <p:cNvCxnSpPr>
            <a:endCxn id="593" idx="1"/>
          </p:cNvCxnSpPr>
          <p:nvPr/>
        </p:nvCxnSpPr>
        <p:spPr>
          <a:xfrm rot="16200000" flipH="1">
            <a:off x="1815707" y="8407499"/>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59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82515" y="9198666"/>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99" name="직사각형 598"/>
          <p:cNvSpPr/>
          <p:nvPr/>
        </p:nvSpPr>
        <p:spPr>
          <a:xfrm>
            <a:off x="2214554" y="9250025"/>
            <a:ext cx="433132" cy="215444"/>
          </a:xfrm>
          <a:prstGeom prst="rect">
            <a:avLst/>
          </a:prstGeom>
        </p:spPr>
        <p:txBody>
          <a:bodyPr wrap="none">
            <a:spAutoFit/>
          </a:bodyPr>
          <a:lstStyle/>
          <a:p>
            <a:r>
              <a:rPr lang="ko-KR" altLang="en-US" sz="800" dirty="0" smtClean="0">
                <a:latin typeface="+mn-ea"/>
                <a:ea typeface="+mn-ea"/>
              </a:rPr>
              <a:t>나*송</a:t>
            </a:r>
            <a:endParaRPr lang="ko-KR" altLang="en-US" sz="800" dirty="0">
              <a:latin typeface="+mn-ea"/>
              <a:ea typeface="+mn-ea"/>
            </a:endParaRPr>
          </a:p>
        </p:txBody>
      </p:sp>
      <p:sp>
        <p:nvSpPr>
          <p:cNvPr id="600" name="직사각형 599"/>
          <p:cNvSpPr/>
          <p:nvPr/>
        </p:nvSpPr>
        <p:spPr>
          <a:xfrm>
            <a:off x="1906820" y="9476234"/>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601" name="직사각형 600"/>
          <p:cNvSpPr/>
          <p:nvPr/>
        </p:nvSpPr>
        <p:spPr>
          <a:xfrm>
            <a:off x="2856196" y="9214021"/>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sp>
        <p:nvSpPr>
          <p:cNvPr id="602" name="직사각형 601"/>
          <p:cNvSpPr/>
          <p:nvPr/>
        </p:nvSpPr>
        <p:spPr>
          <a:xfrm>
            <a:off x="1967507" y="5479210"/>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03" name="그룹 602"/>
          <p:cNvGrpSpPr/>
          <p:nvPr/>
        </p:nvGrpSpPr>
        <p:grpSpPr>
          <a:xfrm>
            <a:off x="2071076" y="6394748"/>
            <a:ext cx="5014334" cy="215444"/>
            <a:chOff x="2023662" y="8506144"/>
            <a:chExt cx="5014334" cy="215444"/>
          </a:xfrm>
        </p:grpSpPr>
        <p:sp>
          <p:nvSpPr>
            <p:cNvPr id="604" name="직사각형 603"/>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05" name="TextBox 604"/>
            <p:cNvSpPr txBox="1"/>
            <p:nvPr/>
          </p:nvSpPr>
          <p:spPr>
            <a:xfrm>
              <a:off x="2092010" y="8506144"/>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피드백 문의 </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체크 시 문의로 등록되며 답변을 받을 수 있습니다</a:t>
              </a:r>
              <a:r>
                <a:rPr lang="en-US" altLang="ko-KR" sz="800" dirty="0" smtClean="0">
                  <a:solidFill>
                    <a:schemeClr val="tx1">
                      <a:lumMod val="50000"/>
                      <a:lumOff val="50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pic>
        <p:nvPicPr>
          <p:cNvPr id="606"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06099" y="7309504"/>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7" name="Picture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47128" y="8280905"/>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608" name="그룹 607"/>
          <p:cNvGrpSpPr/>
          <p:nvPr/>
        </p:nvGrpSpPr>
        <p:grpSpPr>
          <a:xfrm>
            <a:off x="1864071" y="5172156"/>
            <a:ext cx="1729891" cy="271050"/>
            <a:chOff x="1807132" y="7226402"/>
            <a:chExt cx="1729891" cy="271050"/>
          </a:xfrm>
        </p:grpSpPr>
        <p:sp>
          <p:nvSpPr>
            <p:cNvPr id="609" name="직사각형 608"/>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610" name="직사각형 609"/>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611"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5525889"/>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612" name="TextBox 611"/>
          <p:cNvSpPr txBox="1"/>
          <p:nvPr/>
        </p:nvSpPr>
        <p:spPr>
          <a:xfrm>
            <a:off x="2082094" y="5731818"/>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grpSp>
        <p:nvGrpSpPr>
          <p:cNvPr id="613" name="그룹 612"/>
          <p:cNvGrpSpPr/>
          <p:nvPr/>
        </p:nvGrpSpPr>
        <p:grpSpPr>
          <a:xfrm>
            <a:off x="8338121" y="6879648"/>
            <a:ext cx="969911" cy="263175"/>
            <a:chOff x="6836830" y="8933894"/>
            <a:chExt cx="969911" cy="263175"/>
          </a:xfrm>
        </p:grpSpPr>
        <p:sp>
          <p:nvSpPr>
            <p:cNvPr id="614" name="직사각형 61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15" name="직사각형 61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16" name="그룹 615"/>
          <p:cNvGrpSpPr/>
          <p:nvPr/>
        </p:nvGrpSpPr>
        <p:grpSpPr>
          <a:xfrm>
            <a:off x="8343453" y="7798798"/>
            <a:ext cx="969911" cy="263175"/>
            <a:chOff x="6836830" y="8933894"/>
            <a:chExt cx="969911" cy="263175"/>
          </a:xfrm>
        </p:grpSpPr>
        <p:sp>
          <p:nvSpPr>
            <p:cNvPr id="617" name="직사각형 61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18" name="직사각형 617"/>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19" name="그룹 618"/>
          <p:cNvGrpSpPr/>
          <p:nvPr/>
        </p:nvGrpSpPr>
        <p:grpSpPr>
          <a:xfrm>
            <a:off x="8338221" y="8773002"/>
            <a:ext cx="969911" cy="263175"/>
            <a:chOff x="6836830" y="8933894"/>
            <a:chExt cx="969911" cy="263175"/>
          </a:xfrm>
        </p:grpSpPr>
        <p:sp>
          <p:nvSpPr>
            <p:cNvPr id="620" name="직사각형 619"/>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21" name="직사각형 620"/>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22" name="그룹 621"/>
          <p:cNvGrpSpPr/>
          <p:nvPr/>
        </p:nvGrpSpPr>
        <p:grpSpPr>
          <a:xfrm>
            <a:off x="8343453" y="9303537"/>
            <a:ext cx="969911" cy="263175"/>
            <a:chOff x="6836830" y="8933894"/>
            <a:chExt cx="969911" cy="263175"/>
          </a:xfrm>
        </p:grpSpPr>
        <p:sp>
          <p:nvSpPr>
            <p:cNvPr id="623" name="직사각형 62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24" name="직사각형 62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sp>
        <p:nvSpPr>
          <p:cNvPr id="625" name="직사각형 624"/>
          <p:cNvSpPr/>
          <p:nvPr/>
        </p:nvSpPr>
        <p:spPr>
          <a:xfrm>
            <a:off x="8319069" y="5522683"/>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26" name="TextBox 625"/>
          <p:cNvSpPr txBox="1"/>
          <p:nvPr/>
        </p:nvSpPr>
        <p:spPr>
          <a:xfrm>
            <a:off x="8326699" y="5524739"/>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27" name="그룹 626"/>
          <p:cNvGrpSpPr/>
          <p:nvPr/>
        </p:nvGrpSpPr>
        <p:grpSpPr>
          <a:xfrm>
            <a:off x="8362503" y="5918687"/>
            <a:ext cx="928576" cy="215444"/>
            <a:chOff x="8337376" y="8326124"/>
            <a:chExt cx="928576" cy="215444"/>
          </a:xfrm>
        </p:grpSpPr>
        <p:sp>
          <p:nvSpPr>
            <p:cNvPr id="628" name="직사각형 62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629" name="TextBox 62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630" name="그룹 629"/>
          <p:cNvGrpSpPr/>
          <p:nvPr/>
        </p:nvGrpSpPr>
        <p:grpSpPr>
          <a:xfrm>
            <a:off x="8352978" y="5738667"/>
            <a:ext cx="936004" cy="215444"/>
            <a:chOff x="6851687" y="7802438"/>
            <a:chExt cx="936004" cy="215444"/>
          </a:xfrm>
        </p:grpSpPr>
        <p:grpSp>
          <p:nvGrpSpPr>
            <p:cNvPr id="631" name="그룹 630"/>
            <p:cNvGrpSpPr/>
            <p:nvPr/>
          </p:nvGrpSpPr>
          <p:grpSpPr>
            <a:xfrm>
              <a:off x="6851687" y="7802438"/>
              <a:ext cx="936004" cy="215444"/>
              <a:chOff x="8337376" y="8047616"/>
              <a:chExt cx="936004" cy="215444"/>
            </a:xfrm>
          </p:grpSpPr>
          <p:sp>
            <p:nvSpPr>
              <p:cNvPr id="633" name="직사각형 632"/>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634" name="TextBox 633"/>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632"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635" name="그룹 634"/>
          <p:cNvGrpSpPr/>
          <p:nvPr/>
        </p:nvGrpSpPr>
        <p:grpSpPr>
          <a:xfrm>
            <a:off x="8362503" y="6101383"/>
            <a:ext cx="928576" cy="215444"/>
            <a:chOff x="8337376" y="8326124"/>
            <a:chExt cx="928576" cy="215444"/>
          </a:xfrm>
        </p:grpSpPr>
        <p:sp>
          <p:nvSpPr>
            <p:cNvPr id="636" name="직사각형 635"/>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637" name="TextBox 636"/>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638" name="직사각형 637"/>
          <p:cNvSpPr/>
          <p:nvPr/>
        </p:nvSpPr>
        <p:spPr>
          <a:xfrm rot="10800000">
            <a:off x="8410128" y="5198607"/>
            <a:ext cx="481572" cy="246221"/>
          </a:xfrm>
          <a:prstGeom prst="rect">
            <a:avLst/>
          </a:prstGeom>
        </p:spPr>
        <p:txBody>
          <a:bodyPr wrap="square">
            <a:spAutoFit/>
          </a:bodyPr>
          <a:lstStyle/>
          <a:p>
            <a:r>
              <a:rPr lang="ko-KR" altLang="en-US" sz="1000" b="1" dirty="0" smtClean="0"/>
              <a:t>  ⌵</a:t>
            </a:r>
            <a:endParaRPr lang="ko-KR" altLang="en-US" sz="1000" b="1" dirty="0"/>
          </a:p>
        </p:txBody>
      </p:sp>
      <p:pic>
        <p:nvPicPr>
          <p:cNvPr id="639"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349018" y="7864955"/>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0"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353354" y="9360229"/>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41" name="직사각형 640"/>
          <p:cNvSpPr/>
          <p:nvPr/>
        </p:nvSpPr>
        <p:spPr>
          <a:xfrm>
            <a:off x="9446071" y="9430631"/>
            <a:ext cx="720080" cy="56813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댓글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642" name="모서리가 둥근 직사각형 641"/>
          <p:cNvSpPr/>
          <p:nvPr/>
        </p:nvSpPr>
        <p:spPr>
          <a:xfrm>
            <a:off x="8646653" y="6400118"/>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643" name="그룹 642"/>
          <p:cNvGrpSpPr/>
          <p:nvPr/>
        </p:nvGrpSpPr>
        <p:grpSpPr>
          <a:xfrm>
            <a:off x="1919139" y="4941168"/>
            <a:ext cx="234360" cy="200055"/>
            <a:chOff x="1152270" y="11706839"/>
            <a:chExt cx="234360" cy="200055"/>
          </a:xfrm>
        </p:grpSpPr>
        <p:sp>
          <p:nvSpPr>
            <p:cNvPr id="644" name="모서리가 둥근 직사각형 64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45" name="직사각형 64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646" name="직사각형 645"/>
          <p:cNvSpPr/>
          <p:nvPr/>
        </p:nvSpPr>
        <p:spPr>
          <a:xfrm>
            <a:off x="1956402" y="5140161"/>
            <a:ext cx="7514051" cy="4574535"/>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17" name="그룹 216"/>
          <p:cNvGrpSpPr/>
          <p:nvPr/>
        </p:nvGrpSpPr>
        <p:grpSpPr>
          <a:xfrm>
            <a:off x="626748" y="2104281"/>
            <a:ext cx="1245456" cy="3960440"/>
            <a:chOff x="626748" y="2104281"/>
            <a:chExt cx="1245456" cy="3960440"/>
          </a:xfrm>
        </p:grpSpPr>
        <p:grpSp>
          <p:nvGrpSpPr>
            <p:cNvPr id="218" name="그룹 217"/>
            <p:cNvGrpSpPr/>
            <p:nvPr/>
          </p:nvGrpSpPr>
          <p:grpSpPr>
            <a:xfrm>
              <a:off x="629956" y="3318264"/>
              <a:ext cx="1188000" cy="180000"/>
              <a:chOff x="666428" y="3785432"/>
              <a:chExt cx="1188000" cy="180000"/>
            </a:xfrm>
          </p:grpSpPr>
          <p:sp>
            <p:nvSpPr>
              <p:cNvPr id="278" name="모서리가 둥근 직사각형 27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568824"/>
              <a:ext cx="1188000" cy="180000"/>
              <a:chOff x="666428" y="4310612"/>
              <a:chExt cx="1188000" cy="180000"/>
            </a:xfrm>
          </p:grpSpPr>
          <p:sp>
            <p:nvSpPr>
              <p:cNvPr id="276" name="모서리가 둥근 직사각형 27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77"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5" y="3042501"/>
              <a:ext cx="1188000" cy="180000"/>
              <a:chOff x="666427" y="3266516"/>
              <a:chExt cx="1188000" cy="180000"/>
            </a:xfrm>
          </p:grpSpPr>
          <p:sp>
            <p:nvSpPr>
              <p:cNvPr id="273" name="모서리가 둥근 직사각형 27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74"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4106828"/>
              <a:ext cx="1188000" cy="180000"/>
              <a:chOff x="666428" y="4570824"/>
              <a:chExt cx="1188000" cy="180000"/>
            </a:xfrm>
          </p:grpSpPr>
          <p:sp>
            <p:nvSpPr>
              <p:cNvPr id="271" name="모서리가 둥근 직사각형 27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72"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29956" y="5568923"/>
              <a:ext cx="1188000" cy="180000"/>
              <a:chOff x="666428" y="5096004"/>
              <a:chExt cx="1188000" cy="180000"/>
            </a:xfrm>
          </p:grpSpPr>
          <p:sp>
            <p:nvSpPr>
              <p:cNvPr id="266" name="모서리가 둥근 직사각형 265"/>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0"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1150" y="4387873"/>
              <a:ext cx="1188000" cy="180000"/>
              <a:chOff x="666428" y="4570824"/>
              <a:chExt cx="1188000" cy="180000"/>
            </a:xfrm>
          </p:grpSpPr>
          <p:sp>
            <p:nvSpPr>
              <p:cNvPr id="262" name="모서리가 둥근 직사각형 261"/>
              <p:cNvSpPr/>
              <p:nvPr/>
            </p:nvSpPr>
            <p:spPr bwMode="auto">
              <a:xfrm>
                <a:off x="666428" y="4570824"/>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강의자료</a:t>
                </a:r>
                <a:r>
                  <a:rPr lang="ko-KR" altLang="en-US" sz="800" dirty="0">
                    <a:solidFill>
                      <a:schemeClr val="tx1">
                        <a:lumMod val="75000"/>
                        <a:lumOff val="25000"/>
                      </a:schemeClr>
                    </a:solidFill>
                    <a:latin typeface="+mn-ea"/>
                    <a:ea typeface="+mn-ea"/>
                    <a:cs typeface="Calibri" pitchFamily="34" charset="0"/>
                  </a:rPr>
                  <a:t>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263"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29956" y="4675443"/>
              <a:ext cx="1188000" cy="180000"/>
              <a:chOff x="666428" y="4310612"/>
              <a:chExt cx="1188000" cy="180000"/>
            </a:xfrm>
          </p:grpSpPr>
          <p:sp>
            <p:nvSpPr>
              <p:cNvPr id="260" name="모서리가 둥근 직사각형 25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61"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26748" y="2104281"/>
              <a:ext cx="1245456" cy="442923"/>
              <a:chOff x="468506" y="2320305"/>
              <a:chExt cx="1245456" cy="442923"/>
            </a:xfrm>
          </p:grpSpPr>
          <p:sp>
            <p:nvSpPr>
              <p:cNvPr id="257" name="직사각형 256"/>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58"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9" name="TextBox 258"/>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27" name="그룹 226"/>
            <p:cNvGrpSpPr/>
            <p:nvPr/>
          </p:nvGrpSpPr>
          <p:grpSpPr>
            <a:xfrm>
              <a:off x="632520" y="4975116"/>
              <a:ext cx="1188000" cy="180000"/>
              <a:chOff x="666428" y="4310612"/>
              <a:chExt cx="1188000" cy="180000"/>
            </a:xfrm>
          </p:grpSpPr>
          <p:sp>
            <p:nvSpPr>
              <p:cNvPr id="255" name="모서리가 둥근 직사각형 25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2752353"/>
              <a:ext cx="1188000" cy="180000"/>
              <a:chOff x="666427" y="3266516"/>
              <a:chExt cx="1188000" cy="180000"/>
            </a:xfrm>
          </p:grpSpPr>
          <p:sp>
            <p:nvSpPr>
              <p:cNvPr id="241" name="모서리가 둥근 직사각형 24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44"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5257815"/>
              <a:ext cx="1188000" cy="180000"/>
              <a:chOff x="666428" y="4310612"/>
              <a:chExt cx="1188000" cy="180000"/>
            </a:xfrm>
          </p:grpSpPr>
          <p:sp>
            <p:nvSpPr>
              <p:cNvPr id="238" name="모서리가 둥근 직사각형 23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5884721"/>
              <a:ext cx="1188000" cy="180000"/>
              <a:chOff x="666428" y="4570824"/>
              <a:chExt cx="1188000" cy="180000"/>
            </a:xfrm>
          </p:grpSpPr>
          <p:sp>
            <p:nvSpPr>
              <p:cNvPr id="236" name="모서리가 둥근 직사각형 23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37"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3825064"/>
              <a:ext cx="1188000" cy="180000"/>
              <a:chOff x="666428" y="4310612"/>
              <a:chExt cx="1188000" cy="180000"/>
            </a:xfrm>
          </p:grpSpPr>
          <p:sp>
            <p:nvSpPr>
              <p:cNvPr id="233" name="모서리가 둥근 직사각형 23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34"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80" name="그룹 279"/>
          <p:cNvGrpSpPr/>
          <p:nvPr/>
        </p:nvGrpSpPr>
        <p:grpSpPr>
          <a:xfrm>
            <a:off x="507554" y="1602349"/>
            <a:ext cx="3075218" cy="252000"/>
            <a:chOff x="507554" y="1537742"/>
            <a:chExt cx="3075218" cy="252000"/>
          </a:xfrm>
        </p:grpSpPr>
        <p:pic>
          <p:nvPicPr>
            <p:cNvPr id="291" name="Picture 4"/>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92" name="그룹 291"/>
            <p:cNvGrpSpPr/>
            <p:nvPr/>
          </p:nvGrpSpPr>
          <p:grpSpPr>
            <a:xfrm>
              <a:off x="2288704" y="1581175"/>
              <a:ext cx="1294068" cy="166725"/>
              <a:chOff x="2288704" y="1581175"/>
              <a:chExt cx="1294068" cy="166725"/>
            </a:xfrm>
          </p:grpSpPr>
          <p:sp>
            <p:nvSpPr>
              <p:cNvPr id="293" name="직사각형 29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94" name="직사각형 29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86" name="그룹 285"/>
          <p:cNvGrpSpPr/>
          <p:nvPr/>
        </p:nvGrpSpPr>
        <p:grpSpPr>
          <a:xfrm>
            <a:off x="624623" y="6165304"/>
            <a:ext cx="1188000" cy="180000"/>
            <a:chOff x="666428" y="3785432"/>
            <a:chExt cx="1188000" cy="180000"/>
          </a:xfrm>
        </p:grpSpPr>
        <p:sp>
          <p:nvSpPr>
            <p:cNvPr id="287" name="모서리가 둥근 직사각형 28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88"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9" name="그룹 288"/>
          <p:cNvGrpSpPr/>
          <p:nvPr/>
        </p:nvGrpSpPr>
        <p:grpSpPr>
          <a:xfrm>
            <a:off x="610906" y="6407787"/>
            <a:ext cx="1188000" cy="180000"/>
            <a:chOff x="666428" y="5881828"/>
            <a:chExt cx="1188000" cy="180000"/>
          </a:xfrm>
        </p:grpSpPr>
        <p:sp>
          <p:nvSpPr>
            <p:cNvPr id="290" name="모서리가 둥근 직사각형 289"/>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95" name="Picture 1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4158778692"/>
      </p:ext>
    </p:extLst>
  </p:cSld>
  <p:clrMapOvr>
    <a:masterClrMapping/>
  </p:clrMapOvr>
  <p:transition>
    <p:wipe dir="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강의계획서</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13081245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강의계획서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강의계획서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51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강의계획서</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3683516120"/>
              </p:ext>
            </p:extLst>
          </p:nvPr>
        </p:nvGraphicFramePr>
        <p:xfrm>
          <a:off x="9508554" y="1492213"/>
          <a:ext cx="1404156" cy="48238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강의계획서 활성화</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강의계획서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검색결과 건수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클릭시 상세화면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강의계획서</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34" name="직사각형 533"/>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560" name="직사각형 559"/>
          <p:cNvSpPr/>
          <p:nvPr/>
        </p:nvSpPr>
        <p:spPr>
          <a:xfrm>
            <a:off x="1870800" y="34290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193" name="모서리가 둥근 직사각형 192"/>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KNOU_UI_C01020800_01</a:t>
            </a:r>
            <a:endParaRPr lang="ko-KR" altLang="en-US" sz="800" spc="-60" dirty="0">
              <a:latin typeface="+mn-ea"/>
            </a:endParaRPr>
          </a:p>
        </p:txBody>
      </p:sp>
      <p:grpSp>
        <p:nvGrpSpPr>
          <p:cNvPr id="5" name="그룹 4"/>
          <p:cNvGrpSpPr/>
          <p:nvPr/>
        </p:nvGrpSpPr>
        <p:grpSpPr>
          <a:xfrm>
            <a:off x="2019008"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34" name="그룹 233"/>
          <p:cNvGrpSpPr/>
          <p:nvPr/>
        </p:nvGrpSpPr>
        <p:grpSpPr>
          <a:xfrm>
            <a:off x="2872788" y="2589287"/>
            <a:ext cx="234360" cy="200055"/>
            <a:chOff x="1152270" y="11706839"/>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244" name="Group 37"/>
          <p:cNvGraphicFramePr>
            <a:graphicFrameLocks noGrp="1"/>
          </p:cNvGraphicFramePr>
          <p:nvPr>
            <p:extLst>
              <p:ext uri="{D42A27DB-BD31-4B8C-83A1-F6EECF244321}">
                <p14:modId xmlns:p14="http://schemas.microsoft.com/office/powerpoint/2010/main" val="2459132740"/>
              </p:ext>
            </p:extLst>
          </p:nvPr>
        </p:nvGraphicFramePr>
        <p:xfrm>
          <a:off x="1975898" y="3681551"/>
          <a:ext cx="7457026" cy="1642702"/>
        </p:xfrm>
        <a:graphic>
          <a:graphicData uri="http://schemas.openxmlformats.org/drawingml/2006/table">
            <a:tbl>
              <a:tblPr/>
              <a:tblGrid>
                <a:gridCol w="419507">
                  <a:extLst>
                    <a:ext uri="{9D8B030D-6E8A-4147-A177-3AD203B41FA5}">
                      <a16:colId xmlns="" xmlns:a16="http://schemas.microsoft.com/office/drawing/2014/main" val="20001"/>
                    </a:ext>
                  </a:extLst>
                </a:gridCol>
                <a:gridCol w="545600"/>
                <a:gridCol w="422300"/>
                <a:gridCol w="798696"/>
                <a:gridCol w="665659"/>
                <a:gridCol w="1338209"/>
                <a:gridCol w="414009"/>
                <a:gridCol w="422300"/>
                <a:gridCol w="629965"/>
                <a:gridCol w="526133"/>
                <a:gridCol w="540850"/>
                <a:gridCol w="733798"/>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공동교수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튜터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조교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강의계획서</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X</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X</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임*수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석*교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24" name="Track"/>
          <p:cNvSpPr>
            <a:spLocks/>
          </p:cNvSpPr>
          <p:nvPr>
            <p:custDataLst>
              <p:tags r:id="rId1"/>
            </p:custDataLst>
          </p:nvPr>
        </p:nvSpPr>
        <p:spPr bwMode="auto">
          <a:xfrm>
            <a:off x="9383588"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grpSp>
        <p:nvGrpSpPr>
          <p:cNvPr id="631" name="그룹 630"/>
          <p:cNvGrpSpPr/>
          <p:nvPr/>
        </p:nvGrpSpPr>
        <p:grpSpPr>
          <a:xfrm>
            <a:off x="5942776" y="2041798"/>
            <a:ext cx="234360" cy="200055"/>
            <a:chOff x="1152270" y="11706839"/>
            <a:chExt cx="234360" cy="200055"/>
          </a:xfrm>
        </p:grpSpPr>
        <p:sp>
          <p:nvSpPr>
            <p:cNvPr id="632" name="모서리가 둥근 직사각형 6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35" name="직사각형 6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71" name="직사각형 170"/>
          <p:cNvSpPr/>
          <p:nvPr/>
        </p:nvSpPr>
        <p:spPr>
          <a:xfrm>
            <a:off x="2538636"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143" name="그룹 142"/>
          <p:cNvGrpSpPr/>
          <p:nvPr/>
        </p:nvGrpSpPr>
        <p:grpSpPr>
          <a:xfrm>
            <a:off x="1856656" y="4124675"/>
            <a:ext cx="234360" cy="200055"/>
            <a:chOff x="1152270" y="11706839"/>
            <a:chExt cx="234360" cy="200055"/>
          </a:xfrm>
        </p:grpSpPr>
        <p:sp>
          <p:nvSpPr>
            <p:cNvPr id="144" name="모서리가 둥근 직사각형 14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45" name="직사각형 14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146" name="직사각형 145"/>
          <p:cNvSpPr/>
          <p:nvPr/>
        </p:nvSpPr>
        <p:spPr>
          <a:xfrm>
            <a:off x="1963944" y="4126253"/>
            <a:ext cx="7409596" cy="227672"/>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169" name="그룹 168"/>
          <p:cNvGrpSpPr/>
          <p:nvPr/>
        </p:nvGrpSpPr>
        <p:grpSpPr>
          <a:xfrm>
            <a:off x="3046236" y="3284984"/>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49" name="그룹 148"/>
          <p:cNvGrpSpPr/>
          <p:nvPr/>
        </p:nvGrpSpPr>
        <p:grpSpPr>
          <a:xfrm>
            <a:off x="2029247" y="3007057"/>
            <a:ext cx="4597216" cy="215444"/>
            <a:chOff x="2029247" y="3007057"/>
            <a:chExt cx="4597216" cy="215444"/>
          </a:xfrm>
        </p:grpSpPr>
        <p:sp>
          <p:nvSpPr>
            <p:cNvPr id="215"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6" name="직사각형 215"/>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17"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8"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219" name="그룹 218"/>
          <p:cNvGrpSpPr/>
          <p:nvPr/>
        </p:nvGrpSpPr>
        <p:grpSpPr>
          <a:xfrm>
            <a:off x="626748" y="2104281"/>
            <a:ext cx="1245456" cy="3960440"/>
            <a:chOff x="626748" y="2104281"/>
            <a:chExt cx="1245456" cy="3960440"/>
          </a:xfrm>
        </p:grpSpPr>
        <p:grpSp>
          <p:nvGrpSpPr>
            <p:cNvPr id="220" name="그룹 219"/>
            <p:cNvGrpSpPr/>
            <p:nvPr/>
          </p:nvGrpSpPr>
          <p:grpSpPr>
            <a:xfrm>
              <a:off x="629956" y="3318264"/>
              <a:ext cx="1188000" cy="180000"/>
              <a:chOff x="666428" y="3785432"/>
              <a:chExt cx="1188000" cy="180000"/>
            </a:xfrm>
          </p:grpSpPr>
          <p:sp>
            <p:nvSpPr>
              <p:cNvPr id="286" name="모서리가 둥근 직사각형 28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8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3568824"/>
              <a:ext cx="1188000" cy="180000"/>
              <a:chOff x="666428" y="4310612"/>
              <a:chExt cx="1188000" cy="180000"/>
            </a:xfrm>
          </p:grpSpPr>
          <p:sp>
            <p:nvSpPr>
              <p:cNvPr id="284" name="모서리가 둥근 직사각형 28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85"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29955" y="3042501"/>
              <a:ext cx="1188000" cy="180000"/>
              <a:chOff x="666427" y="3266516"/>
              <a:chExt cx="1188000" cy="180000"/>
            </a:xfrm>
          </p:grpSpPr>
          <p:sp>
            <p:nvSpPr>
              <p:cNvPr id="282" name="모서리가 둥근 직사각형 28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29956" y="4106828"/>
              <a:ext cx="1188000" cy="180000"/>
              <a:chOff x="666428" y="4570824"/>
              <a:chExt cx="1188000" cy="180000"/>
            </a:xfrm>
          </p:grpSpPr>
          <p:sp>
            <p:nvSpPr>
              <p:cNvPr id="280" name="모서리가 둥근 직사각형 2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1"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5568923"/>
              <a:ext cx="1188000" cy="180000"/>
              <a:chOff x="666428" y="5096004"/>
              <a:chExt cx="1188000" cy="180000"/>
            </a:xfrm>
          </p:grpSpPr>
          <p:sp>
            <p:nvSpPr>
              <p:cNvPr id="278" name="모서리가 둥근 직사각형 27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9"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1150" y="4387873"/>
              <a:ext cx="1188000" cy="180000"/>
              <a:chOff x="666428" y="4570824"/>
              <a:chExt cx="1188000" cy="180000"/>
            </a:xfrm>
          </p:grpSpPr>
          <p:sp>
            <p:nvSpPr>
              <p:cNvPr id="274" name="모서리가 둥근 직사각형 27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75"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29956" y="4675443"/>
              <a:ext cx="1188000" cy="180000"/>
              <a:chOff x="666428" y="4310612"/>
              <a:chExt cx="1188000" cy="180000"/>
            </a:xfrm>
          </p:grpSpPr>
          <p:sp>
            <p:nvSpPr>
              <p:cNvPr id="272" name="모서리가 둥근 직사각형 271"/>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pic>
            <p:nvPicPr>
              <p:cNvPr id="273"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26748" y="2104281"/>
              <a:ext cx="1245456" cy="442923"/>
              <a:chOff x="468506" y="2320305"/>
              <a:chExt cx="1245456" cy="442923"/>
            </a:xfrm>
          </p:grpSpPr>
          <p:sp>
            <p:nvSpPr>
              <p:cNvPr id="269" name="직사각형 268"/>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1" name="TextBox 27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54" name="그룹 253"/>
            <p:cNvGrpSpPr/>
            <p:nvPr/>
          </p:nvGrpSpPr>
          <p:grpSpPr>
            <a:xfrm>
              <a:off x="632520" y="4975116"/>
              <a:ext cx="1188000" cy="180000"/>
              <a:chOff x="666428" y="4310612"/>
              <a:chExt cx="1188000" cy="180000"/>
            </a:xfrm>
          </p:grpSpPr>
          <p:sp>
            <p:nvSpPr>
              <p:cNvPr id="267" name="모서리가 둥근 직사각형 26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2752353"/>
              <a:ext cx="1188000" cy="180000"/>
              <a:chOff x="666427" y="3266516"/>
              <a:chExt cx="1188000" cy="180000"/>
            </a:xfrm>
          </p:grpSpPr>
          <p:sp>
            <p:nvSpPr>
              <p:cNvPr id="265" name="모서리가 둥근 직사각형 26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5257815"/>
              <a:ext cx="1188000" cy="180000"/>
              <a:chOff x="666428" y="4310612"/>
              <a:chExt cx="1188000" cy="180000"/>
            </a:xfrm>
          </p:grpSpPr>
          <p:sp>
            <p:nvSpPr>
              <p:cNvPr id="263" name="모서리가 둥근 직사각형 2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5884721"/>
              <a:ext cx="1188000" cy="180000"/>
              <a:chOff x="666428" y="4570824"/>
              <a:chExt cx="1188000" cy="180000"/>
            </a:xfrm>
          </p:grpSpPr>
          <p:sp>
            <p:nvSpPr>
              <p:cNvPr id="261" name="모서리가 둥근 직사각형 26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62"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3825064"/>
              <a:ext cx="1188000" cy="180000"/>
              <a:chOff x="666428" y="4310612"/>
              <a:chExt cx="1188000" cy="180000"/>
            </a:xfrm>
          </p:grpSpPr>
          <p:sp>
            <p:nvSpPr>
              <p:cNvPr id="259" name="모서리가 둥근 직사각형 25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60"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66" name="그룹 165"/>
          <p:cNvGrpSpPr/>
          <p:nvPr/>
        </p:nvGrpSpPr>
        <p:grpSpPr>
          <a:xfrm>
            <a:off x="507554" y="1602349"/>
            <a:ext cx="3075218" cy="252000"/>
            <a:chOff x="507554" y="1537742"/>
            <a:chExt cx="3075218" cy="252000"/>
          </a:xfrm>
        </p:grpSpPr>
        <p:pic>
          <p:nvPicPr>
            <p:cNvPr id="167"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8" name="그룹 167"/>
            <p:cNvGrpSpPr/>
            <p:nvPr/>
          </p:nvGrpSpPr>
          <p:grpSpPr>
            <a:xfrm>
              <a:off x="2288704" y="1581175"/>
              <a:ext cx="1294068" cy="166725"/>
              <a:chOff x="2288704" y="1581175"/>
              <a:chExt cx="1294068" cy="166725"/>
            </a:xfrm>
          </p:grpSpPr>
          <p:sp>
            <p:nvSpPr>
              <p:cNvPr id="170" name="직사각형 169"/>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72" name="직사각형 17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61" name="그룹 160"/>
          <p:cNvGrpSpPr/>
          <p:nvPr/>
        </p:nvGrpSpPr>
        <p:grpSpPr>
          <a:xfrm>
            <a:off x="624623" y="6165304"/>
            <a:ext cx="1188000" cy="180000"/>
            <a:chOff x="666428" y="3785432"/>
            <a:chExt cx="1188000" cy="180000"/>
          </a:xfrm>
        </p:grpSpPr>
        <p:sp>
          <p:nvSpPr>
            <p:cNvPr id="162" name="모서리가 둥근 직사각형 16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6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4" name="그룹 163"/>
          <p:cNvGrpSpPr/>
          <p:nvPr/>
        </p:nvGrpSpPr>
        <p:grpSpPr>
          <a:xfrm>
            <a:off x="610906" y="6407787"/>
            <a:ext cx="1188000" cy="180000"/>
            <a:chOff x="666428" y="5881828"/>
            <a:chExt cx="1188000" cy="180000"/>
          </a:xfrm>
        </p:grpSpPr>
        <p:sp>
          <p:nvSpPr>
            <p:cNvPr id="165" name="모서리가 둥근 직사각형 164"/>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173"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09061939"/>
      </p:ext>
    </p:extLst>
  </p:cSld>
  <p:clrMapOvr>
    <a:masterClrMapping/>
  </p:clrMapOvr>
  <p:transition>
    <p:wipe dir="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1674944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52</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2221627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20037274"/>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강의계획서</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1180031867"/>
              </p:ext>
            </p:extLst>
          </p:nvPr>
        </p:nvGraphicFramePr>
        <p:xfrm>
          <a:off x="9508554" y="1492213"/>
          <a:ext cx="1404156" cy="427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글로벌 메뉴</a:t>
                      </a:r>
                      <a:r>
                        <a:rPr lang="ko-KR" altLang="en-US" sz="800" kern="1200" baseline="0" dirty="0" smtClean="0">
                          <a:solidFill>
                            <a:schemeClr val="tx1">
                              <a:lumMod val="75000"/>
                              <a:lumOff val="25000"/>
                            </a:schemeClr>
                          </a:solidFill>
                          <a:latin typeface="+mn-ea"/>
                          <a:ea typeface="+mn-ea"/>
                          <a:cs typeface="+mn-cs"/>
                        </a:rPr>
                        <a:t> 강의계획서 활성화</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강의계획서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강의계획서</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KNOU_UI_C01020800_02</a:t>
            </a:r>
            <a:endParaRPr lang="ko-KR" altLang="en-US" sz="800" spc="-60" dirty="0">
              <a:latin typeface="+mn-ea"/>
            </a:endParaRPr>
          </a:p>
        </p:txBody>
      </p:sp>
      <p:sp>
        <p:nvSpPr>
          <p:cNvPr id="148" name="직사각형 147"/>
          <p:cNvSpPr/>
          <p:nvPr/>
        </p:nvSpPr>
        <p:spPr>
          <a:xfrm>
            <a:off x="1875706" y="2665487"/>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강의계획서 상세정보</a:t>
            </a:r>
            <a:endParaRPr lang="ko-KR" altLang="en-US" sz="800" b="1" dirty="0">
              <a:solidFill>
                <a:srgbClr val="FF0000"/>
              </a:solidFill>
              <a:latin typeface="+mn-ea"/>
              <a:ea typeface="+mn-ea"/>
            </a:endParaRPr>
          </a:p>
        </p:txBody>
      </p:sp>
      <p:graphicFrame>
        <p:nvGraphicFramePr>
          <p:cNvPr id="150" name="Group 37"/>
          <p:cNvGraphicFramePr>
            <a:graphicFrameLocks noGrp="1"/>
          </p:cNvGraphicFramePr>
          <p:nvPr>
            <p:extLst>
              <p:ext uri="{D42A27DB-BD31-4B8C-83A1-F6EECF244321}">
                <p14:modId xmlns:p14="http://schemas.microsoft.com/office/powerpoint/2010/main" val="1874636028"/>
              </p:ext>
            </p:extLst>
          </p:nvPr>
        </p:nvGraphicFramePr>
        <p:xfrm>
          <a:off x="1976288" y="2967236"/>
          <a:ext cx="7466161" cy="1009072"/>
        </p:xfrm>
        <a:graphic>
          <a:graphicData uri="http://schemas.openxmlformats.org/drawingml/2006/table">
            <a:tbl>
              <a:tblPr/>
              <a:tblGrid>
                <a:gridCol w="1372101"/>
                <a:gridCol w="2360979"/>
                <a:gridCol w="1344869"/>
                <a:gridCol w="2388212"/>
              </a:tblGrid>
              <a:tr h="245158">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과목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과목번호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CM0025</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 </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한글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 </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영문</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Data base</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컴퓨터공학과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실습</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 : 3 / 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205" name="Group 37"/>
          <p:cNvGraphicFramePr>
            <a:graphicFrameLocks noGrp="1"/>
          </p:cNvGraphicFramePr>
          <p:nvPr>
            <p:extLst>
              <p:ext uri="{D42A27DB-BD31-4B8C-83A1-F6EECF244321}">
                <p14:modId xmlns:p14="http://schemas.microsoft.com/office/powerpoint/2010/main" val="3679418007"/>
              </p:ext>
            </p:extLst>
          </p:nvPr>
        </p:nvGraphicFramePr>
        <p:xfrm>
          <a:off x="1970956" y="4048497"/>
          <a:ext cx="7471493" cy="749694"/>
        </p:xfrm>
        <a:graphic>
          <a:graphicData uri="http://schemas.openxmlformats.org/drawingml/2006/table">
            <a:tbl>
              <a:tblPr/>
              <a:tblGrid>
                <a:gridCol w="802307"/>
                <a:gridCol w="1065567"/>
                <a:gridCol w="747473"/>
                <a:gridCol w="1120400"/>
                <a:gridCol w="775050"/>
                <a:gridCol w="1092823"/>
                <a:gridCol w="802627"/>
                <a:gridCol w="1065246"/>
              </a:tblGrid>
              <a:tr h="245158">
                <a:tc gridSpan="8">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교수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담당교수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홍*동</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소속</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컴퓨터공학과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02-5214-98**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test**1@naver.com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공동교수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김*수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소속</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컴퓨터공학과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02-5214-98**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smtClean="0">
                          <a:solidFill>
                            <a:schemeClr val="tx1">
                              <a:lumMod val="75000"/>
                              <a:lumOff val="25000"/>
                            </a:schemeClr>
                          </a:solidFill>
                          <a:latin typeface="+mn-ea"/>
                          <a:ea typeface="+mn-ea"/>
                        </a:rPr>
                        <a:t>test**1@naver.com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6" name="직사각형 205"/>
          <p:cNvSpPr/>
          <p:nvPr/>
        </p:nvSpPr>
        <p:spPr>
          <a:xfrm>
            <a:off x="1888605" y="4778102"/>
            <a:ext cx="6621362" cy="276999"/>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담당교수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해당학기 시험</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과제 등의 실제 수업을 담당하는 교수</a:t>
            </a:r>
            <a:endParaRPr lang="ko-KR" altLang="en-US" sz="800" dirty="0">
              <a:solidFill>
                <a:schemeClr val="tx1">
                  <a:lumMod val="65000"/>
                  <a:lumOff val="35000"/>
                </a:schemeClr>
              </a:solidFill>
              <a:latin typeface="+mn-ea"/>
              <a:ea typeface="+mn-ea"/>
            </a:endParaRPr>
          </a:p>
        </p:txBody>
      </p:sp>
      <p:graphicFrame>
        <p:nvGraphicFramePr>
          <p:cNvPr id="209" name="Group 37"/>
          <p:cNvGraphicFramePr>
            <a:graphicFrameLocks noGrp="1"/>
          </p:cNvGraphicFramePr>
          <p:nvPr>
            <p:extLst>
              <p:ext uri="{D42A27DB-BD31-4B8C-83A1-F6EECF244321}">
                <p14:modId xmlns:p14="http://schemas.microsoft.com/office/powerpoint/2010/main" val="3992001011"/>
              </p:ext>
            </p:extLst>
          </p:nvPr>
        </p:nvGraphicFramePr>
        <p:xfrm>
          <a:off x="1970955" y="6694279"/>
          <a:ext cx="7478931" cy="2988358"/>
        </p:xfrm>
        <a:graphic>
          <a:graphicData uri="http://schemas.openxmlformats.org/drawingml/2006/table">
            <a:tbl>
              <a:tblPr/>
              <a:tblGrid>
                <a:gridCol w="1374448"/>
                <a:gridCol w="6104483"/>
              </a:tblGrid>
              <a:tr h="245158">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 개요</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교과목 개요</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본 교과목은 공학 전공에 필요한 화학의 기본 개념 정립을 위해 자연과학의 기초가 되는 물질과 주위의 환경현상에 대한 변화를 이해하고 물질의 에너지</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화학결합과 원자 및 분자구조</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화학열역학과 화학평형</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반응속도론 등 화학 기초 지식 습득을 목표로 한다</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algn="l" latinLnBrk="1"/>
                      <a:r>
                        <a:rPr lang="ko-KR" altLang="en-US" sz="800" b="0" dirty="0" smtClean="0">
                          <a:solidFill>
                            <a:schemeClr val="tx1">
                              <a:lumMod val="75000"/>
                              <a:lumOff val="25000"/>
                            </a:schemeClr>
                          </a:solidFill>
                          <a:latin typeface="+mn-ea"/>
                          <a:ea typeface="+mn-ea"/>
                        </a:rPr>
                        <a:t>강의 목표</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자연과학의 기초가 되는 물질과 그 변화에 대한 이해</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화학결합과 원자 및 분자구조</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화학열역학과 화학평형</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반응속도론 등의 화학의 기본 개념을 이해하고 정립한다</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운영 방침</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대학의 출석</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운영</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평가 등 일반 정책 및 방침 준수</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운영 계획</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최적 학습 시간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주 </a:t>
                      </a:r>
                      <a:r>
                        <a:rPr lang="en-US" altLang="ko-KR" sz="800" b="0" dirty="0" smtClean="0">
                          <a:solidFill>
                            <a:schemeClr val="tx1">
                              <a:lumMod val="75000"/>
                              <a:lumOff val="25000"/>
                            </a:schemeClr>
                          </a:solidFill>
                          <a:latin typeface="+mn-ea"/>
                          <a:ea typeface="+mn-ea"/>
                        </a:rPr>
                        <a:t>150</a:t>
                      </a:r>
                      <a:r>
                        <a:rPr lang="ko-KR" altLang="en-US" sz="800" b="0" dirty="0" smtClean="0">
                          <a:solidFill>
                            <a:schemeClr val="tx1">
                              <a:lumMod val="75000"/>
                              <a:lumOff val="25000"/>
                            </a:schemeClr>
                          </a:solidFill>
                          <a:latin typeface="+mn-ea"/>
                          <a:ea typeface="+mn-ea"/>
                        </a:rPr>
                        <a:t>분</a:t>
                      </a:r>
                      <a:endParaRPr lang="en-US" altLang="ko-KR" sz="800" b="0" dirty="0" smtClean="0">
                        <a:solidFill>
                          <a:schemeClr val="tx1">
                            <a:lumMod val="75000"/>
                            <a:lumOff val="25000"/>
                          </a:schemeClr>
                        </a:solidFill>
                        <a:latin typeface="+mn-ea"/>
                        <a:ea typeface="+mn-ea"/>
                      </a:endParaRPr>
                    </a:p>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방법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 내용과 교재를 학습</a:t>
                      </a:r>
                      <a:endParaRPr lang="en-US" altLang="ko-KR" sz="800" b="0" dirty="0" smtClean="0">
                        <a:solidFill>
                          <a:schemeClr val="tx1">
                            <a:lumMod val="75000"/>
                            <a:lumOff val="25000"/>
                          </a:schemeClr>
                        </a:solidFill>
                        <a:latin typeface="+mn-ea"/>
                        <a:ea typeface="+mn-ea"/>
                      </a:endParaRPr>
                    </a:p>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규칙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순서 준수</a:t>
                      </a:r>
                      <a:endParaRPr lang="en-US" altLang="ko-KR" sz="800" b="0" dirty="0" smtClean="0">
                        <a:solidFill>
                          <a:schemeClr val="tx1">
                            <a:lumMod val="75000"/>
                            <a:lumOff val="25000"/>
                          </a:schemeClr>
                        </a:solidFill>
                        <a:latin typeface="+mn-ea"/>
                        <a:ea typeface="+mn-ea"/>
                      </a:endParaRPr>
                    </a:p>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절차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학습목표 </a:t>
                      </a:r>
                      <a:r>
                        <a:rPr lang="en-US" altLang="ko-KR" sz="800" b="0" dirty="0" smtClean="0">
                          <a:solidFill>
                            <a:schemeClr val="tx1">
                              <a:lumMod val="75000"/>
                              <a:lumOff val="25000"/>
                            </a:schemeClr>
                          </a:solidFill>
                          <a:latin typeface="+mn-ea"/>
                          <a:ea typeface="+mn-ea"/>
                        </a:rPr>
                        <a:t>.&gt;</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단계별 이론 강의 </a:t>
                      </a:r>
                      <a:r>
                        <a:rPr lang="en-US" altLang="ko-KR" sz="800" b="0" baseline="0" dirty="0" smtClean="0">
                          <a:solidFill>
                            <a:schemeClr val="tx1">
                              <a:lumMod val="75000"/>
                              <a:lumOff val="25000"/>
                            </a:schemeClr>
                          </a:solidFill>
                          <a:latin typeface="+mn-ea"/>
                          <a:ea typeface="+mn-ea"/>
                        </a:rPr>
                        <a:t>&gt; </a:t>
                      </a:r>
                      <a:r>
                        <a:rPr lang="ko-KR" altLang="en-US" sz="800" b="0" baseline="0" dirty="0" smtClean="0">
                          <a:solidFill>
                            <a:schemeClr val="tx1">
                              <a:lumMod val="75000"/>
                              <a:lumOff val="25000"/>
                            </a:schemeClr>
                          </a:solidFill>
                          <a:latin typeface="+mn-ea"/>
                          <a:ea typeface="+mn-ea"/>
                        </a:rPr>
                        <a:t>응용 및 문제풀이 </a:t>
                      </a:r>
                      <a:r>
                        <a:rPr lang="en-US" altLang="ko-KR" sz="800" b="0" baseline="0" dirty="0" smtClean="0">
                          <a:solidFill>
                            <a:schemeClr val="tx1">
                              <a:lumMod val="75000"/>
                              <a:lumOff val="25000"/>
                            </a:schemeClr>
                          </a:solidFill>
                          <a:latin typeface="+mn-ea"/>
                          <a:ea typeface="+mn-ea"/>
                        </a:rPr>
                        <a:t>&gt; </a:t>
                      </a:r>
                      <a:r>
                        <a:rPr lang="ko-KR" altLang="en-US" sz="800" b="0" baseline="0" dirty="0" smtClean="0">
                          <a:solidFill>
                            <a:schemeClr val="tx1">
                              <a:lumMod val="75000"/>
                              <a:lumOff val="25000"/>
                            </a:schemeClr>
                          </a:solidFill>
                          <a:latin typeface="+mn-ea"/>
                          <a:ea typeface="+mn-ea"/>
                        </a:rPr>
                        <a:t>학습 요약</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관련 과목 내용</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참고 사항</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210" name="Group 37"/>
          <p:cNvGraphicFramePr>
            <a:graphicFrameLocks noGrp="1"/>
          </p:cNvGraphicFramePr>
          <p:nvPr>
            <p:extLst>
              <p:ext uri="{D42A27DB-BD31-4B8C-83A1-F6EECF244321}">
                <p14:modId xmlns:p14="http://schemas.microsoft.com/office/powerpoint/2010/main" val="3776691625"/>
              </p:ext>
            </p:extLst>
          </p:nvPr>
        </p:nvGraphicFramePr>
        <p:xfrm>
          <a:off x="1970955" y="9780562"/>
          <a:ext cx="7478931" cy="1068118"/>
        </p:xfrm>
        <a:graphic>
          <a:graphicData uri="http://schemas.openxmlformats.org/drawingml/2006/table">
            <a:tbl>
              <a:tblPr/>
              <a:tblGrid>
                <a:gridCol w="390641"/>
                <a:gridCol w="907423"/>
                <a:gridCol w="2518176"/>
                <a:gridCol w="1111517"/>
                <a:gridCol w="1484875"/>
                <a:gridCol w="1066299"/>
              </a:tblGrid>
              <a:tr h="245158">
                <a:tc gridSpan="6">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교재</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algn="ctr" latinLnBrk="1"/>
                      <a:r>
                        <a:rPr lang="en-US" altLang="ko-KR" sz="800" b="0" dirty="0" smtClean="0">
                          <a:solidFill>
                            <a:schemeClr val="tx1">
                              <a:lumMod val="75000"/>
                              <a:lumOff val="25000"/>
                            </a:schemeClr>
                          </a:solidFill>
                          <a:latin typeface="+mn-ea"/>
                          <a:ea typeface="+mn-ea"/>
                        </a:rPr>
                        <a:t>No</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구분</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교재명</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ISBN</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저자</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출판사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주교재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기본 일반화학</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9788962184822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Stieven</a:t>
                      </a:r>
                      <a:r>
                        <a:rPr lang="en-US" altLang="ko-KR" sz="800" b="0" baseline="0" dirty="0" smtClean="0">
                          <a:solidFill>
                            <a:schemeClr val="tx1">
                              <a:lumMod val="75000"/>
                              <a:lumOff val="25000"/>
                            </a:schemeClr>
                          </a:solidFill>
                          <a:latin typeface="+mn-ea"/>
                          <a:ea typeface="+mn-ea"/>
                        </a:rPr>
                        <a:t> S. Zumdahl</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CENGAGE</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부교재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생활 화학 개론</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4788962184822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이저자</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대성</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 name="표 3"/>
          <p:cNvGraphicFramePr>
            <a:graphicFrameLocks noGrp="1"/>
          </p:cNvGraphicFramePr>
          <p:nvPr>
            <p:extLst>
              <p:ext uri="{D42A27DB-BD31-4B8C-83A1-F6EECF244321}">
                <p14:modId xmlns:p14="http://schemas.microsoft.com/office/powerpoint/2010/main" val="2276863767"/>
              </p:ext>
            </p:extLst>
          </p:nvPr>
        </p:nvGraphicFramePr>
        <p:xfrm>
          <a:off x="1977325" y="10895566"/>
          <a:ext cx="7472561" cy="274320"/>
        </p:xfrm>
        <a:graphic>
          <a:graphicData uri="http://schemas.openxmlformats.org/drawingml/2006/table">
            <a:tbl>
              <a:tblPr/>
              <a:tblGrid>
                <a:gridCol w="1373277"/>
                <a:gridCol w="6099284"/>
              </a:tblGrid>
              <a:tr h="245158">
                <a:tc>
                  <a:txBody>
                    <a:bodyPr/>
                    <a:lstStyle/>
                    <a:p>
                      <a:pPr algn="l" latinLnBrk="1"/>
                      <a:r>
                        <a:rPr lang="ko-KR" altLang="en-US" sz="800" b="0" dirty="0" smtClean="0">
                          <a:solidFill>
                            <a:schemeClr val="tx1">
                              <a:lumMod val="75000"/>
                              <a:lumOff val="25000"/>
                            </a:schemeClr>
                          </a:solidFill>
                          <a:latin typeface="+mn-ea"/>
                          <a:ea typeface="+mn-ea"/>
                        </a:rPr>
                        <a:t>강의노트</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강의노트</a:t>
                      </a:r>
                      <a:r>
                        <a:rPr lang="en-US" altLang="ko-KR" sz="800" b="0" dirty="0" smtClean="0">
                          <a:solidFill>
                            <a:schemeClr val="tx1">
                              <a:lumMod val="75000"/>
                              <a:lumOff val="25000"/>
                            </a:schemeClr>
                          </a:solidFill>
                          <a:latin typeface="+mn-ea"/>
                          <a:ea typeface="+mn-ea"/>
                        </a:rPr>
                        <a:t>.zip</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1" name="모서리가 둥근 직사각형 210"/>
          <p:cNvSpPr/>
          <p:nvPr/>
        </p:nvSpPr>
        <p:spPr>
          <a:xfrm>
            <a:off x="8641383" y="10942261"/>
            <a:ext cx="720000" cy="1728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다운로드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12" name="표 211"/>
          <p:cNvGraphicFramePr>
            <a:graphicFrameLocks noGrp="1"/>
          </p:cNvGraphicFramePr>
          <p:nvPr>
            <p:extLst>
              <p:ext uri="{D42A27DB-BD31-4B8C-83A1-F6EECF244321}">
                <p14:modId xmlns:p14="http://schemas.microsoft.com/office/powerpoint/2010/main" val="939044561"/>
              </p:ext>
            </p:extLst>
          </p:nvPr>
        </p:nvGraphicFramePr>
        <p:xfrm>
          <a:off x="1980481" y="11515729"/>
          <a:ext cx="7469406" cy="274320"/>
        </p:xfrm>
        <a:graphic>
          <a:graphicData uri="http://schemas.openxmlformats.org/drawingml/2006/table">
            <a:tbl>
              <a:tblPr/>
              <a:tblGrid>
                <a:gridCol w="1372698"/>
                <a:gridCol w="6096708"/>
              </a:tblGrid>
              <a:tr h="245158">
                <a:tc>
                  <a:txBody>
                    <a:bodyPr/>
                    <a:lstStyle/>
                    <a:p>
                      <a:pPr algn="l" latinLnBrk="1"/>
                      <a:r>
                        <a:rPr lang="ko-KR" altLang="en-US" sz="800" b="0" dirty="0" smtClean="0">
                          <a:solidFill>
                            <a:schemeClr val="tx1">
                              <a:lumMod val="75000"/>
                              <a:lumOff val="25000"/>
                            </a:schemeClr>
                          </a:solidFill>
                          <a:latin typeface="+mn-ea"/>
                          <a:ea typeface="+mn-ea"/>
                        </a:rPr>
                        <a:t>실습지도 첨부파일</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실습교제</a:t>
                      </a:r>
                      <a:r>
                        <a:rPr lang="en-US" altLang="ko-KR" sz="800" b="0" dirty="0" smtClean="0">
                          <a:solidFill>
                            <a:schemeClr val="tx1">
                              <a:lumMod val="75000"/>
                              <a:lumOff val="25000"/>
                            </a:schemeClr>
                          </a:solidFill>
                          <a:latin typeface="+mn-ea"/>
                          <a:ea typeface="+mn-ea"/>
                        </a:rPr>
                        <a:t>.zip</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3" name="모서리가 둥근 직사각형 212"/>
          <p:cNvSpPr/>
          <p:nvPr/>
        </p:nvSpPr>
        <p:spPr>
          <a:xfrm>
            <a:off x="8644538" y="11562424"/>
            <a:ext cx="720000" cy="1728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다운로드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1898130" y="11750803"/>
            <a:ext cx="6621362" cy="461665"/>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주교재 선정된 경우나 과목 특성에 따라 강의노트가 제공되지 않을 수 있습니다</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과목의 특성에 따라 제공여부가 변경</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취소 혹은 일부 </a:t>
            </a:r>
            <a:r>
              <a:rPr lang="ko-KR" altLang="en-US" sz="800" dirty="0">
                <a:solidFill>
                  <a:schemeClr val="tx1">
                    <a:lumMod val="65000"/>
                    <a:lumOff val="35000"/>
                  </a:schemeClr>
                </a:solidFill>
                <a:latin typeface="+mn-ea"/>
                <a:ea typeface="+mn-ea"/>
              </a:rPr>
              <a:t>차</a:t>
            </a:r>
            <a:r>
              <a:rPr lang="ko-KR" altLang="en-US" sz="800" dirty="0" smtClean="0">
                <a:solidFill>
                  <a:schemeClr val="tx1">
                    <a:lumMod val="65000"/>
                    <a:lumOff val="35000"/>
                  </a:schemeClr>
                </a:solidFill>
                <a:latin typeface="+mn-ea"/>
                <a:ea typeface="+mn-ea"/>
              </a:rPr>
              <a:t>시만 제공될 수 있습니다</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aphicFrame>
        <p:nvGraphicFramePr>
          <p:cNvPr id="215" name="Group 37"/>
          <p:cNvGraphicFramePr>
            <a:graphicFrameLocks noGrp="1"/>
          </p:cNvGraphicFramePr>
          <p:nvPr>
            <p:extLst>
              <p:ext uri="{D42A27DB-BD31-4B8C-83A1-F6EECF244321}">
                <p14:modId xmlns:p14="http://schemas.microsoft.com/office/powerpoint/2010/main" val="3264660281"/>
              </p:ext>
            </p:extLst>
          </p:nvPr>
        </p:nvGraphicFramePr>
        <p:xfrm>
          <a:off x="1970955" y="12202463"/>
          <a:ext cx="7478931" cy="490316"/>
        </p:xfrm>
        <a:graphic>
          <a:graphicData uri="http://schemas.openxmlformats.org/drawingml/2006/table">
            <a:tbl>
              <a:tblPr/>
              <a:tblGrid>
                <a:gridCol w="1380558"/>
                <a:gridCol w="6098373"/>
              </a:tblGrid>
              <a:tr h="245158">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평가벙법</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상대 평가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학업성과를 다른 학생과 비교하여 상대적 위치를 평가하는 방식</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bl>
          </a:graphicData>
        </a:graphic>
      </p:graphicFrame>
      <p:graphicFrame>
        <p:nvGraphicFramePr>
          <p:cNvPr id="216" name="Group 37"/>
          <p:cNvGraphicFramePr>
            <a:graphicFrameLocks noGrp="1"/>
          </p:cNvGraphicFramePr>
          <p:nvPr>
            <p:extLst>
              <p:ext uri="{D42A27DB-BD31-4B8C-83A1-F6EECF244321}">
                <p14:modId xmlns:p14="http://schemas.microsoft.com/office/powerpoint/2010/main" val="4212987557"/>
              </p:ext>
            </p:extLst>
          </p:nvPr>
        </p:nvGraphicFramePr>
        <p:xfrm>
          <a:off x="1976288" y="12744973"/>
          <a:ext cx="7466161" cy="980632"/>
        </p:xfrm>
        <a:graphic>
          <a:graphicData uri="http://schemas.openxmlformats.org/drawingml/2006/table">
            <a:tbl>
              <a:tblPr/>
              <a:tblGrid>
                <a:gridCol w="1378201"/>
                <a:gridCol w="760995"/>
                <a:gridCol w="760995"/>
                <a:gridCol w="760995"/>
                <a:gridCol w="760995"/>
                <a:gridCol w="760995"/>
                <a:gridCol w="760995"/>
                <a:gridCol w="760995"/>
                <a:gridCol w="760995"/>
              </a:tblGrid>
              <a:tr h="245158">
                <a:tc gridSpan="9">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평가비율</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algn="l" latinLnBrk="1"/>
                      <a:r>
                        <a:rPr lang="ko-KR" altLang="en-US" sz="800" b="0" dirty="0" smtClean="0">
                          <a:solidFill>
                            <a:schemeClr val="tx1">
                              <a:lumMod val="75000"/>
                              <a:lumOff val="25000"/>
                            </a:schemeClr>
                          </a:solidFill>
                          <a:latin typeface="+mn-ea"/>
                          <a:ea typeface="+mn-ea"/>
                        </a:rPr>
                        <a:t>평가항목</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기말고사</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출석</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토론</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설문</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세미나</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algn="l" latinLnBrk="1"/>
                      <a:r>
                        <a:rPr lang="ko-KR" altLang="en-US" sz="800" b="0" dirty="0" smtClean="0">
                          <a:solidFill>
                            <a:schemeClr val="tx1">
                              <a:lumMod val="75000"/>
                              <a:lumOff val="25000"/>
                            </a:schemeClr>
                          </a:solidFill>
                          <a:latin typeface="+mn-ea"/>
                          <a:ea typeface="+mn-ea"/>
                        </a:rPr>
                        <a:t>비율 </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성적공개여부</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비공개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7" name="직사각형 216"/>
          <p:cNvSpPr/>
          <p:nvPr/>
        </p:nvSpPr>
        <p:spPr>
          <a:xfrm>
            <a:off x="1910570" y="13700127"/>
            <a:ext cx="6599398" cy="461665"/>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출석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출석 마감일까지 중간</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기말고사를 제외하고 </a:t>
            </a:r>
            <a:r>
              <a:rPr lang="en-US" altLang="ko-KR" sz="800" dirty="0" smtClean="0">
                <a:solidFill>
                  <a:schemeClr val="tx1">
                    <a:lumMod val="65000"/>
                    <a:lumOff val="35000"/>
                  </a:schemeClr>
                </a:solidFill>
                <a:latin typeface="+mn-ea"/>
                <a:ea typeface="+mn-ea"/>
              </a:rPr>
              <a:t>70%</a:t>
            </a:r>
            <a:r>
              <a:rPr lang="ko-KR" altLang="en-US" sz="800" dirty="0" smtClean="0">
                <a:solidFill>
                  <a:schemeClr val="tx1">
                    <a:lumMod val="65000"/>
                    <a:lumOff val="35000"/>
                  </a:schemeClr>
                </a:solidFill>
                <a:latin typeface="+mn-ea"/>
                <a:ea typeface="+mn-ea"/>
              </a:rPr>
              <a:t>이상 수강해야 하며</a:t>
            </a:r>
            <a:r>
              <a:rPr lang="en-US" altLang="ko-KR" sz="800" dirty="0" smtClean="0">
                <a:solidFill>
                  <a:schemeClr val="tx1">
                    <a:lumMod val="65000"/>
                    <a:lumOff val="35000"/>
                  </a:schemeClr>
                </a:solidFill>
                <a:latin typeface="+mn-ea"/>
                <a:ea typeface="+mn-ea"/>
              </a:rPr>
              <a:t>, 70%</a:t>
            </a:r>
            <a:r>
              <a:rPr lang="ko-KR" altLang="en-US" sz="800" dirty="0" smtClean="0">
                <a:solidFill>
                  <a:schemeClr val="tx1">
                    <a:lumMod val="65000"/>
                    <a:lumOff val="35000"/>
                  </a:schemeClr>
                </a:solidFill>
                <a:latin typeface="+mn-ea"/>
                <a:ea typeface="+mn-ea"/>
              </a:rPr>
              <a:t>미만일 경우 </a:t>
            </a:r>
            <a:r>
              <a:rPr lang="en-US" altLang="ko-KR" sz="800" dirty="0" smtClean="0">
                <a:solidFill>
                  <a:schemeClr val="tx1">
                    <a:lumMod val="65000"/>
                    <a:lumOff val="35000"/>
                  </a:schemeClr>
                </a:solidFill>
                <a:latin typeface="+mn-ea"/>
                <a:ea typeface="+mn-ea"/>
              </a:rPr>
              <a:t>F</a:t>
            </a:r>
            <a:r>
              <a:rPr lang="ko-KR" altLang="en-US" sz="800" dirty="0" smtClean="0">
                <a:solidFill>
                  <a:schemeClr val="tx1">
                    <a:lumMod val="65000"/>
                    <a:lumOff val="35000"/>
                  </a:schemeClr>
                </a:solidFill>
                <a:latin typeface="+mn-ea"/>
                <a:ea typeface="+mn-ea"/>
              </a:rPr>
              <a:t>학점</a:t>
            </a:r>
            <a:r>
              <a:rPr lang="en-US" altLang="ko-KR" sz="800" dirty="0" smtClean="0">
                <a:solidFill>
                  <a:schemeClr val="tx1">
                    <a:lumMod val="65000"/>
                    <a:lumOff val="35000"/>
                  </a:schemeClr>
                </a:solidFill>
                <a:latin typeface="+mn-ea"/>
                <a:ea typeface="+mn-ea"/>
              </a:rPr>
              <a:t>(0</a:t>
            </a:r>
            <a:r>
              <a:rPr lang="ko-KR" altLang="en-US" sz="800" dirty="0" smtClean="0">
                <a:solidFill>
                  <a:schemeClr val="tx1">
                    <a:lumMod val="65000"/>
                    <a:lumOff val="35000"/>
                  </a:schemeClr>
                </a:solidFill>
                <a:latin typeface="+mn-ea"/>
                <a:ea typeface="+mn-ea"/>
              </a:rPr>
              <a:t>점</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처리됩니다</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정기시험 </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중간</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기말</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에 모두 미응시 경우 학점</a:t>
            </a:r>
            <a:r>
              <a:rPr lang="en-US" altLang="ko-KR" sz="800" dirty="0" smtClean="0">
                <a:solidFill>
                  <a:schemeClr val="tx1">
                    <a:lumMod val="65000"/>
                    <a:lumOff val="35000"/>
                  </a:schemeClr>
                </a:solidFill>
                <a:latin typeface="+mn-ea"/>
                <a:ea typeface="+mn-ea"/>
              </a:rPr>
              <a:t>(0</a:t>
            </a:r>
            <a:r>
              <a:rPr lang="ko-KR" altLang="en-US" sz="800" dirty="0" smtClean="0">
                <a:solidFill>
                  <a:schemeClr val="tx1">
                    <a:lumMod val="65000"/>
                    <a:lumOff val="35000"/>
                  </a:schemeClr>
                </a:solidFill>
                <a:latin typeface="+mn-ea"/>
                <a:ea typeface="+mn-ea"/>
              </a:rPr>
              <a:t>점</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처리됩니다</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aphicFrame>
        <p:nvGraphicFramePr>
          <p:cNvPr id="218" name="Group 37"/>
          <p:cNvGraphicFramePr>
            <a:graphicFrameLocks noGrp="1"/>
          </p:cNvGraphicFramePr>
          <p:nvPr>
            <p:extLst>
              <p:ext uri="{D42A27DB-BD31-4B8C-83A1-F6EECF244321}">
                <p14:modId xmlns:p14="http://schemas.microsoft.com/office/powerpoint/2010/main" val="3668819298"/>
              </p:ext>
            </p:extLst>
          </p:nvPr>
        </p:nvGraphicFramePr>
        <p:xfrm>
          <a:off x="1980481" y="14158192"/>
          <a:ext cx="7469406" cy="4575954"/>
        </p:xfrm>
        <a:graphic>
          <a:graphicData uri="http://schemas.openxmlformats.org/drawingml/2006/table">
            <a:tbl>
              <a:tblPr/>
              <a:tblGrid>
                <a:gridCol w="1378800"/>
                <a:gridCol w="5179545"/>
                <a:gridCol w="911061"/>
              </a:tblGrid>
              <a:tr h="245158">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주차별 강의내용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45158">
                <a:tc>
                  <a:txBody>
                    <a:bodyPr/>
                    <a:lstStyle/>
                    <a:p>
                      <a:pPr algn="ctr" latinLnBrk="1"/>
                      <a:r>
                        <a:rPr lang="ko-KR" altLang="en-US" sz="800" b="0" dirty="0" smtClean="0">
                          <a:solidFill>
                            <a:schemeClr val="tx1">
                              <a:lumMod val="75000"/>
                              <a:lumOff val="25000"/>
                            </a:schemeClr>
                          </a:solidFill>
                          <a:latin typeface="+mn-ea"/>
                          <a:ea typeface="+mn-ea"/>
                        </a:rPr>
                        <a:t>주차</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강의 내용</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담당교수</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일반화확 개요</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원소</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원자 및 이온</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반응</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조성</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화학에서의 양</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에너지</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현재 원자 이론</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8</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분자구조</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결합</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기체</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액체 및 고체</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산과 염기</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평형</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산화</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환원 반응과 전기 화학</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01" name="모서리가 둥근 직사각형 300"/>
          <p:cNvSpPr/>
          <p:nvPr/>
        </p:nvSpPr>
        <p:spPr>
          <a:xfrm>
            <a:off x="8534350" y="21510916"/>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03" name="직사각형 302"/>
          <p:cNvSpPr/>
          <p:nvPr/>
        </p:nvSpPr>
        <p:spPr>
          <a:xfrm>
            <a:off x="1906378" y="18685171"/>
            <a:ext cx="6603590" cy="276999"/>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강의 내용은 사정에 따라 변경될 수 있습니다</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aphicFrame>
        <p:nvGraphicFramePr>
          <p:cNvPr id="367" name="Group 37"/>
          <p:cNvGraphicFramePr>
            <a:graphicFrameLocks noGrp="1"/>
          </p:cNvGraphicFramePr>
          <p:nvPr>
            <p:extLst>
              <p:ext uri="{D42A27DB-BD31-4B8C-83A1-F6EECF244321}">
                <p14:modId xmlns:p14="http://schemas.microsoft.com/office/powerpoint/2010/main" val="3557650867"/>
              </p:ext>
            </p:extLst>
          </p:nvPr>
        </p:nvGraphicFramePr>
        <p:xfrm>
          <a:off x="1980481" y="18954153"/>
          <a:ext cx="7469408" cy="735474"/>
        </p:xfrm>
        <a:graphic>
          <a:graphicData uri="http://schemas.openxmlformats.org/drawingml/2006/table">
            <a:tbl>
              <a:tblPr/>
              <a:tblGrid>
                <a:gridCol w="1378800"/>
                <a:gridCol w="1522652"/>
                <a:gridCol w="1522652"/>
                <a:gridCol w="1522652"/>
                <a:gridCol w="1522652"/>
              </a:tblGrid>
              <a:tr h="245158">
                <a:tc gridSpan="5">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장애인</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고령자 지원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rowSpan="2">
                  <a:txBody>
                    <a:bodyPr/>
                    <a:lstStyle/>
                    <a:p>
                      <a:pPr algn="l" latinLnBrk="1">
                        <a:lnSpc>
                          <a:spcPct val="150000"/>
                        </a:lnSpc>
                      </a:pPr>
                      <a:r>
                        <a:rPr lang="ko-KR" altLang="en-US" sz="800" b="0" dirty="0" smtClean="0">
                          <a:solidFill>
                            <a:schemeClr val="tx1">
                              <a:lumMod val="75000"/>
                              <a:lumOff val="25000"/>
                            </a:schemeClr>
                          </a:solidFill>
                          <a:latin typeface="+mn-ea"/>
                          <a:ea typeface="+mn-ea"/>
                        </a:rPr>
                        <a:t>콘텐츠 내</a:t>
                      </a:r>
                      <a:endParaRPr lang="en-US" altLang="ko-KR" sz="800" b="0" dirty="0" smtClean="0">
                        <a:solidFill>
                          <a:schemeClr val="tx1">
                            <a:lumMod val="75000"/>
                            <a:lumOff val="25000"/>
                          </a:schemeClr>
                        </a:solidFill>
                        <a:latin typeface="+mn-ea"/>
                        <a:ea typeface="+mn-ea"/>
                      </a:endParaRPr>
                    </a:p>
                    <a:p>
                      <a:pPr algn="l" latinLnBrk="1">
                        <a:lnSpc>
                          <a:spcPct val="150000"/>
                        </a:lnSpc>
                      </a:pPr>
                      <a:r>
                        <a:rPr lang="ko-KR" altLang="en-US" sz="800" b="0" dirty="0" smtClean="0">
                          <a:solidFill>
                            <a:schemeClr val="tx1">
                              <a:lumMod val="75000"/>
                              <a:lumOff val="25000"/>
                            </a:schemeClr>
                          </a:solidFill>
                          <a:latin typeface="+mn-ea"/>
                          <a:ea typeface="+mn-ea"/>
                        </a:rPr>
                        <a:t>학습지원 기능</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플레이어 단축키</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스크립트</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자막</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재생속도 조절</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vMerge="1">
                  <a:txBody>
                    <a:bodyPr/>
                    <a:lstStyle/>
                    <a:p>
                      <a:pPr algn="l" latinLnBrk="1"/>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69" name="직사각형 368"/>
          <p:cNvSpPr/>
          <p:nvPr/>
        </p:nvSpPr>
        <p:spPr>
          <a:xfrm>
            <a:off x="1906378" y="19683758"/>
            <a:ext cx="6613686" cy="1384995"/>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개발 방식에 따라 일부 주차 혹은 페이지는 제공되지 않을 수 있습니다</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미디어 플레이어 단축키</a:t>
            </a:r>
            <a:endParaRPr lang="en-US" altLang="ko-KR" sz="800" dirty="0" smtClean="0">
              <a:solidFill>
                <a:schemeClr val="tx1">
                  <a:lumMod val="65000"/>
                  <a:lumOff val="35000"/>
                </a:schemeClr>
              </a:solidFill>
              <a:latin typeface="+mn-ea"/>
              <a:ea typeface="+mn-ea"/>
            </a:endParaRP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미디어 일시정지</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재생 </a:t>
            </a:r>
            <a:r>
              <a:rPr lang="en-US" altLang="ko-KR" sz="800" dirty="0" smtClean="0">
                <a:solidFill>
                  <a:schemeClr val="tx1">
                    <a:lumMod val="65000"/>
                    <a:lumOff val="35000"/>
                  </a:schemeClr>
                </a:solidFill>
                <a:latin typeface="+mn-ea"/>
                <a:ea typeface="+mn-ea"/>
              </a:rPr>
              <a:t>: Space Bar</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재생 속도 </a:t>
            </a:r>
            <a:r>
              <a:rPr lang="en-US" altLang="ko-KR" sz="800" dirty="0" smtClean="0">
                <a:solidFill>
                  <a:schemeClr val="tx1">
                    <a:lumMod val="65000"/>
                    <a:lumOff val="35000"/>
                  </a:schemeClr>
                </a:solidFill>
                <a:latin typeface="+mn-ea"/>
                <a:ea typeface="+mn-ea"/>
              </a:rPr>
              <a:t>: Z (1</a:t>
            </a:r>
            <a:r>
              <a:rPr lang="ko-KR" altLang="en-US" sz="800" dirty="0" smtClean="0">
                <a:solidFill>
                  <a:schemeClr val="tx1">
                    <a:lumMod val="65000"/>
                    <a:lumOff val="35000"/>
                  </a:schemeClr>
                </a:solidFill>
                <a:latin typeface="+mn-ea"/>
                <a:ea typeface="+mn-ea"/>
              </a:rPr>
              <a:t>배속</a:t>
            </a:r>
            <a:r>
              <a:rPr lang="en-US" altLang="ko-KR" sz="800" dirty="0" smtClean="0">
                <a:solidFill>
                  <a:schemeClr val="tx1">
                    <a:lumMod val="65000"/>
                    <a:lumOff val="35000"/>
                  </a:schemeClr>
                </a:solidFill>
                <a:latin typeface="+mn-ea"/>
                <a:ea typeface="+mn-ea"/>
              </a:rPr>
              <a:t>), X (</a:t>
            </a:r>
            <a:r>
              <a:rPr lang="ko-KR" altLang="en-US" sz="800" dirty="0" smtClean="0">
                <a:solidFill>
                  <a:schemeClr val="tx1">
                    <a:lumMod val="65000"/>
                    <a:lumOff val="35000"/>
                  </a:schemeClr>
                </a:solidFill>
                <a:latin typeface="+mn-ea"/>
                <a:ea typeface="+mn-ea"/>
              </a:rPr>
              <a:t>느리게</a:t>
            </a:r>
            <a:r>
              <a:rPr lang="en-US" altLang="ko-KR" sz="800" dirty="0" smtClean="0">
                <a:solidFill>
                  <a:schemeClr val="tx1">
                    <a:lumMod val="65000"/>
                    <a:lumOff val="35000"/>
                  </a:schemeClr>
                </a:solidFill>
                <a:latin typeface="+mn-ea"/>
                <a:ea typeface="+mn-ea"/>
              </a:rPr>
              <a:t>), C (</a:t>
            </a:r>
            <a:r>
              <a:rPr lang="ko-KR" altLang="en-US" sz="800" dirty="0" smtClean="0">
                <a:solidFill>
                  <a:schemeClr val="tx1">
                    <a:lumMod val="65000"/>
                    <a:lumOff val="35000"/>
                  </a:schemeClr>
                </a:solidFill>
                <a:latin typeface="+mn-ea"/>
                <a:ea typeface="+mn-ea"/>
              </a:rPr>
              <a:t>빠르게</a:t>
            </a:r>
            <a:r>
              <a:rPr lang="en-US" altLang="ko-KR" sz="800" dirty="0" smtClean="0">
                <a:solidFill>
                  <a:schemeClr val="tx1">
                    <a:lumMod val="65000"/>
                    <a:lumOff val="35000"/>
                  </a:schemeClr>
                </a:solidFill>
                <a:latin typeface="+mn-ea"/>
                <a:ea typeface="+mn-ea"/>
              </a:rPr>
              <a:t>) </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볼륨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위쪽 방향키 </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크게</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아래쪽 방향키 </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작게</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이동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왼쪽 방향키 </a:t>
            </a:r>
            <a:r>
              <a:rPr lang="en-US" altLang="ko-KR" sz="800" dirty="0" smtClean="0">
                <a:solidFill>
                  <a:schemeClr val="tx1">
                    <a:lumMod val="65000"/>
                    <a:lumOff val="35000"/>
                  </a:schemeClr>
                </a:solidFill>
                <a:latin typeface="+mn-ea"/>
                <a:ea typeface="+mn-ea"/>
              </a:rPr>
              <a:t>(10</a:t>
            </a:r>
            <a:r>
              <a:rPr lang="ko-KR" altLang="en-US" sz="800" dirty="0" smtClean="0">
                <a:solidFill>
                  <a:schemeClr val="tx1">
                    <a:lumMod val="65000"/>
                    <a:lumOff val="35000"/>
                  </a:schemeClr>
                </a:solidFill>
                <a:latin typeface="+mn-ea"/>
                <a:ea typeface="+mn-ea"/>
              </a:rPr>
              <a:t>초 전</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오른쪽 방향키 </a:t>
            </a:r>
            <a:r>
              <a:rPr lang="en-US" altLang="ko-KR" sz="800" dirty="0" smtClean="0">
                <a:solidFill>
                  <a:schemeClr val="tx1">
                    <a:lumMod val="65000"/>
                    <a:lumOff val="35000"/>
                  </a:schemeClr>
                </a:solidFill>
                <a:latin typeface="+mn-ea"/>
                <a:ea typeface="+mn-ea"/>
              </a:rPr>
              <a:t>(10</a:t>
            </a:r>
            <a:r>
              <a:rPr lang="ko-KR" altLang="en-US" sz="800" dirty="0" smtClean="0">
                <a:solidFill>
                  <a:schemeClr val="tx1">
                    <a:lumMod val="65000"/>
                    <a:lumOff val="35000"/>
                  </a:schemeClr>
                </a:solidFill>
                <a:latin typeface="+mn-ea"/>
                <a:ea typeface="+mn-ea"/>
              </a:rPr>
              <a:t>초 후</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전체 화면 </a:t>
            </a:r>
            <a:r>
              <a:rPr lang="en-US" altLang="ko-KR" sz="800" dirty="0" smtClean="0">
                <a:solidFill>
                  <a:schemeClr val="tx1">
                    <a:lumMod val="65000"/>
                    <a:lumOff val="35000"/>
                  </a:schemeClr>
                </a:solidFill>
                <a:latin typeface="+mn-ea"/>
                <a:ea typeface="+mn-ea"/>
              </a:rPr>
              <a:t>: F</a:t>
            </a:r>
            <a:endParaRPr lang="ko-KR" altLang="en-US" sz="800" dirty="0">
              <a:solidFill>
                <a:schemeClr val="tx1">
                  <a:lumMod val="65000"/>
                  <a:lumOff val="35000"/>
                </a:schemeClr>
              </a:solidFill>
              <a:latin typeface="+mn-ea"/>
              <a:ea typeface="+mn-ea"/>
            </a:endParaRPr>
          </a:p>
        </p:txBody>
      </p:sp>
      <p:graphicFrame>
        <p:nvGraphicFramePr>
          <p:cNvPr id="405" name="Group 37"/>
          <p:cNvGraphicFramePr>
            <a:graphicFrameLocks noGrp="1"/>
          </p:cNvGraphicFramePr>
          <p:nvPr>
            <p:extLst>
              <p:ext uri="{D42A27DB-BD31-4B8C-83A1-F6EECF244321}">
                <p14:modId xmlns:p14="http://schemas.microsoft.com/office/powerpoint/2010/main" val="982429381"/>
              </p:ext>
            </p:extLst>
          </p:nvPr>
        </p:nvGraphicFramePr>
        <p:xfrm>
          <a:off x="1985817" y="21074968"/>
          <a:ext cx="7464070" cy="274320"/>
        </p:xfrm>
        <a:graphic>
          <a:graphicData uri="http://schemas.openxmlformats.org/drawingml/2006/table">
            <a:tbl>
              <a:tblPr/>
              <a:tblGrid>
                <a:gridCol w="1377815"/>
                <a:gridCol w="6086255"/>
              </a:tblGrid>
              <a:tr h="245158">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 지원</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온라인 시험 시간 연장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단</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담당교수의 운영방침에 따라 부여되지 않을 수 있습니다</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bl>
          </a:graphicData>
        </a:graphic>
      </p:graphicFrame>
      <p:grpSp>
        <p:nvGrpSpPr>
          <p:cNvPr id="409" name="그룹 408"/>
          <p:cNvGrpSpPr/>
          <p:nvPr/>
        </p:nvGrpSpPr>
        <p:grpSpPr>
          <a:xfrm>
            <a:off x="8481392" y="21338325"/>
            <a:ext cx="234360" cy="200055"/>
            <a:chOff x="1152270" y="11706839"/>
            <a:chExt cx="234360" cy="200055"/>
          </a:xfrm>
        </p:grpSpPr>
        <p:sp>
          <p:nvSpPr>
            <p:cNvPr id="410" name="모서리가 둥근 직사각형 4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1" name="직사각형 4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412" name="Group 37"/>
          <p:cNvGraphicFramePr>
            <a:graphicFrameLocks noGrp="1"/>
          </p:cNvGraphicFramePr>
          <p:nvPr>
            <p:extLst>
              <p:ext uri="{D42A27DB-BD31-4B8C-83A1-F6EECF244321}">
                <p14:modId xmlns:p14="http://schemas.microsoft.com/office/powerpoint/2010/main" val="426861969"/>
              </p:ext>
            </p:extLst>
          </p:nvPr>
        </p:nvGraphicFramePr>
        <p:xfrm>
          <a:off x="1970954" y="5056609"/>
          <a:ext cx="7478932" cy="735474"/>
        </p:xfrm>
        <a:graphic>
          <a:graphicData uri="http://schemas.openxmlformats.org/drawingml/2006/table">
            <a:tbl>
              <a:tblPr/>
              <a:tblGrid>
                <a:gridCol w="1869733"/>
                <a:gridCol w="1869733"/>
                <a:gridCol w="1869733"/>
                <a:gridCol w="1869733"/>
              </a:tblGrid>
              <a:tr h="245158">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튜터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튜터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핸드폰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02-9574-98**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010-7536-25**</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tudls**1@naver.com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13" name="Group 37"/>
          <p:cNvGraphicFramePr>
            <a:graphicFrameLocks noGrp="1"/>
          </p:cNvGraphicFramePr>
          <p:nvPr>
            <p:extLst>
              <p:ext uri="{D42A27DB-BD31-4B8C-83A1-F6EECF244321}">
                <p14:modId xmlns:p14="http://schemas.microsoft.com/office/powerpoint/2010/main" val="806225481"/>
              </p:ext>
            </p:extLst>
          </p:nvPr>
        </p:nvGraphicFramePr>
        <p:xfrm>
          <a:off x="1970954" y="5883141"/>
          <a:ext cx="7478932" cy="735474"/>
        </p:xfrm>
        <a:graphic>
          <a:graphicData uri="http://schemas.openxmlformats.org/drawingml/2006/table">
            <a:tbl>
              <a:tblPr/>
              <a:tblGrid>
                <a:gridCol w="1869733"/>
                <a:gridCol w="1869733"/>
                <a:gridCol w="1869733"/>
                <a:gridCol w="1869733"/>
              </a:tblGrid>
              <a:tr h="245158">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조교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조교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핸드폰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홍조교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02-9574-98**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010-7536-25**</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tudls**1@naver.com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39" name="그룹 138"/>
          <p:cNvGrpSpPr/>
          <p:nvPr/>
        </p:nvGrpSpPr>
        <p:grpSpPr>
          <a:xfrm>
            <a:off x="1967772" y="1979315"/>
            <a:ext cx="7489822" cy="326132"/>
            <a:chOff x="1967772" y="1979315"/>
            <a:chExt cx="7489822" cy="326132"/>
          </a:xfrm>
        </p:grpSpPr>
        <p:sp>
          <p:nvSpPr>
            <p:cNvPr id="140" name="직사각형 139"/>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41" name="그룹 140"/>
            <p:cNvGrpSpPr/>
            <p:nvPr/>
          </p:nvGrpSpPr>
          <p:grpSpPr>
            <a:xfrm>
              <a:off x="4290164" y="2031278"/>
              <a:ext cx="1040981" cy="215444"/>
              <a:chOff x="1618412" y="2762216"/>
              <a:chExt cx="1440000" cy="215444"/>
            </a:xfrm>
          </p:grpSpPr>
          <p:sp>
            <p:nvSpPr>
              <p:cNvPr id="168" name="직사각형 167"/>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170" name="직사각형 169"/>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5351027" y="2031278"/>
              <a:ext cx="1040981" cy="215444"/>
              <a:chOff x="1618412" y="2762216"/>
              <a:chExt cx="1440000" cy="215444"/>
            </a:xfrm>
          </p:grpSpPr>
          <p:sp>
            <p:nvSpPr>
              <p:cNvPr id="166" name="직사각형 165"/>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167" name="직사각형 166"/>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3" name="그룹 142"/>
            <p:cNvGrpSpPr/>
            <p:nvPr/>
          </p:nvGrpSpPr>
          <p:grpSpPr>
            <a:xfrm>
              <a:off x="6413117" y="2031278"/>
              <a:ext cx="1040981" cy="215444"/>
              <a:chOff x="1618412" y="2762216"/>
              <a:chExt cx="1440000" cy="215444"/>
            </a:xfrm>
          </p:grpSpPr>
          <p:sp>
            <p:nvSpPr>
              <p:cNvPr id="164" name="직사각형 16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165" name="직사각형 164"/>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4" name="그룹 143"/>
            <p:cNvGrpSpPr/>
            <p:nvPr/>
          </p:nvGrpSpPr>
          <p:grpSpPr>
            <a:xfrm>
              <a:off x="7474187" y="2031278"/>
              <a:ext cx="1040981" cy="215444"/>
              <a:chOff x="1618412" y="2762216"/>
              <a:chExt cx="1440000" cy="215444"/>
            </a:xfrm>
          </p:grpSpPr>
          <p:sp>
            <p:nvSpPr>
              <p:cNvPr id="162" name="직사각형 16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163" name="직사각형 162"/>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5" name="그룹 144"/>
            <p:cNvGrpSpPr/>
            <p:nvPr/>
          </p:nvGrpSpPr>
          <p:grpSpPr>
            <a:xfrm>
              <a:off x="3224705" y="2032273"/>
              <a:ext cx="1040982" cy="215444"/>
              <a:chOff x="1618412" y="2762216"/>
              <a:chExt cx="1440000" cy="215444"/>
            </a:xfrm>
          </p:grpSpPr>
          <p:sp>
            <p:nvSpPr>
              <p:cNvPr id="160" name="직사각형 15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161" name="직사각형 160"/>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6" name="그룹 145"/>
            <p:cNvGrpSpPr/>
            <p:nvPr/>
          </p:nvGrpSpPr>
          <p:grpSpPr>
            <a:xfrm>
              <a:off x="2172387" y="2026940"/>
              <a:ext cx="1040981" cy="215444"/>
              <a:chOff x="1618412" y="2762216"/>
              <a:chExt cx="1440000" cy="215444"/>
            </a:xfrm>
          </p:grpSpPr>
          <p:sp>
            <p:nvSpPr>
              <p:cNvPr id="158" name="직사각형 157"/>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159" name="직사각형 158"/>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49" name="직사각형 148"/>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51" name="직사각형 150"/>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52" name="그룹 151"/>
            <p:cNvGrpSpPr/>
            <p:nvPr/>
          </p:nvGrpSpPr>
          <p:grpSpPr>
            <a:xfrm>
              <a:off x="9120844" y="1979315"/>
              <a:ext cx="162000" cy="288000"/>
              <a:chOff x="9447994" y="2133019"/>
              <a:chExt cx="162000" cy="288000"/>
            </a:xfrm>
          </p:grpSpPr>
          <p:sp>
            <p:nvSpPr>
              <p:cNvPr id="156" name="직사각형 155"/>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57" name="1/2 액자 156"/>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53" name="그룹 152"/>
            <p:cNvGrpSpPr/>
            <p:nvPr/>
          </p:nvGrpSpPr>
          <p:grpSpPr>
            <a:xfrm>
              <a:off x="1973163" y="1979315"/>
              <a:ext cx="162000" cy="288000"/>
              <a:chOff x="10860" y="2122356"/>
              <a:chExt cx="162000" cy="288000"/>
            </a:xfrm>
          </p:grpSpPr>
          <p:sp>
            <p:nvSpPr>
              <p:cNvPr id="154" name="직사각형 153"/>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55" name="1/2 액자 154"/>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71" name="그룹 170"/>
          <p:cNvGrpSpPr/>
          <p:nvPr/>
        </p:nvGrpSpPr>
        <p:grpSpPr>
          <a:xfrm>
            <a:off x="5942776" y="2041798"/>
            <a:ext cx="234360" cy="200055"/>
            <a:chOff x="1152270" y="11706839"/>
            <a:chExt cx="234360" cy="200055"/>
          </a:xfrm>
        </p:grpSpPr>
        <p:sp>
          <p:nvSpPr>
            <p:cNvPr id="172" name="모서리가 둥근 직사각형 1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3" name="직사각형 17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84" name="그룹 183"/>
          <p:cNvGrpSpPr/>
          <p:nvPr/>
        </p:nvGrpSpPr>
        <p:grpSpPr>
          <a:xfrm>
            <a:off x="8668462" y="1695475"/>
            <a:ext cx="849617" cy="276999"/>
            <a:chOff x="8563069" y="1695475"/>
            <a:chExt cx="849617" cy="276999"/>
          </a:xfrm>
        </p:grpSpPr>
        <p:grpSp>
          <p:nvGrpSpPr>
            <p:cNvPr id="185" name="그룹 184"/>
            <p:cNvGrpSpPr/>
            <p:nvPr/>
          </p:nvGrpSpPr>
          <p:grpSpPr>
            <a:xfrm>
              <a:off x="8563069" y="1761166"/>
              <a:ext cx="792000" cy="162000"/>
              <a:chOff x="8779069" y="1761166"/>
              <a:chExt cx="792000" cy="162000"/>
            </a:xfrm>
          </p:grpSpPr>
          <p:sp>
            <p:nvSpPr>
              <p:cNvPr id="193" name="직사각형 19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1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8728739" y="1695475"/>
              <a:ext cx="247184" cy="276999"/>
              <a:chOff x="7672972" y="1671999"/>
              <a:chExt cx="247184" cy="276999"/>
            </a:xfrm>
          </p:grpSpPr>
          <p:sp>
            <p:nvSpPr>
              <p:cNvPr id="191" name="타원 19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92" name="직사각형 19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187" name="그룹 186"/>
            <p:cNvGrpSpPr/>
            <p:nvPr/>
          </p:nvGrpSpPr>
          <p:grpSpPr>
            <a:xfrm>
              <a:off x="9138252" y="1714525"/>
              <a:ext cx="274434" cy="246221"/>
              <a:chOff x="7663447" y="1691049"/>
              <a:chExt cx="274434" cy="246221"/>
            </a:xfrm>
          </p:grpSpPr>
          <p:sp>
            <p:nvSpPr>
              <p:cNvPr id="189" name="타원 18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190" name="직사각형 18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188" name="직사각형 187"/>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sp>
        <p:nvSpPr>
          <p:cNvPr id="169" name="양쪽 모서리가 둥근 사각형 168"/>
          <p:cNvSpPr/>
          <p:nvPr/>
        </p:nvSpPr>
        <p:spPr>
          <a:xfrm>
            <a:off x="8612362" y="2691986"/>
            <a:ext cx="828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p>
        </p:txBody>
      </p:sp>
      <p:graphicFrame>
        <p:nvGraphicFramePr>
          <p:cNvPr id="175" name="표 174"/>
          <p:cNvGraphicFramePr>
            <a:graphicFrameLocks noGrp="1"/>
          </p:cNvGraphicFramePr>
          <p:nvPr>
            <p:extLst>
              <p:ext uri="{D42A27DB-BD31-4B8C-83A1-F6EECF244321}">
                <p14:modId xmlns:p14="http://schemas.microsoft.com/office/powerpoint/2010/main" val="1963905408"/>
              </p:ext>
            </p:extLst>
          </p:nvPr>
        </p:nvGraphicFramePr>
        <p:xfrm>
          <a:off x="1976289" y="11218172"/>
          <a:ext cx="7469406" cy="274320"/>
        </p:xfrm>
        <a:graphic>
          <a:graphicData uri="http://schemas.openxmlformats.org/drawingml/2006/table">
            <a:tbl>
              <a:tblPr/>
              <a:tblGrid>
                <a:gridCol w="1372698"/>
                <a:gridCol w="6096708"/>
              </a:tblGrid>
              <a:tr h="245158">
                <a:tc>
                  <a:txBody>
                    <a:bodyPr/>
                    <a:lstStyle/>
                    <a:p>
                      <a:pPr algn="l" latinLnBrk="1"/>
                      <a:r>
                        <a:rPr lang="ko-KR" altLang="en-US" sz="800" b="0" dirty="0" smtClean="0">
                          <a:solidFill>
                            <a:schemeClr val="tx1">
                              <a:lumMod val="75000"/>
                              <a:lumOff val="25000"/>
                            </a:schemeClr>
                          </a:solidFill>
                          <a:latin typeface="+mn-ea"/>
                          <a:ea typeface="+mn-ea"/>
                        </a:rPr>
                        <a:t>음성 파일</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음성파일</a:t>
                      </a:r>
                      <a:r>
                        <a:rPr lang="en-US" altLang="ko-KR" sz="800" b="0" dirty="0" smtClean="0">
                          <a:solidFill>
                            <a:schemeClr val="tx1">
                              <a:lumMod val="75000"/>
                              <a:lumOff val="25000"/>
                            </a:schemeClr>
                          </a:solidFill>
                          <a:latin typeface="+mn-ea"/>
                          <a:ea typeface="+mn-ea"/>
                        </a:rPr>
                        <a:t>125.zip</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6" name="모서리가 둥근 직사각형 175"/>
          <p:cNvSpPr/>
          <p:nvPr/>
        </p:nvSpPr>
        <p:spPr>
          <a:xfrm>
            <a:off x="8640346" y="11264867"/>
            <a:ext cx="720000" cy="1728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다운로드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2" name="TextBox 181"/>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강의계획서   </a:t>
            </a:r>
            <a:endParaRPr lang="ko-KR" altLang="en-US" sz="800" spc="-60" dirty="0">
              <a:latin typeface="+mn-ea"/>
              <a:ea typeface="+mn-ea"/>
            </a:endParaRPr>
          </a:p>
        </p:txBody>
      </p:sp>
      <p:sp>
        <p:nvSpPr>
          <p:cNvPr id="208" name="TextBox 20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강의계획서 상세정보</a:t>
            </a:r>
            <a:endParaRPr lang="ko-KR" altLang="en-US" sz="800" spc="-60" dirty="0">
              <a:latin typeface="+mn-ea"/>
              <a:ea typeface="+mn-ea"/>
            </a:endParaRPr>
          </a:p>
        </p:txBody>
      </p:sp>
      <p:grpSp>
        <p:nvGrpSpPr>
          <p:cNvPr id="225" name="그룹 224"/>
          <p:cNvGrpSpPr/>
          <p:nvPr/>
        </p:nvGrpSpPr>
        <p:grpSpPr>
          <a:xfrm>
            <a:off x="5709344" y="1485584"/>
            <a:ext cx="3761110" cy="261068"/>
            <a:chOff x="4948808" y="1485584"/>
            <a:chExt cx="3761110" cy="261068"/>
          </a:xfrm>
        </p:grpSpPr>
        <p:grpSp>
          <p:nvGrpSpPr>
            <p:cNvPr id="226" name="그룹 225"/>
            <p:cNvGrpSpPr/>
            <p:nvPr/>
          </p:nvGrpSpPr>
          <p:grpSpPr>
            <a:xfrm>
              <a:off x="4948808" y="1579923"/>
              <a:ext cx="3761110" cy="166729"/>
              <a:chOff x="5665911" y="1579923"/>
              <a:chExt cx="3761110" cy="166729"/>
            </a:xfrm>
          </p:grpSpPr>
          <p:pic>
            <p:nvPicPr>
              <p:cNvPr id="22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9"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3" name="그룹 242"/>
              <p:cNvGrpSpPr/>
              <p:nvPr/>
            </p:nvGrpSpPr>
            <p:grpSpPr>
              <a:xfrm>
                <a:off x="5665911" y="1583291"/>
                <a:ext cx="648000" cy="162000"/>
                <a:chOff x="4953000" y="2780928"/>
                <a:chExt cx="648000" cy="162000"/>
              </a:xfrm>
            </p:grpSpPr>
            <p:sp>
              <p:nvSpPr>
                <p:cNvPr id="249" name="모서리가 둥근 직사각형 24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50" name="Picture 10"/>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5" name="모서리가 둥근 직사각형 244"/>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227" name="타원 226"/>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321" name="그룹 320"/>
          <p:cNvGrpSpPr/>
          <p:nvPr/>
        </p:nvGrpSpPr>
        <p:grpSpPr>
          <a:xfrm>
            <a:off x="8411001" y="2660830"/>
            <a:ext cx="234360" cy="200055"/>
            <a:chOff x="1152270" y="11706839"/>
            <a:chExt cx="234360" cy="200055"/>
          </a:xfrm>
        </p:grpSpPr>
        <p:sp>
          <p:nvSpPr>
            <p:cNvPr id="322" name="모서리가 둥근 직사각형 3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3" name="직사각형 32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74" name="그룹 173"/>
          <p:cNvGrpSpPr/>
          <p:nvPr/>
        </p:nvGrpSpPr>
        <p:grpSpPr>
          <a:xfrm>
            <a:off x="626748" y="2104281"/>
            <a:ext cx="1245456" cy="3960440"/>
            <a:chOff x="626748" y="2104281"/>
            <a:chExt cx="1245456" cy="3960440"/>
          </a:xfrm>
        </p:grpSpPr>
        <p:grpSp>
          <p:nvGrpSpPr>
            <p:cNvPr id="177" name="그룹 176"/>
            <p:cNvGrpSpPr/>
            <p:nvPr/>
          </p:nvGrpSpPr>
          <p:grpSpPr>
            <a:xfrm>
              <a:off x="629956" y="3318264"/>
              <a:ext cx="1188000" cy="180000"/>
              <a:chOff x="666428" y="3785432"/>
              <a:chExt cx="1188000" cy="180000"/>
            </a:xfrm>
          </p:grpSpPr>
          <p:sp>
            <p:nvSpPr>
              <p:cNvPr id="288" name="모서리가 둥근 직사각형 28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8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29956" y="3568824"/>
              <a:ext cx="1188000" cy="180000"/>
              <a:chOff x="666428" y="4310612"/>
              <a:chExt cx="1188000" cy="180000"/>
            </a:xfrm>
          </p:grpSpPr>
          <p:sp>
            <p:nvSpPr>
              <p:cNvPr id="286" name="모서리가 둥근 직사각형 2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8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5" y="3042501"/>
              <a:ext cx="1188000" cy="180000"/>
              <a:chOff x="666427" y="3266516"/>
              <a:chExt cx="1188000" cy="180000"/>
            </a:xfrm>
          </p:grpSpPr>
          <p:sp>
            <p:nvSpPr>
              <p:cNvPr id="284" name="모서리가 둥근 직사각형 28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29956" y="4106828"/>
              <a:ext cx="1188000" cy="180000"/>
              <a:chOff x="666428" y="4570824"/>
              <a:chExt cx="1188000" cy="180000"/>
            </a:xfrm>
          </p:grpSpPr>
          <p:sp>
            <p:nvSpPr>
              <p:cNvPr id="248" name="모서리가 둥근 직사각형 24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3"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29956" y="5568923"/>
              <a:ext cx="1188000" cy="180000"/>
              <a:chOff x="666428" y="5096004"/>
              <a:chExt cx="1188000" cy="180000"/>
            </a:xfrm>
          </p:grpSpPr>
          <p:sp>
            <p:nvSpPr>
              <p:cNvPr id="246" name="모서리가 둥근 직사각형 245"/>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47"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1150" y="4387873"/>
              <a:ext cx="1188000" cy="180000"/>
              <a:chOff x="666428" y="4570824"/>
              <a:chExt cx="1188000" cy="180000"/>
            </a:xfrm>
          </p:grpSpPr>
          <p:sp>
            <p:nvSpPr>
              <p:cNvPr id="238" name="모서리가 둥근 직사각형 23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40"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29956" y="4675443"/>
              <a:ext cx="1188000" cy="180000"/>
              <a:chOff x="666428" y="4310612"/>
              <a:chExt cx="1188000" cy="180000"/>
            </a:xfrm>
          </p:grpSpPr>
          <p:sp>
            <p:nvSpPr>
              <p:cNvPr id="236" name="모서리가 둥근 직사각형 235"/>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pic>
            <p:nvPicPr>
              <p:cNvPr id="23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26748" y="2104281"/>
              <a:ext cx="1245456" cy="442923"/>
              <a:chOff x="468506" y="2320305"/>
              <a:chExt cx="1245456" cy="442923"/>
            </a:xfrm>
          </p:grpSpPr>
          <p:sp>
            <p:nvSpPr>
              <p:cNvPr id="232" name="직사각형 231"/>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33"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4" name="TextBox 233"/>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98" name="그룹 197"/>
            <p:cNvGrpSpPr/>
            <p:nvPr/>
          </p:nvGrpSpPr>
          <p:grpSpPr>
            <a:xfrm>
              <a:off x="632520" y="4975116"/>
              <a:ext cx="1188000" cy="180000"/>
              <a:chOff x="666428" y="4310612"/>
              <a:chExt cx="1188000" cy="180000"/>
            </a:xfrm>
          </p:grpSpPr>
          <p:sp>
            <p:nvSpPr>
              <p:cNvPr id="224" name="모서리가 둥근 직사각형 22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31"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32520" y="2752353"/>
              <a:ext cx="1188000" cy="180000"/>
              <a:chOff x="666427" y="3266516"/>
              <a:chExt cx="1188000" cy="180000"/>
            </a:xfrm>
          </p:grpSpPr>
          <p:sp>
            <p:nvSpPr>
              <p:cNvPr id="222" name="모서리가 둥근 직사각형 22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2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32520" y="5257815"/>
              <a:ext cx="1188000" cy="180000"/>
              <a:chOff x="666428" y="4310612"/>
              <a:chExt cx="1188000" cy="180000"/>
            </a:xfrm>
          </p:grpSpPr>
          <p:sp>
            <p:nvSpPr>
              <p:cNvPr id="220" name="모서리가 둥근 직사각형 21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1"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2520" y="5884721"/>
              <a:ext cx="1188000" cy="180000"/>
              <a:chOff x="666428" y="4570824"/>
              <a:chExt cx="1188000" cy="180000"/>
            </a:xfrm>
          </p:grpSpPr>
          <p:sp>
            <p:nvSpPr>
              <p:cNvPr id="207" name="모서리가 둥근 직사각형 20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19"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32520" y="3825064"/>
              <a:ext cx="1188000" cy="180000"/>
              <a:chOff x="666428" y="4310612"/>
              <a:chExt cx="1188000" cy="180000"/>
            </a:xfrm>
          </p:grpSpPr>
          <p:sp>
            <p:nvSpPr>
              <p:cNvPr id="203" name="모서리가 둥근 직사각형 20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0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56" name="그룹 255"/>
          <p:cNvGrpSpPr/>
          <p:nvPr/>
        </p:nvGrpSpPr>
        <p:grpSpPr>
          <a:xfrm>
            <a:off x="507554" y="1602349"/>
            <a:ext cx="3075218" cy="252000"/>
            <a:chOff x="507554" y="1537742"/>
            <a:chExt cx="3075218" cy="252000"/>
          </a:xfrm>
        </p:grpSpPr>
        <p:pic>
          <p:nvPicPr>
            <p:cNvPr id="257" name="Picture 4"/>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58" name="그룹 257"/>
            <p:cNvGrpSpPr/>
            <p:nvPr/>
          </p:nvGrpSpPr>
          <p:grpSpPr>
            <a:xfrm>
              <a:off x="2288704" y="1581175"/>
              <a:ext cx="1294068" cy="166725"/>
              <a:chOff x="2288704" y="1581175"/>
              <a:chExt cx="1294068" cy="166725"/>
            </a:xfrm>
          </p:grpSpPr>
          <p:sp>
            <p:nvSpPr>
              <p:cNvPr id="259" name="직사각형 258"/>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0" name="직사각형 259"/>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51" name="그룹 250"/>
          <p:cNvGrpSpPr/>
          <p:nvPr/>
        </p:nvGrpSpPr>
        <p:grpSpPr>
          <a:xfrm>
            <a:off x="624623" y="6165304"/>
            <a:ext cx="1188000" cy="180000"/>
            <a:chOff x="666428" y="3785432"/>
            <a:chExt cx="1188000" cy="180000"/>
          </a:xfrm>
        </p:grpSpPr>
        <p:sp>
          <p:nvSpPr>
            <p:cNvPr id="252" name="모서리가 둥근 직사각형 25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5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10906" y="6407787"/>
            <a:ext cx="1188000" cy="180000"/>
            <a:chOff x="666428" y="5881828"/>
            <a:chExt cx="1188000" cy="180000"/>
          </a:xfrm>
        </p:grpSpPr>
        <p:sp>
          <p:nvSpPr>
            <p:cNvPr id="255" name="모서리가 둥근 직사각형 254"/>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1"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410520097"/>
      </p:ext>
    </p:extLst>
  </p:cSld>
  <p:clrMapOvr>
    <a:masterClrMapping/>
  </p:clrMapOvr>
  <p:transition>
    <p:wipe dir="r"/>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나의학습현황</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53003793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나의학습현황</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학습현황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학습현황 </a:t>
            </a:r>
            <a:r>
              <a:rPr lang="en-US" altLang="ko-KR" sz="800" spc="-60" dirty="0" smtClean="0">
                <a:latin typeface="+mn-ea"/>
                <a:ea typeface="+mn-ea"/>
              </a:rPr>
              <a:t>&gt; </a:t>
            </a:r>
            <a:r>
              <a:rPr lang="ko-KR" altLang="en-US" sz="800" spc="-60" dirty="0" smtClean="0">
                <a:latin typeface="+mn-ea"/>
                <a:ea typeface="+mn-ea"/>
              </a:rPr>
              <a:t>수강과목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54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학습현황</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1349187317"/>
              </p:ext>
            </p:extLst>
          </p:nvPr>
        </p:nvGraphicFramePr>
        <p:xfrm>
          <a:off x="9508554" y="1492213"/>
          <a:ext cx="1404156" cy="44581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나의학습현황 레이어 활성화</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검색결과 건수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나의 학습현황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학습현황</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34" name="직사각형 533"/>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560" name="직사각형 559"/>
          <p:cNvSpPr/>
          <p:nvPr/>
        </p:nvSpPr>
        <p:spPr>
          <a:xfrm>
            <a:off x="1870800" y="34290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193" name="모서리가 둥근 직사각형 192"/>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KNOU_UI_C01020900_01</a:t>
            </a:r>
            <a:endParaRPr lang="ko-KR" altLang="en-US" sz="800" spc="-60" dirty="0">
              <a:latin typeface="+mn-ea"/>
            </a:endParaRPr>
          </a:p>
        </p:txBody>
      </p:sp>
      <p:grpSp>
        <p:nvGrpSpPr>
          <p:cNvPr id="5" name="그룹 4"/>
          <p:cNvGrpSpPr/>
          <p:nvPr/>
        </p:nvGrpSpPr>
        <p:grpSpPr>
          <a:xfrm>
            <a:off x="2019008"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34" name="그룹 233"/>
          <p:cNvGrpSpPr/>
          <p:nvPr/>
        </p:nvGrpSpPr>
        <p:grpSpPr>
          <a:xfrm>
            <a:off x="2872788" y="2589287"/>
            <a:ext cx="234360" cy="200055"/>
            <a:chOff x="1152270" y="11706839"/>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244" name="Group 37"/>
          <p:cNvGraphicFramePr>
            <a:graphicFrameLocks noGrp="1"/>
          </p:cNvGraphicFramePr>
          <p:nvPr>
            <p:extLst>
              <p:ext uri="{D42A27DB-BD31-4B8C-83A1-F6EECF244321}">
                <p14:modId xmlns:p14="http://schemas.microsoft.com/office/powerpoint/2010/main" val="235247572"/>
              </p:ext>
            </p:extLst>
          </p:nvPr>
        </p:nvGraphicFramePr>
        <p:xfrm>
          <a:off x="1975897" y="3681551"/>
          <a:ext cx="7470630" cy="1642702"/>
        </p:xfrm>
        <a:graphic>
          <a:graphicData uri="http://schemas.openxmlformats.org/drawingml/2006/table">
            <a:tbl>
              <a:tblPr/>
              <a:tblGrid>
                <a:gridCol w="465748">
                  <a:extLst>
                    <a:ext uri="{9D8B030D-6E8A-4147-A177-3AD203B41FA5}">
                      <a16:colId xmlns="" xmlns:a16="http://schemas.microsoft.com/office/drawing/2014/main" val="20001"/>
                    </a:ext>
                  </a:extLst>
                </a:gridCol>
                <a:gridCol w="605739"/>
                <a:gridCol w="468846"/>
                <a:gridCol w="886730"/>
                <a:gridCol w="739030"/>
                <a:gridCol w="1487109"/>
                <a:gridCol w="460075"/>
                <a:gridCol w="481041"/>
                <a:gridCol w="721562"/>
                <a:gridCol w="561214"/>
                <a:gridCol w="59353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공동교수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튜터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조교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임*수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석*교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24" name="Track"/>
          <p:cNvSpPr>
            <a:spLocks/>
          </p:cNvSpPr>
          <p:nvPr>
            <p:custDataLst>
              <p:tags r:id="rId1"/>
            </p:custDataLst>
          </p:nvPr>
        </p:nvSpPr>
        <p:spPr bwMode="auto">
          <a:xfrm>
            <a:off x="9393113"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grpSp>
        <p:nvGrpSpPr>
          <p:cNvPr id="631" name="그룹 630"/>
          <p:cNvGrpSpPr/>
          <p:nvPr/>
        </p:nvGrpSpPr>
        <p:grpSpPr>
          <a:xfrm>
            <a:off x="6048692" y="2041798"/>
            <a:ext cx="234360" cy="200055"/>
            <a:chOff x="1152270" y="11706839"/>
            <a:chExt cx="234360" cy="200055"/>
          </a:xfrm>
        </p:grpSpPr>
        <p:sp>
          <p:nvSpPr>
            <p:cNvPr id="632" name="모서리가 둥근 직사각형 6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35" name="직사각형 6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71" name="직사각형 170"/>
          <p:cNvSpPr/>
          <p:nvPr/>
        </p:nvSpPr>
        <p:spPr>
          <a:xfrm>
            <a:off x="2538636"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143" name="그룹 142"/>
          <p:cNvGrpSpPr/>
          <p:nvPr/>
        </p:nvGrpSpPr>
        <p:grpSpPr>
          <a:xfrm>
            <a:off x="1856656" y="4124675"/>
            <a:ext cx="234360" cy="200055"/>
            <a:chOff x="1152270" y="11706839"/>
            <a:chExt cx="234360" cy="200055"/>
          </a:xfrm>
        </p:grpSpPr>
        <p:sp>
          <p:nvSpPr>
            <p:cNvPr id="144" name="모서리가 둥근 직사각형 14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45" name="직사각형 14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146" name="직사각형 145"/>
          <p:cNvSpPr/>
          <p:nvPr/>
        </p:nvSpPr>
        <p:spPr>
          <a:xfrm>
            <a:off x="1963944" y="4126253"/>
            <a:ext cx="7409596" cy="227672"/>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169" name="그룹 168"/>
          <p:cNvGrpSpPr/>
          <p:nvPr/>
        </p:nvGrpSpPr>
        <p:grpSpPr>
          <a:xfrm>
            <a:off x="3046236" y="3284984"/>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49" name="그룹 148"/>
          <p:cNvGrpSpPr/>
          <p:nvPr/>
        </p:nvGrpSpPr>
        <p:grpSpPr>
          <a:xfrm>
            <a:off x="2029247" y="3007057"/>
            <a:ext cx="4597216" cy="215444"/>
            <a:chOff x="2029247" y="3007057"/>
            <a:chExt cx="4597216" cy="215444"/>
          </a:xfrm>
        </p:grpSpPr>
        <p:sp>
          <p:nvSpPr>
            <p:cNvPr id="215"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6" name="직사각형 215"/>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17"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8"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219" name="그룹 218"/>
          <p:cNvGrpSpPr/>
          <p:nvPr/>
        </p:nvGrpSpPr>
        <p:grpSpPr>
          <a:xfrm>
            <a:off x="626748" y="2104281"/>
            <a:ext cx="1245456" cy="3960440"/>
            <a:chOff x="626748" y="2104281"/>
            <a:chExt cx="1245456" cy="3960440"/>
          </a:xfrm>
        </p:grpSpPr>
        <p:grpSp>
          <p:nvGrpSpPr>
            <p:cNvPr id="220" name="그룹 219"/>
            <p:cNvGrpSpPr/>
            <p:nvPr/>
          </p:nvGrpSpPr>
          <p:grpSpPr>
            <a:xfrm>
              <a:off x="629956" y="3318264"/>
              <a:ext cx="1188000" cy="180000"/>
              <a:chOff x="666428" y="3785432"/>
              <a:chExt cx="1188000" cy="180000"/>
            </a:xfrm>
          </p:grpSpPr>
          <p:sp>
            <p:nvSpPr>
              <p:cNvPr id="286" name="모서리가 둥근 직사각형 28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8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3568824"/>
              <a:ext cx="1188000" cy="180000"/>
              <a:chOff x="666428" y="4310612"/>
              <a:chExt cx="1188000" cy="180000"/>
            </a:xfrm>
          </p:grpSpPr>
          <p:sp>
            <p:nvSpPr>
              <p:cNvPr id="284" name="모서리가 둥근 직사각형 28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85"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29955" y="3042501"/>
              <a:ext cx="1188000" cy="180000"/>
              <a:chOff x="666427" y="3266516"/>
              <a:chExt cx="1188000" cy="180000"/>
            </a:xfrm>
          </p:grpSpPr>
          <p:sp>
            <p:nvSpPr>
              <p:cNvPr id="282" name="모서리가 둥근 직사각형 28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29956" y="4106828"/>
              <a:ext cx="1188000" cy="180000"/>
              <a:chOff x="666428" y="4570824"/>
              <a:chExt cx="1188000" cy="180000"/>
            </a:xfrm>
          </p:grpSpPr>
          <p:sp>
            <p:nvSpPr>
              <p:cNvPr id="280" name="모서리가 둥근 직사각형 2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1"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5568923"/>
              <a:ext cx="1188000" cy="180000"/>
              <a:chOff x="666428" y="5096004"/>
              <a:chExt cx="1188000" cy="180000"/>
            </a:xfrm>
          </p:grpSpPr>
          <p:sp>
            <p:nvSpPr>
              <p:cNvPr id="278" name="모서리가 둥근 직사각형 27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79"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1150" y="4387873"/>
              <a:ext cx="1188000" cy="180000"/>
              <a:chOff x="666428" y="4570824"/>
              <a:chExt cx="1188000" cy="180000"/>
            </a:xfrm>
          </p:grpSpPr>
          <p:sp>
            <p:nvSpPr>
              <p:cNvPr id="274" name="모서리가 둥근 직사각형 27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75"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29956" y="4675443"/>
              <a:ext cx="1188000" cy="180000"/>
              <a:chOff x="666428" y="4310612"/>
              <a:chExt cx="1188000" cy="180000"/>
            </a:xfrm>
          </p:grpSpPr>
          <p:sp>
            <p:nvSpPr>
              <p:cNvPr id="272" name="모서리가 둥근 직사각형 27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73"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26748" y="2104281"/>
              <a:ext cx="1245456" cy="442923"/>
              <a:chOff x="468506" y="2320305"/>
              <a:chExt cx="1245456" cy="442923"/>
            </a:xfrm>
          </p:grpSpPr>
          <p:sp>
            <p:nvSpPr>
              <p:cNvPr id="269" name="직사각형 268"/>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1" name="TextBox 27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54" name="그룹 253"/>
            <p:cNvGrpSpPr/>
            <p:nvPr/>
          </p:nvGrpSpPr>
          <p:grpSpPr>
            <a:xfrm>
              <a:off x="632520" y="4975116"/>
              <a:ext cx="1188000" cy="180000"/>
              <a:chOff x="666428" y="4310612"/>
              <a:chExt cx="1188000" cy="180000"/>
            </a:xfrm>
          </p:grpSpPr>
          <p:sp>
            <p:nvSpPr>
              <p:cNvPr id="267" name="모서리가 둥근 직사각형 266"/>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나의학습현황</a:t>
                </a:r>
                <a:endParaRPr kumimoji="1" lang="ko-KR" altLang="en-US" sz="800" dirty="0">
                  <a:solidFill>
                    <a:schemeClr val="tx1">
                      <a:lumMod val="75000"/>
                      <a:lumOff val="25000"/>
                    </a:schemeClr>
                  </a:solidFill>
                  <a:latin typeface="+mn-ea"/>
                  <a:ea typeface="+mn-ea"/>
                  <a:cs typeface="Calibri" pitchFamily="34" charset="0"/>
                </a:endParaRPr>
              </a:p>
            </p:txBody>
          </p:sp>
          <p:pic>
            <p:nvPicPr>
              <p:cNvPr id="26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2752353"/>
              <a:ext cx="1188000" cy="180000"/>
              <a:chOff x="666427" y="3266516"/>
              <a:chExt cx="1188000" cy="180000"/>
            </a:xfrm>
          </p:grpSpPr>
          <p:sp>
            <p:nvSpPr>
              <p:cNvPr id="265" name="모서리가 둥근 직사각형 26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5257815"/>
              <a:ext cx="1188000" cy="180000"/>
              <a:chOff x="666428" y="4310612"/>
              <a:chExt cx="1188000" cy="180000"/>
            </a:xfrm>
          </p:grpSpPr>
          <p:sp>
            <p:nvSpPr>
              <p:cNvPr id="263" name="모서리가 둥근 직사각형 2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5884721"/>
              <a:ext cx="1188000" cy="180000"/>
              <a:chOff x="666428" y="4570824"/>
              <a:chExt cx="1188000" cy="180000"/>
            </a:xfrm>
          </p:grpSpPr>
          <p:sp>
            <p:nvSpPr>
              <p:cNvPr id="261" name="모서리가 둥근 직사각형 26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62"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3825064"/>
              <a:ext cx="1188000" cy="180000"/>
              <a:chOff x="666428" y="4310612"/>
              <a:chExt cx="1188000" cy="180000"/>
            </a:xfrm>
          </p:grpSpPr>
          <p:sp>
            <p:nvSpPr>
              <p:cNvPr id="259" name="모서리가 둥근 직사각형 25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60"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66" name="그룹 165"/>
          <p:cNvGrpSpPr/>
          <p:nvPr/>
        </p:nvGrpSpPr>
        <p:grpSpPr>
          <a:xfrm>
            <a:off x="507554" y="1602349"/>
            <a:ext cx="3075218" cy="252000"/>
            <a:chOff x="507554" y="1537742"/>
            <a:chExt cx="3075218" cy="252000"/>
          </a:xfrm>
        </p:grpSpPr>
        <p:pic>
          <p:nvPicPr>
            <p:cNvPr id="167"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8" name="그룹 167"/>
            <p:cNvGrpSpPr/>
            <p:nvPr/>
          </p:nvGrpSpPr>
          <p:grpSpPr>
            <a:xfrm>
              <a:off x="2288704" y="1581175"/>
              <a:ext cx="1294068" cy="166725"/>
              <a:chOff x="2288704" y="1581175"/>
              <a:chExt cx="1294068" cy="166725"/>
            </a:xfrm>
          </p:grpSpPr>
          <p:sp>
            <p:nvSpPr>
              <p:cNvPr id="170" name="직사각형 169"/>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72" name="직사각형 17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61" name="그룹 160"/>
          <p:cNvGrpSpPr/>
          <p:nvPr/>
        </p:nvGrpSpPr>
        <p:grpSpPr>
          <a:xfrm>
            <a:off x="624623" y="6165304"/>
            <a:ext cx="1188000" cy="180000"/>
            <a:chOff x="666428" y="3785432"/>
            <a:chExt cx="1188000" cy="180000"/>
          </a:xfrm>
        </p:grpSpPr>
        <p:sp>
          <p:nvSpPr>
            <p:cNvPr id="162" name="모서리가 둥근 직사각형 16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6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4" name="그룹 163"/>
          <p:cNvGrpSpPr/>
          <p:nvPr/>
        </p:nvGrpSpPr>
        <p:grpSpPr>
          <a:xfrm>
            <a:off x="610906" y="6407787"/>
            <a:ext cx="1188000" cy="180000"/>
            <a:chOff x="666428" y="5881828"/>
            <a:chExt cx="1188000" cy="180000"/>
          </a:xfrm>
        </p:grpSpPr>
        <p:sp>
          <p:nvSpPr>
            <p:cNvPr id="165" name="모서리가 둥근 직사각형 164"/>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173"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4264633667"/>
      </p:ext>
    </p:extLst>
  </p:cSld>
  <p:clrMapOvr>
    <a:masterClrMapping/>
  </p:clrMapOvr>
  <p:transition>
    <p:wipe dir="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나의학습현황</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933262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학습현황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학습현황 </a:t>
            </a:r>
            <a:r>
              <a:rPr lang="en-US" altLang="ko-KR" sz="800" spc="-60" dirty="0" smtClean="0">
                <a:latin typeface="+mn-ea"/>
                <a:ea typeface="+mn-ea"/>
              </a:rPr>
              <a:t>&gt; </a:t>
            </a:r>
            <a:r>
              <a:rPr lang="ko-KR" altLang="en-US" sz="800" spc="-60" dirty="0" smtClean="0">
                <a:latin typeface="+mn-ea"/>
                <a:ea typeface="+mn-ea"/>
              </a:rPr>
              <a:t>학습현</a:t>
            </a:r>
            <a:r>
              <a:rPr lang="ko-KR" altLang="en-US" sz="800" spc="-60" dirty="0">
                <a:latin typeface="+mn-ea"/>
                <a:ea typeface="+mn-ea"/>
              </a:rPr>
              <a:t>황</a:t>
            </a: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55</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466224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1244041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학습현황</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287390313"/>
              </p:ext>
            </p:extLst>
          </p:nvPr>
        </p:nvGraphicFramePr>
        <p:xfrm>
          <a:off x="9508554" y="1492213"/>
          <a:ext cx="1404156" cy="37266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학습현황</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KNOU_UI_C01020900_02</a:t>
            </a:r>
            <a:endParaRPr lang="ko-KR" altLang="en-US" sz="800" spc="-60" dirty="0">
              <a:latin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149" name="양쪽 모서리가 둥근 사각형 148"/>
          <p:cNvSpPr/>
          <p:nvPr/>
        </p:nvSpPr>
        <p:spPr>
          <a:xfrm>
            <a:off x="8621887" y="2663411"/>
            <a:ext cx="828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p>
        </p:txBody>
      </p:sp>
      <p:sp>
        <p:nvSpPr>
          <p:cNvPr id="215" name="TextBox 214"/>
          <p:cNvSpPr txBox="1"/>
          <p:nvPr/>
        </p:nvSpPr>
        <p:spPr>
          <a:xfrm>
            <a:off x="1871514" y="2629426"/>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293" name="모서리가 둥근 직사각형 292"/>
          <p:cNvSpPr/>
          <p:nvPr/>
        </p:nvSpPr>
        <p:spPr>
          <a:xfrm>
            <a:off x="8534350" y="1423020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99" name="그룹 298"/>
          <p:cNvGrpSpPr/>
          <p:nvPr/>
        </p:nvGrpSpPr>
        <p:grpSpPr>
          <a:xfrm>
            <a:off x="1967763" y="7485831"/>
            <a:ext cx="7489316" cy="3672408"/>
            <a:chOff x="723578" y="4869160"/>
            <a:chExt cx="8377039" cy="3672408"/>
          </a:xfrm>
        </p:grpSpPr>
        <p:grpSp>
          <p:nvGrpSpPr>
            <p:cNvPr id="300" name="그룹 299"/>
            <p:cNvGrpSpPr/>
            <p:nvPr/>
          </p:nvGrpSpPr>
          <p:grpSpPr>
            <a:xfrm>
              <a:off x="723578" y="4869160"/>
              <a:ext cx="8377039" cy="3672408"/>
              <a:chOff x="726805" y="3033536"/>
              <a:chExt cx="8377039" cy="3672408"/>
            </a:xfrm>
          </p:grpSpPr>
          <p:sp>
            <p:nvSpPr>
              <p:cNvPr id="317" name="직사각형 316"/>
              <p:cNvSpPr/>
              <p:nvPr/>
            </p:nvSpPr>
            <p:spPr>
              <a:xfrm>
                <a:off x="726805" y="3033536"/>
                <a:ext cx="8368994" cy="3672408"/>
              </a:xfrm>
              <a:prstGeom prst="rect">
                <a:avLst/>
              </a:prstGeom>
              <a:solidFill>
                <a:schemeClr val="accent4">
                  <a:lumMod val="20000"/>
                  <a:lumOff val="80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18" name="그룹 317"/>
              <p:cNvGrpSpPr/>
              <p:nvPr/>
            </p:nvGrpSpPr>
            <p:grpSpPr>
              <a:xfrm>
                <a:off x="736331" y="3122498"/>
                <a:ext cx="8367513" cy="254124"/>
                <a:chOff x="1254113" y="4211563"/>
                <a:chExt cx="8367513" cy="254124"/>
              </a:xfrm>
            </p:grpSpPr>
            <p:sp>
              <p:nvSpPr>
                <p:cNvPr id="319" name="직사각형 31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접속 현황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( 2026.06.01 ~ 2026.06.25)</a:t>
                  </a:r>
                </a:p>
              </p:txBody>
            </p:sp>
            <p:cxnSp>
              <p:nvCxnSpPr>
                <p:cNvPr id="320" name="직선 연결선 319"/>
                <p:cNvCxnSpPr/>
                <p:nvPr/>
              </p:nvCxnSpPr>
              <p:spPr>
                <a:xfrm>
                  <a:off x="1254113" y="4465687"/>
                  <a:ext cx="836751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pic>
          <p:nvPicPr>
            <p:cNvPr id="31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85680" y="5292734"/>
              <a:ext cx="8048695" cy="3176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26" name="그룹 325"/>
          <p:cNvGrpSpPr/>
          <p:nvPr/>
        </p:nvGrpSpPr>
        <p:grpSpPr>
          <a:xfrm>
            <a:off x="1968821" y="3033536"/>
            <a:ext cx="7479527" cy="1719545"/>
            <a:chOff x="726804" y="3033536"/>
            <a:chExt cx="7479527" cy="1719545"/>
          </a:xfrm>
        </p:grpSpPr>
        <p:sp>
          <p:nvSpPr>
            <p:cNvPr id="327" name="직사각형 326"/>
            <p:cNvSpPr/>
            <p:nvPr/>
          </p:nvSpPr>
          <p:spPr>
            <a:xfrm>
              <a:off x="726804" y="3033536"/>
              <a:ext cx="7470000" cy="1719545"/>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28" name="그룹 327"/>
            <p:cNvGrpSpPr/>
            <p:nvPr/>
          </p:nvGrpSpPr>
          <p:grpSpPr>
            <a:xfrm>
              <a:off x="736331" y="3122498"/>
              <a:ext cx="7470000" cy="254124"/>
              <a:chOff x="1254113" y="4211563"/>
              <a:chExt cx="7470000" cy="254124"/>
            </a:xfrm>
          </p:grpSpPr>
          <p:sp>
            <p:nvSpPr>
              <p:cNvPr id="329" name="직사각형 32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수강생 정보</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30" name="직선 연결선 329"/>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331" name="Group 37"/>
          <p:cNvGraphicFramePr>
            <a:graphicFrameLocks noGrp="1"/>
          </p:cNvGraphicFramePr>
          <p:nvPr>
            <p:extLst>
              <p:ext uri="{D42A27DB-BD31-4B8C-83A1-F6EECF244321}">
                <p14:modId xmlns:p14="http://schemas.microsoft.com/office/powerpoint/2010/main" val="1132652658"/>
              </p:ext>
            </p:extLst>
          </p:nvPr>
        </p:nvGraphicFramePr>
        <p:xfrm>
          <a:off x="2970145" y="3443091"/>
          <a:ext cx="5797150" cy="1285820"/>
        </p:xfrm>
        <a:graphic>
          <a:graphicData uri="http://schemas.openxmlformats.org/drawingml/2006/table">
            <a:tbl>
              <a:tblPr/>
              <a:tblGrid>
                <a:gridCol w="900605"/>
                <a:gridCol w="4896545"/>
              </a:tblGrid>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평생교육원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학위과정</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홍*동</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grpSp>
        <p:nvGrpSpPr>
          <p:cNvPr id="332" name="그룹 331"/>
          <p:cNvGrpSpPr/>
          <p:nvPr/>
        </p:nvGrpSpPr>
        <p:grpSpPr>
          <a:xfrm>
            <a:off x="2152084" y="3707587"/>
            <a:ext cx="720000" cy="720000"/>
            <a:chOff x="2887095" y="2655961"/>
            <a:chExt cx="720000" cy="720000"/>
          </a:xfrm>
        </p:grpSpPr>
        <p:sp>
          <p:nvSpPr>
            <p:cNvPr id="333" name="직사각형 332"/>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335" name="Picture 2"/>
            <p:cNvPicPr preferRelativeResize="0">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41" name="그룹 340"/>
          <p:cNvGrpSpPr/>
          <p:nvPr/>
        </p:nvGrpSpPr>
        <p:grpSpPr>
          <a:xfrm>
            <a:off x="1968821" y="4840585"/>
            <a:ext cx="7479527" cy="2556284"/>
            <a:chOff x="726804" y="3033536"/>
            <a:chExt cx="7479527" cy="2556284"/>
          </a:xfrm>
        </p:grpSpPr>
        <p:sp>
          <p:nvSpPr>
            <p:cNvPr id="342" name="직사각형 341"/>
            <p:cNvSpPr/>
            <p:nvPr/>
          </p:nvSpPr>
          <p:spPr>
            <a:xfrm>
              <a:off x="726804" y="3033536"/>
              <a:ext cx="7470000" cy="255628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43" name="그룹 342"/>
            <p:cNvGrpSpPr/>
            <p:nvPr/>
          </p:nvGrpSpPr>
          <p:grpSpPr>
            <a:xfrm>
              <a:off x="736331" y="3122498"/>
              <a:ext cx="7470000" cy="254124"/>
              <a:chOff x="1254113" y="4211563"/>
              <a:chExt cx="7470000" cy="254124"/>
            </a:xfrm>
          </p:grpSpPr>
          <p:sp>
            <p:nvSpPr>
              <p:cNvPr id="344" name="직사각형 343"/>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학습 현황</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45" name="직선 연결선 344"/>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46" name="직사각형 345"/>
          <p:cNvSpPr/>
          <p:nvPr/>
        </p:nvSpPr>
        <p:spPr>
          <a:xfrm>
            <a:off x="7955333" y="4920803"/>
            <a:ext cx="1543696" cy="217339"/>
          </a:xfrm>
          <a:prstGeom prst="rect">
            <a:avLst/>
          </a:prstGeom>
        </p:spPr>
        <p:txBody>
          <a:bodyPr wrap="square">
            <a:spAutoFit/>
          </a:bodyPr>
          <a:lstStyle/>
          <a:p>
            <a:r>
              <a:rPr lang="en-US" altLang="ko-KR" sz="800" b="1" dirty="0" smtClean="0">
                <a:solidFill>
                  <a:srgbClr val="0070C0"/>
                </a:solidFill>
                <a:latin typeface="+mn-ea"/>
                <a:ea typeface="+mn-ea"/>
              </a:rPr>
              <a:t>O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출석</a:t>
            </a:r>
            <a:r>
              <a:rPr lang="en-US" altLang="ko-KR" sz="800" b="1" dirty="0" smtClean="0">
                <a:solidFill>
                  <a:srgbClr val="0070C0"/>
                </a:solidFill>
                <a:latin typeface="+mn-ea"/>
                <a:ea typeface="+mn-ea"/>
              </a:rPr>
              <a:t>, </a:t>
            </a:r>
            <a:r>
              <a:rPr lang="ko-KR" altLang="en-US" sz="800" b="1" dirty="0" smtClean="0">
                <a:solidFill>
                  <a:srgbClr val="ED8013"/>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지각</a:t>
            </a:r>
            <a:r>
              <a:rPr lang="en-US" altLang="ko-KR" sz="800" b="1" dirty="0" smtClean="0">
                <a:solidFill>
                  <a:srgbClr val="ED8013"/>
                </a:solidFill>
                <a:latin typeface="+mn-ea"/>
                <a:ea typeface="+mn-ea"/>
              </a:rPr>
              <a:t>, </a:t>
            </a:r>
            <a:r>
              <a:rPr lang="en-US" altLang="ko-KR" sz="800" b="1" dirty="0" smtClean="0">
                <a:solidFill>
                  <a:srgbClr val="FF0000"/>
                </a:solidFill>
                <a:latin typeface="+mn-ea"/>
                <a:ea typeface="+mn-ea"/>
              </a:rPr>
              <a:t>X</a:t>
            </a:r>
            <a:r>
              <a:rPr lang="ko-KR" altLang="en-US" sz="800" b="1" dirty="0">
                <a:solidFill>
                  <a:srgbClr val="FF0000"/>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결석</a:t>
            </a:r>
            <a:endParaRPr lang="ko-KR" altLang="en-US" sz="800" dirty="0">
              <a:solidFill>
                <a:schemeClr val="tx1">
                  <a:lumMod val="75000"/>
                  <a:lumOff val="25000"/>
                </a:schemeClr>
              </a:solidFill>
              <a:latin typeface="+mn-ea"/>
              <a:ea typeface="+mn-ea"/>
            </a:endParaRPr>
          </a:p>
        </p:txBody>
      </p:sp>
      <p:graphicFrame>
        <p:nvGraphicFramePr>
          <p:cNvPr id="347" name="표 346"/>
          <p:cNvGraphicFramePr>
            <a:graphicFrameLocks noGrp="1"/>
          </p:cNvGraphicFramePr>
          <p:nvPr>
            <p:extLst>
              <p:ext uri="{D42A27DB-BD31-4B8C-83A1-F6EECF244321}">
                <p14:modId xmlns:p14="http://schemas.microsoft.com/office/powerpoint/2010/main" val="2600761659"/>
              </p:ext>
            </p:extLst>
          </p:nvPr>
        </p:nvGraphicFramePr>
        <p:xfrm>
          <a:off x="2026151" y="5560665"/>
          <a:ext cx="7363307" cy="462908"/>
        </p:xfrm>
        <a:graphic>
          <a:graphicData uri="http://schemas.openxmlformats.org/drawingml/2006/table">
            <a:tbl>
              <a:tblPr firstRow="1" bandRow="1">
                <a:tableStyleId>{5C22544A-7EE6-4342-B048-85BDC9FD1C3A}</a:tableStyleId>
              </a:tblPr>
              <a:tblGrid>
                <a:gridCol w="918060"/>
                <a:gridCol w="364826"/>
                <a:gridCol w="364826"/>
                <a:gridCol w="364826"/>
                <a:gridCol w="364826"/>
                <a:gridCol w="364826"/>
                <a:gridCol w="364826"/>
                <a:gridCol w="364826"/>
                <a:gridCol w="364826"/>
                <a:gridCol w="364826"/>
                <a:gridCol w="364826"/>
                <a:gridCol w="364826"/>
                <a:gridCol w="364826"/>
                <a:gridCol w="364826"/>
                <a:gridCol w="364826"/>
                <a:gridCol w="364826"/>
                <a:gridCol w="972857"/>
              </a:tblGrid>
              <a:tr h="231454">
                <a:tc rowSpan="2">
                  <a:txBody>
                    <a:bodyPr/>
                    <a:lstStyle/>
                    <a:p>
                      <a:pPr algn="ctr" latinLnBrk="1"/>
                      <a:r>
                        <a:rPr lang="ko-KR" altLang="en-US" sz="800" b="1" dirty="0" smtClean="0">
                          <a:solidFill>
                            <a:schemeClr val="tx1">
                              <a:lumMod val="75000"/>
                              <a:lumOff val="25000"/>
                            </a:schemeClr>
                          </a:solidFill>
                          <a:latin typeface="+mn-ea"/>
                          <a:ea typeface="+mn-ea"/>
                        </a:rPr>
                        <a:t>주차</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5</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6</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7</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8</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9</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10</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11</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15</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출석</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지각</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결석</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X</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1" dirty="0" smtClean="0">
                          <a:solidFill>
                            <a:srgbClr val="ED8013"/>
                          </a:solidFill>
                          <a:latin typeface="+mn-ea"/>
                          <a:ea typeface="+mn-ea"/>
                        </a:rPr>
                        <a:t>△</a:t>
                      </a:r>
                      <a:endParaRPr lang="ko-KR" altLang="en-US" sz="800" b="1" dirty="0">
                        <a:solidFill>
                          <a:srgbClr val="ED8013"/>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rgbClr val="0070C0"/>
                          </a:solidFill>
                          <a:latin typeface="+mn-ea"/>
                          <a:ea typeface="+mn-ea"/>
                        </a:rPr>
                        <a:t>-</a:t>
                      </a:r>
                      <a:endParaRPr lang="ko-KR" altLang="en-US" sz="800" b="1" dirty="0" smtClean="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aphicFrame>
        <p:nvGraphicFramePr>
          <p:cNvPr id="348" name="표 347"/>
          <p:cNvGraphicFramePr>
            <a:graphicFrameLocks noGrp="1"/>
          </p:cNvGraphicFramePr>
          <p:nvPr>
            <p:extLst>
              <p:ext uri="{D42A27DB-BD31-4B8C-83A1-F6EECF244321}">
                <p14:modId xmlns:p14="http://schemas.microsoft.com/office/powerpoint/2010/main" val="1943162093"/>
              </p:ext>
            </p:extLst>
          </p:nvPr>
        </p:nvGraphicFramePr>
        <p:xfrm>
          <a:off x="2028246" y="6079579"/>
          <a:ext cx="7352618" cy="566734"/>
        </p:xfrm>
        <a:graphic>
          <a:graphicData uri="http://schemas.openxmlformats.org/drawingml/2006/table">
            <a:tbl>
              <a:tblPr firstRow="1" bandRow="1">
                <a:tableStyleId>{5C22544A-7EE6-4342-B048-85BDC9FD1C3A}</a:tableStyleId>
              </a:tblPr>
              <a:tblGrid>
                <a:gridCol w="887168"/>
                <a:gridCol w="1077575"/>
                <a:gridCol w="1077575"/>
                <a:gridCol w="1077575"/>
                <a:gridCol w="1077575"/>
                <a:gridCol w="1077575"/>
                <a:gridCol w="1077575"/>
              </a:tblGrid>
              <a:tr h="231454">
                <a:tc rowSpan="2">
                  <a:txBody>
                    <a:bodyPr/>
                    <a:lstStyle/>
                    <a:p>
                      <a:pPr algn="ctr" latinLnBrk="1"/>
                      <a:r>
                        <a:rPr lang="ko-KR" altLang="en-US" sz="800" b="1" dirty="0" smtClean="0">
                          <a:solidFill>
                            <a:schemeClr val="tx1">
                              <a:lumMod val="75000"/>
                              <a:lumOff val="25000"/>
                            </a:schemeClr>
                          </a:solidFill>
                          <a:latin typeface="+mn-ea"/>
                          <a:ea typeface="+mn-ea"/>
                        </a:rPr>
                        <a:t>학습요소</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0" dirty="0" smtClean="0">
                          <a:solidFill>
                            <a:schemeClr val="tx1">
                              <a:lumMod val="75000"/>
                              <a:lumOff val="25000"/>
                            </a:schemeClr>
                          </a:solidFill>
                          <a:latin typeface="+mn-ea"/>
                          <a:ea typeface="+mn-ea"/>
                        </a:rPr>
                        <a:t>Q&amp;A</a:t>
                      </a: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답변</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등록</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토론방</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댓글수</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과제</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퀴즈</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설문</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349" name="직사각형 348"/>
          <p:cNvSpPr/>
          <p:nvPr/>
        </p:nvSpPr>
        <p:spPr>
          <a:xfrm>
            <a:off x="1944705" y="5273792"/>
            <a:ext cx="2193229"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학번 </a:t>
            </a:r>
            <a:r>
              <a:rPr lang="en-US" altLang="ko-KR" sz="800" dirty="0" smtClean="0">
                <a:solidFill>
                  <a:schemeClr val="tx1">
                    <a:lumMod val="75000"/>
                    <a:lumOff val="25000"/>
                  </a:schemeClr>
                </a:solidFill>
                <a:latin typeface="+mn-ea"/>
                <a:ea typeface="+mn-ea"/>
              </a:rPr>
              <a:t>90***82 / </a:t>
            </a:r>
            <a:r>
              <a:rPr lang="ko-KR" altLang="en-US" sz="800" dirty="0" err="1" smtClean="0">
                <a:solidFill>
                  <a:schemeClr val="tx1">
                    <a:lumMod val="75000"/>
                    <a:lumOff val="25000"/>
                  </a:schemeClr>
                </a:solidFill>
                <a:latin typeface="+mn-ea"/>
                <a:ea typeface="+mn-ea"/>
              </a:rPr>
              <a:t>입학년도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a:t>
            </a:r>
            <a:r>
              <a:rPr lang="ko-KR" altLang="en-US" sz="800" dirty="0" smtClean="0">
                <a:solidFill>
                  <a:schemeClr val="tx1">
                    <a:lumMod val="75000"/>
                    <a:lumOff val="25000"/>
                  </a:schemeClr>
                </a:solidFill>
                <a:latin typeface="+mn-ea"/>
                <a:ea typeface="+mn-ea"/>
              </a:rPr>
              <a:t>년 </a:t>
            </a:r>
            <a:r>
              <a:rPr lang="en-US" altLang="ko-KR" sz="800" dirty="0" smtClean="0">
                <a:solidFill>
                  <a:schemeClr val="tx1">
                    <a:lumMod val="75000"/>
                    <a:lumOff val="25000"/>
                  </a:schemeClr>
                </a:solidFill>
                <a:latin typeface="+mn-ea"/>
                <a:ea typeface="+mn-ea"/>
              </a:rPr>
              <a:t>/ 3</a:t>
            </a:r>
            <a:r>
              <a:rPr lang="ko-KR" altLang="en-US" sz="800" dirty="0" smtClean="0">
                <a:solidFill>
                  <a:schemeClr val="tx1">
                    <a:lumMod val="75000"/>
                    <a:lumOff val="25000"/>
                  </a:schemeClr>
                </a:solidFill>
                <a:latin typeface="+mn-ea"/>
                <a:ea typeface="+mn-ea"/>
              </a:rPr>
              <a:t>학년</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aphicFrame>
        <p:nvGraphicFramePr>
          <p:cNvPr id="350" name="표 349"/>
          <p:cNvGraphicFramePr>
            <a:graphicFrameLocks noGrp="1"/>
          </p:cNvGraphicFramePr>
          <p:nvPr>
            <p:extLst>
              <p:ext uri="{D42A27DB-BD31-4B8C-83A1-F6EECF244321}">
                <p14:modId xmlns:p14="http://schemas.microsoft.com/office/powerpoint/2010/main" val="3966243393"/>
              </p:ext>
            </p:extLst>
          </p:nvPr>
        </p:nvGraphicFramePr>
        <p:xfrm>
          <a:off x="2028246" y="6700977"/>
          <a:ext cx="7352615" cy="566734"/>
        </p:xfrm>
        <a:graphic>
          <a:graphicData uri="http://schemas.openxmlformats.org/drawingml/2006/table">
            <a:tbl>
              <a:tblPr firstRow="1" bandRow="1">
                <a:tableStyleId>{5C22544A-7EE6-4342-B048-85BDC9FD1C3A}</a:tableStyleId>
              </a:tblPr>
              <a:tblGrid>
                <a:gridCol w="914315"/>
                <a:gridCol w="1073050"/>
                <a:gridCol w="1073050"/>
                <a:gridCol w="1073050"/>
                <a:gridCol w="1073050"/>
                <a:gridCol w="1073050"/>
                <a:gridCol w="1073050"/>
              </a:tblGrid>
              <a:tr h="231454">
                <a:tc rowSpan="2">
                  <a:txBody>
                    <a:bodyPr/>
                    <a:lstStyle/>
                    <a:p>
                      <a:pPr algn="ctr" latinLnBrk="1"/>
                      <a:r>
                        <a:rPr lang="ko-KR" altLang="en-US" sz="800" b="1" dirty="0" smtClean="0">
                          <a:solidFill>
                            <a:schemeClr val="tx1">
                              <a:lumMod val="75000"/>
                              <a:lumOff val="25000"/>
                            </a:schemeClr>
                          </a:solidFill>
                          <a:latin typeface="+mn-ea"/>
                          <a:ea typeface="+mn-ea"/>
                        </a:rPr>
                        <a:t>중간</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기말</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42</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351" name="그룹 350"/>
          <p:cNvGrpSpPr/>
          <p:nvPr/>
        </p:nvGrpSpPr>
        <p:grpSpPr>
          <a:xfrm>
            <a:off x="8589424" y="5822238"/>
            <a:ext cx="621573" cy="182096"/>
            <a:chOff x="9777536" y="7387344"/>
            <a:chExt cx="621573" cy="182096"/>
          </a:xfrm>
        </p:grpSpPr>
        <p:sp>
          <p:nvSpPr>
            <p:cNvPr id="352" name="타원 351"/>
            <p:cNvSpPr/>
            <p:nvPr/>
          </p:nvSpPr>
          <p:spPr>
            <a:xfrm>
              <a:off x="9777536" y="7389440"/>
              <a:ext cx="180000" cy="180000"/>
            </a:xfrm>
            <a:prstGeom prst="ellipse">
              <a:avLst/>
            </a:prstGeom>
            <a:solidFill>
              <a:srgbClr val="0070C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4</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53" name="타원 352"/>
            <p:cNvSpPr/>
            <p:nvPr/>
          </p:nvSpPr>
          <p:spPr>
            <a:xfrm>
              <a:off x="10003105" y="7389440"/>
              <a:ext cx="180000" cy="180000"/>
            </a:xfrm>
            <a:prstGeom prst="ellipse">
              <a:avLst/>
            </a:prstGeom>
            <a:solidFill>
              <a:srgbClr val="ED8013"/>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54" name="타원 353"/>
            <p:cNvSpPr/>
            <p:nvPr/>
          </p:nvSpPr>
          <p:spPr>
            <a:xfrm>
              <a:off x="10219109" y="7387344"/>
              <a:ext cx="180000" cy="180000"/>
            </a:xfrm>
            <a:prstGeom prst="ellipse">
              <a:avLst/>
            </a:prstGeom>
            <a:solidFill>
              <a:srgbClr val="FF0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pSp>
      <p:grpSp>
        <p:nvGrpSpPr>
          <p:cNvPr id="356" name="그룹 355"/>
          <p:cNvGrpSpPr/>
          <p:nvPr/>
        </p:nvGrpSpPr>
        <p:grpSpPr>
          <a:xfrm>
            <a:off x="1959296" y="11249296"/>
            <a:ext cx="7479527" cy="2836888"/>
            <a:chOff x="726804" y="3033535"/>
            <a:chExt cx="7479527" cy="2836888"/>
          </a:xfrm>
        </p:grpSpPr>
        <p:sp>
          <p:nvSpPr>
            <p:cNvPr id="384" name="직사각형 383"/>
            <p:cNvSpPr/>
            <p:nvPr/>
          </p:nvSpPr>
          <p:spPr>
            <a:xfrm>
              <a:off x="726804" y="3033535"/>
              <a:ext cx="7470000" cy="283688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85" name="그룹 384"/>
            <p:cNvGrpSpPr/>
            <p:nvPr/>
          </p:nvGrpSpPr>
          <p:grpSpPr>
            <a:xfrm>
              <a:off x="736331" y="3122498"/>
              <a:ext cx="7470000" cy="254124"/>
              <a:chOff x="1254113" y="4211563"/>
              <a:chExt cx="7470000" cy="254124"/>
            </a:xfrm>
          </p:grpSpPr>
          <p:sp>
            <p:nvSpPr>
              <p:cNvPr id="386" name="직사각형 385"/>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활동기록</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87" name="직선 연결선 386"/>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357" name="그룹 356"/>
          <p:cNvGrpSpPr/>
          <p:nvPr/>
        </p:nvGrpSpPr>
        <p:grpSpPr>
          <a:xfrm>
            <a:off x="2050355" y="11702969"/>
            <a:ext cx="2010388" cy="194400"/>
            <a:chOff x="6363052" y="391134"/>
            <a:chExt cx="2010388" cy="194400"/>
          </a:xfrm>
        </p:grpSpPr>
        <p:sp>
          <p:nvSpPr>
            <p:cNvPr id="382" name="직사각형 381"/>
            <p:cNvSpPr/>
            <p:nvPr/>
          </p:nvSpPr>
          <p:spPr>
            <a:xfrm>
              <a:off x="6363052" y="395519"/>
              <a:ext cx="1800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이름</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학번</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학과 입력</a:t>
              </a:r>
              <a:endParaRPr lang="en-US" altLang="ko-KR" sz="800" dirty="0">
                <a:solidFill>
                  <a:schemeClr val="tx1">
                    <a:lumMod val="50000"/>
                    <a:lumOff val="50000"/>
                  </a:schemeClr>
                </a:solidFill>
                <a:latin typeface="+mn-ea"/>
              </a:endParaRPr>
            </a:p>
          </p:txBody>
        </p:sp>
        <p:pic>
          <p:nvPicPr>
            <p:cNvPr id="383" name="Picture 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160525" y="391134"/>
              <a:ext cx="212915" cy="194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58" name="Rectangle 122"/>
          <p:cNvSpPr>
            <a:spLocks noChangeArrowheads="1"/>
          </p:cNvSpPr>
          <p:nvPr/>
        </p:nvSpPr>
        <p:spPr bwMode="auto">
          <a:xfrm>
            <a:off x="8949488" y="11700873"/>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359" name="그룹 358"/>
          <p:cNvGrpSpPr/>
          <p:nvPr/>
        </p:nvGrpSpPr>
        <p:grpSpPr>
          <a:xfrm>
            <a:off x="2040830" y="11969377"/>
            <a:ext cx="7272000" cy="259457"/>
            <a:chOff x="803015" y="9369660"/>
            <a:chExt cx="6883200" cy="259457"/>
          </a:xfrm>
        </p:grpSpPr>
        <p:cxnSp>
          <p:nvCxnSpPr>
            <p:cNvPr id="379" name="직선 연결선 378"/>
            <p:cNvCxnSpPr/>
            <p:nvPr/>
          </p:nvCxnSpPr>
          <p:spPr>
            <a:xfrm>
              <a:off x="803015" y="9369660"/>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0" name="직사각형 379"/>
            <p:cNvSpPr/>
            <p:nvPr/>
          </p:nvSpPr>
          <p:spPr>
            <a:xfrm>
              <a:off x="803015" y="9386614"/>
              <a:ext cx="6883200" cy="240407"/>
            </a:xfrm>
            <a:prstGeom prst="rect">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No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일시                                           활동 내용                               접근 장비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IP</a:t>
              </a:r>
            </a:p>
          </p:txBody>
        </p:sp>
        <p:cxnSp>
          <p:nvCxnSpPr>
            <p:cNvPr id="381" name="직선 연결선 380"/>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0" name="그룹 359"/>
          <p:cNvGrpSpPr/>
          <p:nvPr/>
        </p:nvGrpSpPr>
        <p:grpSpPr>
          <a:xfrm>
            <a:off x="2050355" y="12266934"/>
            <a:ext cx="7272000" cy="242503"/>
            <a:chOff x="803015" y="9386614"/>
            <a:chExt cx="6883200" cy="242503"/>
          </a:xfrm>
        </p:grpSpPr>
        <p:sp>
          <p:nvSpPr>
            <p:cNvPr id="376" name="직사각형 375"/>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5        2026.02.18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78" name="직선 연결선 377"/>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1" name="그룹 360"/>
          <p:cNvGrpSpPr/>
          <p:nvPr/>
        </p:nvGrpSpPr>
        <p:grpSpPr>
          <a:xfrm>
            <a:off x="2050355" y="12545441"/>
            <a:ext cx="7272000" cy="242503"/>
            <a:chOff x="803015" y="9386614"/>
            <a:chExt cx="6883200" cy="242503"/>
          </a:xfrm>
        </p:grpSpPr>
        <p:sp>
          <p:nvSpPr>
            <p:cNvPr id="372" name="직사각형 371"/>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4        2026.03.18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과제 제출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75" name="직선 연결선 374"/>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2" name="그룹 361"/>
          <p:cNvGrpSpPr/>
          <p:nvPr/>
        </p:nvGrpSpPr>
        <p:grpSpPr>
          <a:xfrm>
            <a:off x="2050355" y="12842998"/>
            <a:ext cx="7272000" cy="242503"/>
            <a:chOff x="803015" y="9386614"/>
            <a:chExt cx="6883200" cy="242503"/>
          </a:xfrm>
        </p:grpSpPr>
        <p:sp>
          <p:nvSpPr>
            <p:cNvPr id="370" name="직사각형 369"/>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3        2026.04.18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토론 참여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71" name="직선 연결선 370"/>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3" name="그룹 362"/>
          <p:cNvGrpSpPr/>
          <p:nvPr/>
        </p:nvGrpSpPr>
        <p:grpSpPr>
          <a:xfrm>
            <a:off x="2050355" y="13131030"/>
            <a:ext cx="7272000" cy="242503"/>
            <a:chOff x="803015" y="9386614"/>
            <a:chExt cx="6883200" cy="242503"/>
          </a:xfrm>
        </p:grpSpPr>
        <p:sp>
          <p:nvSpPr>
            <p:cNvPr id="368" name="직사각형 367"/>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        2026.05.18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69" name="직선 연결선 368"/>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4" name="그룹 363"/>
          <p:cNvGrpSpPr/>
          <p:nvPr/>
        </p:nvGrpSpPr>
        <p:grpSpPr>
          <a:xfrm>
            <a:off x="2050355" y="13402108"/>
            <a:ext cx="7272000" cy="242503"/>
            <a:chOff x="803015" y="9386614"/>
            <a:chExt cx="6883200" cy="242503"/>
          </a:xfrm>
        </p:grpSpPr>
        <p:sp>
          <p:nvSpPr>
            <p:cNvPr id="366" name="직사각형 365"/>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1        2026.06.13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67" name="직선 연결선 366"/>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5" name="Rectangle 122"/>
          <p:cNvSpPr>
            <a:spLocks noChangeArrowheads="1"/>
          </p:cNvSpPr>
          <p:nvPr/>
        </p:nvSpPr>
        <p:spPr bwMode="auto">
          <a:xfrm>
            <a:off x="7977436" y="11708148"/>
            <a:ext cx="900000" cy="172800"/>
          </a:xfrm>
          <a:prstGeom prst="rect">
            <a:avLst/>
          </a:prstGeom>
          <a:solidFill>
            <a:schemeClr val="bg1"/>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엑셀 다운로드</a:t>
            </a:r>
            <a:endParaRPr lang="ko-KR" altLang="en-US" sz="800" kern="0" dirty="0">
              <a:solidFill>
                <a:schemeClr val="tx1">
                  <a:lumMod val="75000"/>
                  <a:lumOff val="25000"/>
                </a:schemeClr>
              </a:solidFill>
              <a:latin typeface="+mn-ea"/>
              <a:ea typeface="+mn-ea"/>
            </a:endParaRPr>
          </a:p>
        </p:txBody>
      </p:sp>
      <p:grpSp>
        <p:nvGrpSpPr>
          <p:cNvPr id="392" name="그룹 74"/>
          <p:cNvGrpSpPr>
            <a:grpSpLocks/>
          </p:cNvGrpSpPr>
          <p:nvPr/>
        </p:nvGrpSpPr>
        <p:grpSpPr bwMode="auto">
          <a:xfrm>
            <a:off x="4858228" y="13726144"/>
            <a:ext cx="1678948" cy="215444"/>
            <a:chOff x="5843761" y="3953547"/>
            <a:chExt cx="1769478" cy="256728"/>
          </a:xfrm>
        </p:grpSpPr>
        <p:sp>
          <p:nvSpPr>
            <p:cNvPr id="393"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394" name="그룹 86"/>
            <p:cNvGrpSpPr>
              <a:grpSpLocks/>
            </p:cNvGrpSpPr>
            <p:nvPr/>
          </p:nvGrpSpPr>
          <p:grpSpPr bwMode="auto">
            <a:xfrm>
              <a:off x="5889794" y="3953547"/>
              <a:ext cx="1723445" cy="256728"/>
              <a:chOff x="5889794" y="3953547"/>
              <a:chExt cx="1723445" cy="256728"/>
            </a:xfrm>
          </p:grpSpPr>
          <p:sp>
            <p:nvSpPr>
              <p:cNvPr id="395"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1"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40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93" name="그룹 192"/>
          <p:cNvGrpSpPr/>
          <p:nvPr/>
        </p:nvGrpSpPr>
        <p:grpSpPr>
          <a:xfrm>
            <a:off x="626748" y="2104281"/>
            <a:ext cx="1245456" cy="3960440"/>
            <a:chOff x="626748" y="2104281"/>
            <a:chExt cx="1245456" cy="3960440"/>
          </a:xfrm>
        </p:grpSpPr>
        <p:grpSp>
          <p:nvGrpSpPr>
            <p:cNvPr id="213" name="그룹 212"/>
            <p:cNvGrpSpPr/>
            <p:nvPr/>
          </p:nvGrpSpPr>
          <p:grpSpPr>
            <a:xfrm>
              <a:off x="629956" y="3318264"/>
              <a:ext cx="1188000" cy="180000"/>
              <a:chOff x="666428" y="3785432"/>
              <a:chExt cx="1188000" cy="180000"/>
            </a:xfrm>
          </p:grpSpPr>
          <p:sp>
            <p:nvSpPr>
              <p:cNvPr id="272" name="모서리가 둥근 직사각형 27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29956" y="3568824"/>
              <a:ext cx="1188000" cy="180000"/>
              <a:chOff x="666428" y="4310612"/>
              <a:chExt cx="1188000" cy="180000"/>
            </a:xfrm>
          </p:grpSpPr>
          <p:sp>
            <p:nvSpPr>
              <p:cNvPr id="270" name="모서리가 둥근 직사각형 26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71"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29955" y="3042501"/>
              <a:ext cx="1188000" cy="180000"/>
              <a:chOff x="666427" y="3266516"/>
              <a:chExt cx="1188000" cy="180000"/>
            </a:xfrm>
          </p:grpSpPr>
          <p:sp>
            <p:nvSpPr>
              <p:cNvPr id="268" name="모서리가 둥근 직사각형 26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6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4106828"/>
              <a:ext cx="1188000" cy="180000"/>
              <a:chOff x="666428" y="4570824"/>
              <a:chExt cx="1188000" cy="180000"/>
            </a:xfrm>
          </p:grpSpPr>
          <p:sp>
            <p:nvSpPr>
              <p:cNvPr id="266" name="모서리가 둥근 직사각형 26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67"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6" y="5568923"/>
              <a:ext cx="1188000" cy="180000"/>
              <a:chOff x="666428" y="5096004"/>
              <a:chExt cx="1188000" cy="180000"/>
            </a:xfrm>
          </p:grpSpPr>
          <p:sp>
            <p:nvSpPr>
              <p:cNvPr id="264" name="모서리가 둥근 직사각형 263"/>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65"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31150" y="4387873"/>
              <a:ext cx="1188000" cy="180000"/>
              <a:chOff x="666428" y="4570824"/>
              <a:chExt cx="1188000" cy="180000"/>
            </a:xfrm>
          </p:grpSpPr>
          <p:sp>
            <p:nvSpPr>
              <p:cNvPr id="260" name="모서리가 둥근 직사각형 25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6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4675443"/>
              <a:ext cx="1188000" cy="180000"/>
              <a:chOff x="666428" y="4310612"/>
              <a:chExt cx="1188000" cy="180000"/>
            </a:xfrm>
          </p:grpSpPr>
          <p:sp>
            <p:nvSpPr>
              <p:cNvPr id="258" name="모서리가 둥근 직사각형 2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26748" y="2104281"/>
              <a:ext cx="1245456" cy="442923"/>
              <a:chOff x="468506" y="2320305"/>
              <a:chExt cx="1245456" cy="442923"/>
            </a:xfrm>
          </p:grpSpPr>
          <p:sp>
            <p:nvSpPr>
              <p:cNvPr id="255" name="직사각형 254"/>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56"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7" name="TextBox 256"/>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24" name="그룹 223"/>
            <p:cNvGrpSpPr/>
            <p:nvPr/>
          </p:nvGrpSpPr>
          <p:grpSpPr>
            <a:xfrm>
              <a:off x="632520" y="4975116"/>
              <a:ext cx="1188000" cy="180000"/>
              <a:chOff x="666428" y="4310612"/>
              <a:chExt cx="1188000" cy="180000"/>
            </a:xfrm>
          </p:grpSpPr>
          <p:sp>
            <p:nvSpPr>
              <p:cNvPr id="253" name="모서리가 둥근 직사각형 252"/>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나의학습현황</a:t>
                </a:r>
                <a:endParaRPr kumimoji="1" lang="ko-KR" altLang="en-US" sz="800" dirty="0">
                  <a:solidFill>
                    <a:schemeClr val="tx1">
                      <a:lumMod val="75000"/>
                      <a:lumOff val="25000"/>
                    </a:schemeClr>
                  </a:solidFill>
                  <a:latin typeface="+mn-ea"/>
                  <a:ea typeface="+mn-ea"/>
                  <a:cs typeface="Calibri" pitchFamily="34" charset="0"/>
                </a:endParaRPr>
              </a:p>
            </p:txBody>
          </p:sp>
          <p:pic>
            <p:nvPicPr>
              <p:cNvPr id="25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2752353"/>
              <a:ext cx="1188000" cy="180000"/>
              <a:chOff x="666427" y="3266516"/>
              <a:chExt cx="1188000" cy="180000"/>
            </a:xfrm>
          </p:grpSpPr>
          <p:sp>
            <p:nvSpPr>
              <p:cNvPr id="251" name="모서리가 둥근 직사각형 25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5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5257815"/>
              <a:ext cx="1188000" cy="180000"/>
              <a:chOff x="666428" y="4310612"/>
              <a:chExt cx="1188000" cy="180000"/>
            </a:xfrm>
          </p:grpSpPr>
          <p:sp>
            <p:nvSpPr>
              <p:cNvPr id="247" name="모서리가 둥근 직사각형 2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4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2520" y="5884721"/>
              <a:ext cx="1188000" cy="180000"/>
              <a:chOff x="666428" y="4570824"/>
              <a:chExt cx="1188000" cy="180000"/>
            </a:xfrm>
          </p:grpSpPr>
          <p:sp>
            <p:nvSpPr>
              <p:cNvPr id="244" name="모서리가 둥근 직사각형 24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46"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32520" y="3825064"/>
              <a:ext cx="1188000" cy="180000"/>
              <a:chOff x="666428" y="4310612"/>
              <a:chExt cx="1188000" cy="180000"/>
            </a:xfrm>
          </p:grpSpPr>
          <p:sp>
            <p:nvSpPr>
              <p:cNvPr id="236" name="모서리가 둥근 직사각형 23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3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23" name="그룹 222"/>
          <p:cNvGrpSpPr/>
          <p:nvPr/>
        </p:nvGrpSpPr>
        <p:grpSpPr>
          <a:xfrm>
            <a:off x="507554" y="1602349"/>
            <a:ext cx="3075218" cy="252000"/>
            <a:chOff x="507554" y="1537742"/>
            <a:chExt cx="3075218" cy="252000"/>
          </a:xfrm>
        </p:grpSpPr>
        <p:pic>
          <p:nvPicPr>
            <p:cNvPr id="238"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0" name="그룹 239"/>
            <p:cNvGrpSpPr/>
            <p:nvPr/>
          </p:nvGrpSpPr>
          <p:grpSpPr>
            <a:xfrm>
              <a:off x="2288704" y="1581175"/>
              <a:ext cx="1294068" cy="166725"/>
              <a:chOff x="2288704" y="1581175"/>
              <a:chExt cx="1294068" cy="166725"/>
            </a:xfrm>
          </p:grpSpPr>
          <p:sp>
            <p:nvSpPr>
              <p:cNvPr id="241" name="직사각형 24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74" name="직사각형 27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75" name="그룹 274"/>
          <p:cNvGrpSpPr/>
          <p:nvPr/>
        </p:nvGrpSpPr>
        <p:grpSpPr>
          <a:xfrm>
            <a:off x="624623" y="6165304"/>
            <a:ext cx="1188000" cy="180000"/>
            <a:chOff x="666428" y="3785432"/>
            <a:chExt cx="1188000" cy="180000"/>
          </a:xfrm>
        </p:grpSpPr>
        <p:sp>
          <p:nvSpPr>
            <p:cNvPr id="276" name="모서리가 둥근 직사각형 27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7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8" name="그룹 277"/>
          <p:cNvGrpSpPr/>
          <p:nvPr/>
        </p:nvGrpSpPr>
        <p:grpSpPr>
          <a:xfrm>
            <a:off x="610906" y="6407787"/>
            <a:ext cx="1188000" cy="180000"/>
            <a:chOff x="666428" y="5881828"/>
            <a:chExt cx="1188000" cy="180000"/>
          </a:xfrm>
        </p:grpSpPr>
        <p:sp>
          <p:nvSpPr>
            <p:cNvPr id="279" name="모서리가 둥근 직사각형 27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80"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921159537"/>
      </p:ext>
    </p:extLst>
  </p:cSld>
  <p:clrMapOvr>
    <a:masterClrMapping/>
  </p:clrMapOvr>
  <p:transition>
    <p:wipe dir="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 name="Group 175"/>
          <p:cNvGraphicFramePr>
            <a:graphicFrameLocks noGrp="1"/>
          </p:cNvGraphicFramePr>
          <p:nvPr>
            <p:extLst>
              <p:ext uri="{D42A27DB-BD31-4B8C-83A1-F6EECF244321}">
                <p14:modId xmlns:p14="http://schemas.microsoft.com/office/powerpoint/2010/main" val="1378924148"/>
              </p:ext>
            </p:extLst>
          </p:nvPr>
        </p:nvGraphicFramePr>
        <p:xfrm>
          <a:off x="9499029" y="2492896"/>
          <a:ext cx="1404156" cy="58434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학생의 해당 주차의 학습현황 상세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출결관리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메시지보내기 레이어 팝업</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주차 선택</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해당 주차 학습기록 정보</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펼침</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접힘</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lt"/>
                          <a:ea typeface="+mn-ea"/>
                          <a:cs typeface="+mn-cs"/>
                        </a:rPr>
                        <a:t>3</a:t>
                      </a:r>
                      <a:r>
                        <a:rPr lang="ko-KR" altLang="en-US" sz="800" kern="1200" dirty="0" smtClean="0">
                          <a:solidFill>
                            <a:schemeClr val="tx1">
                              <a:lumMod val="75000"/>
                              <a:lumOff val="25000"/>
                            </a:schemeClr>
                          </a:solidFill>
                          <a:latin typeface="+mn-lt"/>
                          <a:ea typeface="+mn-ea"/>
                          <a:cs typeface="+mn-cs"/>
                        </a:rPr>
                        <a:t>분 단위 학습 기록</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나의학습현황</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933262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학습현황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학습현황 </a:t>
            </a:r>
            <a:r>
              <a:rPr lang="en-US" altLang="ko-KR" sz="800" spc="-60" dirty="0" smtClean="0">
                <a:latin typeface="+mn-ea"/>
                <a:ea typeface="+mn-ea"/>
              </a:rPr>
              <a:t>&gt; </a:t>
            </a:r>
            <a:r>
              <a:rPr lang="ko-KR" altLang="en-US" sz="800" spc="-60" dirty="0" smtClean="0">
                <a:latin typeface="+mn-ea"/>
                <a:ea typeface="+mn-ea"/>
              </a:rPr>
              <a:t>학습현황 </a:t>
            </a:r>
            <a:r>
              <a:rPr lang="en-US" altLang="ko-KR" sz="800" spc="-60" dirty="0" smtClean="0">
                <a:latin typeface="+mn-ea"/>
                <a:ea typeface="+mn-ea"/>
              </a:rPr>
              <a:t>: </a:t>
            </a:r>
            <a:r>
              <a:rPr lang="ko-KR" altLang="en-US" sz="800" spc="-60" dirty="0" err="1" smtClean="0">
                <a:latin typeface="+mn-ea"/>
                <a:ea typeface="+mn-ea"/>
              </a:rPr>
              <a:t>주차별</a:t>
            </a:r>
            <a:r>
              <a:rPr lang="ko-KR" altLang="en-US" sz="800" spc="-60" dirty="0" smtClean="0">
                <a:latin typeface="+mn-ea"/>
                <a:ea typeface="+mn-ea"/>
              </a:rPr>
              <a:t> 학습현황</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56</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466224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1244041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학습현황</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학습현황</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KNOU_UI_C01020900_03</a:t>
            </a:r>
            <a:endParaRPr lang="ko-KR" altLang="en-US" sz="800" spc="-60" dirty="0">
              <a:latin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149" name="양쪽 모서리가 둥근 사각형 148"/>
          <p:cNvSpPr/>
          <p:nvPr/>
        </p:nvSpPr>
        <p:spPr>
          <a:xfrm>
            <a:off x="8621887" y="2663411"/>
            <a:ext cx="828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p>
        </p:txBody>
      </p:sp>
      <p:sp>
        <p:nvSpPr>
          <p:cNvPr id="215" name="TextBox 214"/>
          <p:cNvSpPr txBox="1"/>
          <p:nvPr/>
        </p:nvSpPr>
        <p:spPr>
          <a:xfrm>
            <a:off x="1871514" y="2629426"/>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293" name="모서리가 둥근 직사각형 292"/>
          <p:cNvSpPr/>
          <p:nvPr/>
        </p:nvSpPr>
        <p:spPr>
          <a:xfrm>
            <a:off x="8534350" y="1423020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99" name="그룹 298"/>
          <p:cNvGrpSpPr/>
          <p:nvPr/>
        </p:nvGrpSpPr>
        <p:grpSpPr>
          <a:xfrm>
            <a:off x="1967763" y="7485831"/>
            <a:ext cx="7489316" cy="3672408"/>
            <a:chOff x="723578" y="4869160"/>
            <a:chExt cx="8377039" cy="3672408"/>
          </a:xfrm>
        </p:grpSpPr>
        <p:grpSp>
          <p:nvGrpSpPr>
            <p:cNvPr id="300" name="그룹 299"/>
            <p:cNvGrpSpPr/>
            <p:nvPr/>
          </p:nvGrpSpPr>
          <p:grpSpPr>
            <a:xfrm>
              <a:off x="723578" y="4869160"/>
              <a:ext cx="8377039" cy="3672408"/>
              <a:chOff x="726805" y="3033536"/>
              <a:chExt cx="8377039" cy="3672408"/>
            </a:xfrm>
          </p:grpSpPr>
          <p:sp>
            <p:nvSpPr>
              <p:cNvPr id="317" name="직사각형 316"/>
              <p:cNvSpPr/>
              <p:nvPr/>
            </p:nvSpPr>
            <p:spPr>
              <a:xfrm>
                <a:off x="726805" y="3033536"/>
                <a:ext cx="8368994" cy="3672408"/>
              </a:xfrm>
              <a:prstGeom prst="rect">
                <a:avLst/>
              </a:prstGeom>
              <a:solidFill>
                <a:schemeClr val="accent4">
                  <a:lumMod val="20000"/>
                  <a:lumOff val="80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18" name="그룹 317"/>
              <p:cNvGrpSpPr/>
              <p:nvPr/>
            </p:nvGrpSpPr>
            <p:grpSpPr>
              <a:xfrm>
                <a:off x="736331" y="3122498"/>
                <a:ext cx="8367513" cy="254124"/>
                <a:chOff x="1254113" y="4211563"/>
                <a:chExt cx="8367513" cy="254124"/>
              </a:xfrm>
            </p:grpSpPr>
            <p:sp>
              <p:nvSpPr>
                <p:cNvPr id="319" name="직사각형 31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접속 현황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( 2026.06.01 ~ 2026.06.25)</a:t>
                  </a:r>
                </a:p>
              </p:txBody>
            </p:sp>
            <p:cxnSp>
              <p:nvCxnSpPr>
                <p:cNvPr id="320" name="직선 연결선 319"/>
                <p:cNvCxnSpPr/>
                <p:nvPr/>
              </p:nvCxnSpPr>
              <p:spPr>
                <a:xfrm>
                  <a:off x="1254113" y="4465687"/>
                  <a:ext cx="836751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pic>
          <p:nvPicPr>
            <p:cNvPr id="31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85680" y="5292734"/>
              <a:ext cx="8048695" cy="3176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26" name="그룹 325"/>
          <p:cNvGrpSpPr/>
          <p:nvPr/>
        </p:nvGrpSpPr>
        <p:grpSpPr>
          <a:xfrm>
            <a:off x="1968821" y="3033536"/>
            <a:ext cx="7479527" cy="1719545"/>
            <a:chOff x="726804" y="3033536"/>
            <a:chExt cx="7479527" cy="1719545"/>
          </a:xfrm>
        </p:grpSpPr>
        <p:sp>
          <p:nvSpPr>
            <p:cNvPr id="327" name="직사각형 326"/>
            <p:cNvSpPr/>
            <p:nvPr/>
          </p:nvSpPr>
          <p:spPr>
            <a:xfrm>
              <a:off x="726804" y="3033536"/>
              <a:ext cx="7470000" cy="1719545"/>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28" name="그룹 327"/>
            <p:cNvGrpSpPr/>
            <p:nvPr/>
          </p:nvGrpSpPr>
          <p:grpSpPr>
            <a:xfrm>
              <a:off x="736331" y="3122498"/>
              <a:ext cx="7470000" cy="254124"/>
              <a:chOff x="1254113" y="4211563"/>
              <a:chExt cx="7470000" cy="254124"/>
            </a:xfrm>
          </p:grpSpPr>
          <p:sp>
            <p:nvSpPr>
              <p:cNvPr id="329" name="직사각형 32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수강생 정보</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30" name="직선 연결선 329"/>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331" name="Group 37"/>
          <p:cNvGraphicFramePr>
            <a:graphicFrameLocks noGrp="1"/>
          </p:cNvGraphicFramePr>
          <p:nvPr>
            <p:extLst>
              <p:ext uri="{D42A27DB-BD31-4B8C-83A1-F6EECF244321}">
                <p14:modId xmlns:p14="http://schemas.microsoft.com/office/powerpoint/2010/main" val="2383400674"/>
              </p:ext>
            </p:extLst>
          </p:nvPr>
        </p:nvGraphicFramePr>
        <p:xfrm>
          <a:off x="2970145" y="3443091"/>
          <a:ext cx="5797150" cy="1285820"/>
        </p:xfrm>
        <a:graphic>
          <a:graphicData uri="http://schemas.openxmlformats.org/drawingml/2006/table">
            <a:tbl>
              <a:tblPr/>
              <a:tblGrid>
                <a:gridCol w="900605"/>
                <a:gridCol w="4896545"/>
              </a:tblGrid>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평생교육원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학위과정</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홍*동</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grpSp>
        <p:nvGrpSpPr>
          <p:cNvPr id="332" name="그룹 331"/>
          <p:cNvGrpSpPr/>
          <p:nvPr/>
        </p:nvGrpSpPr>
        <p:grpSpPr>
          <a:xfrm>
            <a:off x="2152084" y="3707587"/>
            <a:ext cx="720000" cy="720000"/>
            <a:chOff x="2887095" y="2655961"/>
            <a:chExt cx="720000" cy="720000"/>
          </a:xfrm>
        </p:grpSpPr>
        <p:sp>
          <p:nvSpPr>
            <p:cNvPr id="333" name="직사각형 332"/>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335" name="Picture 2"/>
            <p:cNvPicPr preferRelativeResize="0">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41" name="그룹 340"/>
          <p:cNvGrpSpPr/>
          <p:nvPr/>
        </p:nvGrpSpPr>
        <p:grpSpPr>
          <a:xfrm>
            <a:off x="1968821" y="4840585"/>
            <a:ext cx="7479527" cy="2556284"/>
            <a:chOff x="726804" y="3033536"/>
            <a:chExt cx="7479527" cy="2556284"/>
          </a:xfrm>
        </p:grpSpPr>
        <p:sp>
          <p:nvSpPr>
            <p:cNvPr id="342" name="직사각형 341"/>
            <p:cNvSpPr/>
            <p:nvPr/>
          </p:nvSpPr>
          <p:spPr>
            <a:xfrm>
              <a:off x="726804" y="3033536"/>
              <a:ext cx="7470000" cy="255628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43" name="그룹 342"/>
            <p:cNvGrpSpPr/>
            <p:nvPr/>
          </p:nvGrpSpPr>
          <p:grpSpPr>
            <a:xfrm>
              <a:off x="736331" y="3122498"/>
              <a:ext cx="7470000" cy="254124"/>
              <a:chOff x="1254113" y="4211563"/>
              <a:chExt cx="7470000" cy="254124"/>
            </a:xfrm>
          </p:grpSpPr>
          <p:sp>
            <p:nvSpPr>
              <p:cNvPr id="344" name="직사각형 343"/>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학습 현황</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45" name="직선 연결선 344"/>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46" name="직사각형 345"/>
          <p:cNvSpPr/>
          <p:nvPr/>
        </p:nvSpPr>
        <p:spPr>
          <a:xfrm>
            <a:off x="7955333" y="4920803"/>
            <a:ext cx="1543696" cy="217339"/>
          </a:xfrm>
          <a:prstGeom prst="rect">
            <a:avLst/>
          </a:prstGeom>
        </p:spPr>
        <p:txBody>
          <a:bodyPr wrap="square">
            <a:spAutoFit/>
          </a:bodyPr>
          <a:lstStyle/>
          <a:p>
            <a:r>
              <a:rPr lang="en-US" altLang="ko-KR" sz="800" b="1" dirty="0" smtClean="0">
                <a:solidFill>
                  <a:srgbClr val="0070C0"/>
                </a:solidFill>
                <a:latin typeface="+mn-ea"/>
                <a:ea typeface="+mn-ea"/>
              </a:rPr>
              <a:t>O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출석</a:t>
            </a:r>
            <a:r>
              <a:rPr lang="en-US" altLang="ko-KR" sz="800" b="1" dirty="0" smtClean="0">
                <a:solidFill>
                  <a:srgbClr val="0070C0"/>
                </a:solidFill>
                <a:latin typeface="+mn-ea"/>
                <a:ea typeface="+mn-ea"/>
              </a:rPr>
              <a:t>, </a:t>
            </a:r>
            <a:r>
              <a:rPr lang="ko-KR" altLang="en-US" sz="800" b="1" dirty="0" smtClean="0">
                <a:solidFill>
                  <a:srgbClr val="ED8013"/>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지각</a:t>
            </a:r>
            <a:r>
              <a:rPr lang="en-US" altLang="ko-KR" sz="800" b="1" dirty="0" smtClean="0">
                <a:solidFill>
                  <a:srgbClr val="ED8013"/>
                </a:solidFill>
                <a:latin typeface="+mn-ea"/>
                <a:ea typeface="+mn-ea"/>
              </a:rPr>
              <a:t>, </a:t>
            </a:r>
            <a:r>
              <a:rPr lang="en-US" altLang="ko-KR" sz="800" b="1" dirty="0" smtClean="0">
                <a:solidFill>
                  <a:srgbClr val="FF0000"/>
                </a:solidFill>
                <a:latin typeface="+mn-ea"/>
                <a:ea typeface="+mn-ea"/>
              </a:rPr>
              <a:t>X</a:t>
            </a:r>
            <a:r>
              <a:rPr lang="ko-KR" altLang="en-US" sz="800" b="1" dirty="0">
                <a:solidFill>
                  <a:srgbClr val="FF0000"/>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결석</a:t>
            </a:r>
            <a:endParaRPr lang="ko-KR" altLang="en-US" sz="800" dirty="0">
              <a:solidFill>
                <a:schemeClr val="tx1">
                  <a:lumMod val="75000"/>
                  <a:lumOff val="25000"/>
                </a:schemeClr>
              </a:solidFill>
              <a:latin typeface="+mn-ea"/>
              <a:ea typeface="+mn-ea"/>
            </a:endParaRPr>
          </a:p>
        </p:txBody>
      </p:sp>
      <p:graphicFrame>
        <p:nvGraphicFramePr>
          <p:cNvPr id="347" name="표 346"/>
          <p:cNvGraphicFramePr>
            <a:graphicFrameLocks noGrp="1"/>
          </p:cNvGraphicFramePr>
          <p:nvPr>
            <p:extLst>
              <p:ext uri="{D42A27DB-BD31-4B8C-83A1-F6EECF244321}">
                <p14:modId xmlns:p14="http://schemas.microsoft.com/office/powerpoint/2010/main" val="366836056"/>
              </p:ext>
            </p:extLst>
          </p:nvPr>
        </p:nvGraphicFramePr>
        <p:xfrm>
          <a:off x="2026151" y="5560665"/>
          <a:ext cx="7363307" cy="462908"/>
        </p:xfrm>
        <a:graphic>
          <a:graphicData uri="http://schemas.openxmlformats.org/drawingml/2006/table">
            <a:tbl>
              <a:tblPr firstRow="1" bandRow="1">
                <a:tableStyleId>{5C22544A-7EE6-4342-B048-85BDC9FD1C3A}</a:tableStyleId>
              </a:tblPr>
              <a:tblGrid>
                <a:gridCol w="918060"/>
                <a:gridCol w="364826"/>
                <a:gridCol w="364826"/>
                <a:gridCol w="364826"/>
                <a:gridCol w="364826"/>
                <a:gridCol w="364826"/>
                <a:gridCol w="364826"/>
                <a:gridCol w="364826"/>
                <a:gridCol w="364826"/>
                <a:gridCol w="364826"/>
                <a:gridCol w="364826"/>
                <a:gridCol w="364826"/>
                <a:gridCol w="364826"/>
                <a:gridCol w="364826"/>
                <a:gridCol w="364826"/>
                <a:gridCol w="364826"/>
                <a:gridCol w="972857"/>
              </a:tblGrid>
              <a:tr h="231454">
                <a:tc rowSpan="2">
                  <a:txBody>
                    <a:bodyPr/>
                    <a:lstStyle/>
                    <a:p>
                      <a:pPr algn="ctr" latinLnBrk="1"/>
                      <a:r>
                        <a:rPr lang="ko-KR" altLang="en-US" sz="800" b="1" dirty="0" smtClean="0">
                          <a:solidFill>
                            <a:schemeClr val="tx1">
                              <a:lumMod val="75000"/>
                              <a:lumOff val="25000"/>
                            </a:schemeClr>
                          </a:solidFill>
                          <a:latin typeface="+mn-ea"/>
                          <a:ea typeface="+mn-ea"/>
                        </a:rPr>
                        <a:t>주차</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5</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6</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7</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8</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9</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10</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11</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15</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출석</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지각</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결석</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X</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1" dirty="0" smtClean="0">
                          <a:solidFill>
                            <a:srgbClr val="ED8013"/>
                          </a:solidFill>
                          <a:latin typeface="+mn-ea"/>
                          <a:ea typeface="+mn-ea"/>
                        </a:rPr>
                        <a:t>△</a:t>
                      </a:r>
                      <a:endParaRPr lang="ko-KR" altLang="en-US" sz="800" b="1" dirty="0">
                        <a:solidFill>
                          <a:srgbClr val="ED8013"/>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rgbClr val="0070C0"/>
                          </a:solidFill>
                          <a:latin typeface="+mn-ea"/>
                          <a:ea typeface="+mn-ea"/>
                        </a:rPr>
                        <a:t>-</a:t>
                      </a:r>
                      <a:endParaRPr lang="ko-KR" altLang="en-US" sz="800" b="1" dirty="0" smtClean="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aphicFrame>
        <p:nvGraphicFramePr>
          <p:cNvPr id="348" name="표 347"/>
          <p:cNvGraphicFramePr>
            <a:graphicFrameLocks noGrp="1"/>
          </p:cNvGraphicFramePr>
          <p:nvPr>
            <p:extLst>
              <p:ext uri="{D42A27DB-BD31-4B8C-83A1-F6EECF244321}">
                <p14:modId xmlns:p14="http://schemas.microsoft.com/office/powerpoint/2010/main" val="1994742498"/>
              </p:ext>
            </p:extLst>
          </p:nvPr>
        </p:nvGraphicFramePr>
        <p:xfrm>
          <a:off x="2028246" y="6079579"/>
          <a:ext cx="7352618" cy="566734"/>
        </p:xfrm>
        <a:graphic>
          <a:graphicData uri="http://schemas.openxmlformats.org/drawingml/2006/table">
            <a:tbl>
              <a:tblPr firstRow="1" bandRow="1">
                <a:tableStyleId>{5C22544A-7EE6-4342-B048-85BDC9FD1C3A}</a:tableStyleId>
              </a:tblPr>
              <a:tblGrid>
                <a:gridCol w="887168"/>
                <a:gridCol w="1077575"/>
                <a:gridCol w="1077575"/>
                <a:gridCol w="1077575"/>
                <a:gridCol w="1077575"/>
                <a:gridCol w="1077575"/>
                <a:gridCol w="1077575"/>
              </a:tblGrid>
              <a:tr h="231454">
                <a:tc rowSpan="2">
                  <a:txBody>
                    <a:bodyPr/>
                    <a:lstStyle/>
                    <a:p>
                      <a:pPr algn="ctr" latinLnBrk="1"/>
                      <a:r>
                        <a:rPr lang="ko-KR" altLang="en-US" sz="800" b="1" dirty="0" smtClean="0">
                          <a:solidFill>
                            <a:schemeClr val="tx1">
                              <a:lumMod val="75000"/>
                              <a:lumOff val="25000"/>
                            </a:schemeClr>
                          </a:solidFill>
                          <a:latin typeface="+mn-ea"/>
                          <a:ea typeface="+mn-ea"/>
                        </a:rPr>
                        <a:t>학습요소</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0" dirty="0" smtClean="0">
                          <a:solidFill>
                            <a:schemeClr val="tx1">
                              <a:lumMod val="75000"/>
                              <a:lumOff val="25000"/>
                            </a:schemeClr>
                          </a:solidFill>
                          <a:latin typeface="+mn-ea"/>
                          <a:ea typeface="+mn-ea"/>
                        </a:rPr>
                        <a:t>Q&amp;A</a:t>
                      </a: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답변</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등록</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토론방</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댓글수</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과제</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퀴즈</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설문</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349" name="직사각형 348"/>
          <p:cNvSpPr/>
          <p:nvPr/>
        </p:nvSpPr>
        <p:spPr>
          <a:xfrm>
            <a:off x="1944705" y="5273792"/>
            <a:ext cx="2193229"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학번 </a:t>
            </a:r>
            <a:r>
              <a:rPr lang="en-US" altLang="ko-KR" sz="800" dirty="0" smtClean="0">
                <a:solidFill>
                  <a:schemeClr val="tx1">
                    <a:lumMod val="75000"/>
                    <a:lumOff val="25000"/>
                  </a:schemeClr>
                </a:solidFill>
                <a:latin typeface="+mn-ea"/>
                <a:ea typeface="+mn-ea"/>
              </a:rPr>
              <a:t>90***82 / </a:t>
            </a:r>
            <a:r>
              <a:rPr lang="ko-KR" altLang="en-US" sz="800" dirty="0" err="1" smtClean="0">
                <a:solidFill>
                  <a:schemeClr val="tx1">
                    <a:lumMod val="75000"/>
                    <a:lumOff val="25000"/>
                  </a:schemeClr>
                </a:solidFill>
                <a:latin typeface="+mn-ea"/>
                <a:ea typeface="+mn-ea"/>
              </a:rPr>
              <a:t>입학년도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a:t>
            </a:r>
            <a:r>
              <a:rPr lang="ko-KR" altLang="en-US" sz="800" dirty="0" smtClean="0">
                <a:solidFill>
                  <a:schemeClr val="tx1">
                    <a:lumMod val="75000"/>
                    <a:lumOff val="25000"/>
                  </a:schemeClr>
                </a:solidFill>
                <a:latin typeface="+mn-ea"/>
                <a:ea typeface="+mn-ea"/>
              </a:rPr>
              <a:t>년 </a:t>
            </a:r>
            <a:r>
              <a:rPr lang="en-US" altLang="ko-KR" sz="800" dirty="0" smtClean="0">
                <a:solidFill>
                  <a:schemeClr val="tx1">
                    <a:lumMod val="75000"/>
                    <a:lumOff val="25000"/>
                  </a:schemeClr>
                </a:solidFill>
                <a:latin typeface="+mn-ea"/>
                <a:ea typeface="+mn-ea"/>
              </a:rPr>
              <a:t>/ 3</a:t>
            </a:r>
            <a:r>
              <a:rPr lang="ko-KR" altLang="en-US" sz="800" dirty="0" smtClean="0">
                <a:solidFill>
                  <a:schemeClr val="tx1">
                    <a:lumMod val="75000"/>
                    <a:lumOff val="25000"/>
                  </a:schemeClr>
                </a:solidFill>
                <a:latin typeface="+mn-ea"/>
                <a:ea typeface="+mn-ea"/>
              </a:rPr>
              <a:t>학년</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aphicFrame>
        <p:nvGraphicFramePr>
          <p:cNvPr id="350" name="표 349"/>
          <p:cNvGraphicFramePr>
            <a:graphicFrameLocks noGrp="1"/>
          </p:cNvGraphicFramePr>
          <p:nvPr>
            <p:extLst>
              <p:ext uri="{D42A27DB-BD31-4B8C-83A1-F6EECF244321}">
                <p14:modId xmlns:p14="http://schemas.microsoft.com/office/powerpoint/2010/main" val="540677556"/>
              </p:ext>
            </p:extLst>
          </p:nvPr>
        </p:nvGraphicFramePr>
        <p:xfrm>
          <a:off x="2028246" y="6700977"/>
          <a:ext cx="7352615" cy="566734"/>
        </p:xfrm>
        <a:graphic>
          <a:graphicData uri="http://schemas.openxmlformats.org/drawingml/2006/table">
            <a:tbl>
              <a:tblPr firstRow="1" bandRow="1">
                <a:tableStyleId>{5C22544A-7EE6-4342-B048-85BDC9FD1C3A}</a:tableStyleId>
              </a:tblPr>
              <a:tblGrid>
                <a:gridCol w="914315"/>
                <a:gridCol w="1073050"/>
                <a:gridCol w="1073050"/>
                <a:gridCol w="1073050"/>
                <a:gridCol w="1073050"/>
                <a:gridCol w="1073050"/>
                <a:gridCol w="1073050"/>
              </a:tblGrid>
              <a:tr h="231454">
                <a:tc rowSpan="2">
                  <a:txBody>
                    <a:bodyPr/>
                    <a:lstStyle/>
                    <a:p>
                      <a:pPr algn="ctr" latinLnBrk="1"/>
                      <a:r>
                        <a:rPr lang="ko-KR" altLang="en-US" sz="800" b="1" dirty="0" smtClean="0">
                          <a:solidFill>
                            <a:schemeClr val="tx1">
                              <a:lumMod val="75000"/>
                              <a:lumOff val="25000"/>
                            </a:schemeClr>
                          </a:solidFill>
                          <a:latin typeface="+mn-ea"/>
                          <a:ea typeface="+mn-ea"/>
                        </a:rPr>
                        <a:t>중간</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기말</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42</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351" name="그룹 350"/>
          <p:cNvGrpSpPr/>
          <p:nvPr/>
        </p:nvGrpSpPr>
        <p:grpSpPr>
          <a:xfrm>
            <a:off x="8589424" y="5822238"/>
            <a:ext cx="621573" cy="182096"/>
            <a:chOff x="9777536" y="7387344"/>
            <a:chExt cx="621573" cy="182096"/>
          </a:xfrm>
        </p:grpSpPr>
        <p:sp>
          <p:nvSpPr>
            <p:cNvPr id="352" name="타원 351"/>
            <p:cNvSpPr/>
            <p:nvPr/>
          </p:nvSpPr>
          <p:spPr>
            <a:xfrm>
              <a:off x="9777536" y="7389440"/>
              <a:ext cx="180000" cy="180000"/>
            </a:xfrm>
            <a:prstGeom prst="ellipse">
              <a:avLst/>
            </a:prstGeom>
            <a:solidFill>
              <a:srgbClr val="0070C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4</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53" name="타원 352"/>
            <p:cNvSpPr/>
            <p:nvPr/>
          </p:nvSpPr>
          <p:spPr>
            <a:xfrm>
              <a:off x="10003105" y="7389440"/>
              <a:ext cx="180000" cy="180000"/>
            </a:xfrm>
            <a:prstGeom prst="ellipse">
              <a:avLst/>
            </a:prstGeom>
            <a:solidFill>
              <a:srgbClr val="ED8013"/>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54" name="타원 353"/>
            <p:cNvSpPr/>
            <p:nvPr/>
          </p:nvSpPr>
          <p:spPr>
            <a:xfrm>
              <a:off x="10219109" y="7387344"/>
              <a:ext cx="180000" cy="180000"/>
            </a:xfrm>
            <a:prstGeom prst="ellipse">
              <a:avLst/>
            </a:prstGeom>
            <a:solidFill>
              <a:srgbClr val="FF0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pSp>
      <p:grpSp>
        <p:nvGrpSpPr>
          <p:cNvPr id="356" name="그룹 355"/>
          <p:cNvGrpSpPr/>
          <p:nvPr/>
        </p:nvGrpSpPr>
        <p:grpSpPr>
          <a:xfrm>
            <a:off x="1959296" y="11249296"/>
            <a:ext cx="7479527" cy="2836888"/>
            <a:chOff x="726804" y="3033535"/>
            <a:chExt cx="7479527" cy="2836888"/>
          </a:xfrm>
        </p:grpSpPr>
        <p:sp>
          <p:nvSpPr>
            <p:cNvPr id="384" name="직사각형 383"/>
            <p:cNvSpPr/>
            <p:nvPr/>
          </p:nvSpPr>
          <p:spPr>
            <a:xfrm>
              <a:off x="726804" y="3033535"/>
              <a:ext cx="7470000" cy="283688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85" name="그룹 384"/>
            <p:cNvGrpSpPr/>
            <p:nvPr/>
          </p:nvGrpSpPr>
          <p:grpSpPr>
            <a:xfrm>
              <a:off x="736331" y="3122498"/>
              <a:ext cx="7470000" cy="254124"/>
              <a:chOff x="1254113" y="4211563"/>
              <a:chExt cx="7470000" cy="254124"/>
            </a:xfrm>
          </p:grpSpPr>
          <p:sp>
            <p:nvSpPr>
              <p:cNvPr id="386" name="직사각형 385"/>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활동기록</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87" name="직선 연결선 386"/>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357" name="그룹 356"/>
          <p:cNvGrpSpPr/>
          <p:nvPr/>
        </p:nvGrpSpPr>
        <p:grpSpPr>
          <a:xfrm>
            <a:off x="2050355" y="11702969"/>
            <a:ext cx="2010388" cy="194400"/>
            <a:chOff x="6363052" y="391134"/>
            <a:chExt cx="2010388" cy="194400"/>
          </a:xfrm>
        </p:grpSpPr>
        <p:sp>
          <p:nvSpPr>
            <p:cNvPr id="382" name="직사각형 381"/>
            <p:cNvSpPr/>
            <p:nvPr/>
          </p:nvSpPr>
          <p:spPr>
            <a:xfrm>
              <a:off x="6363052" y="395519"/>
              <a:ext cx="1800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이름</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학번</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학과 입력</a:t>
              </a:r>
              <a:endParaRPr lang="en-US" altLang="ko-KR" sz="800" dirty="0">
                <a:solidFill>
                  <a:schemeClr val="tx1">
                    <a:lumMod val="50000"/>
                    <a:lumOff val="50000"/>
                  </a:schemeClr>
                </a:solidFill>
                <a:latin typeface="+mn-ea"/>
              </a:endParaRPr>
            </a:p>
          </p:txBody>
        </p:sp>
        <p:pic>
          <p:nvPicPr>
            <p:cNvPr id="383" name="Picture 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160525" y="391134"/>
              <a:ext cx="212915" cy="194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58" name="Rectangle 122"/>
          <p:cNvSpPr>
            <a:spLocks noChangeArrowheads="1"/>
          </p:cNvSpPr>
          <p:nvPr/>
        </p:nvSpPr>
        <p:spPr bwMode="auto">
          <a:xfrm>
            <a:off x="8949488" y="11700873"/>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359" name="그룹 358"/>
          <p:cNvGrpSpPr/>
          <p:nvPr/>
        </p:nvGrpSpPr>
        <p:grpSpPr>
          <a:xfrm>
            <a:off x="2040830" y="11969377"/>
            <a:ext cx="7272000" cy="259457"/>
            <a:chOff x="803015" y="9369660"/>
            <a:chExt cx="6883200" cy="259457"/>
          </a:xfrm>
        </p:grpSpPr>
        <p:cxnSp>
          <p:nvCxnSpPr>
            <p:cNvPr id="379" name="직선 연결선 378"/>
            <p:cNvCxnSpPr/>
            <p:nvPr/>
          </p:nvCxnSpPr>
          <p:spPr>
            <a:xfrm>
              <a:off x="803015" y="9369660"/>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0" name="직사각형 379"/>
            <p:cNvSpPr/>
            <p:nvPr/>
          </p:nvSpPr>
          <p:spPr>
            <a:xfrm>
              <a:off x="803015" y="9386614"/>
              <a:ext cx="6883200" cy="240407"/>
            </a:xfrm>
            <a:prstGeom prst="rect">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No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일시                                           활동 내용                               접근 장비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IP</a:t>
              </a:r>
            </a:p>
          </p:txBody>
        </p:sp>
        <p:cxnSp>
          <p:nvCxnSpPr>
            <p:cNvPr id="381" name="직선 연결선 380"/>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0" name="그룹 359"/>
          <p:cNvGrpSpPr/>
          <p:nvPr/>
        </p:nvGrpSpPr>
        <p:grpSpPr>
          <a:xfrm>
            <a:off x="2050355" y="12266934"/>
            <a:ext cx="7272000" cy="242503"/>
            <a:chOff x="803015" y="9386614"/>
            <a:chExt cx="6883200" cy="242503"/>
          </a:xfrm>
        </p:grpSpPr>
        <p:sp>
          <p:nvSpPr>
            <p:cNvPr id="376" name="직사각형 375"/>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5        2026.02.18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78" name="직선 연결선 377"/>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1" name="그룹 360"/>
          <p:cNvGrpSpPr/>
          <p:nvPr/>
        </p:nvGrpSpPr>
        <p:grpSpPr>
          <a:xfrm>
            <a:off x="2050355" y="12545441"/>
            <a:ext cx="7272000" cy="242503"/>
            <a:chOff x="803015" y="9386614"/>
            <a:chExt cx="6883200" cy="242503"/>
          </a:xfrm>
        </p:grpSpPr>
        <p:sp>
          <p:nvSpPr>
            <p:cNvPr id="372" name="직사각형 371"/>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4        2026.03.18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과제 제출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75" name="직선 연결선 374"/>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2" name="그룹 361"/>
          <p:cNvGrpSpPr/>
          <p:nvPr/>
        </p:nvGrpSpPr>
        <p:grpSpPr>
          <a:xfrm>
            <a:off x="2050355" y="12842998"/>
            <a:ext cx="7272000" cy="242503"/>
            <a:chOff x="803015" y="9386614"/>
            <a:chExt cx="6883200" cy="242503"/>
          </a:xfrm>
        </p:grpSpPr>
        <p:sp>
          <p:nvSpPr>
            <p:cNvPr id="370" name="직사각형 369"/>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3        2026.04.18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토론 참여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71" name="직선 연결선 370"/>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3" name="그룹 362"/>
          <p:cNvGrpSpPr/>
          <p:nvPr/>
        </p:nvGrpSpPr>
        <p:grpSpPr>
          <a:xfrm>
            <a:off x="2050355" y="13131030"/>
            <a:ext cx="7272000" cy="242503"/>
            <a:chOff x="803015" y="9386614"/>
            <a:chExt cx="6883200" cy="242503"/>
          </a:xfrm>
        </p:grpSpPr>
        <p:sp>
          <p:nvSpPr>
            <p:cNvPr id="368" name="직사각형 367"/>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        2026.05.18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69" name="직선 연결선 368"/>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64" name="그룹 363"/>
          <p:cNvGrpSpPr/>
          <p:nvPr/>
        </p:nvGrpSpPr>
        <p:grpSpPr>
          <a:xfrm>
            <a:off x="2050355" y="13402108"/>
            <a:ext cx="7272000" cy="242503"/>
            <a:chOff x="803015" y="9386614"/>
            <a:chExt cx="6883200" cy="242503"/>
          </a:xfrm>
        </p:grpSpPr>
        <p:sp>
          <p:nvSpPr>
            <p:cNvPr id="366" name="직사각형 365"/>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1        2026.06.13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367" name="직선 연결선 366"/>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5" name="Rectangle 122"/>
          <p:cNvSpPr>
            <a:spLocks noChangeArrowheads="1"/>
          </p:cNvSpPr>
          <p:nvPr/>
        </p:nvSpPr>
        <p:spPr bwMode="auto">
          <a:xfrm>
            <a:off x="7977436" y="11708148"/>
            <a:ext cx="900000" cy="172800"/>
          </a:xfrm>
          <a:prstGeom prst="rect">
            <a:avLst/>
          </a:prstGeom>
          <a:solidFill>
            <a:schemeClr val="bg1"/>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엑셀 다운로드</a:t>
            </a:r>
            <a:endParaRPr lang="ko-KR" altLang="en-US" sz="800" kern="0" dirty="0">
              <a:solidFill>
                <a:schemeClr val="tx1">
                  <a:lumMod val="75000"/>
                  <a:lumOff val="25000"/>
                </a:schemeClr>
              </a:solidFill>
              <a:latin typeface="+mn-ea"/>
              <a:ea typeface="+mn-ea"/>
            </a:endParaRPr>
          </a:p>
        </p:txBody>
      </p:sp>
      <p:grpSp>
        <p:nvGrpSpPr>
          <p:cNvPr id="392" name="그룹 74"/>
          <p:cNvGrpSpPr>
            <a:grpSpLocks/>
          </p:cNvGrpSpPr>
          <p:nvPr/>
        </p:nvGrpSpPr>
        <p:grpSpPr bwMode="auto">
          <a:xfrm>
            <a:off x="4858228" y="13726144"/>
            <a:ext cx="1678948" cy="215444"/>
            <a:chOff x="5843761" y="3953547"/>
            <a:chExt cx="1769478" cy="256728"/>
          </a:xfrm>
        </p:grpSpPr>
        <p:sp>
          <p:nvSpPr>
            <p:cNvPr id="393"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394" name="그룹 86"/>
            <p:cNvGrpSpPr>
              <a:grpSpLocks/>
            </p:cNvGrpSpPr>
            <p:nvPr/>
          </p:nvGrpSpPr>
          <p:grpSpPr bwMode="auto">
            <a:xfrm>
              <a:off x="5889794" y="3953547"/>
              <a:ext cx="1723445" cy="256728"/>
              <a:chOff x="5889794" y="3953547"/>
              <a:chExt cx="1723445" cy="256728"/>
            </a:xfrm>
          </p:grpSpPr>
          <p:sp>
            <p:nvSpPr>
              <p:cNvPr id="395"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1"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40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0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93" name="그룹 192"/>
          <p:cNvGrpSpPr/>
          <p:nvPr/>
        </p:nvGrpSpPr>
        <p:grpSpPr>
          <a:xfrm>
            <a:off x="626748" y="2104281"/>
            <a:ext cx="1245456" cy="3960440"/>
            <a:chOff x="626748" y="2104281"/>
            <a:chExt cx="1245456" cy="3960440"/>
          </a:xfrm>
        </p:grpSpPr>
        <p:grpSp>
          <p:nvGrpSpPr>
            <p:cNvPr id="213" name="그룹 212"/>
            <p:cNvGrpSpPr/>
            <p:nvPr/>
          </p:nvGrpSpPr>
          <p:grpSpPr>
            <a:xfrm>
              <a:off x="629956" y="3318264"/>
              <a:ext cx="1188000" cy="180000"/>
              <a:chOff x="666428" y="3785432"/>
              <a:chExt cx="1188000" cy="180000"/>
            </a:xfrm>
          </p:grpSpPr>
          <p:sp>
            <p:nvSpPr>
              <p:cNvPr id="272" name="모서리가 둥근 직사각형 27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29956" y="3568824"/>
              <a:ext cx="1188000" cy="180000"/>
              <a:chOff x="666428" y="4310612"/>
              <a:chExt cx="1188000" cy="180000"/>
            </a:xfrm>
          </p:grpSpPr>
          <p:sp>
            <p:nvSpPr>
              <p:cNvPr id="270" name="모서리가 둥근 직사각형 26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71"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29955" y="3042501"/>
              <a:ext cx="1188000" cy="180000"/>
              <a:chOff x="666427" y="3266516"/>
              <a:chExt cx="1188000" cy="180000"/>
            </a:xfrm>
          </p:grpSpPr>
          <p:sp>
            <p:nvSpPr>
              <p:cNvPr id="268" name="모서리가 둥근 직사각형 26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6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4106828"/>
              <a:ext cx="1188000" cy="180000"/>
              <a:chOff x="666428" y="4570824"/>
              <a:chExt cx="1188000" cy="180000"/>
            </a:xfrm>
          </p:grpSpPr>
          <p:sp>
            <p:nvSpPr>
              <p:cNvPr id="266" name="모서리가 둥근 직사각형 26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67"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6" y="5568923"/>
              <a:ext cx="1188000" cy="180000"/>
              <a:chOff x="666428" y="5096004"/>
              <a:chExt cx="1188000" cy="180000"/>
            </a:xfrm>
          </p:grpSpPr>
          <p:sp>
            <p:nvSpPr>
              <p:cNvPr id="264" name="모서리가 둥근 직사각형 263"/>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65"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31150" y="4387873"/>
              <a:ext cx="1188000" cy="180000"/>
              <a:chOff x="666428" y="4570824"/>
              <a:chExt cx="1188000" cy="180000"/>
            </a:xfrm>
          </p:grpSpPr>
          <p:sp>
            <p:nvSpPr>
              <p:cNvPr id="260" name="모서리가 둥근 직사각형 25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6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4675443"/>
              <a:ext cx="1188000" cy="180000"/>
              <a:chOff x="666428" y="4310612"/>
              <a:chExt cx="1188000" cy="180000"/>
            </a:xfrm>
          </p:grpSpPr>
          <p:sp>
            <p:nvSpPr>
              <p:cNvPr id="258" name="모서리가 둥근 직사각형 2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26748" y="2104281"/>
              <a:ext cx="1245456" cy="442923"/>
              <a:chOff x="468506" y="2320305"/>
              <a:chExt cx="1245456" cy="442923"/>
            </a:xfrm>
          </p:grpSpPr>
          <p:sp>
            <p:nvSpPr>
              <p:cNvPr id="255" name="직사각형 254"/>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56"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7" name="TextBox 256"/>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24" name="그룹 223"/>
            <p:cNvGrpSpPr/>
            <p:nvPr/>
          </p:nvGrpSpPr>
          <p:grpSpPr>
            <a:xfrm>
              <a:off x="632520" y="4975116"/>
              <a:ext cx="1188000" cy="180000"/>
              <a:chOff x="666428" y="4310612"/>
              <a:chExt cx="1188000" cy="180000"/>
            </a:xfrm>
          </p:grpSpPr>
          <p:sp>
            <p:nvSpPr>
              <p:cNvPr id="253" name="모서리가 둥근 직사각형 252"/>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나의학습현황</a:t>
                </a:r>
                <a:endParaRPr kumimoji="1" lang="ko-KR" altLang="en-US" sz="800" dirty="0">
                  <a:solidFill>
                    <a:schemeClr val="tx1">
                      <a:lumMod val="75000"/>
                      <a:lumOff val="25000"/>
                    </a:schemeClr>
                  </a:solidFill>
                  <a:latin typeface="+mn-ea"/>
                  <a:ea typeface="+mn-ea"/>
                  <a:cs typeface="Calibri" pitchFamily="34" charset="0"/>
                </a:endParaRPr>
              </a:p>
            </p:txBody>
          </p:sp>
          <p:pic>
            <p:nvPicPr>
              <p:cNvPr id="25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2752353"/>
              <a:ext cx="1188000" cy="180000"/>
              <a:chOff x="666427" y="3266516"/>
              <a:chExt cx="1188000" cy="180000"/>
            </a:xfrm>
          </p:grpSpPr>
          <p:sp>
            <p:nvSpPr>
              <p:cNvPr id="251" name="모서리가 둥근 직사각형 25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5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5257815"/>
              <a:ext cx="1188000" cy="180000"/>
              <a:chOff x="666428" y="4310612"/>
              <a:chExt cx="1188000" cy="180000"/>
            </a:xfrm>
          </p:grpSpPr>
          <p:sp>
            <p:nvSpPr>
              <p:cNvPr id="247" name="모서리가 둥근 직사각형 2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4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2520" y="5884721"/>
              <a:ext cx="1188000" cy="180000"/>
              <a:chOff x="666428" y="4570824"/>
              <a:chExt cx="1188000" cy="180000"/>
            </a:xfrm>
          </p:grpSpPr>
          <p:sp>
            <p:nvSpPr>
              <p:cNvPr id="244" name="모서리가 둥근 직사각형 24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46"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32520" y="3825064"/>
              <a:ext cx="1188000" cy="180000"/>
              <a:chOff x="666428" y="4310612"/>
              <a:chExt cx="1188000" cy="180000"/>
            </a:xfrm>
          </p:grpSpPr>
          <p:sp>
            <p:nvSpPr>
              <p:cNvPr id="236" name="모서리가 둥근 직사각형 23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37"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23" name="그룹 222"/>
          <p:cNvGrpSpPr/>
          <p:nvPr/>
        </p:nvGrpSpPr>
        <p:grpSpPr>
          <a:xfrm>
            <a:off x="507554" y="1602349"/>
            <a:ext cx="3075218" cy="252000"/>
            <a:chOff x="507554" y="1537742"/>
            <a:chExt cx="3075218" cy="252000"/>
          </a:xfrm>
        </p:grpSpPr>
        <p:pic>
          <p:nvPicPr>
            <p:cNvPr id="238"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0" name="그룹 239"/>
            <p:cNvGrpSpPr/>
            <p:nvPr/>
          </p:nvGrpSpPr>
          <p:grpSpPr>
            <a:xfrm>
              <a:off x="2288704" y="1581175"/>
              <a:ext cx="1294068" cy="166725"/>
              <a:chOff x="2288704" y="1581175"/>
              <a:chExt cx="1294068" cy="166725"/>
            </a:xfrm>
          </p:grpSpPr>
          <p:sp>
            <p:nvSpPr>
              <p:cNvPr id="241" name="직사각형 24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74" name="직사각형 27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75" name="그룹 274"/>
          <p:cNvGrpSpPr/>
          <p:nvPr/>
        </p:nvGrpSpPr>
        <p:grpSpPr>
          <a:xfrm>
            <a:off x="3287000" y="5711125"/>
            <a:ext cx="234360" cy="200055"/>
            <a:chOff x="1152270" y="11716364"/>
            <a:chExt cx="234360" cy="200055"/>
          </a:xfrm>
        </p:grpSpPr>
        <p:sp>
          <p:nvSpPr>
            <p:cNvPr id="276" name="모서리가 둥근 직사각형 2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7" name="직사각형 27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278" name="꺾인 연결선 277"/>
          <p:cNvCxnSpPr>
            <a:stCxn id="276" idx="0"/>
          </p:cNvCxnSpPr>
          <p:nvPr/>
        </p:nvCxnSpPr>
        <p:spPr>
          <a:xfrm rot="5400000" flipH="1" flipV="1">
            <a:off x="5174916" y="3419782"/>
            <a:ext cx="556915" cy="4101660"/>
          </a:xfrm>
          <a:prstGeom prst="bentConnector3">
            <a:avLst>
              <a:gd name="adj1" fmla="val 141048"/>
            </a:avLst>
          </a:prstGeom>
          <a:ln>
            <a:tailEnd type="arrow"/>
          </a:ln>
        </p:spPr>
        <p:style>
          <a:lnRef idx="1">
            <a:schemeClr val="accent1"/>
          </a:lnRef>
          <a:fillRef idx="0">
            <a:schemeClr val="accent1"/>
          </a:fillRef>
          <a:effectRef idx="0">
            <a:schemeClr val="accent1"/>
          </a:effectRef>
          <a:fontRef idx="minor">
            <a:schemeClr val="tx1"/>
          </a:fontRef>
        </p:style>
      </p:cxnSp>
      <p:sp>
        <p:nvSpPr>
          <p:cNvPr id="279" name="Rectangle 122"/>
          <p:cNvSpPr>
            <a:spLocks noChangeArrowheads="1"/>
          </p:cNvSpPr>
          <p:nvPr/>
        </p:nvSpPr>
        <p:spPr bwMode="auto">
          <a:xfrm>
            <a:off x="8949488" y="11759646"/>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80" name="Rectangle 122"/>
          <p:cNvSpPr>
            <a:spLocks noChangeArrowheads="1"/>
          </p:cNvSpPr>
          <p:nvPr/>
        </p:nvSpPr>
        <p:spPr bwMode="auto">
          <a:xfrm>
            <a:off x="7977436" y="11766921"/>
            <a:ext cx="900000" cy="172800"/>
          </a:xfrm>
          <a:prstGeom prst="rect">
            <a:avLst/>
          </a:prstGeom>
          <a:solidFill>
            <a:schemeClr val="bg1"/>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엑셀 다운로드</a:t>
            </a:r>
            <a:endParaRPr lang="ko-KR" altLang="en-US" sz="800" kern="0" dirty="0">
              <a:solidFill>
                <a:schemeClr val="tx1">
                  <a:lumMod val="75000"/>
                  <a:lumOff val="25000"/>
                </a:schemeClr>
              </a:solidFill>
              <a:latin typeface="+mn-ea"/>
              <a:ea typeface="+mn-ea"/>
            </a:endParaRPr>
          </a:p>
        </p:txBody>
      </p:sp>
      <p:grpSp>
        <p:nvGrpSpPr>
          <p:cNvPr id="281" name="그룹 280"/>
          <p:cNvGrpSpPr/>
          <p:nvPr/>
        </p:nvGrpSpPr>
        <p:grpSpPr>
          <a:xfrm>
            <a:off x="3794402" y="5195292"/>
            <a:ext cx="7423294" cy="7130414"/>
            <a:chOff x="1100571" y="3031334"/>
            <a:chExt cx="7423294" cy="7130414"/>
          </a:xfrm>
        </p:grpSpPr>
        <p:sp>
          <p:nvSpPr>
            <p:cNvPr id="282" name="직사각형 281"/>
            <p:cNvSpPr/>
            <p:nvPr/>
          </p:nvSpPr>
          <p:spPr>
            <a:xfrm>
              <a:off x="1100571" y="3176972"/>
              <a:ext cx="7419573" cy="698477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83" name="직사각형 282"/>
            <p:cNvSpPr/>
            <p:nvPr/>
          </p:nvSpPr>
          <p:spPr>
            <a:xfrm>
              <a:off x="1100572" y="3031733"/>
              <a:ext cx="7419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84" name="직사각형 283"/>
            <p:cNvSpPr/>
            <p:nvPr/>
          </p:nvSpPr>
          <p:spPr>
            <a:xfrm>
              <a:off x="1109761" y="3064677"/>
              <a:ext cx="1181734" cy="215444"/>
            </a:xfrm>
            <a:prstGeom prst="rect">
              <a:avLst/>
            </a:prstGeom>
          </p:spPr>
          <p:txBody>
            <a:bodyPr wrap="none">
              <a:spAutoFit/>
            </a:bodyPr>
            <a:lstStyle/>
            <a:p>
              <a:r>
                <a:rPr lang="ko-KR" altLang="en-US" sz="800" b="1" dirty="0" smtClean="0">
                  <a:solidFill>
                    <a:schemeClr val="bg1"/>
                  </a:solidFill>
                  <a:latin typeface="+mn-ea"/>
                  <a:ea typeface="+mn-ea"/>
                </a:rPr>
                <a:t>학습자 주차 학습현황</a:t>
              </a:r>
              <a:endParaRPr lang="ko-KR" altLang="en-US" sz="800" b="1" dirty="0">
                <a:solidFill>
                  <a:schemeClr val="bg1"/>
                </a:solidFill>
                <a:latin typeface="+mn-ea"/>
                <a:ea typeface="+mn-ea"/>
              </a:endParaRPr>
            </a:p>
          </p:txBody>
        </p:sp>
        <p:sp>
          <p:nvSpPr>
            <p:cNvPr id="285" name="직사각형 284"/>
            <p:cNvSpPr/>
            <p:nvPr/>
          </p:nvSpPr>
          <p:spPr>
            <a:xfrm>
              <a:off x="8255843" y="303133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286" name="그룹 285"/>
          <p:cNvGrpSpPr/>
          <p:nvPr/>
        </p:nvGrpSpPr>
        <p:grpSpPr>
          <a:xfrm>
            <a:off x="3987175" y="5852995"/>
            <a:ext cx="7054726" cy="2046959"/>
            <a:chOff x="726805" y="3033536"/>
            <a:chExt cx="7054726" cy="2046959"/>
          </a:xfrm>
        </p:grpSpPr>
        <p:sp>
          <p:nvSpPr>
            <p:cNvPr id="287" name="직사각형 286"/>
            <p:cNvSpPr/>
            <p:nvPr/>
          </p:nvSpPr>
          <p:spPr>
            <a:xfrm>
              <a:off x="726805" y="3033536"/>
              <a:ext cx="7051461" cy="204695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88" name="그룹 287"/>
            <p:cNvGrpSpPr/>
            <p:nvPr/>
          </p:nvGrpSpPr>
          <p:grpSpPr>
            <a:xfrm>
              <a:off x="736331" y="3122498"/>
              <a:ext cx="7045200" cy="254124"/>
              <a:chOff x="1254113" y="4211563"/>
              <a:chExt cx="7045200" cy="254124"/>
            </a:xfrm>
          </p:grpSpPr>
          <p:sp>
            <p:nvSpPr>
              <p:cNvPr id="289" name="직사각형 28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수강생 정보</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290" name="직선 연결선 289"/>
              <p:cNvCxnSpPr/>
              <p:nvPr/>
            </p:nvCxnSpPr>
            <p:spPr>
              <a:xfrm>
                <a:off x="1254113" y="4465687"/>
                <a:ext cx="70452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291" name="Group 37"/>
          <p:cNvGraphicFramePr>
            <a:graphicFrameLocks noGrp="1"/>
          </p:cNvGraphicFramePr>
          <p:nvPr>
            <p:extLst>
              <p:ext uri="{D42A27DB-BD31-4B8C-83A1-F6EECF244321}">
                <p14:modId xmlns:p14="http://schemas.microsoft.com/office/powerpoint/2010/main" val="2011192121"/>
              </p:ext>
            </p:extLst>
          </p:nvPr>
        </p:nvGraphicFramePr>
        <p:xfrm>
          <a:off x="4988498" y="6262550"/>
          <a:ext cx="5797150" cy="1542984"/>
        </p:xfrm>
        <a:graphic>
          <a:graphicData uri="http://schemas.openxmlformats.org/drawingml/2006/table">
            <a:tbl>
              <a:tblPr/>
              <a:tblGrid>
                <a:gridCol w="900605"/>
                <a:gridCol w="4896545"/>
              </a:tblGrid>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평생교육원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학위과정</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홍*생</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학번</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K2023***47</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grpSp>
        <p:nvGrpSpPr>
          <p:cNvPr id="292" name="그룹 291"/>
          <p:cNvGrpSpPr/>
          <p:nvPr/>
        </p:nvGrpSpPr>
        <p:grpSpPr>
          <a:xfrm>
            <a:off x="4170437" y="6527046"/>
            <a:ext cx="720000" cy="720000"/>
            <a:chOff x="2887095" y="2655961"/>
            <a:chExt cx="720000" cy="720000"/>
          </a:xfrm>
        </p:grpSpPr>
        <p:sp>
          <p:nvSpPr>
            <p:cNvPr id="294" name="직사각형 293"/>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295" name="Picture 2"/>
            <p:cNvPicPr preferRelativeResize="0">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96" name="그룹 295"/>
          <p:cNvGrpSpPr/>
          <p:nvPr/>
        </p:nvGrpSpPr>
        <p:grpSpPr>
          <a:xfrm>
            <a:off x="10062989" y="5878894"/>
            <a:ext cx="900583" cy="293031"/>
            <a:chOff x="7617296" y="4029603"/>
            <a:chExt cx="900583" cy="293031"/>
          </a:xfrm>
        </p:grpSpPr>
        <p:sp>
          <p:nvSpPr>
            <p:cNvPr id="297" name="Rectangle 122"/>
            <p:cNvSpPr>
              <a:spLocks noChangeArrowheads="1"/>
            </p:cNvSpPr>
            <p:nvPr/>
          </p:nvSpPr>
          <p:spPr bwMode="auto">
            <a:xfrm>
              <a:off x="7617296" y="4081264"/>
              <a:ext cx="90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ysClr val="windowText" lastClr="000000"/>
                </a:solidFill>
                <a:latin typeface="+mn-ea"/>
                <a:ea typeface="+mn-ea"/>
              </a:endParaRPr>
            </a:p>
          </p:txBody>
        </p:sp>
        <p:grpSp>
          <p:nvGrpSpPr>
            <p:cNvPr id="298" name="그룹 297"/>
            <p:cNvGrpSpPr/>
            <p:nvPr/>
          </p:nvGrpSpPr>
          <p:grpSpPr>
            <a:xfrm>
              <a:off x="7668208" y="4110106"/>
              <a:ext cx="300486" cy="126000"/>
              <a:chOff x="2348608" y="8587709"/>
              <a:chExt cx="300486" cy="162000"/>
            </a:xfrm>
          </p:grpSpPr>
          <p:pic>
            <p:nvPicPr>
              <p:cNvPr id="302"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348608" y="8587709"/>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521199" y="8587709"/>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01" name="직사각형 300"/>
            <p:cNvSpPr/>
            <p:nvPr/>
          </p:nvSpPr>
          <p:spPr>
            <a:xfrm>
              <a:off x="7948761" y="4029603"/>
              <a:ext cx="569118" cy="29303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dirty="0" smtClean="0">
                  <a:solidFill>
                    <a:schemeClr val="tx1">
                      <a:lumMod val="75000"/>
                      <a:lumOff val="25000"/>
                    </a:schemeClr>
                  </a:solidFill>
                  <a:latin typeface="+mn-ea"/>
                </a:rPr>
                <a:t>보내기</a:t>
              </a:r>
              <a:endParaRPr lang="ko-KR" altLang="en-US" sz="900" dirty="0">
                <a:solidFill>
                  <a:schemeClr val="tx1">
                    <a:lumMod val="75000"/>
                    <a:lumOff val="25000"/>
                  </a:schemeClr>
                </a:solidFill>
                <a:latin typeface="+mn-ea"/>
              </a:endParaRPr>
            </a:p>
          </p:txBody>
        </p:sp>
      </p:grpSp>
      <p:sp>
        <p:nvSpPr>
          <p:cNvPr id="304" name="TextBox 303"/>
          <p:cNvSpPr txBox="1"/>
          <p:nvPr/>
        </p:nvSpPr>
        <p:spPr>
          <a:xfrm>
            <a:off x="3901455" y="5511368"/>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05" name="모서리가 둥근 직사각형 304"/>
          <p:cNvSpPr/>
          <p:nvPr/>
        </p:nvSpPr>
        <p:spPr>
          <a:xfrm>
            <a:off x="7074037" y="1196566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6" name="그룹 305"/>
          <p:cNvGrpSpPr/>
          <p:nvPr/>
        </p:nvGrpSpPr>
        <p:grpSpPr>
          <a:xfrm>
            <a:off x="10003085" y="5768786"/>
            <a:ext cx="235962" cy="200055"/>
            <a:chOff x="1152270" y="11716364"/>
            <a:chExt cx="235962" cy="200055"/>
          </a:xfrm>
        </p:grpSpPr>
        <p:sp>
          <p:nvSpPr>
            <p:cNvPr id="307" name="모서리가 둥근 직사각형 3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8" name="직사각형 307"/>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2</a:t>
              </a:r>
              <a:endParaRPr lang="ko-KR" altLang="en-US" sz="700" b="1" dirty="0">
                <a:solidFill>
                  <a:schemeClr val="bg1"/>
                </a:solidFill>
                <a:latin typeface="+mn-ea"/>
                <a:ea typeface="+mn-ea"/>
              </a:endParaRPr>
            </a:p>
          </p:txBody>
        </p:sp>
      </p:grpSp>
      <p:grpSp>
        <p:nvGrpSpPr>
          <p:cNvPr id="309" name="그룹 308"/>
          <p:cNvGrpSpPr/>
          <p:nvPr/>
        </p:nvGrpSpPr>
        <p:grpSpPr>
          <a:xfrm>
            <a:off x="3986144" y="7976650"/>
            <a:ext cx="7054726" cy="3836874"/>
            <a:chOff x="726805" y="3033535"/>
            <a:chExt cx="7054726" cy="3836874"/>
          </a:xfrm>
        </p:grpSpPr>
        <p:sp>
          <p:nvSpPr>
            <p:cNvPr id="311" name="직사각형 310"/>
            <p:cNvSpPr/>
            <p:nvPr/>
          </p:nvSpPr>
          <p:spPr>
            <a:xfrm>
              <a:off x="726805" y="3033535"/>
              <a:ext cx="7051461" cy="383687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13" name="그룹 312"/>
            <p:cNvGrpSpPr/>
            <p:nvPr/>
          </p:nvGrpSpPr>
          <p:grpSpPr>
            <a:xfrm>
              <a:off x="736331" y="3112973"/>
              <a:ext cx="7045200" cy="263649"/>
              <a:chOff x="1254113" y="4202038"/>
              <a:chExt cx="7045200" cy="263649"/>
            </a:xfrm>
          </p:grpSpPr>
          <p:sp>
            <p:nvSpPr>
              <p:cNvPr id="314" name="직사각형 313"/>
              <p:cNvSpPr/>
              <p:nvPr/>
            </p:nvSpPr>
            <p:spPr>
              <a:xfrm>
                <a:off x="1286430" y="4202038"/>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주차별 학습기록</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15" name="직선 연결선 314"/>
              <p:cNvCxnSpPr/>
              <p:nvPr/>
            </p:nvCxnSpPr>
            <p:spPr>
              <a:xfrm>
                <a:off x="1254113" y="4465687"/>
                <a:ext cx="70452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321" name="표 320"/>
          <p:cNvGraphicFramePr>
            <a:graphicFrameLocks noGrp="1"/>
          </p:cNvGraphicFramePr>
          <p:nvPr>
            <p:extLst>
              <p:ext uri="{D42A27DB-BD31-4B8C-83A1-F6EECF244321}">
                <p14:modId xmlns:p14="http://schemas.microsoft.com/office/powerpoint/2010/main" val="1231121678"/>
              </p:ext>
            </p:extLst>
          </p:nvPr>
        </p:nvGraphicFramePr>
        <p:xfrm>
          <a:off x="4043473" y="8399173"/>
          <a:ext cx="6947295" cy="3278461"/>
        </p:xfrm>
        <a:graphic>
          <a:graphicData uri="http://schemas.openxmlformats.org/drawingml/2006/table">
            <a:tbl>
              <a:tblPr firstRow="1" bandRow="1">
                <a:tableStyleId>{5C22544A-7EE6-4342-B048-85BDC9FD1C3A}</a:tableStyleId>
              </a:tblPr>
              <a:tblGrid>
                <a:gridCol w="6947295"/>
              </a:tblGrid>
              <a:tr h="256429">
                <a:tc>
                  <a:txBody>
                    <a:bodyPr/>
                    <a:lstStyle/>
                    <a:p>
                      <a:pPr algn="l" latinLnBrk="1"/>
                      <a:r>
                        <a:rPr lang="en-US" altLang="ko-KR" sz="800" b="0" dirty="0" smtClean="0">
                          <a:solidFill>
                            <a:schemeClr val="tx1">
                              <a:lumMod val="75000"/>
                              <a:lumOff val="25000"/>
                            </a:schemeClr>
                          </a:solidFill>
                          <a:latin typeface="+mn-ea"/>
                          <a:ea typeface="+mn-ea"/>
                        </a:rPr>
                        <a:t>3</a:t>
                      </a:r>
                      <a:r>
                        <a:rPr lang="ko-KR" altLang="en-US" sz="800" b="0" dirty="0" smtClean="0">
                          <a:solidFill>
                            <a:schemeClr val="tx1">
                              <a:lumMod val="75000"/>
                              <a:lumOff val="25000"/>
                            </a:schemeClr>
                          </a:solidFill>
                          <a:latin typeface="+mn-ea"/>
                          <a:ea typeface="+mn-ea"/>
                        </a:rPr>
                        <a:t>주차 학습기록</a:t>
                      </a:r>
                      <a:endParaRPr lang="en-US" altLang="ko-KR" sz="800" b="0" dirty="0" smtClean="0">
                        <a:solidFill>
                          <a:schemeClr val="tx1">
                            <a:lumMod val="75000"/>
                            <a:lumOff val="25000"/>
                          </a:schemeClr>
                        </a:solidFill>
                        <a:latin typeface="+mn-ea"/>
                        <a:ea typeface="+mn-ea"/>
                      </a:endParaRPr>
                    </a:p>
                    <a:p>
                      <a:pPr algn="l" latinLnBrk="1"/>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tx2">
                        <a:lumMod val="10000"/>
                        <a:lumOff val="90000"/>
                      </a:schemeClr>
                    </a:solidFill>
                  </a:tcPr>
                </a:tc>
              </a:tr>
              <a:tr h="2943181">
                <a:tc>
                  <a:txBody>
                    <a:bodyPr/>
                    <a:lstStyle/>
                    <a:p>
                      <a:pPr algn="l" latinLnBrk="1"/>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322" name="직사각형 321"/>
          <p:cNvSpPr/>
          <p:nvPr/>
        </p:nvSpPr>
        <p:spPr>
          <a:xfrm>
            <a:off x="7992642" y="8475374"/>
            <a:ext cx="2937022" cy="180000"/>
          </a:xfrm>
          <a:prstGeom prst="rect">
            <a:avLst/>
          </a:prstGeom>
          <a:solidFill>
            <a:schemeClr val="bg1"/>
          </a:solidFill>
          <a:ln>
            <a:solidFill>
              <a:schemeClr val="bg1">
                <a:lumMod val="75000"/>
              </a:schemeClr>
            </a:solidFill>
          </a:ln>
        </p:spPr>
        <p:txBody>
          <a:bodyPr wrap="none">
            <a:spAutoFit/>
          </a:bodyPr>
          <a:lstStyle/>
          <a:p>
            <a:r>
              <a:rPr lang="en-US" altLang="ko-KR" sz="800" b="1" dirty="0">
                <a:solidFill>
                  <a:srgbClr val="FF0000"/>
                </a:solidFill>
                <a:latin typeface="+mn-ea"/>
                <a:ea typeface="+mn-ea"/>
              </a:rPr>
              <a:t>X</a:t>
            </a:r>
            <a:r>
              <a:rPr lang="ko-KR" altLang="en-US" sz="800" b="1" dirty="0">
                <a:solidFill>
                  <a:srgbClr val="FF0000"/>
                </a:solidFill>
                <a:latin typeface="+mn-ea"/>
                <a:ea typeface="+mn-ea"/>
              </a:rPr>
              <a:t> </a:t>
            </a:r>
            <a:r>
              <a:rPr lang="ko-KR" altLang="en-US" sz="800" dirty="0" smtClean="0">
                <a:solidFill>
                  <a:schemeClr val="tx1">
                    <a:lumMod val="75000"/>
                    <a:lumOff val="25000"/>
                  </a:schemeClr>
                </a:solidFill>
                <a:latin typeface="+mn-ea"/>
                <a:ea typeface="+mn-ea"/>
              </a:rPr>
              <a:t>결석</a:t>
            </a:r>
            <a:r>
              <a:rPr lang="ko-KR" altLang="en-US" sz="800" b="1" dirty="0" smtClean="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a:t>
            </a:r>
            <a:r>
              <a:rPr lang="en-US" altLang="ko-KR" sz="800" dirty="0" smtClean="0">
                <a:solidFill>
                  <a:schemeClr val="tx1">
                    <a:lumMod val="75000"/>
                    <a:lumOff val="25000"/>
                  </a:schemeClr>
                </a:solidFill>
                <a:latin typeface="+mn-ea"/>
                <a:ea typeface="+mn-ea"/>
              </a:rPr>
              <a:t> 106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학습시간 </a:t>
            </a:r>
            <a:r>
              <a:rPr lang="en-US" altLang="ko-KR" sz="800" dirty="0" smtClean="0">
                <a:solidFill>
                  <a:schemeClr val="tx1">
                    <a:lumMod val="75000"/>
                    <a:lumOff val="25000"/>
                  </a:schemeClr>
                </a:solidFill>
                <a:latin typeface="+mn-ea"/>
                <a:ea typeface="+mn-ea"/>
              </a:rPr>
              <a:t>10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30</a:t>
            </a:r>
            <a:r>
              <a:rPr lang="ko-KR" altLang="en-US" sz="800" dirty="0" smtClean="0">
                <a:solidFill>
                  <a:schemeClr val="tx1">
                    <a:lumMod val="75000"/>
                    <a:lumOff val="25000"/>
                  </a:schemeClr>
                </a:solidFill>
                <a:latin typeface="+mn-ea"/>
                <a:ea typeface="+mn-ea"/>
              </a:rPr>
              <a:t>초</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기간 후 </a:t>
            </a:r>
            <a:r>
              <a:rPr lang="en-US" altLang="ko-KR" sz="800" dirty="0" smtClean="0">
                <a:solidFill>
                  <a:schemeClr val="tx1">
                    <a:lumMod val="75000"/>
                    <a:lumOff val="25000"/>
                  </a:schemeClr>
                </a:solidFill>
                <a:latin typeface="+mn-ea"/>
                <a:ea typeface="+mn-ea"/>
              </a:rPr>
              <a:t>: 5</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30</a:t>
            </a:r>
            <a:r>
              <a:rPr lang="ko-KR" altLang="en-US" sz="800" dirty="0" smtClean="0">
                <a:solidFill>
                  <a:schemeClr val="tx1">
                    <a:lumMod val="75000"/>
                    <a:lumOff val="25000"/>
                  </a:schemeClr>
                </a:solidFill>
                <a:latin typeface="+mn-ea"/>
                <a:ea typeface="+mn-ea"/>
              </a:rPr>
              <a:t>초</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23" name="TextBox 322"/>
          <p:cNvSpPr txBox="1"/>
          <p:nvPr/>
        </p:nvSpPr>
        <p:spPr>
          <a:xfrm>
            <a:off x="4129200" y="8537857"/>
            <a:ext cx="2880000" cy="215444"/>
          </a:xfrm>
          <a:prstGeom prst="rect">
            <a:avLst/>
          </a:prstGeom>
          <a:noFill/>
        </p:spPr>
        <p:txBody>
          <a:bodyPr wrap="square" lIns="0" rIns="0" rtlCol="0">
            <a:spAutoFit/>
          </a:bodyPr>
          <a:lstStyle/>
          <a:p>
            <a:r>
              <a:rPr lang="ko-KR" altLang="en-US" sz="750" dirty="0" smtClean="0">
                <a:solidFill>
                  <a:schemeClr val="tx1">
                    <a:lumMod val="75000"/>
                    <a:lumOff val="25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2026.03.05 ~ 2026.03.16 / 106</a:t>
            </a: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aphicFrame>
        <p:nvGraphicFramePr>
          <p:cNvPr id="324" name="표 323"/>
          <p:cNvGraphicFramePr>
            <a:graphicFrameLocks noGrp="1"/>
          </p:cNvGraphicFramePr>
          <p:nvPr>
            <p:extLst>
              <p:ext uri="{D42A27DB-BD31-4B8C-83A1-F6EECF244321}">
                <p14:modId xmlns:p14="http://schemas.microsoft.com/office/powerpoint/2010/main" val="497789797"/>
              </p:ext>
            </p:extLst>
          </p:nvPr>
        </p:nvGraphicFramePr>
        <p:xfrm>
          <a:off x="4105958" y="8869322"/>
          <a:ext cx="6813655" cy="1958712"/>
        </p:xfrm>
        <a:graphic>
          <a:graphicData uri="http://schemas.openxmlformats.org/drawingml/2006/table">
            <a:tbl>
              <a:tblPr firstRow="1" bandRow="1">
                <a:tableStyleId>{5C22544A-7EE6-4342-B048-85BDC9FD1C3A}</a:tableStyleId>
              </a:tblPr>
              <a:tblGrid>
                <a:gridCol w="6813655"/>
              </a:tblGrid>
              <a:tr h="262181">
                <a:tc>
                  <a:txBody>
                    <a:bodyPr/>
                    <a:lstStyle/>
                    <a:p>
                      <a:pPr algn="l" latinLnBrk="1"/>
                      <a:r>
                        <a:rPr lang="en-US" altLang="ko-KR" sz="800" b="0" dirty="0" smtClean="0">
                          <a:solidFill>
                            <a:schemeClr val="tx1">
                              <a:lumMod val="75000"/>
                              <a:lumOff val="25000"/>
                            </a:schemeClr>
                          </a:solidFill>
                          <a:latin typeface="+mn-ea"/>
                          <a:ea typeface="+mn-ea"/>
                        </a:rPr>
                        <a:t>[ 1</a:t>
                      </a:r>
                      <a:r>
                        <a:rPr lang="ko-KR" altLang="en-US" sz="800" b="0" dirty="0" smtClean="0">
                          <a:solidFill>
                            <a:schemeClr val="tx1">
                              <a:lumMod val="75000"/>
                              <a:lumOff val="25000"/>
                            </a:schemeClr>
                          </a:solidFill>
                          <a:latin typeface="+mn-ea"/>
                          <a:ea typeface="+mn-ea"/>
                        </a:rPr>
                        <a:t>차시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차시제목</a:t>
                      </a:r>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385891">
                <a:tc>
                  <a:txBody>
                    <a:bodyPr/>
                    <a:lstStyle/>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533400">
                <a:tc>
                  <a:txBody>
                    <a:bodyPr/>
                    <a:lstStyle/>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aphicFrame>
        <p:nvGraphicFramePr>
          <p:cNvPr id="325" name="표 324"/>
          <p:cNvGraphicFramePr>
            <a:graphicFrameLocks noGrp="1"/>
          </p:cNvGraphicFramePr>
          <p:nvPr>
            <p:extLst>
              <p:ext uri="{D42A27DB-BD31-4B8C-83A1-F6EECF244321}">
                <p14:modId xmlns:p14="http://schemas.microsoft.com/office/powerpoint/2010/main" val="1302532435"/>
              </p:ext>
            </p:extLst>
          </p:nvPr>
        </p:nvGraphicFramePr>
        <p:xfrm>
          <a:off x="4172633" y="9601531"/>
          <a:ext cx="6677333" cy="1148170"/>
        </p:xfrm>
        <a:graphic>
          <a:graphicData uri="http://schemas.openxmlformats.org/drawingml/2006/table">
            <a:tbl>
              <a:tblPr firstRow="1" bandRow="1">
                <a:tableStyleId>{5C22544A-7EE6-4342-B048-85BDC9FD1C3A}</a:tableStyleId>
              </a:tblPr>
              <a:tblGrid>
                <a:gridCol w="6677333"/>
              </a:tblGrid>
              <a:tr h="229634">
                <a:tc>
                  <a:txBody>
                    <a:bodyPr/>
                    <a:lstStyle/>
                    <a:p>
                      <a:pPr algn="l" latinLnBrk="1"/>
                      <a:r>
                        <a:rPr lang="ko-KR" altLang="en-US" sz="800" b="0" dirty="0" smtClean="0">
                          <a:solidFill>
                            <a:schemeClr val="tx1">
                              <a:lumMod val="75000"/>
                              <a:lumOff val="25000"/>
                            </a:schemeClr>
                          </a:solidFill>
                          <a:latin typeface="+mn-ea"/>
                          <a:ea typeface="+mn-ea"/>
                        </a:rPr>
                        <a:t>학습기록</a:t>
                      </a:r>
                      <a:endParaRPr lang="ko-KR" altLang="en-US" sz="800" b="0" dirty="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0E6EE"/>
                    </a:solidFill>
                  </a:tcPr>
                </a:tc>
              </a:tr>
              <a:tr h="229634">
                <a:tc>
                  <a:txBody>
                    <a:bodyPr/>
                    <a:lstStyle/>
                    <a:p>
                      <a:pPr algn="l" latinLnBrk="1"/>
                      <a:r>
                        <a:rPr lang="en-US" altLang="ko-KR" sz="800" b="0" dirty="0" smtClean="0">
                          <a:solidFill>
                            <a:schemeClr val="tx1">
                              <a:lumMod val="75000"/>
                              <a:lumOff val="25000"/>
                            </a:schemeClr>
                          </a:solidFill>
                          <a:latin typeface="+mn-ea"/>
                          <a:ea typeface="+mn-ea"/>
                        </a:rPr>
                        <a:t>316         2026.03.15 16:28:32         [1] 25:34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315         2026.03.15 16:25:32         [1] 22:33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314         2026.03.15 16:22:32         [1] 19:35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313         2026.03.15 16:19:32         [1] 16:34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grpSp>
        <p:nvGrpSpPr>
          <p:cNvPr id="355" name="그룹 354"/>
          <p:cNvGrpSpPr/>
          <p:nvPr/>
        </p:nvGrpSpPr>
        <p:grpSpPr>
          <a:xfrm>
            <a:off x="4166348" y="9063215"/>
            <a:ext cx="6700833" cy="372646"/>
            <a:chOff x="1678932" y="9455541"/>
            <a:chExt cx="6700833" cy="372646"/>
          </a:xfrm>
        </p:grpSpPr>
        <p:sp>
          <p:nvSpPr>
            <p:cNvPr id="388" name="직사각형 387"/>
            <p:cNvSpPr/>
            <p:nvPr/>
          </p:nvSpPr>
          <p:spPr>
            <a:xfrm>
              <a:off x="2010397" y="9603218"/>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389" name="직사각형 388"/>
            <p:cNvSpPr/>
            <p:nvPr/>
          </p:nvSpPr>
          <p:spPr>
            <a:xfrm>
              <a:off x="7626821" y="9612743"/>
              <a:ext cx="595035" cy="215444"/>
            </a:xfrm>
            <a:prstGeom prst="rect">
              <a:avLst/>
            </a:prstGeom>
          </p:spPr>
          <p:txBody>
            <a:bodyPr wrap="none">
              <a:spAutoFit/>
            </a:bodyPr>
            <a:lstStyle/>
            <a:p>
              <a:r>
                <a:rPr lang="ko-KR" altLang="en-US" sz="800" dirty="0" smtClean="0">
                  <a:solidFill>
                    <a:srgbClr val="0070C0"/>
                  </a:solidFill>
                  <a:latin typeface="+mn-ea"/>
                  <a:ea typeface="+mn-ea"/>
                  <a:sym typeface="Wingdings" pitchFamily="2" charset="2"/>
                </a:rPr>
                <a:t>학습완료</a:t>
              </a:r>
              <a:endParaRPr lang="ko-KR" altLang="en-US" sz="800" dirty="0">
                <a:solidFill>
                  <a:srgbClr val="0070C0"/>
                </a:solidFill>
                <a:latin typeface="+mn-ea"/>
                <a:ea typeface="+mn-ea"/>
              </a:endParaRPr>
            </a:p>
          </p:txBody>
        </p:sp>
        <p:sp>
          <p:nvSpPr>
            <p:cNvPr id="390" name="직사각형 389"/>
            <p:cNvSpPr/>
            <p:nvPr/>
          </p:nvSpPr>
          <p:spPr>
            <a:xfrm>
              <a:off x="2792760" y="9602638"/>
              <a:ext cx="2659702" cy="215444"/>
            </a:xfrm>
            <a:prstGeom prst="rect">
              <a:avLst/>
            </a:prstGeom>
          </p:spPr>
          <p:txBody>
            <a:bodyPr wrap="none">
              <a:spAutoFit/>
            </a:bodyPr>
            <a:lstStyle/>
            <a:p>
              <a:r>
                <a:rPr lang="ko-KR" altLang="en-US" sz="800" dirty="0" smtClean="0">
                  <a:solidFill>
                    <a:schemeClr val="tx1">
                      <a:lumMod val="65000"/>
                      <a:lumOff val="35000"/>
                    </a:schemeClr>
                  </a:solidFill>
                  <a:latin typeface="+mn-ea"/>
                  <a:ea typeface="+mn-ea"/>
                </a:rPr>
                <a:t>학습기간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2026.03.05 </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2026.03.16</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 </a:t>
              </a:r>
              <a:r>
                <a:rPr lang="en-US" altLang="ko-KR" sz="800" dirty="0" smtClean="0">
                  <a:solidFill>
                    <a:schemeClr val="tx1">
                      <a:lumMod val="65000"/>
                      <a:lumOff val="35000"/>
                    </a:schemeClr>
                  </a:solidFill>
                  <a:latin typeface="+mn-ea"/>
                  <a:ea typeface="+mn-ea"/>
                </a:rPr>
                <a:t>20</a:t>
              </a:r>
              <a:r>
                <a:rPr lang="ko-KR" altLang="en-US" sz="800" dirty="0" smtClean="0">
                  <a:solidFill>
                    <a:schemeClr val="tx1">
                      <a:lumMod val="65000"/>
                      <a:lumOff val="35000"/>
                    </a:schemeClr>
                  </a:solidFill>
                  <a:latin typeface="+mn-ea"/>
                  <a:ea typeface="+mn-ea"/>
                  <a:sym typeface="Wingdings" pitchFamily="2" charset="2"/>
                </a:rPr>
                <a:t>분 </a:t>
              </a:r>
              <a:r>
                <a:rPr lang="en-US" altLang="ko-KR" sz="800" dirty="0" smtClean="0">
                  <a:solidFill>
                    <a:schemeClr val="tx1">
                      <a:lumMod val="65000"/>
                      <a:lumOff val="35000"/>
                    </a:schemeClr>
                  </a:solidFill>
                  <a:latin typeface="+mn-ea"/>
                  <a:ea typeface="+mn-ea"/>
                  <a:sym typeface="Wingdings" pitchFamily="2" charset="2"/>
                </a:rPr>
                <a:t>/ </a:t>
              </a:r>
              <a:r>
                <a:rPr lang="ko-KR" altLang="en-US" sz="800" dirty="0" smtClean="0">
                  <a:solidFill>
                    <a:schemeClr val="tx1">
                      <a:lumMod val="65000"/>
                      <a:lumOff val="35000"/>
                    </a:schemeClr>
                  </a:solidFill>
                  <a:latin typeface="+mn-ea"/>
                  <a:ea typeface="+mn-ea"/>
                  <a:sym typeface="Wingdings" pitchFamily="2" charset="2"/>
                </a:rPr>
                <a:t>출결대상 </a:t>
              </a:r>
              <a:endParaRPr lang="ko-KR" altLang="en-US" sz="800" dirty="0">
                <a:solidFill>
                  <a:srgbClr val="0070C0"/>
                </a:solidFill>
                <a:latin typeface="+mn-ea"/>
                <a:ea typeface="+mn-ea"/>
              </a:endParaRPr>
            </a:p>
          </p:txBody>
        </p:sp>
        <p:grpSp>
          <p:nvGrpSpPr>
            <p:cNvPr id="391" name="그룹 390"/>
            <p:cNvGrpSpPr/>
            <p:nvPr/>
          </p:nvGrpSpPr>
          <p:grpSpPr>
            <a:xfrm>
              <a:off x="8143803" y="9455541"/>
              <a:ext cx="235962" cy="200055"/>
              <a:chOff x="1152270" y="11716364"/>
              <a:chExt cx="235962" cy="200055"/>
            </a:xfrm>
          </p:grpSpPr>
          <p:sp>
            <p:nvSpPr>
              <p:cNvPr id="408" name="모서리가 둥근 직사각형 4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9" name="직사각형 408"/>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4</a:t>
                </a:r>
                <a:endParaRPr lang="ko-KR" altLang="en-US" sz="700" b="1" dirty="0">
                  <a:solidFill>
                    <a:schemeClr val="bg1"/>
                  </a:solidFill>
                  <a:latin typeface="+mn-ea"/>
                  <a:ea typeface="+mn-ea"/>
                </a:endParaRPr>
              </a:p>
            </p:txBody>
          </p:sp>
        </p:grpSp>
        <p:sp>
          <p:nvSpPr>
            <p:cNvPr id="406" name="순서도: 대체 처리 405"/>
            <p:cNvSpPr/>
            <p:nvPr/>
          </p:nvSpPr>
          <p:spPr bwMode="auto">
            <a:xfrm>
              <a:off x="1678932" y="9641848"/>
              <a:ext cx="360000" cy="126000"/>
            </a:xfrm>
            <a:prstGeom prst="flowChartAlternateProcess">
              <a:avLst/>
            </a:prstGeom>
            <a:solidFill>
              <a:schemeClr val="bg1"/>
            </a:solid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pic>
          <p:nvPicPr>
            <p:cNvPr id="407" name="Picture 11"/>
            <p:cNvPicPr preferRelativeResize="0">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217743" y="9674654"/>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10" name="표 409"/>
          <p:cNvGraphicFramePr>
            <a:graphicFrameLocks noGrp="1"/>
          </p:cNvGraphicFramePr>
          <p:nvPr>
            <p:extLst>
              <p:ext uri="{D42A27DB-BD31-4B8C-83A1-F6EECF244321}">
                <p14:modId xmlns:p14="http://schemas.microsoft.com/office/powerpoint/2010/main" val="34382571"/>
              </p:ext>
            </p:extLst>
          </p:nvPr>
        </p:nvGraphicFramePr>
        <p:xfrm>
          <a:off x="4106484" y="10919454"/>
          <a:ext cx="6813655" cy="648072"/>
        </p:xfrm>
        <a:graphic>
          <a:graphicData uri="http://schemas.openxmlformats.org/drawingml/2006/table">
            <a:tbl>
              <a:tblPr firstRow="1" bandRow="1">
                <a:tableStyleId>{5C22544A-7EE6-4342-B048-85BDC9FD1C3A}</a:tableStyleId>
              </a:tblPr>
              <a:tblGrid>
                <a:gridCol w="6813655"/>
              </a:tblGrid>
              <a:tr h="262181">
                <a:tc>
                  <a:txBody>
                    <a:bodyPr/>
                    <a:lstStyle/>
                    <a:p>
                      <a:pPr algn="l" latinLnBrk="1"/>
                      <a:r>
                        <a:rPr lang="en-US" altLang="ko-KR" sz="800" b="0" dirty="0" smtClean="0">
                          <a:solidFill>
                            <a:schemeClr val="tx1">
                              <a:lumMod val="75000"/>
                              <a:lumOff val="25000"/>
                            </a:schemeClr>
                          </a:solidFill>
                          <a:latin typeface="+mn-ea"/>
                          <a:ea typeface="+mn-ea"/>
                        </a:rPr>
                        <a:t>[ 2</a:t>
                      </a:r>
                      <a:r>
                        <a:rPr lang="ko-KR" altLang="en-US" sz="800" b="0" dirty="0" smtClean="0">
                          <a:solidFill>
                            <a:schemeClr val="tx1">
                              <a:lumMod val="75000"/>
                              <a:lumOff val="25000"/>
                            </a:schemeClr>
                          </a:solidFill>
                          <a:latin typeface="+mn-ea"/>
                          <a:ea typeface="+mn-ea"/>
                        </a:rPr>
                        <a:t>차시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차시제목</a:t>
                      </a:r>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385891">
                <a:tc>
                  <a:txBody>
                    <a:bodyPr/>
                    <a:lstStyle/>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11" name="직사각형 410"/>
          <p:cNvSpPr/>
          <p:nvPr/>
        </p:nvSpPr>
        <p:spPr>
          <a:xfrm>
            <a:off x="10248302" y="11270549"/>
            <a:ext cx="492443" cy="215444"/>
          </a:xfrm>
          <a:prstGeom prst="rect">
            <a:avLst/>
          </a:prstGeom>
        </p:spPr>
        <p:txBody>
          <a:bodyPr wrap="none">
            <a:spAutoFit/>
          </a:bodyPr>
          <a:lstStyle/>
          <a:p>
            <a:r>
              <a:rPr lang="ko-KR" altLang="en-US" sz="800" dirty="0" smtClean="0">
                <a:solidFill>
                  <a:srgbClr val="0070C0"/>
                </a:solidFill>
                <a:latin typeface="+mn-ea"/>
                <a:ea typeface="+mn-ea"/>
                <a:sym typeface="Wingdings" pitchFamily="2" charset="2"/>
              </a:rPr>
              <a:t>학습</a:t>
            </a:r>
            <a:r>
              <a:rPr lang="ko-KR" altLang="en-US" sz="800" dirty="0">
                <a:solidFill>
                  <a:srgbClr val="0070C0"/>
                </a:solidFill>
                <a:latin typeface="+mn-ea"/>
                <a:ea typeface="+mn-ea"/>
                <a:sym typeface="Wingdings" pitchFamily="2" charset="2"/>
              </a:rPr>
              <a:t>중</a:t>
            </a:r>
            <a:endParaRPr lang="ko-KR" altLang="en-US" sz="800" dirty="0">
              <a:solidFill>
                <a:srgbClr val="0070C0"/>
              </a:solidFill>
              <a:latin typeface="+mn-ea"/>
              <a:ea typeface="+mn-ea"/>
            </a:endParaRPr>
          </a:p>
        </p:txBody>
      </p:sp>
      <p:pic>
        <p:nvPicPr>
          <p:cNvPr id="412"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0736553" y="11337785"/>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3" name="직사각형 412"/>
          <p:cNvSpPr/>
          <p:nvPr/>
        </p:nvSpPr>
        <p:spPr>
          <a:xfrm>
            <a:off x="4533399" y="1126521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414" name="직사각형 413"/>
          <p:cNvSpPr/>
          <p:nvPr/>
        </p:nvSpPr>
        <p:spPr>
          <a:xfrm>
            <a:off x="5315762" y="11264636"/>
            <a:ext cx="2659702" cy="215444"/>
          </a:xfrm>
          <a:prstGeom prst="rect">
            <a:avLst/>
          </a:prstGeom>
        </p:spPr>
        <p:txBody>
          <a:bodyPr wrap="none">
            <a:spAutoFit/>
          </a:bodyPr>
          <a:lstStyle/>
          <a:p>
            <a:r>
              <a:rPr lang="ko-KR" altLang="en-US" sz="800" dirty="0" smtClean="0">
                <a:solidFill>
                  <a:schemeClr val="tx1">
                    <a:lumMod val="65000"/>
                    <a:lumOff val="35000"/>
                  </a:schemeClr>
                </a:solidFill>
                <a:latin typeface="+mn-ea"/>
                <a:ea typeface="+mn-ea"/>
              </a:rPr>
              <a:t>학습기간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2026.03.05 </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2026.03.16</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 </a:t>
            </a:r>
            <a:r>
              <a:rPr lang="en-US" altLang="ko-KR" sz="800" dirty="0" smtClean="0">
                <a:solidFill>
                  <a:schemeClr val="tx1">
                    <a:lumMod val="65000"/>
                    <a:lumOff val="35000"/>
                  </a:schemeClr>
                </a:solidFill>
                <a:latin typeface="+mn-ea"/>
                <a:ea typeface="+mn-ea"/>
              </a:rPr>
              <a:t>37</a:t>
            </a:r>
            <a:r>
              <a:rPr lang="ko-KR" altLang="en-US" sz="800" dirty="0" smtClean="0">
                <a:solidFill>
                  <a:schemeClr val="tx1">
                    <a:lumMod val="65000"/>
                    <a:lumOff val="35000"/>
                  </a:schemeClr>
                </a:solidFill>
                <a:latin typeface="+mn-ea"/>
                <a:ea typeface="+mn-ea"/>
                <a:sym typeface="Wingdings" pitchFamily="2" charset="2"/>
              </a:rPr>
              <a:t>분 </a:t>
            </a:r>
            <a:r>
              <a:rPr lang="en-US" altLang="ko-KR" sz="800" dirty="0" smtClean="0">
                <a:solidFill>
                  <a:schemeClr val="tx1">
                    <a:lumMod val="65000"/>
                    <a:lumOff val="35000"/>
                  </a:schemeClr>
                </a:solidFill>
                <a:latin typeface="+mn-ea"/>
                <a:ea typeface="+mn-ea"/>
                <a:sym typeface="Wingdings" pitchFamily="2" charset="2"/>
              </a:rPr>
              <a:t>/ </a:t>
            </a:r>
            <a:r>
              <a:rPr lang="ko-KR" altLang="en-US" sz="800" dirty="0" smtClean="0">
                <a:solidFill>
                  <a:schemeClr val="tx1">
                    <a:lumMod val="65000"/>
                    <a:lumOff val="35000"/>
                  </a:schemeClr>
                </a:solidFill>
                <a:latin typeface="+mn-ea"/>
                <a:ea typeface="+mn-ea"/>
                <a:sym typeface="Wingdings" pitchFamily="2" charset="2"/>
              </a:rPr>
              <a:t>출결대상 </a:t>
            </a:r>
            <a:endParaRPr lang="ko-KR" altLang="en-US" sz="800" dirty="0">
              <a:solidFill>
                <a:srgbClr val="0070C0"/>
              </a:solidFill>
              <a:latin typeface="+mn-ea"/>
              <a:ea typeface="+mn-ea"/>
            </a:endParaRPr>
          </a:p>
        </p:txBody>
      </p:sp>
      <p:sp>
        <p:nvSpPr>
          <p:cNvPr id="415" name="순서도: 대체 처리 414"/>
          <p:cNvSpPr/>
          <p:nvPr/>
        </p:nvSpPr>
        <p:spPr bwMode="auto">
          <a:xfrm>
            <a:off x="4201934" y="11303846"/>
            <a:ext cx="360000" cy="126000"/>
          </a:xfrm>
          <a:prstGeom prst="flowChartAlternateProcess">
            <a:avLst/>
          </a:prstGeom>
          <a:solidFill>
            <a:schemeClr val="bg1"/>
          </a:solid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16" name="직사각형 415"/>
          <p:cNvSpPr/>
          <p:nvPr/>
        </p:nvSpPr>
        <p:spPr>
          <a:xfrm>
            <a:off x="9630567" y="8056869"/>
            <a:ext cx="1543696" cy="217339"/>
          </a:xfrm>
          <a:prstGeom prst="rect">
            <a:avLst/>
          </a:prstGeom>
        </p:spPr>
        <p:txBody>
          <a:bodyPr wrap="square">
            <a:spAutoFit/>
          </a:bodyPr>
          <a:lstStyle/>
          <a:p>
            <a:r>
              <a:rPr lang="en-US" altLang="ko-KR" sz="800" dirty="0" smtClean="0">
                <a:solidFill>
                  <a:srgbClr val="0070C0"/>
                </a:solidFill>
                <a:latin typeface="+mn-ea"/>
                <a:ea typeface="+mn-ea"/>
              </a:rPr>
              <a:t>O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출석</a:t>
            </a:r>
            <a:r>
              <a:rPr lang="en-US" altLang="ko-KR" sz="800" dirty="0" smtClean="0">
                <a:solidFill>
                  <a:srgbClr val="0070C0"/>
                </a:solidFill>
                <a:latin typeface="+mn-ea"/>
                <a:ea typeface="+mn-ea"/>
              </a:rPr>
              <a:t>, </a:t>
            </a:r>
            <a:r>
              <a:rPr lang="ko-KR" altLang="en-US" sz="800" dirty="0" smtClean="0">
                <a:solidFill>
                  <a:srgbClr val="ED8013"/>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지각</a:t>
            </a:r>
            <a:r>
              <a:rPr lang="en-US" altLang="ko-KR" sz="800" dirty="0" smtClean="0">
                <a:solidFill>
                  <a:srgbClr val="ED8013"/>
                </a:solidFill>
                <a:latin typeface="+mn-ea"/>
                <a:ea typeface="+mn-ea"/>
              </a:rPr>
              <a:t>, </a:t>
            </a:r>
            <a:r>
              <a:rPr lang="en-US" altLang="ko-KR" sz="800" dirty="0" smtClean="0">
                <a:solidFill>
                  <a:srgbClr val="FF0000"/>
                </a:solidFill>
                <a:latin typeface="+mn-ea"/>
                <a:ea typeface="+mn-ea"/>
              </a:rPr>
              <a:t>X</a:t>
            </a:r>
            <a:r>
              <a:rPr lang="ko-KR" altLang="en-US" sz="800" dirty="0">
                <a:solidFill>
                  <a:srgbClr val="FF0000"/>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결석</a:t>
            </a:r>
            <a:endParaRPr lang="ko-KR" altLang="en-US" sz="800" dirty="0">
              <a:solidFill>
                <a:schemeClr val="tx1">
                  <a:lumMod val="75000"/>
                  <a:lumOff val="25000"/>
                </a:schemeClr>
              </a:solidFill>
              <a:latin typeface="+mn-ea"/>
              <a:ea typeface="+mn-ea"/>
            </a:endParaRPr>
          </a:p>
        </p:txBody>
      </p:sp>
      <p:sp>
        <p:nvSpPr>
          <p:cNvPr id="417" name="Rectangle 122"/>
          <p:cNvSpPr>
            <a:spLocks noChangeArrowheads="1"/>
          </p:cNvSpPr>
          <p:nvPr/>
        </p:nvSpPr>
        <p:spPr bwMode="auto">
          <a:xfrm>
            <a:off x="4890517" y="8067709"/>
            <a:ext cx="90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a:solidFill>
                  <a:schemeClr val="tx1">
                    <a:lumMod val="75000"/>
                    <a:lumOff val="25000"/>
                  </a:schemeClr>
                </a:solidFill>
                <a:latin typeface="+mn-ea"/>
                <a:ea typeface="+mn-ea"/>
              </a:rPr>
              <a:t>3</a:t>
            </a:r>
            <a:r>
              <a:rPr lang="ko-KR" altLang="en-US" sz="800" kern="0" dirty="0" smtClean="0">
                <a:solidFill>
                  <a:schemeClr val="tx1">
                    <a:lumMod val="75000"/>
                    <a:lumOff val="25000"/>
                  </a:schemeClr>
                </a:solidFill>
                <a:latin typeface="+mn-ea"/>
                <a:ea typeface="+mn-ea"/>
              </a:rPr>
              <a:t>주차          ▼ </a:t>
            </a:r>
            <a:endParaRPr lang="ko-KR" altLang="en-US" sz="800" kern="0" dirty="0">
              <a:solidFill>
                <a:schemeClr val="tx1">
                  <a:lumMod val="75000"/>
                  <a:lumOff val="25000"/>
                </a:schemeClr>
              </a:solidFill>
              <a:latin typeface="+mn-ea"/>
              <a:ea typeface="+mn-ea"/>
            </a:endParaRPr>
          </a:p>
        </p:txBody>
      </p:sp>
      <p:grpSp>
        <p:nvGrpSpPr>
          <p:cNvPr id="418" name="그룹 417"/>
          <p:cNvGrpSpPr/>
          <p:nvPr/>
        </p:nvGrpSpPr>
        <p:grpSpPr>
          <a:xfrm>
            <a:off x="5689046" y="8005226"/>
            <a:ext cx="235962" cy="200055"/>
            <a:chOff x="1152270" y="11716364"/>
            <a:chExt cx="235962" cy="200055"/>
          </a:xfrm>
        </p:grpSpPr>
        <p:sp>
          <p:nvSpPr>
            <p:cNvPr id="419" name="모서리가 둥근 직사각형 4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0" name="직사각형 419"/>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3</a:t>
              </a:r>
              <a:endParaRPr lang="ko-KR" altLang="en-US" sz="700" b="1" dirty="0">
                <a:solidFill>
                  <a:schemeClr val="bg1"/>
                </a:solidFill>
                <a:latin typeface="+mn-ea"/>
                <a:ea typeface="+mn-ea"/>
              </a:endParaRPr>
            </a:p>
          </p:txBody>
        </p:sp>
      </p:grpSp>
      <p:grpSp>
        <p:nvGrpSpPr>
          <p:cNvPr id="421" name="그룹 420"/>
          <p:cNvGrpSpPr/>
          <p:nvPr/>
        </p:nvGrpSpPr>
        <p:grpSpPr>
          <a:xfrm>
            <a:off x="4457581" y="9847902"/>
            <a:ext cx="235962" cy="200055"/>
            <a:chOff x="1152270" y="11716364"/>
            <a:chExt cx="235962" cy="200055"/>
          </a:xfrm>
        </p:grpSpPr>
        <p:sp>
          <p:nvSpPr>
            <p:cNvPr id="422" name="모서리가 둥근 직사각형 4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3" name="직사각형 422"/>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5</a:t>
              </a:r>
              <a:endParaRPr lang="ko-KR" altLang="en-US" sz="700" b="1" dirty="0">
                <a:solidFill>
                  <a:schemeClr val="bg1"/>
                </a:solidFill>
                <a:latin typeface="+mn-ea"/>
                <a:ea typeface="+mn-ea"/>
              </a:endParaRPr>
            </a:p>
          </p:txBody>
        </p:sp>
      </p:grpSp>
      <p:grpSp>
        <p:nvGrpSpPr>
          <p:cNvPr id="377" name="그룹 376"/>
          <p:cNvGrpSpPr/>
          <p:nvPr/>
        </p:nvGrpSpPr>
        <p:grpSpPr>
          <a:xfrm>
            <a:off x="624623" y="6165304"/>
            <a:ext cx="1188000" cy="180000"/>
            <a:chOff x="666428" y="3785432"/>
            <a:chExt cx="1188000" cy="180000"/>
          </a:xfrm>
        </p:grpSpPr>
        <p:sp>
          <p:nvSpPr>
            <p:cNvPr id="425" name="모서리가 둥근 직사각형 42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42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7" name="그룹 426"/>
          <p:cNvGrpSpPr/>
          <p:nvPr/>
        </p:nvGrpSpPr>
        <p:grpSpPr>
          <a:xfrm>
            <a:off x="610906" y="6407787"/>
            <a:ext cx="1188000" cy="180000"/>
            <a:chOff x="666428" y="5881828"/>
            <a:chExt cx="1188000" cy="180000"/>
          </a:xfrm>
        </p:grpSpPr>
        <p:sp>
          <p:nvSpPr>
            <p:cNvPr id="428" name="모서리가 둥근 직사각형 427"/>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429" name="Picture 14"/>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26534980"/>
      </p:ext>
    </p:extLst>
  </p:cSld>
  <p:clrMapOvr>
    <a:masterClrMapping/>
  </p:clrMapOvr>
  <p:transition>
    <p:wipe dir="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강의평가</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82796977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5" name="Group 37"/>
          <p:cNvGraphicFramePr>
            <a:graphicFrameLocks noGrp="1"/>
          </p:cNvGraphicFramePr>
          <p:nvPr>
            <p:extLst>
              <p:ext uri="{D42A27DB-BD31-4B8C-83A1-F6EECF244321}">
                <p14:modId xmlns:p14="http://schemas.microsoft.com/office/powerpoint/2010/main" val="2216335273"/>
              </p:ext>
            </p:extLst>
          </p:nvPr>
        </p:nvGraphicFramePr>
        <p:xfrm>
          <a:off x="1975897" y="3681551"/>
          <a:ext cx="7470630" cy="1642702"/>
        </p:xfrm>
        <a:graphic>
          <a:graphicData uri="http://schemas.openxmlformats.org/drawingml/2006/table">
            <a:tbl>
              <a:tblPr/>
              <a:tblGrid>
                <a:gridCol w="465748">
                  <a:extLst>
                    <a:ext uri="{9D8B030D-6E8A-4147-A177-3AD203B41FA5}">
                      <a16:colId xmlns="" xmlns:a16="http://schemas.microsoft.com/office/drawing/2014/main" val="20001"/>
                    </a:ext>
                  </a:extLst>
                </a:gridCol>
                <a:gridCol w="605739"/>
                <a:gridCol w="468846"/>
                <a:gridCol w="886730"/>
                <a:gridCol w="739030"/>
                <a:gridCol w="1487109"/>
                <a:gridCol w="460075"/>
                <a:gridCol w="481041"/>
                <a:gridCol w="721562"/>
                <a:gridCol w="561214"/>
                <a:gridCol w="59353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공동교수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튜터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조교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임*수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석*교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강의평가</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강의평가 수강과목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58</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1846877263"/>
              </p:ext>
            </p:extLst>
          </p:nvPr>
        </p:nvGraphicFramePr>
        <p:xfrm>
          <a:off x="9508554" y="1492213"/>
          <a:ext cx="1404156" cy="44581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강의평가 레이어 활성화</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검색결과 건수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강의안내문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강의평가</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34" name="직사각형 533"/>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560" name="직사각형 559"/>
          <p:cNvSpPr/>
          <p:nvPr/>
        </p:nvSpPr>
        <p:spPr>
          <a:xfrm>
            <a:off x="1870800" y="34290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193" name="모서리가 둥근 직사각형 192"/>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KNOU_UI_C01021300_01</a:t>
            </a:r>
            <a:endParaRPr lang="ko-KR" altLang="en-US" sz="800" spc="-60" dirty="0">
              <a:latin typeface="+mn-ea"/>
            </a:endParaRPr>
          </a:p>
        </p:txBody>
      </p:sp>
      <p:grpSp>
        <p:nvGrpSpPr>
          <p:cNvPr id="5" name="그룹 4"/>
          <p:cNvGrpSpPr/>
          <p:nvPr/>
        </p:nvGrpSpPr>
        <p:grpSpPr>
          <a:xfrm>
            <a:off x="2019008"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34" name="그룹 233"/>
          <p:cNvGrpSpPr/>
          <p:nvPr/>
        </p:nvGrpSpPr>
        <p:grpSpPr>
          <a:xfrm>
            <a:off x="2872788" y="2589287"/>
            <a:ext cx="234360" cy="200055"/>
            <a:chOff x="1152270" y="11706839"/>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24" name="Track"/>
          <p:cNvSpPr>
            <a:spLocks/>
          </p:cNvSpPr>
          <p:nvPr>
            <p:custDataLst>
              <p:tags r:id="rId1"/>
            </p:custDataLst>
          </p:nvPr>
        </p:nvSpPr>
        <p:spPr bwMode="auto">
          <a:xfrm>
            <a:off x="9393113"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grpSp>
        <p:nvGrpSpPr>
          <p:cNvPr id="631" name="그룹 630"/>
          <p:cNvGrpSpPr/>
          <p:nvPr/>
        </p:nvGrpSpPr>
        <p:grpSpPr>
          <a:xfrm>
            <a:off x="6048692" y="2041798"/>
            <a:ext cx="234360" cy="200055"/>
            <a:chOff x="1152270" y="11706839"/>
            <a:chExt cx="234360" cy="200055"/>
          </a:xfrm>
        </p:grpSpPr>
        <p:sp>
          <p:nvSpPr>
            <p:cNvPr id="632" name="모서리가 둥근 직사각형 6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35" name="직사각형 6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71" name="직사각형 170"/>
          <p:cNvSpPr/>
          <p:nvPr/>
        </p:nvSpPr>
        <p:spPr>
          <a:xfrm>
            <a:off x="2538636"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143" name="그룹 142"/>
          <p:cNvGrpSpPr/>
          <p:nvPr/>
        </p:nvGrpSpPr>
        <p:grpSpPr>
          <a:xfrm>
            <a:off x="1856656" y="4124675"/>
            <a:ext cx="234360" cy="200055"/>
            <a:chOff x="1152270" y="11706839"/>
            <a:chExt cx="234360" cy="200055"/>
          </a:xfrm>
        </p:grpSpPr>
        <p:sp>
          <p:nvSpPr>
            <p:cNvPr id="144" name="모서리가 둥근 직사각형 14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45" name="직사각형 14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146" name="직사각형 145"/>
          <p:cNvSpPr/>
          <p:nvPr/>
        </p:nvSpPr>
        <p:spPr>
          <a:xfrm>
            <a:off x="1963944" y="4126253"/>
            <a:ext cx="7409596" cy="227672"/>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169" name="그룹 168"/>
          <p:cNvGrpSpPr/>
          <p:nvPr/>
        </p:nvGrpSpPr>
        <p:grpSpPr>
          <a:xfrm>
            <a:off x="3046236" y="3284984"/>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sp>
        <p:nvSpPr>
          <p:cNvPr id="149" name="직사각형 148"/>
          <p:cNvSpPr/>
          <p:nvPr/>
        </p:nvSpPr>
        <p:spPr>
          <a:xfrm>
            <a:off x="3368272" y="5512316"/>
            <a:ext cx="4202577" cy="2165156"/>
          </a:xfrm>
          <a:prstGeom prst="rect">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rIns="18000" rtlCol="0" anchor="ctr"/>
          <a:lstStyle/>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레이어팝업 정책</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한 화면에 구성되어 있음</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시작일시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 강의실 입장시 설문 레이어팝업 띄움</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종료일시 이후 미참여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 강의실 입장시 설문 레이어팝업 띄움</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기말고사 이후 강의평가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 성적 확인 전에 설문 레이어팝업 띄움</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참여한 경우는 강의평가 레이어팝업 띄우지 않음</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수정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기간이면 수정버튼 활성화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수정가능</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중가고사 후 강의평가 반듯이 해야 할 경우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참여 후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9</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주차 수강 가능</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기말고사 후 강의평가 반듯이 해야 할 경우 </a:t>
            </a: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강의평가 참여 후 성적확인 가능</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p:txBody>
      </p:sp>
      <p:grpSp>
        <p:nvGrpSpPr>
          <p:cNvPr id="216" name="그룹 215"/>
          <p:cNvGrpSpPr/>
          <p:nvPr/>
        </p:nvGrpSpPr>
        <p:grpSpPr>
          <a:xfrm>
            <a:off x="2029247" y="3007057"/>
            <a:ext cx="4597216" cy="215444"/>
            <a:chOff x="2029247" y="3007057"/>
            <a:chExt cx="4597216" cy="215444"/>
          </a:xfrm>
        </p:grpSpPr>
        <p:sp>
          <p:nvSpPr>
            <p:cNvPr id="217"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8" name="직사각형 217"/>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19"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20"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221" name="그룹 220"/>
          <p:cNvGrpSpPr/>
          <p:nvPr/>
        </p:nvGrpSpPr>
        <p:grpSpPr>
          <a:xfrm>
            <a:off x="626748" y="2104281"/>
            <a:ext cx="1245456" cy="3960440"/>
            <a:chOff x="626748" y="2104281"/>
            <a:chExt cx="1245456" cy="3960440"/>
          </a:xfrm>
        </p:grpSpPr>
        <p:grpSp>
          <p:nvGrpSpPr>
            <p:cNvPr id="222" name="그룹 221"/>
            <p:cNvGrpSpPr/>
            <p:nvPr/>
          </p:nvGrpSpPr>
          <p:grpSpPr>
            <a:xfrm>
              <a:off x="629956" y="3318264"/>
              <a:ext cx="1188000" cy="180000"/>
              <a:chOff x="666428" y="3785432"/>
              <a:chExt cx="1188000" cy="180000"/>
            </a:xfrm>
          </p:grpSpPr>
          <p:sp>
            <p:nvSpPr>
              <p:cNvPr id="287" name="모서리가 둥근 직사각형 28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8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3568824"/>
              <a:ext cx="1188000" cy="180000"/>
              <a:chOff x="666428" y="4310612"/>
              <a:chExt cx="1188000" cy="180000"/>
            </a:xfrm>
          </p:grpSpPr>
          <p:sp>
            <p:nvSpPr>
              <p:cNvPr id="285" name="모서리가 둥근 직사각형 28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29955" y="3042501"/>
              <a:ext cx="1188000" cy="180000"/>
              <a:chOff x="666427" y="3266516"/>
              <a:chExt cx="1188000" cy="180000"/>
            </a:xfrm>
          </p:grpSpPr>
          <p:sp>
            <p:nvSpPr>
              <p:cNvPr id="283" name="모서리가 둥근 직사각형 28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106828"/>
              <a:ext cx="1188000" cy="180000"/>
              <a:chOff x="666428" y="4570824"/>
              <a:chExt cx="1188000" cy="180000"/>
            </a:xfrm>
          </p:grpSpPr>
          <p:sp>
            <p:nvSpPr>
              <p:cNvPr id="281" name="모서리가 둥근 직사각형 28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2"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5568923"/>
              <a:ext cx="1188000" cy="180000"/>
              <a:chOff x="666428" y="5096004"/>
              <a:chExt cx="1188000" cy="180000"/>
            </a:xfrm>
          </p:grpSpPr>
          <p:sp>
            <p:nvSpPr>
              <p:cNvPr id="279" name="모서리가 둥근 직사각형 27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80"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1150" y="4387873"/>
              <a:ext cx="1188000" cy="180000"/>
              <a:chOff x="666428" y="4570824"/>
              <a:chExt cx="1188000" cy="180000"/>
            </a:xfrm>
          </p:grpSpPr>
          <p:sp>
            <p:nvSpPr>
              <p:cNvPr id="275" name="모서리가 둥근 직사각형 27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29956" y="4675443"/>
              <a:ext cx="1188000" cy="180000"/>
              <a:chOff x="666428" y="4310612"/>
              <a:chExt cx="1188000" cy="180000"/>
            </a:xfrm>
          </p:grpSpPr>
          <p:sp>
            <p:nvSpPr>
              <p:cNvPr id="273" name="모서리가 둥근 직사각형 27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7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26748" y="2104281"/>
              <a:ext cx="1245456" cy="442923"/>
              <a:chOff x="468506" y="2320305"/>
              <a:chExt cx="1245456" cy="442923"/>
            </a:xfrm>
          </p:grpSpPr>
          <p:sp>
            <p:nvSpPr>
              <p:cNvPr id="270" name="직사각형 269"/>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71"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2" name="TextBox 271"/>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55" name="그룹 254"/>
            <p:cNvGrpSpPr/>
            <p:nvPr/>
          </p:nvGrpSpPr>
          <p:grpSpPr>
            <a:xfrm>
              <a:off x="632520" y="4975116"/>
              <a:ext cx="1188000" cy="180000"/>
              <a:chOff x="666428" y="4310612"/>
              <a:chExt cx="1188000" cy="180000"/>
            </a:xfrm>
          </p:grpSpPr>
          <p:sp>
            <p:nvSpPr>
              <p:cNvPr id="268" name="모서리가 둥근 직사각형 26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69"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2752353"/>
              <a:ext cx="1188000" cy="180000"/>
              <a:chOff x="666427" y="3266516"/>
              <a:chExt cx="1188000" cy="180000"/>
            </a:xfrm>
          </p:grpSpPr>
          <p:sp>
            <p:nvSpPr>
              <p:cNvPr id="266" name="모서리가 둥근 직사각형 26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67"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5257815"/>
              <a:ext cx="1188000" cy="180000"/>
              <a:chOff x="666428" y="4310612"/>
              <a:chExt cx="1188000" cy="180000"/>
            </a:xfrm>
          </p:grpSpPr>
          <p:sp>
            <p:nvSpPr>
              <p:cNvPr id="264" name="모서리가 둥근 직사각형 263"/>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65"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5884721"/>
              <a:ext cx="1188000" cy="180000"/>
              <a:chOff x="666428" y="4570824"/>
              <a:chExt cx="1188000" cy="180000"/>
            </a:xfrm>
          </p:grpSpPr>
          <p:sp>
            <p:nvSpPr>
              <p:cNvPr id="262" name="모서리가 둥근 직사각형 26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63"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2520" y="3825064"/>
              <a:ext cx="1188000" cy="180000"/>
              <a:chOff x="666428" y="4310612"/>
              <a:chExt cx="1188000" cy="180000"/>
            </a:xfrm>
          </p:grpSpPr>
          <p:sp>
            <p:nvSpPr>
              <p:cNvPr id="260" name="모서리가 둥근 직사각형 25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61"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66" name="그룹 165"/>
          <p:cNvGrpSpPr/>
          <p:nvPr/>
        </p:nvGrpSpPr>
        <p:grpSpPr>
          <a:xfrm>
            <a:off x="507554" y="1602349"/>
            <a:ext cx="3075218" cy="252000"/>
            <a:chOff x="507554" y="1537742"/>
            <a:chExt cx="3075218" cy="252000"/>
          </a:xfrm>
        </p:grpSpPr>
        <p:pic>
          <p:nvPicPr>
            <p:cNvPr id="167"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8" name="그룹 167"/>
            <p:cNvGrpSpPr/>
            <p:nvPr/>
          </p:nvGrpSpPr>
          <p:grpSpPr>
            <a:xfrm>
              <a:off x="2288704" y="1581175"/>
              <a:ext cx="1294068" cy="166725"/>
              <a:chOff x="2288704" y="1581175"/>
              <a:chExt cx="1294068" cy="166725"/>
            </a:xfrm>
          </p:grpSpPr>
          <p:sp>
            <p:nvSpPr>
              <p:cNvPr id="170" name="직사각형 169"/>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72" name="직사각형 17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61" name="그룹 160"/>
          <p:cNvGrpSpPr/>
          <p:nvPr/>
        </p:nvGrpSpPr>
        <p:grpSpPr>
          <a:xfrm>
            <a:off x="624623" y="6165304"/>
            <a:ext cx="1188000" cy="180000"/>
            <a:chOff x="666428" y="3785432"/>
            <a:chExt cx="1188000" cy="180000"/>
          </a:xfrm>
        </p:grpSpPr>
        <p:sp>
          <p:nvSpPr>
            <p:cNvPr id="162" name="모서리가 둥근 직사각형 16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16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4" name="그룹 163"/>
          <p:cNvGrpSpPr/>
          <p:nvPr/>
        </p:nvGrpSpPr>
        <p:grpSpPr>
          <a:xfrm>
            <a:off x="610906" y="6407787"/>
            <a:ext cx="1188000" cy="180000"/>
            <a:chOff x="666428" y="5881828"/>
            <a:chExt cx="1188000" cy="180000"/>
          </a:xfrm>
        </p:grpSpPr>
        <p:sp>
          <p:nvSpPr>
            <p:cNvPr id="165" name="모서리가 둥근 직사각형 164"/>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173"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524567541"/>
      </p:ext>
    </p:extLst>
  </p:cSld>
  <p:clrMapOvr>
    <a:masterClrMapping/>
  </p:clrMapOvr>
  <p:transition>
    <p:wipe dir="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9" name="그룹 168"/>
          <p:cNvGrpSpPr/>
          <p:nvPr/>
        </p:nvGrpSpPr>
        <p:grpSpPr>
          <a:xfrm>
            <a:off x="507554" y="1602349"/>
            <a:ext cx="3075218" cy="252000"/>
            <a:chOff x="507554" y="1537742"/>
            <a:chExt cx="3075218" cy="252000"/>
          </a:xfrm>
        </p:grpSpPr>
        <p:pic>
          <p:nvPicPr>
            <p:cNvPr id="213"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 name="그룹 213"/>
            <p:cNvGrpSpPr/>
            <p:nvPr/>
          </p:nvGrpSpPr>
          <p:grpSpPr>
            <a:xfrm>
              <a:off x="2288704" y="1581175"/>
              <a:ext cx="1294068" cy="166725"/>
              <a:chOff x="2288704" y="1581175"/>
              <a:chExt cx="1294068" cy="166725"/>
            </a:xfrm>
          </p:grpSpPr>
          <p:sp>
            <p:nvSpPr>
              <p:cNvPr id="222" name="직사각형 221"/>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34" name="직사각형 23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강의평가</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강의평가 수강과목 목록 </a:t>
            </a:r>
            <a:r>
              <a:rPr lang="en-US" altLang="ko-KR" sz="800" spc="-60" dirty="0" smtClean="0">
                <a:latin typeface="+mn-ea"/>
                <a:ea typeface="+mn-ea"/>
              </a:rPr>
              <a:t>&gt; </a:t>
            </a:r>
            <a:r>
              <a:rPr lang="ko-KR" altLang="en-US" sz="800" spc="-60" dirty="0" smtClean="0">
                <a:latin typeface="+mn-ea"/>
                <a:ea typeface="+mn-ea"/>
              </a:rPr>
              <a:t>강의평가 안내문</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59</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2479313435"/>
              </p:ext>
            </p:extLst>
          </p:nvPr>
        </p:nvGraphicFramePr>
        <p:xfrm>
          <a:off x="9508554" y="1492213"/>
          <a:ext cx="1404156" cy="53725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통합관리자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수업운영도구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수업업무 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rgbClr val="0070C0"/>
                          </a:solidFill>
                          <a:latin typeface="+mn-ea"/>
                          <a:ea typeface="+mn-ea"/>
                          <a:cs typeface="+mn-cs"/>
                        </a:rPr>
                        <a:t>중간 강의평가기간</a:t>
                      </a:r>
                      <a:r>
                        <a:rPr lang="ko-KR" altLang="en-US" sz="800" kern="1200" baseline="0" dirty="0" smtClean="0">
                          <a:solidFill>
                            <a:schemeClr val="tx1">
                              <a:lumMod val="75000"/>
                              <a:lumOff val="25000"/>
                            </a:schemeClr>
                          </a:solidFill>
                          <a:latin typeface="+mn-ea"/>
                          <a:ea typeface="+mn-ea"/>
                          <a:cs typeface="+mn-cs"/>
                        </a:rPr>
                        <a:t> 연계</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통합관리자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수업운영도구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수업업무 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rgbClr val="0070C0"/>
                          </a:solidFill>
                          <a:latin typeface="+mn-ea"/>
                          <a:ea typeface="+mn-ea"/>
                          <a:cs typeface="+mn-cs"/>
                        </a:rPr>
                        <a:t>기말 강의평가기간</a:t>
                      </a:r>
                      <a:r>
                        <a:rPr lang="ko-KR" altLang="en-US" sz="800" kern="1200" baseline="0" dirty="0" smtClean="0">
                          <a:solidFill>
                            <a:schemeClr val="tx1">
                              <a:lumMod val="75000"/>
                              <a:lumOff val="25000"/>
                            </a:schemeClr>
                          </a:solidFill>
                          <a:latin typeface="+mn-ea"/>
                          <a:ea typeface="+mn-ea"/>
                          <a:cs typeface="+mn-cs"/>
                        </a:rPr>
                        <a:t> 연계</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해당 수강과목 강의평가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레이어팝업 닫기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강의평가</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34" name="직사각형 533"/>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560" name="직사각형 559"/>
          <p:cNvSpPr/>
          <p:nvPr/>
        </p:nvSpPr>
        <p:spPr>
          <a:xfrm>
            <a:off x="1870800" y="34290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193" name="모서리가 둥근 직사각형 192"/>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KNOU_UI_C01021300_02</a:t>
            </a:r>
            <a:endParaRPr lang="ko-KR" altLang="en-US" sz="800" spc="-60" dirty="0">
              <a:latin typeface="+mn-ea"/>
            </a:endParaRPr>
          </a:p>
        </p:txBody>
      </p:sp>
      <p:grpSp>
        <p:nvGrpSpPr>
          <p:cNvPr id="5" name="그룹 4"/>
          <p:cNvGrpSpPr/>
          <p:nvPr/>
        </p:nvGrpSpPr>
        <p:grpSpPr>
          <a:xfrm>
            <a:off x="2019008"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aphicFrame>
        <p:nvGraphicFramePr>
          <p:cNvPr id="244" name="Group 37"/>
          <p:cNvGraphicFramePr>
            <a:graphicFrameLocks noGrp="1"/>
          </p:cNvGraphicFramePr>
          <p:nvPr>
            <p:extLst>
              <p:ext uri="{D42A27DB-BD31-4B8C-83A1-F6EECF244321}">
                <p14:modId xmlns:p14="http://schemas.microsoft.com/office/powerpoint/2010/main" val="794490381"/>
              </p:ext>
            </p:extLst>
          </p:nvPr>
        </p:nvGraphicFramePr>
        <p:xfrm>
          <a:off x="1975897" y="3681551"/>
          <a:ext cx="7470629" cy="1642702"/>
        </p:xfrm>
        <a:graphic>
          <a:graphicData uri="http://schemas.openxmlformats.org/drawingml/2006/table">
            <a:tbl>
              <a:tblPr/>
              <a:tblGrid>
                <a:gridCol w="418312">
                  <a:extLst>
                    <a:ext uri="{9D8B030D-6E8A-4147-A177-3AD203B41FA5}">
                      <a16:colId xmlns="" xmlns:a16="http://schemas.microsoft.com/office/drawing/2014/main" val="20001"/>
                    </a:ext>
                  </a:extLst>
                </a:gridCol>
                <a:gridCol w="544045"/>
                <a:gridCol w="421095"/>
                <a:gridCol w="796418"/>
                <a:gridCol w="663761"/>
                <a:gridCol w="628170"/>
                <a:gridCol w="421096"/>
                <a:gridCol w="1460470"/>
                <a:gridCol w="432048"/>
                <a:gridCol w="648072"/>
                <a:gridCol w="504056"/>
                <a:gridCol w="53308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과정</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과목코드</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공동교수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튜터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조교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CM0005</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CM0005</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CM0203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CM0078</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운동역학기초</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CM0012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CM0012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임*수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석*교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24" name="Track"/>
          <p:cNvSpPr>
            <a:spLocks/>
          </p:cNvSpPr>
          <p:nvPr>
            <p:custDataLst>
              <p:tags r:id="rId1"/>
            </p:custDataLst>
          </p:nvPr>
        </p:nvSpPr>
        <p:spPr bwMode="auto">
          <a:xfrm>
            <a:off x="9393113"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171" name="직사각형 170"/>
          <p:cNvSpPr/>
          <p:nvPr/>
        </p:nvSpPr>
        <p:spPr>
          <a:xfrm>
            <a:off x="2538636"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21" name="그룹 220"/>
          <p:cNvGrpSpPr/>
          <p:nvPr/>
        </p:nvGrpSpPr>
        <p:grpSpPr>
          <a:xfrm>
            <a:off x="2029247" y="3007057"/>
            <a:ext cx="4335338" cy="215444"/>
            <a:chOff x="2029247" y="3007057"/>
            <a:chExt cx="4335338" cy="215444"/>
          </a:xfrm>
        </p:grpSpPr>
        <p:grpSp>
          <p:nvGrpSpPr>
            <p:cNvPr id="246" name="그룹 245"/>
            <p:cNvGrpSpPr/>
            <p:nvPr/>
          </p:nvGrpSpPr>
          <p:grpSpPr>
            <a:xfrm>
              <a:off x="2029247" y="3007057"/>
              <a:ext cx="4335338" cy="215444"/>
              <a:chOff x="2936776" y="2752353"/>
              <a:chExt cx="4335338" cy="215444"/>
            </a:xfrm>
          </p:grpSpPr>
          <p:sp>
            <p:nvSpPr>
              <p:cNvPr id="24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수강과목선택</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62" name="직사각형 261"/>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grpSp>
        <p:sp>
          <p:nvSpPr>
            <p:cNvPr id="24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66" name="그룹 165"/>
          <p:cNvGrpSpPr/>
          <p:nvPr/>
        </p:nvGrpSpPr>
        <p:grpSpPr>
          <a:xfrm>
            <a:off x="626748" y="2104281"/>
            <a:ext cx="1245456" cy="4063099"/>
            <a:chOff x="626748" y="2104281"/>
            <a:chExt cx="1245456" cy="4063099"/>
          </a:xfrm>
        </p:grpSpPr>
        <p:grpSp>
          <p:nvGrpSpPr>
            <p:cNvPr id="167" name="그룹 166"/>
            <p:cNvGrpSpPr/>
            <p:nvPr/>
          </p:nvGrpSpPr>
          <p:grpSpPr>
            <a:xfrm>
              <a:off x="629955" y="3042501"/>
              <a:ext cx="1188000" cy="180000"/>
              <a:chOff x="666427" y="3266516"/>
              <a:chExt cx="1188000" cy="180000"/>
            </a:xfrm>
          </p:grpSpPr>
          <p:sp>
            <p:nvSpPr>
              <p:cNvPr id="314" name="모서리가 둥근 직사각형 31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1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6748" y="2104281"/>
              <a:ext cx="1245456" cy="442923"/>
              <a:chOff x="468506" y="2320305"/>
              <a:chExt cx="1245456" cy="442923"/>
            </a:xfrm>
          </p:grpSpPr>
          <p:sp>
            <p:nvSpPr>
              <p:cNvPr id="309" name="직사각형 308"/>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1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3" name="TextBox 312"/>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70" name="그룹 169"/>
            <p:cNvGrpSpPr/>
            <p:nvPr/>
          </p:nvGrpSpPr>
          <p:grpSpPr>
            <a:xfrm>
              <a:off x="632520" y="2752353"/>
              <a:ext cx="1188000" cy="180000"/>
              <a:chOff x="666427" y="3266516"/>
              <a:chExt cx="1188000" cy="180000"/>
            </a:xfrm>
          </p:grpSpPr>
          <p:sp>
            <p:nvSpPr>
              <p:cNvPr id="307" name="모서리가 둥근 직사각형 30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0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3318264"/>
              <a:ext cx="1188000" cy="180000"/>
              <a:chOff x="666428" y="3785432"/>
              <a:chExt cx="1188000" cy="180000"/>
            </a:xfrm>
          </p:grpSpPr>
          <p:sp>
            <p:nvSpPr>
              <p:cNvPr id="305" name="모서리가 둥근 직사각형 30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0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5889" y="3606924"/>
              <a:ext cx="1188000" cy="180000"/>
              <a:chOff x="666428" y="4310612"/>
              <a:chExt cx="1188000" cy="180000"/>
            </a:xfrm>
          </p:grpSpPr>
          <p:sp>
            <p:nvSpPr>
              <p:cNvPr id="303" name="모서리가 둥근 직사각형 30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30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5889" y="3892880"/>
              <a:ext cx="1188000" cy="180000"/>
              <a:chOff x="666428" y="4570824"/>
              <a:chExt cx="1188000" cy="180000"/>
            </a:xfrm>
          </p:grpSpPr>
          <p:sp>
            <p:nvSpPr>
              <p:cNvPr id="301" name="모서리가 둥근 직사각형 30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35889" y="5354975"/>
              <a:ext cx="1188000" cy="180000"/>
              <a:chOff x="666428" y="5096004"/>
              <a:chExt cx="1188000" cy="180000"/>
            </a:xfrm>
          </p:grpSpPr>
          <p:sp>
            <p:nvSpPr>
              <p:cNvPr id="240" name="모서리가 둥근 직사각형 239"/>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4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40081" y="5987380"/>
              <a:ext cx="1188000" cy="180000"/>
              <a:chOff x="666428" y="3785432"/>
              <a:chExt cx="1188000" cy="180000"/>
            </a:xfrm>
          </p:grpSpPr>
          <p:sp>
            <p:nvSpPr>
              <p:cNvPr id="223" name="모서리가 둥근 직사각형 22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7083" y="4173925"/>
              <a:ext cx="1188000" cy="180000"/>
              <a:chOff x="666428" y="4570824"/>
              <a:chExt cx="1188000" cy="180000"/>
            </a:xfrm>
          </p:grpSpPr>
          <p:sp>
            <p:nvSpPr>
              <p:cNvPr id="190" name="모서리가 둥근 직사각형 1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19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5889" y="4461495"/>
              <a:ext cx="1188000" cy="180000"/>
              <a:chOff x="666428" y="4310612"/>
              <a:chExt cx="1188000" cy="180000"/>
            </a:xfrm>
          </p:grpSpPr>
          <p:sp>
            <p:nvSpPr>
              <p:cNvPr id="188" name="모서리가 둥근 직사각형 18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18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8453" y="4761168"/>
              <a:ext cx="1188000" cy="180000"/>
              <a:chOff x="666428" y="4310612"/>
              <a:chExt cx="1188000" cy="180000"/>
            </a:xfrm>
          </p:grpSpPr>
          <p:sp>
            <p:nvSpPr>
              <p:cNvPr id="186" name="모서리가 둥근 직사각형 1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18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8453" y="5043867"/>
              <a:ext cx="1188000" cy="180000"/>
              <a:chOff x="666428" y="4310612"/>
              <a:chExt cx="1188000" cy="180000"/>
            </a:xfrm>
          </p:grpSpPr>
          <p:sp>
            <p:nvSpPr>
              <p:cNvPr id="184" name="모서리가 둥근 직사각형 183"/>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18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8453" y="5670773"/>
              <a:ext cx="1188000" cy="180000"/>
              <a:chOff x="666428" y="4570824"/>
              <a:chExt cx="1188000" cy="180000"/>
            </a:xfrm>
          </p:grpSpPr>
          <p:sp>
            <p:nvSpPr>
              <p:cNvPr id="182" name="모서리가 둥근 직사각형 18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18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49" name="직사각형 148"/>
          <p:cNvSpPr/>
          <p:nvPr/>
        </p:nvSpPr>
        <p:spPr bwMode="auto">
          <a:xfrm>
            <a:off x="409172" y="1492213"/>
            <a:ext cx="9079694" cy="939828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215" name="그룹 214"/>
          <p:cNvGrpSpPr/>
          <p:nvPr/>
        </p:nvGrpSpPr>
        <p:grpSpPr>
          <a:xfrm>
            <a:off x="2504728" y="2751521"/>
            <a:ext cx="5125690" cy="5213983"/>
            <a:chOff x="2774409" y="2491086"/>
            <a:chExt cx="5125690" cy="5213983"/>
          </a:xfrm>
        </p:grpSpPr>
        <p:grpSp>
          <p:nvGrpSpPr>
            <p:cNvPr id="216" name="그룹 215"/>
            <p:cNvGrpSpPr/>
            <p:nvPr/>
          </p:nvGrpSpPr>
          <p:grpSpPr>
            <a:xfrm>
              <a:off x="2809060" y="2491086"/>
              <a:ext cx="5091039" cy="5213983"/>
              <a:chOff x="2809060" y="2491086"/>
              <a:chExt cx="5091039" cy="5213983"/>
            </a:xfrm>
          </p:grpSpPr>
          <p:sp>
            <p:nvSpPr>
              <p:cNvPr id="218" name="직사각형 217"/>
              <p:cNvSpPr/>
              <p:nvPr/>
            </p:nvSpPr>
            <p:spPr>
              <a:xfrm>
                <a:off x="2809060" y="2492896"/>
                <a:ext cx="5086743" cy="521217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19" name="직사각형 218"/>
              <p:cNvSpPr/>
              <p:nvPr/>
            </p:nvSpPr>
            <p:spPr>
              <a:xfrm>
                <a:off x="2813299" y="2495865"/>
                <a:ext cx="50868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0" name="직사각형 219"/>
              <p:cNvSpPr/>
              <p:nvPr/>
            </p:nvSpPr>
            <p:spPr>
              <a:xfrm>
                <a:off x="7589420" y="2491086"/>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17" name="직사각형 216"/>
            <p:cNvSpPr/>
            <p:nvPr/>
          </p:nvSpPr>
          <p:spPr>
            <a:xfrm>
              <a:off x="2774409" y="2502471"/>
              <a:ext cx="939681" cy="215444"/>
            </a:xfrm>
            <a:prstGeom prst="rect">
              <a:avLst/>
            </a:prstGeom>
          </p:spPr>
          <p:txBody>
            <a:bodyPr wrap="none">
              <a:spAutoFit/>
            </a:bodyPr>
            <a:lstStyle/>
            <a:p>
              <a:r>
                <a:rPr lang="ko-KR" altLang="en-US" sz="800" dirty="0" smtClean="0">
                  <a:solidFill>
                    <a:schemeClr val="bg1"/>
                  </a:solidFill>
                  <a:latin typeface="+mn-ea"/>
                  <a:ea typeface="+mn-ea"/>
                </a:rPr>
                <a:t>강의평가 안내문</a:t>
              </a:r>
              <a:endParaRPr lang="ko-KR" altLang="en-US" sz="800" dirty="0">
                <a:solidFill>
                  <a:schemeClr val="bg1"/>
                </a:solidFill>
                <a:latin typeface="+mn-ea"/>
                <a:ea typeface="+mn-ea"/>
              </a:endParaRPr>
            </a:p>
          </p:txBody>
        </p:sp>
      </p:grpSp>
      <p:sp>
        <p:nvSpPr>
          <p:cNvPr id="255" name="모서리가 둥근 직사각형 254"/>
          <p:cNvSpPr/>
          <p:nvPr/>
        </p:nvSpPr>
        <p:spPr>
          <a:xfrm>
            <a:off x="4141862" y="758853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 참여</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256"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00159" y="3114517"/>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7" name="Text Box">
            <a:extLst>
              <a:ext uri="{FF2B5EF4-FFF2-40B4-BE49-F238E27FC236}">
                <a16:creationId xmlns:a16="http://schemas.microsoft.com/office/drawing/2014/main" xmlns="" id="{AE49189D-1906-4AE2-A08B-2143FA0F77F1}"/>
              </a:ext>
            </a:extLst>
          </p:cNvPr>
          <p:cNvSpPr>
            <a:spLocks/>
          </p:cNvSpPr>
          <p:nvPr/>
        </p:nvSpPr>
        <p:spPr bwMode="auto">
          <a:xfrm>
            <a:off x="2692270" y="3501007"/>
            <a:ext cx="4805393" cy="3904401"/>
          </a:xfrm>
          <a:prstGeom prst="rect">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36000" tIns="36000" rIns="36000" bIns="36000" rtlCol="0" anchor="ctr" anchorCtr="0">
            <a:noAutofit/>
          </a:bodyPr>
          <a:lstStyle>
            <a:defPPr>
              <a:defRPr lang="ko-KR"/>
            </a:defPPr>
            <a:lvl1pPr algn="l" rtl="0" fontAlgn="base" latinLnBrk="1">
              <a:spcBef>
                <a:spcPct val="0"/>
              </a:spcBef>
              <a:spcAft>
                <a:spcPct val="0"/>
              </a:spcAft>
              <a:defRPr kumimoji="1" sz="1000" kern="1200">
                <a:solidFill>
                  <a:schemeClr val="lt1"/>
                </a:solidFill>
                <a:latin typeface="+mn-lt"/>
                <a:ea typeface="+mn-ea"/>
                <a:cs typeface="+mn-cs"/>
              </a:defRPr>
            </a:lvl1pPr>
            <a:lvl2pPr marL="457200" algn="l" rtl="0" fontAlgn="base" latinLnBrk="1">
              <a:spcBef>
                <a:spcPct val="0"/>
              </a:spcBef>
              <a:spcAft>
                <a:spcPct val="0"/>
              </a:spcAft>
              <a:defRPr kumimoji="1" sz="1000" kern="1200">
                <a:solidFill>
                  <a:schemeClr val="lt1"/>
                </a:solidFill>
                <a:latin typeface="+mn-lt"/>
                <a:ea typeface="+mn-ea"/>
                <a:cs typeface="+mn-cs"/>
              </a:defRPr>
            </a:lvl2pPr>
            <a:lvl3pPr marL="914400" algn="l" rtl="0" fontAlgn="base" latinLnBrk="1">
              <a:spcBef>
                <a:spcPct val="0"/>
              </a:spcBef>
              <a:spcAft>
                <a:spcPct val="0"/>
              </a:spcAft>
              <a:defRPr kumimoji="1" sz="1000" kern="1200">
                <a:solidFill>
                  <a:schemeClr val="lt1"/>
                </a:solidFill>
                <a:latin typeface="+mn-lt"/>
                <a:ea typeface="+mn-ea"/>
                <a:cs typeface="+mn-cs"/>
              </a:defRPr>
            </a:lvl3pPr>
            <a:lvl4pPr marL="1371600" algn="l" rtl="0" fontAlgn="base" latinLnBrk="1">
              <a:spcBef>
                <a:spcPct val="0"/>
              </a:spcBef>
              <a:spcAft>
                <a:spcPct val="0"/>
              </a:spcAft>
              <a:defRPr kumimoji="1" sz="1000" kern="1200">
                <a:solidFill>
                  <a:schemeClr val="lt1"/>
                </a:solidFill>
                <a:latin typeface="+mn-lt"/>
                <a:ea typeface="+mn-ea"/>
                <a:cs typeface="+mn-cs"/>
              </a:defRPr>
            </a:lvl4pPr>
            <a:lvl5pPr marL="1828800" algn="l" rtl="0" fontAlgn="base" latinLnBrk="1">
              <a:spcBef>
                <a:spcPct val="0"/>
              </a:spcBef>
              <a:spcAft>
                <a:spcPct val="0"/>
              </a:spcAft>
              <a:defRPr kumimoji="1" sz="1000" kern="1200">
                <a:solidFill>
                  <a:schemeClr val="lt1"/>
                </a:solidFill>
                <a:latin typeface="+mn-lt"/>
                <a:ea typeface="+mn-ea"/>
                <a:cs typeface="+mn-cs"/>
              </a:defRPr>
            </a:lvl5pPr>
            <a:lvl6pPr marL="2286000" algn="l" defTabSz="914400" rtl="0" eaLnBrk="1" latinLnBrk="1" hangingPunct="1">
              <a:defRPr kumimoji="1" sz="1000" kern="1200">
                <a:solidFill>
                  <a:schemeClr val="lt1"/>
                </a:solidFill>
                <a:latin typeface="+mn-lt"/>
                <a:ea typeface="+mn-ea"/>
                <a:cs typeface="+mn-cs"/>
              </a:defRPr>
            </a:lvl6pPr>
            <a:lvl7pPr marL="2743200" algn="l" defTabSz="914400" rtl="0" eaLnBrk="1" latinLnBrk="1" hangingPunct="1">
              <a:defRPr kumimoji="1" sz="1000" kern="1200">
                <a:solidFill>
                  <a:schemeClr val="lt1"/>
                </a:solidFill>
                <a:latin typeface="+mn-lt"/>
                <a:ea typeface="+mn-ea"/>
                <a:cs typeface="+mn-cs"/>
              </a:defRPr>
            </a:lvl7pPr>
            <a:lvl8pPr marL="3200400" algn="l" defTabSz="914400" rtl="0" eaLnBrk="1" latinLnBrk="1" hangingPunct="1">
              <a:defRPr kumimoji="1" sz="1000" kern="1200">
                <a:solidFill>
                  <a:schemeClr val="lt1"/>
                </a:solidFill>
                <a:latin typeface="+mn-lt"/>
                <a:ea typeface="+mn-ea"/>
                <a:cs typeface="+mn-cs"/>
              </a:defRPr>
            </a:lvl8pPr>
            <a:lvl9pPr marL="3657600" algn="l" defTabSz="914400" rtl="0" eaLnBrk="1" latinLnBrk="1" hangingPunct="1">
              <a:defRPr kumimoji="1" sz="1000" kern="1200">
                <a:solidFill>
                  <a:schemeClr val="lt1"/>
                </a:solidFill>
                <a:latin typeface="+mn-lt"/>
                <a:ea typeface="+mn-ea"/>
                <a:cs typeface="+mn-cs"/>
              </a:defRPr>
            </a:lvl9pPr>
          </a:lstStyle>
          <a:p>
            <a:pPr>
              <a:lnSpc>
                <a:spcPct val="200000"/>
              </a:lnSpc>
            </a:pPr>
            <a:r>
              <a:rPr lang="en-US" altLang="ko-KR" sz="800" b="1" dirty="0">
                <a:solidFill>
                  <a:srgbClr val="0070C0"/>
                </a:solidFill>
                <a:latin typeface="+mn-ea"/>
              </a:rPr>
              <a:t>* 2023</a:t>
            </a:r>
            <a:r>
              <a:rPr lang="ko-KR" altLang="en-US" sz="800" b="1" dirty="0">
                <a:solidFill>
                  <a:srgbClr val="0070C0"/>
                </a:solidFill>
                <a:latin typeface="+mn-ea"/>
              </a:rPr>
              <a:t>년 </a:t>
            </a:r>
            <a:r>
              <a:rPr lang="en-US" altLang="ko-KR" sz="800" b="1" dirty="0">
                <a:solidFill>
                  <a:srgbClr val="0070C0"/>
                </a:solidFill>
                <a:latin typeface="+mn-ea"/>
              </a:rPr>
              <a:t>1</a:t>
            </a:r>
            <a:r>
              <a:rPr lang="ko-KR" altLang="en-US" sz="800" b="1" dirty="0">
                <a:solidFill>
                  <a:srgbClr val="0070C0"/>
                </a:solidFill>
                <a:latin typeface="+mn-ea"/>
              </a:rPr>
              <a:t>학기 </a:t>
            </a:r>
            <a:r>
              <a:rPr lang="en-US" altLang="ko-KR" sz="800" b="1" dirty="0">
                <a:solidFill>
                  <a:srgbClr val="0070C0"/>
                </a:solidFill>
                <a:latin typeface="+mn-ea"/>
              </a:rPr>
              <a:t>[</a:t>
            </a:r>
            <a:r>
              <a:rPr lang="ko-KR" altLang="en-US" sz="800" b="1" dirty="0">
                <a:solidFill>
                  <a:srgbClr val="0070C0"/>
                </a:solidFill>
                <a:latin typeface="+mn-ea"/>
              </a:rPr>
              <a:t>중간</a:t>
            </a:r>
            <a:r>
              <a:rPr lang="en-US" altLang="ko-KR" sz="800" b="1" dirty="0">
                <a:solidFill>
                  <a:srgbClr val="0070C0"/>
                </a:solidFill>
                <a:latin typeface="+mn-ea"/>
              </a:rPr>
              <a:t>]</a:t>
            </a:r>
            <a:r>
              <a:rPr lang="ko-KR" altLang="en-US" sz="800" b="1" dirty="0">
                <a:solidFill>
                  <a:srgbClr val="0070C0"/>
                </a:solidFill>
                <a:latin typeface="+mn-ea"/>
              </a:rPr>
              <a:t> 강의평가 기간 </a:t>
            </a:r>
            <a:r>
              <a:rPr lang="en-US" altLang="ko-KR" sz="800" b="1" dirty="0">
                <a:solidFill>
                  <a:srgbClr val="0070C0"/>
                </a:solidFill>
                <a:latin typeface="+mn-ea"/>
              </a:rPr>
              <a:t>: </a:t>
            </a:r>
            <a:r>
              <a:rPr lang="en-US" altLang="ko-KR" sz="800" b="1" dirty="0" smtClean="0">
                <a:solidFill>
                  <a:srgbClr val="0070C0"/>
                </a:solidFill>
                <a:latin typeface="+mn-ea"/>
              </a:rPr>
              <a:t>2025.10.25 </a:t>
            </a:r>
            <a:r>
              <a:rPr lang="en-US" altLang="ko-KR" sz="800" b="1" dirty="0">
                <a:solidFill>
                  <a:srgbClr val="0070C0"/>
                </a:solidFill>
                <a:latin typeface="+mn-ea"/>
              </a:rPr>
              <a:t>10:00 ~ </a:t>
            </a:r>
            <a:r>
              <a:rPr lang="en-US" altLang="ko-KR" sz="800" b="1" dirty="0" smtClean="0">
                <a:solidFill>
                  <a:srgbClr val="0070C0"/>
                </a:solidFill>
                <a:latin typeface="+mn-ea"/>
              </a:rPr>
              <a:t>2025.10.30 </a:t>
            </a:r>
            <a:r>
              <a:rPr lang="en-US" altLang="ko-KR" sz="800" b="1" dirty="0">
                <a:solidFill>
                  <a:srgbClr val="0070C0"/>
                </a:solidFill>
                <a:latin typeface="+mn-ea"/>
              </a:rPr>
              <a:t>17:00</a:t>
            </a:r>
          </a:p>
          <a:p>
            <a:pPr>
              <a:lnSpc>
                <a:spcPct val="200000"/>
              </a:lnSpc>
            </a:pPr>
            <a:r>
              <a:rPr lang="en-US" altLang="ko-KR" sz="800" b="1" dirty="0">
                <a:solidFill>
                  <a:schemeClr val="tx1">
                    <a:lumMod val="75000"/>
                    <a:lumOff val="25000"/>
                  </a:schemeClr>
                </a:solidFill>
                <a:latin typeface="+mn-ea"/>
              </a:rPr>
              <a:t>* 2023</a:t>
            </a:r>
            <a:r>
              <a:rPr lang="ko-KR" altLang="en-US" sz="800" b="1" dirty="0">
                <a:solidFill>
                  <a:schemeClr val="tx1">
                    <a:lumMod val="75000"/>
                    <a:lumOff val="25000"/>
                  </a:schemeClr>
                </a:solidFill>
                <a:latin typeface="+mn-ea"/>
              </a:rPr>
              <a:t>년 </a:t>
            </a:r>
            <a:r>
              <a:rPr lang="en-US" altLang="ko-KR" sz="800" b="1" dirty="0">
                <a:solidFill>
                  <a:schemeClr val="tx1">
                    <a:lumMod val="75000"/>
                    <a:lumOff val="25000"/>
                  </a:schemeClr>
                </a:solidFill>
                <a:latin typeface="+mn-ea"/>
              </a:rPr>
              <a:t>1</a:t>
            </a:r>
            <a:r>
              <a:rPr lang="ko-KR" altLang="en-US" sz="800" b="1" dirty="0">
                <a:solidFill>
                  <a:schemeClr val="tx1">
                    <a:lumMod val="75000"/>
                    <a:lumOff val="25000"/>
                  </a:schemeClr>
                </a:solidFill>
                <a:latin typeface="+mn-ea"/>
              </a:rPr>
              <a:t>학기 </a:t>
            </a:r>
            <a:r>
              <a:rPr lang="en-US" altLang="ko-KR" sz="800" b="1" dirty="0">
                <a:solidFill>
                  <a:schemeClr val="tx1">
                    <a:lumMod val="75000"/>
                    <a:lumOff val="25000"/>
                  </a:schemeClr>
                </a:solidFill>
                <a:latin typeface="+mn-ea"/>
              </a:rPr>
              <a:t>[</a:t>
            </a:r>
            <a:r>
              <a:rPr lang="ko-KR" altLang="en-US" sz="800" b="1" dirty="0">
                <a:solidFill>
                  <a:schemeClr val="tx1">
                    <a:lumMod val="75000"/>
                    <a:lumOff val="25000"/>
                  </a:schemeClr>
                </a:solidFill>
                <a:latin typeface="+mn-ea"/>
              </a:rPr>
              <a:t>기말</a:t>
            </a:r>
            <a:r>
              <a:rPr lang="en-US" altLang="ko-KR" sz="800" b="1" dirty="0">
                <a:solidFill>
                  <a:schemeClr val="tx1">
                    <a:lumMod val="75000"/>
                    <a:lumOff val="25000"/>
                  </a:schemeClr>
                </a:solidFill>
                <a:latin typeface="+mn-ea"/>
              </a:rPr>
              <a:t>]</a:t>
            </a:r>
            <a:r>
              <a:rPr lang="ko-KR" altLang="en-US" sz="800" b="1" dirty="0">
                <a:solidFill>
                  <a:schemeClr val="tx1">
                    <a:lumMod val="75000"/>
                    <a:lumOff val="25000"/>
                  </a:schemeClr>
                </a:solidFill>
                <a:latin typeface="+mn-ea"/>
              </a:rPr>
              <a:t> 강의평가 기간 </a:t>
            </a:r>
            <a:r>
              <a:rPr lang="en-US" altLang="ko-KR" sz="800" b="1" dirty="0">
                <a:solidFill>
                  <a:schemeClr val="tx1">
                    <a:lumMod val="75000"/>
                    <a:lumOff val="25000"/>
                  </a:schemeClr>
                </a:solidFill>
                <a:latin typeface="+mn-ea"/>
              </a:rPr>
              <a:t>: </a:t>
            </a:r>
            <a:r>
              <a:rPr lang="en-US" altLang="ko-KR" sz="800" b="1" dirty="0" smtClean="0">
                <a:solidFill>
                  <a:schemeClr val="tx1">
                    <a:lumMod val="75000"/>
                    <a:lumOff val="25000"/>
                  </a:schemeClr>
                </a:solidFill>
                <a:latin typeface="+mn-ea"/>
              </a:rPr>
              <a:t>2025.12.25 </a:t>
            </a:r>
            <a:r>
              <a:rPr lang="en-US" altLang="ko-KR" sz="800" b="1" dirty="0">
                <a:solidFill>
                  <a:schemeClr val="tx1">
                    <a:lumMod val="75000"/>
                    <a:lumOff val="25000"/>
                  </a:schemeClr>
                </a:solidFill>
                <a:latin typeface="+mn-ea"/>
              </a:rPr>
              <a:t>10:00 ~ </a:t>
            </a:r>
            <a:r>
              <a:rPr lang="en-US" altLang="ko-KR" sz="800" b="1" dirty="0" smtClean="0">
                <a:solidFill>
                  <a:schemeClr val="tx1">
                    <a:lumMod val="75000"/>
                    <a:lumOff val="25000"/>
                  </a:schemeClr>
                </a:solidFill>
                <a:latin typeface="+mn-ea"/>
              </a:rPr>
              <a:t>2025.12.30 </a:t>
            </a:r>
            <a:r>
              <a:rPr lang="en-US" altLang="ko-KR" sz="800" b="1" dirty="0">
                <a:solidFill>
                  <a:schemeClr val="tx1">
                    <a:lumMod val="75000"/>
                    <a:lumOff val="25000"/>
                  </a:schemeClr>
                </a:solidFill>
                <a:latin typeface="+mn-ea"/>
              </a:rPr>
              <a:t>17:00 </a:t>
            </a:r>
          </a:p>
          <a:p>
            <a:pPr>
              <a:lnSpc>
                <a:spcPct val="200000"/>
              </a:lnSpc>
            </a:pPr>
            <a:r>
              <a:rPr lang="en-US" altLang="ko-KR" sz="800" b="1" dirty="0">
                <a:solidFill>
                  <a:schemeClr val="tx1">
                    <a:lumMod val="75000"/>
                    <a:lumOff val="25000"/>
                  </a:schemeClr>
                </a:solidFill>
                <a:latin typeface="+mn-ea"/>
              </a:rPr>
              <a:t>* </a:t>
            </a:r>
            <a:r>
              <a:rPr lang="ko-KR" altLang="en-US" sz="800" b="1" dirty="0" smtClean="0">
                <a:solidFill>
                  <a:schemeClr val="tx1">
                    <a:lumMod val="75000"/>
                    <a:lumOff val="25000"/>
                  </a:schemeClr>
                </a:solidFill>
                <a:latin typeface="+mn-ea"/>
              </a:rPr>
              <a:t>참여대상 </a:t>
            </a:r>
            <a:r>
              <a:rPr lang="en-US" altLang="ko-KR" sz="800" b="1" dirty="0">
                <a:solidFill>
                  <a:schemeClr val="tx1">
                    <a:lumMod val="75000"/>
                    <a:lumOff val="25000"/>
                  </a:schemeClr>
                </a:solidFill>
                <a:latin typeface="+mn-ea"/>
              </a:rPr>
              <a:t>: </a:t>
            </a:r>
            <a:r>
              <a:rPr lang="ko-KR" altLang="en-US" sz="800" b="1" dirty="0">
                <a:solidFill>
                  <a:schemeClr val="tx1">
                    <a:lumMod val="75000"/>
                    <a:lumOff val="25000"/>
                  </a:schemeClr>
                </a:solidFill>
                <a:latin typeface="+mn-ea"/>
              </a:rPr>
              <a:t>수강생 </a:t>
            </a:r>
            <a:r>
              <a:rPr lang="ko-KR" altLang="en-US" sz="800" b="1" dirty="0" smtClean="0">
                <a:solidFill>
                  <a:schemeClr val="tx1">
                    <a:lumMod val="75000"/>
                    <a:lumOff val="25000"/>
                  </a:schemeClr>
                </a:solidFill>
                <a:latin typeface="+mn-ea"/>
              </a:rPr>
              <a:t>전원</a:t>
            </a:r>
            <a:endParaRPr lang="en-US" altLang="ko-KR" sz="800" b="1" dirty="0" smtClean="0">
              <a:solidFill>
                <a:schemeClr val="tx1">
                  <a:lumMod val="75000"/>
                  <a:lumOff val="25000"/>
                </a:schemeClr>
              </a:solidFill>
              <a:latin typeface="+mn-ea"/>
            </a:endParaRPr>
          </a:p>
          <a:p>
            <a:pPr marL="171450" indent="-171450">
              <a:lnSpc>
                <a:spcPct val="200000"/>
              </a:lnSpc>
              <a:buFont typeface="Arial" charset="0"/>
              <a:buChar char="•"/>
            </a:pPr>
            <a:endParaRPr lang="en-US" altLang="ko-KR" sz="800" b="1" dirty="0" smtClean="0">
              <a:solidFill>
                <a:srgbClr val="0070C0"/>
              </a:solidFill>
              <a:latin typeface="+mn-ea"/>
            </a:endParaRPr>
          </a:p>
          <a:p>
            <a:pPr>
              <a:lnSpc>
                <a:spcPct val="200000"/>
              </a:lnSpc>
            </a:pPr>
            <a:r>
              <a:rPr lang="ko-KR" altLang="en-US" sz="800" b="1" dirty="0" smtClean="0">
                <a:solidFill>
                  <a:srgbClr val="0070C0"/>
                </a:solidFill>
                <a:latin typeface="+mn-ea"/>
              </a:rPr>
              <a:t>지금은 </a:t>
            </a:r>
            <a:r>
              <a:rPr lang="en-US" altLang="ko-KR" sz="800" b="1" dirty="0" smtClean="0">
                <a:solidFill>
                  <a:srgbClr val="0070C0"/>
                </a:solidFill>
                <a:latin typeface="+mn-ea"/>
              </a:rPr>
              <a:t>[</a:t>
            </a:r>
            <a:r>
              <a:rPr lang="ko-KR" altLang="en-US" sz="800" b="1" dirty="0" smtClean="0">
                <a:solidFill>
                  <a:srgbClr val="0070C0"/>
                </a:solidFill>
                <a:latin typeface="+mn-ea"/>
              </a:rPr>
              <a:t>중간 강의평가</a:t>
            </a:r>
            <a:r>
              <a:rPr lang="en-US" altLang="ko-KR" sz="800" b="1" dirty="0" smtClean="0">
                <a:solidFill>
                  <a:srgbClr val="0070C0"/>
                </a:solidFill>
                <a:latin typeface="+mn-ea"/>
              </a:rPr>
              <a:t>] </a:t>
            </a:r>
            <a:r>
              <a:rPr lang="ko-KR" altLang="en-US" sz="800" b="1" dirty="0" smtClean="0">
                <a:solidFill>
                  <a:srgbClr val="0070C0"/>
                </a:solidFill>
                <a:latin typeface="+mn-ea"/>
              </a:rPr>
              <a:t>기간입니다</a:t>
            </a:r>
            <a:r>
              <a:rPr lang="en-US" altLang="ko-KR" sz="800" b="1" dirty="0" smtClean="0">
                <a:solidFill>
                  <a:srgbClr val="0070C0"/>
                </a:solidFill>
                <a:latin typeface="+mn-ea"/>
              </a:rPr>
              <a:t>. </a:t>
            </a:r>
          </a:p>
          <a:p>
            <a:pPr>
              <a:lnSpc>
                <a:spcPct val="200000"/>
              </a:lnSpc>
            </a:pPr>
            <a:r>
              <a:rPr lang="ko-KR" altLang="en-US" sz="800" dirty="0" smtClean="0">
                <a:solidFill>
                  <a:schemeClr val="tx1">
                    <a:lumMod val="75000"/>
                    <a:lumOff val="25000"/>
                  </a:schemeClr>
                </a:solidFill>
                <a:latin typeface="+mn-ea"/>
              </a:rPr>
              <a:t>과목에 대한 수강생 여러분의 의견을 수렴하기 위해 진행되는 평가로서 의무 참여사항은 아닙니다</a:t>
            </a:r>
            <a:r>
              <a:rPr lang="en-US" altLang="ko-KR" sz="800" dirty="0" smtClean="0">
                <a:solidFill>
                  <a:schemeClr val="tx1">
                    <a:lumMod val="75000"/>
                    <a:lumOff val="25000"/>
                  </a:schemeClr>
                </a:solidFill>
                <a:latin typeface="+mn-ea"/>
              </a:rPr>
              <a:t>.</a:t>
            </a:r>
          </a:p>
          <a:p>
            <a:pPr>
              <a:lnSpc>
                <a:spcPct val="200000"/>
              </a:lnSpc>
            </a:pPr>
            <a:r>
              <a:rPr lang="ko-KR" altLang="en-US" sz="800" dirty="0" smtClean="0">
                <a:solidFill>
                  <a:schemeClr val="tx1">
                    <a:lumMod val="75000"/>
                    <a:lumOff val="25000"/>
                  </a:schemeClr>
                </a:solidFill>
                <a:latin typeface="+mn-ea"/>
              </a:rPr>
              <a:t>본 </a:t>
            </a:r>
            <a:r>
              <a:rPr lang="ko-KR" altLang="en-US" sz="800" dirty="0">
                <a:solidFill>
                  <a:schemeClr val="tx1">
                    <a:lumMod val="75000"/>
                    <a:lumOff val="25000"/>
                  </a:schemeClr>
                </a:solidFill>
                <a:latin typeface="+mn-ea"/>
              </a:rPr>
              <a:t>강의평가 결과는 학생들의 의견 수렴 및 반영</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수업의 질 향상과 </a:t>
            </a:r>
            <a:r>
              <a:rPr lang="ko-KR" altLang="en-US" sz="800" dirty="0" smtClean="0">
                <a:solidFill>
                  <a:schemeClr val="tx1">
                    <a:lumMod val="75000"/>
                    <a:lumOff val="25000"/>
                  </a:schemeClr>
                </a:solidFill>
                <a:latin typeface="+mn-ea"/>
              </a:rPr>
              <a:t>교사</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강사 </a:t>
            </a:r>
            <a:r>
              <a:rPr lang="ko-KR" altLang="en-US" sz="800" dirty="0">
                <a:solidFill>
                  <a:schemeClr val="tx1">
                    <a:lumMod val="75000"/>
                    <a:lumOff val="25000"/>
                  </a:schemeClr>
                </a:solidFill>
                <a:latin typeface="+mn-ea"/>
              </a:rPr>
              <a:t>평가 등을 위한 중요한 </a:t>
            </a:r>
            <a:endParaRPr lang="en-US" altLang="ko-KR" sz="800" dirty="0" smtClean="0">
              <a:solidFill>
                <a:schemeClr val="tx1">
                  <a:lumMod val="75000"/>
                  <a:lumOff val="25000"/>
                </a:schemeClr>
              </a:solidFill>
              <a:latin typeface="+mn-ea"/>
            </a:endParaRPr>
          </a:p>
          <a:p>
            <a:pPr>
              <a:lnSpc>
                <a:spcPct val="200000"/>
              </a:lnSpc>
            </a:pPr>
            <a:r>
              <a:rPr lang="ko-KR" altLang="en-US" sz="800" dirty="0" smtClean="0">
                <a:solidFill>
                  <a:schemeClr val="tx1">
                    <a:lumMod val="75000"/>
                    <a:lumOff val="25000"/>
                  </a:schemeClr>
                </a:solidFill>
                <a:latin typeface="+mn-ea"/>
              </a:rPr>
              <a:t>자료로 </a:t>
            </a:r>
            <a:r>
              <a:rPr lang="ko-KR" altLang="en-US" sz="800" dirty="0">
                <a:solidFill>
                  <a:schemeClr val="tx1">
                    <a:lumMod val="75000"/>
                    <a:lumOff val="25000"/>
                  </a:schemeClr>
                </a:solidFill>
                <a:latin typeface="+mn-ea"/>
              </a:rPr>
              <a:t>활용됩니다</a:t>
            </a:r>
            <a:r>
              <a:rPr lang="en-US" altLang="ko-KR" sz="800" dirty="0">
                <a:solidFill>
                  <a:schemeClr val="tx1">
                    <a:lumMod val="75000"/>
                    <a:lumOff val="25000"/>
                  </a:schemeClr>
                </a:solidFill>
                <a:latin typeface="+mn-ea"/>
              </a:rPr>
              <a:t>.</a:t>
            </a:r>
          </a:p>
          <a:p>
            <a:pPr>
              <a:lnSpc>
                <a:spcPct val="200000"/>
              </a:lnSpc>
            </a:pPr>
            <a:r>
              <a:rPr lang="ko-KR" altLang="en-US" sz="800" dirty="0">
                <a:solidFill>
                  <a:schemeClr val="tx1">
                    <a:lumMod val="75000"/>
                    <a:lumOff val="25000"/>
                  </a:schemeClr>
                </a:solidFill>
                <a:latin typeface="+mn-ea"/>
              </a:rPr>
              <a:t>모든 학생들은 본인이 수강한 과목에 대해서 </a:t>
            </a:r>
            <a:r>
              <a:rPr lang="ko-KR" altLang="en-US" sz="800" dirty="0" smtClean="0">
                <a:solidFill>
                  <a:schemeClr val="tx1">
                    <a:lumMod val="75000"/>
                    <a:lumOff val="25000"/>
                  </a:schemeClr>
                </a:solidFill>
                <a:latin typeface="+mn-ea"/>
              </a:rPr>
              <a:t>강의평가를 </a:t>
            </a:r>
            <a:r>
              <a:rPr lang="ko-KR" altLang="en-US" sz="800" dirty="0">
                <a:solidFill>
                  <a:schemeClr val="tx1">
                    <a:lumMod val="75000"/>
                    <a:lumOff val="25000"/>
                  </a:schemeClr>
                </a:solidFill>
                <a:latin typeface="+mn-ea"/>
              </a:rPr>
              <a:t>실시하여 주시기 바랍니다</a:t>
            </a:r>
            <a:r>
              <a:rPr lang="en-US" altLang="ko-KR" sz="800" dirty="0">
                <a:solidFill>
                  <a:schemeClr val="tx1">
                    <a:lumMod val="75000"/>
                    <a:lumOff val="25000"/>
                  </a:schemeClr>
                </a:solidFill>
                <a:latin typeface="+mn-ea"/>
              </a:rPr>
              <a:t>.</a:t>
            </a:r>
          </a:p>
          <a:p>
            <a:pPr>
              <a:lnSpc>
                <a:spcPct val="200000"/>
              </a:lnSpc>
            </a:pPr>
            <a:endParaRPr lang="en-US" altLang="ko-KR" sz="800" dirty="0" smtClean="0">
              <a:solidFill>
                <a:schemeClr val="tx1">
                  <a:lumMod val="75000"/>
                  <a:lumOff val="25000"/>
                </a:schemeClr>
              </a:solidFill>
              <a:latin typeface="+mn-ea"/>
            </a:endParaRPr>
          </a:p>
          <a:p>
            <a:pPr>
              <a:lnSpc>
                <a:spcPct val="200000"/>
              </a:lnSpc>
            </a:pPr>
            <a:r>
              <a:rPr lang="en-US" altLang="ko-KR" sz="800" b="1" dirty="0">
                <a:solidFill>
                  <a:srgbClr val="0070C0"/>
                </a:solidFill>
                <a:latin typeface="+mn-ea"/>
              </a:rPr>
              <a:t>[</a:t>
            </a:r>
            <a:r>
              <a:rPr lang="ko-KR" altLang="en-US" sz="800" b="1" dirty="0" smtClean="0">
                <a:solidFill>
                  <a:srgbClr val="0070C0"/>
                </a:solidFill>
                <a:latin typeface="+mn-ea"/>
              </a:rPr>
              <a:t>기말 강의평가</a:t>
            </a:r>
            <a:r>
              <a:rPr lang="en-US" altLang="ko-KR" sz="800" b="1" dirty="0" smtClean="0">
                <a:solidFill>
                  <a:srgbClr val="0070C0"/>
                </a:solidFill>
                <a:latin typeface="+mn-ea"/>
              </a:rPr>
              <a:t>]</a:t>
            </a:r>
            <a:r>
              <a:rPr lang="ko-KR" altLang="en-US" sz="800" b="1" dirty="0" smtClean="0">
                <a:solidFill>
                  <a:srgbClr val="0070C0"/>
                </a:solidFill>
                <a:latin typeface="+mn-ea"/>
              </a:rPr>
              <a:t> 해당사항입니다</a:t>
            </a:r>
            <a:endParaRPr lang="en-US" altLang="ko-KR" sz="800" b="1" dirty="0" smtClean="0">
              <a:solidFill>
                <a:srgbClr val="0070C0"/>
              </a:solidFill>
              <a:latin typeface="+mn-ea"/>
            </a:endParaRPr>
          </a:p>
          <a:p>
            <a:pPr>
              <a:lnSpc>
                <a:spcPct val="20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수강 과목에 대한 강의평가를 실시하지 않은 학생은 성적열람기간에 해당 과목 성적을 열람할 수 </a:t>
            </a:r>
            <a:endParaRPr lang="en-US" altLang="ko-KR" sz="800" dirty="0" smtClean="0">
              <a:solidFill>
                <a:schemeClr val="tx1">
                  <a:lumMod val="75000"/>
                  <a:lumOff val="25000"/>
                </a:schemeClr>
              </a:solidFill>
              <a:latin typeface="+mn-ea"/>
            </a:endParaRPr>
          </a:p>
          <a:p>
            <a:pPr>
              <a:lnSpc>
                <a:spcPct val="200000"/>
              </a:lnSpc>
            </a:pPr>
            <a:r>
              <a:rPr lang="ko-KR" altLang="en-US" sz="800" dirty="0" smtClean="0">
                <a:solidFill>
                  <a:schemeClr val="tx1">
                    <a:lumMod val="75000"/>
                    <a:lumOff val="25000"/>
                  </a:schemeClr>
                </a:solidFill>
                <a:latin typeface="+mn-ea"/>
              </a:rPr>
              <a:t>  없습니다</a:t>
            </a:r>
            <a:r>
              <a:rPr lang="en-US" altLang="ko-KR" sz="800" dirty="0" smtClean="0">
                <a:solidFill>
                  <a:schemeClr val="tx1">
                    <a:lumMod val="75000"/>
                    <a:lumOff val="25000"/>
                  </a:schemeClr>
                </a:solidFill>
                <a:latin typeface="+mn-ea"/>
              </a:rPr>
              <a:t>.</a:t>
            </a:r>
          </a:p>
          <a:p>
            <a:pPr>
              <a:lnSpc>
                <a:spcPct val="20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강의실에서 미완료 된 과목의 강의평가를 완료하여 주십시오</a:t>
            </a:r>
            <a:endParaRPr lang="en-US" altLang="ko-KR" sz="800" dirty="0" smtClean="0">
              <a:solidFill>
                <a:schemeClr val="tx1">
                  <a:lumMod val="75000"/>
                  <a:lumOff val="25000"/>
                </a:schemeClr>
              </a:solidFill>
              <a:latin typeface="+mn-ea"/>
            </a:endParaRPr>
          </a:p>
          <a:p>
            <a:pPr>
              <a:lnSpc>
                <a:spcPct val="20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성적열람기간부터 강의평가 내용 수정은 불가합니다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b="1" dirty="0">
              <a:solidFill>
                <a:srgbClr val="0070C0"/>
              </a:solidFill>
              <a:latin typeface="+mn-ea"/>
            </a:endParaRPr>
          </a:p>
        </p:txBody>
      </p:sp>
      <p:sp>
        <p:nvSpPr>
          <p:cNvPr id="258" name="모서리가 둥근 직사각형 257"/>
          <p:cNvSpPr/>
          <p:nvPr/>
        </p:nvSpPr>
        <p:spPr>
          <a:xfrm>
            <a:off x="5102349" y="758853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59" name="그룹 258"/>
          <p:cNvGrpSpPr/>
          <p:nvPr/>
        </p:nvGrpSpPr>
        <p:grpSpPr>
          <a:xfrm>
            <a:off x="6306294" y="3669407"/>
            <a:ext cx="234360" cy="200055"/>
            <a:chOff x="1152270" y="11706839"/>
            <a:chExt cx="234360" cy="200055"/>
          </a:xfrm>
        </p:grpSpPr>
        <p:sp>
          <p:nvSpPr>
            <p:cNvPr id="260" name="모서리가 둥근 직사각형 25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1" name="직사각형 26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63" name="그룹 262"/>
          <p:cNvGrpSpPr/>
          <p:nvPr/>
        </p:nvGrpSpPr>
        <p:grpSpPr>
          <a:xfrm>
            <a:off x="6315819" y="3910925"/>
            <a:ext cx="234360" cy="200055"/>
            <a:chOff x="1152270" y="11706839"/>
            <a:chExt cx="234360" cy="200055"/>
          </a:xfrm>
        </p:grpSpPr>
        <p:sp>
          <p:nvSpPr>
            <p:cNvPr id="264" name="모서리가 둥근 직사각형 26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5" name="직사각형 26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66" name="그룹 265"/>
          <p:cNvGrpSpPr/>
          <p:nvPr/>
        </p:nvGrpSpPr>
        <p:grpSpPr>
          <a:xfrm>
            <a:off x="4088904" y="7405409"/>
            <a:ext cx="234360" cy="200055"/>
            <a:chOff x="1152270" y="11706839"/>
            <a:chExt cx="234360" cy="200055"/>
          </a:xfrm>
        </p:grpSpPr>
        <p:sp>
          <p:nvSpPr>
            <p:cNvPr id="267" name="모서리가 둥근 직사각형 2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8" name="직사각형 26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69" name="그룹 268"/>
          <p:cNvGrpSpPr/>
          <p:nvPr/>
        </p:nvGrpSpPr>
        <p:grpSpPr>
          <a:xfrm>
            <a:off x="5059630" y="7408490"/>
            <a:ext cx="234360" cy="200055"/>
            <a:chOff x="1152270" y="11706839"/>
            <a:chExt cx="234360" cy="200055"/>
          </a:xfrm>
        </p:grpSpPr>
        <p:sp>
          <p:nvSpPr>
            <p:cNvPr id="270" name="모서리가 둥근 직사각형 26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1" name="직사각형 27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1781181375"/>
      </p:ext>
    </p:extLst>
  </p:cSld>
  <p:clrMapOvr>
    <a:masterClrMapping/>
  </p:clrMapOvr>
  <p:transition>
    <p:wipe dir="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6" name="그룹 255"/>
          <p:cNvGrpSpPr/>
          <p:nvPr/>
        </p:nvGrpSpPr>
        <p:grpSpPr>
          <a:xfrm>
            <a:off x="507554" y="1602349"/>
            <a:ext cx="3075218" cy="252000"/>
            <a:chOff x="507554" y="1537742"/>
            <a:chExt cx="3075218" cy="252000"/>
          </a:xfrm>
        </p:grpSpPr>
        <p:pic>
          <p:nvPicPr>
            <p:cNvPr id="257"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59" name="그룹 258"/>
            <p:cNvGrpSpPr/>
            <p:nvPr/>
          </p:nvGrpSpPr>
          <p:grpSpPr>
            <a:xfrm>
              <a:off x="2288704" y="1581175"/>
              <a:ext cx="1294068" cy="166725"/>
              <a:chOff x="2288704" y="1581175"/>
              <a:chExt cx="1294068" cy="166725"/>
            </a:xfrm>
          </p:grpSpPr>
          <p:sp>
            <p:nvSpPr>
              <p:cNvPr id="260" name="직사각형 259"/>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1" name="직사각형 260"/>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강의평가</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강의평가 수강과목 목록 </a:t>
            </a:r>
            <a:r>
              <a:rPr lang="en-US" altLang="ko-KR" sz="800" spc="-60" dirty="0" smtClean="0">
                <a:latin typeface="+mn-ea"/>
                <a:ea typeface="+mn-ea"/>
              </a:rPr>
              <a:t>&gt; </a:t>
            </a:r>
            <a:r>
              <a:rPr lang="ko-KR" altLang="en-US" sz="800" spc="-60" dirty="0" smtClean="0">
                <a:latin typeface="+mn-ea"/>
                <a:ea typeface="+mn-ea"/>
              </a:rPr>
              <a:t>강의평가 안내문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60</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3820667266"/>
              </p:ext>
            </p:extLst>
          </p:nvPr>
        </p:nvGraphicFramePr>
        <p:xfrm>
          <a:off x="9508554" y="1492213"/>
          <a:ext cx="1404156" cy="50067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선택 수강과목</a:t>
                      </a:r>
                      <a:r>
                        <a:rPr lang="en-US" altLang="ko-KR" sz="800" kern="1200" baseline="0" dirty="0" smtClean="0">
                          <a:solidFill>
                            <a:schemeClr val="tx1">
                              <a:lumMod val="75000"/>
                              <a:lumOff val="25000"/>
                            </a:schemeClr>
                          </a:solidFill>
                          <a:latin typeface="+mn-ea"/>
                          <a:ea typeface="+mn-ea"/>
                          <a:cs typeface="+mn-cs"/>
                        </a:rPr>
                        <a:t>/</a:t>
                      </a:r>
                      <a:r>
                        <a:rPr lang="ko-KR" altLang="en-US" sz="800" kern="1200" baseline="0" dirty="0" smtClean="0">
                          <a:solidFill>
                            <a:schemeClr val="tx1">
                              <a:lumMod val="75000"/>
                              <a:lumOff val="25000"/>
                            </a:schemeClr>
                          </a:solidFill>
                          <a:latin typeface="+mn-ea"/>
                          <a:ea typeface="+mn-ea"/>
                          <a:cs typeface="+mn-cs"/>
                        </a:rPr>
                        <a:t>분반</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강의평가 다음 페이지로 이동</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미답변 평가문항이 있는 경우 메시지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통합관리자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수업운영도구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과정관리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강의평가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강의평가관리</a:t>
                      </a:r>
                      <a:r>
                        <a:rPr lang="ko-KR" altLang="en-US" sz="800" kern="1200" baseline="0" dirty="0" smtClean="0">
                          <a:solidFill>
                            <a:schemeClr val="tx1">
                              <a:lumMod val="75000"/>
                              <a:lumOff val="25000"/>
                            </a:schemeClr>
                          </a:solidFill>
                          <a:latin typeface="+mn-ea"/>
                          <a:ea typeface="+mn-ea"/>
                          <a:cs typeface="+mn-cs"/>
                        </a:rPr>
                        <a:t>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해당과목의 설문지 연계</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강의평가</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34" name="직사각형 533"/>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560" name="직사각형 559"/>
          <p:cNvSpPr/>
          <p:nvPr/>
        </p:nvSpPr>
        <p:spPr>
          <a:xfrm>
            <a:off x="1870800" y="34290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193" name="모서리가 둥근 직사각형 192"/>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KNOU_UI_C01021300_03</a:t>
            </a:r>
            <a:endParaRPr lang="ko-KR" altLang="en-US" sz="800" spc="-60" dirty="0">
              <a:latin typeface="+mn-ea"/>
            </a:endParaRPr>
          </a:p>
        </p:txBody>
      </p:sp>
      <p:grpSp>
        <p:nvGrpSpPr>
          <p:cNvPr id="5" name="그룹 4"/>
          <p:cNvGrpSpPr/>
          <p:nvPr/>
        </p:nvGrpSpPr>
        <p:grpSpPr>
          <a:xfrm>
            <a:off x="2019008"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aphicFrame>
        <p:nvGraphicFramePr>
          <p:cNvPr id="244" name="Group 37"/>
          <p:cNvGraphicFramePr>
            <a:graphicFrameLocks noGrp="1"/>
          </p:cNvGraphicFramePr>
          <p:nvPr>
            <p:extLst>
              <p:ext uri="{D42A27DB-BD31-4B8C-83A1-F6EECF244321}">
                <p14:modId xmlns:p14="http://schemas.microsoft.com/office/powerpoint/2010/main" val="2963444464"/>
              </p:ext>
            </p:extLst>
          </p:nvPr>
        </p:nvGraphicFramePr>
        <p:xfrm>
          <a:off x="1975897" y="3681551"/>
          <a:ext cx="7470629" cy="1642702"/>
        </p:xfrm>
        <a:graphic>
          <a:graphicData uri="http://schemas.openxmlformats.org/drawingml/2006/table">
            <a:tbl>
              <a:tblPr/>
              <a:tblGrid>
                <a:gridCol w="418312">
                  <a:extLst>
                    <a:ext uri="{9D8B030D-6E8A-4147-A177-3AD203B41FA5}">
                      <a16:colId xmlns="" xmlns:a16="http://schemas.microsoft.com/office/drawing/2014/main" val="20001"/>
                    </a:ext>
                  </a:extLst>
                </a:gridCol>
                <a:gridCol w="544045"/>
                <a:gridCol w="421095"/>
                <a:gridCol w="796418"/>
                <a:gridCol w="663761"/>
                <a:gridCol w="628170"/>
                <a:gridCol w="421096"/>
                <a:gridCol w="1460470"/>
                <a:gridCol w="432048"/>
                <a:gridCol w="648072"/>
                <a:gridCol w="504056"/>
                <a:gridCol w="53308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과정</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과목코드</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공동교수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튜터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조교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CM0005</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CM0005</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CM0203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CM0078</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운동역학기초</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CM0012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CM0012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임*수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석*교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24" name="Track"/>
          <p:cNvSpPr>
            <a:spLocks/>
          </p:cNvSpPr>
          <p:nvPr>
            <p:custDataLst>
              <p:tags r:id="rId1"/>
            </p:custDataLst>
          </p:nvPr>
        </p:nvSpPr>
        <p:spPr bwMode="auto">
          <a:xfrm>
            <a:off x="9393113"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171" name="직사각형 170"/>
          <p:cNvSpPr/>
          <p:nvPr/>
        </p:nvSpPr>
        <p:spPr>
          <a:xfrm>
            <a:off x="2538636"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21" name="그룹 220"/>
          <p:cNvGrpSpPr/>
          <p:nvPr/>
        </p:nvGrpSpPr>
        <p:grpSpPr>
          <a:xfrm>
            <a:off x="2029247" y="3007057"/>
            <a:ext cx="4335338" cy="215444"/>
            <a:chOff x="2029247" y="3007057"/>
            <a:chExt cx="4335338" cy="215444"/>
          </a:xfrm>
        </p:grpSpPr>
        <p:grpSp>
          <p:nvGrpSpPr>
            <p:cNvPr id="246" name="그룹 245"/>
            <p:cNvGrpSpPr/>
            <p:nvPr/>
          </p:nvGrpSpPr>
          <p:grpSpPr>
            <a:xfrm>
              <a:off x="2029247" y="3007057"/>
              <a:ext cx="4335338" cy="215444"/>
              <a:chOff x="2936776" y="2752353"/>
              <a:chExt cx="4335338" cy="215444"/>
            </a:xfrm>
          </p:grpSpPr>
          <p:sp>
            <p:nvSpPr>
              <p:cNvPr id="24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수강과목선택</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62" name="직사각형 261"/>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grpSp>
        <p:sp>
          <p:nvSpPr>
            <p:cNvPr id="24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66" name="그룹 165"/>
          <p:cNvGrpSpPr/>
          <p:nvPr/>
        </p:nvGrpSpPr>
        <p:grpSpPr>
          <a:xfrm>
            <a:off x="626748" y="2104281"/>
            <a:ext cx="1245456" cy="4063099"/>
            <a:chOff x="626748" y="2104281"/>
            <a:chExt cx="1245456" cy="4063099"/>
          </a:xfrm>
        </p:grpSpPr>
        <p:grpSp>
          <p:nvGrpSpPr>
            <p:cNvPr id="167" name="그룹 166"/>
            <p:cNvGrpSpPr/>
            <p:nvPr/>
          </p:nvGrpSpPr>
          <p:grpSpPr>
            <a:xfrm>
              <a:off x="629955" y="3042501"/>
              <a:ext cx="1188000" cy="180000"/>
              <a:chOff x="666427" y="3266516"/>
              <a:chExt cx="1188000" cy="180000"/>
            </a:xfrm>
          </p:grpSpPr>
          <p:sp>
            <p:nvSpPr>
              <p:cNvPr id="314" name="모서리가 둥근 직사각형 31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1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6748" y="2104281"/>
              <a:ext cx="1245456" cy="442923"/>
              <a:chOff x="468506" y="2320305"/>
              <a:chExt cx="1245456" cy="442923"/>
            </a:xfrm>
          </p:grpSpPr>
          <p:sp>
            <p:nvSpPr>
              <p:cNvPr id="309" name="직사각형 308"/>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1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3" name="TextBox 312"/>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70" name="그룹 169"/>
            <p:cNvGrpSpPr/>
            <p:nvPr/>
          </p:nvGrpSpPr>
          <p:grpSpPr>
            <a:xfrm>
              <a:off x="632520" y="2752353"/>
              <a:ext cx="1188000" cy="180000"/>
              <a:chOff x="666427" y="3266516"/>
              <a:chExt cx="1188000" cy="180000"/>
            </a:xfrm>
          </p:grpSpPr>
          <p:sp>
            <p:nvSpPr>
              <p:cNvPr id="307" name="모서리가 둥근 직사각형 30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0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3318264"/>
              <a:ext cx="1188000" cy="180000"/>
              <a:chOff x="666428" y="3785432"/>
              <a:chExt cx="1188000" cy="180000"/>
            </a:xfrm>
          </p:grpSpPr>
          <p:sp>
            <p:nvSpPr>
              <p:cNvPr id="305" name="모서리가 둥근 직사각형 30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0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5889" y="3606924"/>
              <a:ext cx="1188000" cy="180000"/>
              <a:chOff x="666428" y="4310612"/>
              <a:chExt cx="1188000" cy="180000"/>
            </a:xfrm>
          </p:grpSpPr>
          <p:sp>
            <p:nvSpPr>
              <p:cNvPr id="303" name="모서리가 둥근 직사각형 30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30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5889" y="3892880"/>
              <a:ext cx="1188000" cy="180000"/>
              <a:chOff x="666428" y="4570824"/>
              <a:chExt cx="1188000" cy="180000"/>
            </a:xfrm>
          </p:grpSpPr>
          <p:sp>
            <p:nvSpPr>
              <p:cNvPr id="301" name="모서리가 둥근 직사각형 30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35889" y="5354975"/>
              <a:ext cx="1188000" cy="180000"/>
              <a:chOff x="666428" y="5096004"/>
              <a:chExt cx="1188000" cy="180000"/>
            </a:xfrm>
          </p:grpSpPr>
          <p:sp>
            <p:nvSpPr>
              <p:cNvPr id="240" name="모서리가 둥근 직사각형 239"/>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4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40081" y="5987380"/>
              <a:ext cx="1188000" cy="180000"/>
              <a:chOff x="666428" y="3785432"/>
              <a:chExt cx="1188000" cy="180000"/>
            </a:xfrm>
          </p:grpSpPr>
          <p:sp>
            <p:nvSpPr>
              <p:cNvPr id="223" name="모서리가 둥근 직사각형 22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7083" y="4173925"/>
              <a:ext cx="1188000" cy="180000"/>
              <a:chOff x="666428" y="4570824"/>
              <a:chExt cx="1188000" cy="180000"/>
            </a:xfrm>
          </p:grpSpPr>
          <p:sp>
            <p:nvSpPr>
              <p:cNvPr id="190" name="모서리가 둥근 직사각형 1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19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5889" y="4461495"/>
              <a:ext cx="1188000" cy="180000"/>
              <a:chOff x="666428" y="4310612"/>
              <a:chExt cx="1188000" cy="180000"/>
            </a:xfrm>
          </p:grpSpPr>
          <p:sp>
            <p:nvSpPr>
              <p:cNvPr id="188" name="모서리가 둥근 직사각형 18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18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8453" y="4761168"/>
              <a:ext cx="1188000" cy="180000"/>
              <a:chOff x="666428" y="4310612"/>
              <a:chExt cx="1188000" cy="180000"/>
            </a:xfrm>
          </p:grpSpPr>
          <p:sp>
            <p:nvSpPr>
              <p:cNvPr id="186" name="모서리가 둥근 직사각형 1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18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8453" y="5043867"/>
              <a:ext cx="1188000" cy="180000"/>
              <a:chOff x="666428" y="4310612"/>
              <a:chExt cx="1188000" cy="180000"/>
            </a:xfrm>
          </p:grpSpPr>
          <p:sp>
            <p:nvSpPr>
              <p:cNvPr id="184" name="모서리가 둥근 직사각형 183"/>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18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8453" y="5670773"/>
              <a:ext cx="1188000" cy="180000"/>
              <a:chOff x="666428" y="4570824"/>
              <a:chExt cx="1188000" cy="180000"/>
            </a:xfrm>
          </p:grpSpPr>
          <p:sp>
            <p:nvSpPr>
              <p:cNvPr id="182" name="모서리가 둥근 직사각형 18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18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49" name="직사각형 148"/>
          <p:cNvSpPr/>
          <p:nvPr/>
        </p:nvSpPr>
        <p:spPr bwMode="auto">
          <a:xfrm>
            <a:off x="409172" y="1492213"/>
            <a:ext cx="9079694" cy="939828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215" name="그룹 214"/>
          <p:cNvGrpSpPr/>
          <p:nvPr/>
        </p:nvGrpSpPr>
        <p:grpSpPr>
          <a:xfrm>
            <a:off x="1856656" y="2132856"/>
            <a:ext cx="6274221" cy="8280920"/>
            <a:chOff x="2774409" y="2481561"/>
            <a:chExt cx="6274221" cy="8280920"/>
          </a:xfrm>
        </p:grpSpPr>
        <p:grpSp>
          <p:nvGrpSpPr>
            <p:cNvPr id="216" name="그룹 215"/>
            <p:cNvGrpSpPr/>
            <p:nvPr/>
          </p:nvGrpSpPr>
          <p:grpSpPr>
            <a:xfrm>
              <a:off x="2809059" y="2481561"/>
              <a:ext cx="6239571" cy="8280920"/>
              <a:chOff x="2809059" y="2481561"/>
              <a:chExt cx="6239571" cy="8280920"/>
            </a:xfrm>
          </p:grpSpPr>
          <p:sp>
            <p:nvSpPr>
              <p:cNvPr id="218" name="직사각형 217"/>
              <p:cNvSpPr/>
              <p:nvPr/>
            </p:nvSpPr>
            <p:spPr>
              <a:xfrm>
                <a:off x="2809059" y="2492896"/>
                <a:ext cx="6224400" cy="826958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19" name="직사각형 218"/>
              <p:cNvSpPr/>
              <p:nvPr/>
            </p:nvSpPr>
            <p:spPr>
              <a:xfrm>
                <a:off x="2813299" y="2495865"/>
                <a:ext cx="6210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0" name="직사각형 219"/>
              <p:cNvSpPr/>
              <p:nvPr/>
            </p:nvSpPr>
            <p:spPr>
              <a:xfrm>
                <a:off x="8780608" y="2481561"/>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17" name="직사각형 216"/>
            <p:cNvSpPr/>
            <p:nvPr/>
          </p:nvSpPr>
          <p:spPr>
            <a:xfrm>
              <a:off x="2774409" y="2502471"/>
              <a:ext cx="595035" cy="215444"/>
            </a:xfrm>
            <a:prstGeom prst="rect">
              <a:avLst/>
            </a:prstGeom>
          </p:spPr>
          <p:txBody>
            <a:bodyPr wrap="none">
              <a:spAutoFit/>
            </a:bodyPr>
            <a:lstStyle/>
            <a:p>
              <a:r>
                <a:rPr lang="ko-KR" altLang="en-US" sz="800" dirty="0" smtClean="0">
                  <a:solidFill>
                    <a:schemeClr val="bg1"/>
                  </a:solidFill>
                  <a:latin typeface="+mn-ea"/>
                  <a:ea typeface="+mn-ea"/>
                </a:rPr>
                <a:t>강의평가</a:t>
              </a:r>
              <a:endParaRPr lang="ko-KR" altLang="en-US" sz="800" dirty="0">
                <a:solidFill>
                  <a:schemeClr val="bg1"/>
                </a:solidFill>
                <a:latin typeface="+mn-ea"/>
                <a:ea typeface="+mn-ea"/>
              </a:endParaRPr>
            </a:p>
          </p:txBody>
        </p:sp>
      </p:grpSp>
      <p:sp>
        <p:nvSpPr>
          <p:cNvPr id="255" name="모서리가 둥근 직사각형 254"/>
          <p:cNvSpPr/>
          <p:nvPr/>
        </p:nvSpPr>
        <p:spPr>
          <a:xfrm>
            <a:off x="4542198" y="994574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8" name="모서리가 둥근 직사각형 257"/>
          <p:cNvSpPr/>
          <p:nvPr/>
        </p:nvSpPr>
        <p:spPr>
          <a:xfrm>
            <a:off x="5493160" y="994574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9" name="모서리가 둥근 직사각형 168"/>
          <p:cNvSpPr/>
          <p:nvPr/>
        </p:nvSpPr>
        <p:spPr>
          <a:xfrm>
            <a:off x="3589240" y="993829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14" name="TextBox 213"/>
          <p:cNvSpPr txBox="1"/>
          <p:nvPr/>
        </p:nvSpPr>
        <p:spPr>
          <a:xfrm>
            <a:off x="1871514" y="2466360"/>
            <a:ext cx="2281804"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반 </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222" name="TextBox 221"/>
          <p:cNvSpPr txBox="1"/>
          <p:nvPr/>
        </p:nvSpPr>
        <p:spPr>
          <a:xfrm>
            <a:off x="4465852" y="2475885"/>
            <a:ext cx="1053687" cy="215444"/>
          </a:xfrm>
          <a:prstGeom prst="rect">
            <a:avLst/>
          </a:prstGeom>
          <a:noFill/>
        </p:spPr>
        <p:txBody>
          <a:bodyPr wrap="square"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페이지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234" name="그룹 233"/>
          <p:cNvGrpSpPr/>
          <p:nvPr/>
        </p:nvGrpSpPr>
        <p:grpSpPr>
          <a:xfrm>
            <a:off x="1967894" y="2780928"/>
            <a:ext cx="6062400" cy="1582457"/>
            <a:chOff x="1208583" y="3501008"/>
            <a:chExt cx="6062400" cy="1582457"/>
          </a:xfrm>
        </p:grpSpPr>
        <p:sp>
          <p:nvSpPr>
            <p:cNvPr id="236" name="직사각형 235"/>
            <p:cNvSpPr/>
            <p:nvPr/>
          </p:nvSpPr>
          <p:spPr>
            <a:xfrm>
              <a:off x="1208583" y="3501008"/>
              <a:ext cx="6062400" cy="1582457"/>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37" name="그룹 236"/>
            <p:cNvGrpSpPr/>
            <p:nvPr/>
          </p:nvGrpSpPr>
          <p:grpSpPr>
            <a:xfrm>
              <a:off x="1216013" y="3589970"/>
              <a:ext cx="6048000" cy="254124"/>
              <a:chOff x="1216013" y="4211563"/>
              <a:chExt cx="6048000" cy="254124"/>
            </a:xfrm>
          </p:grpSpPr>
          <p:cxnSp>
            <p:nvCxnSpPr>
              <p:cNvPr id="276" name="직선 연결선 27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77" name="직사각형 276"/>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강의평가 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p:txBody>
          </p:sp>
        </p:grpSp>
        <p:sp>
          <p:nvSpPr>
            <p:cNvPr id="251" name="직사각형 250"/>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2" name="직사각형 251"/>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3" name="직사각형 252"/>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4" name="직사각형 253"/>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272" name="Picture 525" descr="radio_off"/>
            <p:cNvPicPr>
              <a:picLocks noChangeAspect="1" noChangeArrowheads="1"/>
            </p:cNvPicPr>
            <p:nvPr/>
          </p:nvPicPr>
          <p:blipFill>
            <a:blip r:embed="rId18"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273" name="Picture 525" descr="radio_off"/>
            <p:cNvPicPr>
              <a:picLocks noChangeAspect="1" noChangeArrowheads="1"/>
            </p:cNvPicPr>
            <p:nvPr/>
          </p:nvPicPr>
          <p:blipFill>
            <a:blip r:embed="rId18"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274" name="Picture 525" descr="radio_off"/>
            <p:cNvPicPr>
              <a:picLocks noChangeAspect="1" noChangeArrowheads="1"/>
            </p:cNvPicPr>
            <p:nvPr/>
          </p:nvPicPr>
          <p:blipFill>
            <a:blip r:embed="rId18"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275" name="Picture 525" descr="radio_off"/>
            <p:cNvPicPr>
              <a:picLocks noChangeAspect="1" noChangeArrowheads="1"/>
            </p:cNvPicPr>
            <p:nvPr/>
          </p:nvPicPr>
          <p:blipFill>
            <a:blip r:embed="rId18" cstate="print">
              <a:grayscl/>
            </a:blip>
            <a:srcRect/>
            <a:stretch>
              <a:fillRect/>
            </a:stretch>
          </p:blipFill>
          <p:spPr bwMode="auto">
            <a:xfrm>
              <a:off x="1388604" y="4828860"/>
              <a:ext cx="117480" cy="112308"/>
            </a:xfrm>
            <a:prstGeom prst="rect">
              <a:avLst/>
            </a:prstGeom>
            <a:noFill/>
            <a:ln w="9525">
              <a:noFill/>
              <a:miter lim="800000"/>
              <a:headEnd/>
              <a:tailEnd/>
            </a:ln>
          </p:spPr>
        </p:pic>
      </p:grpSp>
      <p:sp>
        <p:nvSpPr>
          <p:cNvPr id="278" name="직사각형 277"/>
          <p:cNvSpPr/>
          <p:nvPr/>
        </p:nvSpPr>
        <p:spPr>
          <a:xfrm>
            <a:off x="2599213" y="4077092"/>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nvGrpSpPr>
          <p:cNvPr id="279" name="그룹 278"/>
          <p:cNvGrpSpPr/>
          <p:nvPr/>
        </p:nvGrpSpPr>
        <p:grpSpPr>
          <a:xfrm>
            <a:off x="1967894" y="4480545"/>
            <a:ext cx="6062400" cy="1582457"/>
            <a:chOff x="1199059" y="4653136"/>
            <a:chExt cx="6062400" cy="1582457"/>
          </a:xfrm>
        </p:grpSpPr>
        <p:sp>
          <p:nvSpPr>
            <p:cNvPr id="280" name="직사각형 279"/>
            <p:cNvSpPr/>
            <p:nvPr/>
          </p:nvSpPr>
          <p:spPr>
            <a:xfrm>
              <a:off x="1199059" y="4653136"/>
              <a:ext cx="6062400" cy="1582457"/>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81" name="그룹 280"/>
            <p:cNvGrpSpPr/>
            <p:nvPr/>
          </p:nvGrpSpPr>
          <p:grpSpPr>
            <a:xfrm>
              <a:off x="1206489" y="4742098"/>
              <a:ext cx="6048000" cy="254124"/>
              <a:chOff x="1216013" y="4211563"/>
              <a:chExt cx="6048000" cy="254124"/>
            </a:xfrm>
          </p:grpSpPr>
          <p:cxnSp>
            <p:nvCxnSpPr>
              <p:cNvPr id="290" name="직선 연결선 289"/>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91" name="직사각형 290"/>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강의평가 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02</a:t>
                </a:r>
              </a:p>
            </p:txBody>
          </p:sp>
        </p:grpSp>
        <p:sp>
          <p:nvSpPr>
            <p:cNvPr id="282" name="직사각형 281"/>
            <p:cNvSpPr/>
            <p:nvPr/>
          </p:nvSpPr>
          <p:spPr>
            <a:xfrm>
              <a:off x="1526818" y="512118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3" name="직사각형 282"/>
            <p:cNvSpPr/>
            <p:nvPr/>
          </p:nvSpPr>
          <p:spPr>
            <a:xfrm>
              <a:off x="1525192" y="541874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4" name="직사각형 283"/>
            <p:cNvSpPr/>
            <p:nvPr/>
          </p:nvSpPr>
          <p:spPr>
            <a:xfrm>
              <a:off x="1525192" y="56972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5" name="직사각형 284"/>
            <p:cNvSpPr/>
            <p:nvPr/>
          </p:nvSpPr>
          <p:spPr>
            <a:xfrm>
              <a:off x="1523096" y="594928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6" name="직사각형 285"/>
            <p:cNvSpPr/>
            <p:nvPr/>
          </p:nvSpPr>
          <p:spPr>
            <a:xfrm>
              <a:off x="1362125" y="5157192"/>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87" name="직사각형 286"/>
            <p:cNvSpPr/>
            <p:nvPr/>
          </p:nvSpPr>
          <p:spPr>
            <a:xfrm>
              <a:off x="1362125" y="5454761"/>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88" name="직사각형 287"/>
            <p:cNvSpPr/>
            <p:nvPr/>
          </p:nvSpPr>
          <p:spPr>
            <a:xfrm>
              <a:off x="1362125" y="5733268"/>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89" name="직사각형 288"/>
            <p:cNvSpPr/>
            <p:nvPr/>
          </p:nvSpPr>
          <p:spPr>
            <a:xfrm>
              <a:off x="1362125" y="5985296"/>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sp>
        <p:nvSpPr>
          <p:cNvPr id="292" name="직사각형 291"/>
          <p:cNvSpPr/>
          <p:nvPr/>
        </p:nvSpPr>
        <p:spPr>
          <a:xfrm>
            <a:off x="2616558" y="5786234"/>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nvGrpSpPr>
          <p:cNvPr id="293" name="그룹 292"/>
          <p:cNvGrpSpPr/>
          <p:nvPr/>
        </p:nvGrpSpPr>
        <p:grpSpPr>
          <a:xfrm>
            <a:off x="1975324" y="6273315"/>
            <a:ext cx="6048000" cy="254124"/>
            <a:chOff x="1216013" y="4211563"/>
            <a:chExt cx="6048000" cy="254124"/>
          </a:xfrm>
        </p:grpSpPr>
        <p:cxnSp>
          <p:nvCxnSpPr>
            <p:cNvPr id="294" name="직선 연결선 293"/>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95" name="직사각형 294"/>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1-3.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강의평가 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03</a:t>
              </a:r>
            </a:p>
          </p:txBody>
        </p:sp>
      </p:grpSp>
      <p:graphicFrame>
        <p:nvGraphicFramePr>
          <p:cNvPr id="296" name="표 295"/>
          <p:cNvGraphicFramePr>
            <a:graphicFrameLocks noGrp="1"/>
          </p:cNvGraphicFramePr>
          <p:nvPr>
            <p:extLst>
              <p:ext uri="{D42A27DB-BD31-4B8C-83A1-F6EECF244321}">
                <p14:modId xmlns:p14="http://schemas.microsoft.com/office/powerpoint/2010/main" val="1439618881"/>
              </p:ext>
            </p:extLst>
          </p:nvPr>
        </p:nvGraphicFramePr>
        <p:xfrm>
          <a:off x="2049427" y="6624383"/>
          <a:ext cx="5904656" cy="694362"/>
        </p:xfrm>
        <a:graphic>
          <a:graphicData uri="http://schemas.openxmlformats.org/drawingml/2006/table">
            <a:tbl>
              <a:tblPr firstRow="1" bandRow="1">
                <a:tableStyleId>{5C22544A-7EE6-4342-B048-85BDC9FD1C3A}</a:tableStyleId>
              </a:tblPr>
              <a:tblGrid>
                <a:gridCol w="3238184"/>
                <a:gridCol w="888824"/>
                <a:gridCol w="888824"/>
                <a:gridCol w="888824"/>
              </a:tblGrid>
              <a:tr h="231454">
                <a:tc>
                  <a:txBody>
                    <a:bodyPr/>
                    <a:lstStyle/>
                    <a:p>
                      <a:pPr algn="l" latinLnBrk="1"/>
                      <a:r>
                        <a:rPr lang="ko-KR" altLang="en-US" sz="800" b="1" dirty="0" smtClean="0">
                          <a:solidFill>
                            <a:schemeClr val="tx1">
                              <a:lumMod val="75000"/>
                              <a:lumOff val="25000"/>
                            </a:schemeClr>
                          </a:solidFill>
                          <a:latin typeface="+mn-ea"/>
                          <a:ea typeface="+mn-ea"/>
                        </a:rPr>
                        <a:t>문항</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그렇다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보통</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아니다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l" latinLnBrk="1"/>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01</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314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02</a:t>
                      </a:r>
                      <a:endParaRPr lang="ko-KR" altLang="en-US" sz="80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endParaRPr lang="ko-KR" altLang="en-US" sz="800" dirty="0">
                        <a:solidFill>
                          <a:srgbClr val="FF0000"/>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pic>
        <p:nvPicPr>
          <p:cNvPr id="297" name="Picture 525" descr="radio_off"/>
          <p:cNvPicPr>
            <a:picLocks noChangeAspect="1" noChangeArrowheads="1"/>
          </p:cNvPicPr>
          <p:nvPr/>
        </p:nvPicPr>
        <p:blipFill>
          <a:blip r:embed="rId18" cstate="print">
            <a:grayscl/>
          </a:blip>
          <a:srcRect/>
          <a:stretch>
            <a:fillRect/>
          </a:stretch>
        </p:blipFill>
        <p:spPr bwMode="auto">
          <a:xfrm>
            <a:off x="5689612" y="6909902"/>
            <a:ext cx="117480" cy="112308"/>
          </a:xfrm>
          <a:prstGeom prst="rect">
            <a:avLst/>
          </a:prstGeom>
          <a:noFill/>
          <a:ln w="9525">
            <a:noFill/>
            <a:miter lim="800000"/>
            <a:headEnd/>
            <a:tailEnd/>
          </a:ln>
        </p:spPr>
      </p:pic>
      <p:pic>
        <p:nvPicPr>
          <p:cNvPr id="298" name="Picture 525" descr="radio_off"/>
          <p:cNvPicPr>
            <a:picLocks noChangeAspect="1" noChangeArrowheads="1"/>
          </p:cNvPicPr>
          <p:nvPr/>
        </p:nvPicPr>
        <p:blipFill>
          <a:blip r:embed="rId18" cstate="print">
            <a:grayscl/>
          </a:blip>
          <a:srcRect/>
          <a:stretch>
            <a:fillRect/>
          </a:stretch>
        </p:blipFill>
        <p:spPr bwMode="auto">
          <a:xfrm>
            <a:off x="6576463" y="6921387"/>
            <a:ext cx="117480" cy="112308"/>
          </a:xfrm>
          <a:prstGeom prst="rect">
            <a:avLst/>
          </a:prstGeom>
          <a:noFill/>
          <a:ln w="9525">
            <a:noFill/>
            <a:miter lim="800000"/>
            <a:headEnd/>
            <a:tailEnd/>
          </a:ln>
        </p:spPr>
      </p:pic>
      <p:pic>
        <p:nvPicPr>
          <p:cNvPr id="299" name="Picture 525" descr="radio_off"/>
          <p:cNvPicPr>
            <a:picLocks noChangeAspect="1" noChangeArrowheads="1"/>
          </p:cNvPicPr>
          <p:nvPr/>
        </p:nvPicPr>
        <p:blipFill>
          <a:blip r:embed="rId18" cstate="print">
            <a:grayscl/>
          </a:blip>
          <a:srcRect/>
          <a:stretch>
            <a:fillRect/>
          </a:stretch>
        </p:blipFill>
        <p:spPr bwMode="auto">
          <a:xfrm>
            <a:off x="7476563" y="6921387"/>
            <a:ext cx="117480" cy="112308"/>
          </a:xfrm>
          <a:prstGeom prst="rect">
            <a:avLst/>
          </a:prstGeom>
          <a:noFill/>
          <a:ln w="9525">
            <a:noFill/>
            <a:miter lim="800000"/>
            <a:headEnd/>
            <a:tailEnd/>
          </a:ln>
        </p:spPr>
      </p:pic>
      <p:pic>
        <p:nvPicPr>
          <p:cNvPr id="300" name="Picture 525" descr="radio_off"/>
          <p:cNvPicPr>
            <a:picLocks noChangeAspect="1" noChangeArrowheads="1"/>
          </p:cNvPicPr>
          <p:nvPr/>
        </p:nvPicPr>
        <p:blipFill>
          <a:blip r:embed="rId18" cstate="print">
            <a:grayscl/>
          </a:blip>
          <a:srcRect/>
          <a:stretch>
            <a:fillRect/>
          </a:stretch>
        </p:blipFill>
        <p:spPr bwMode="auto">
          <a:xfrm>
            <a:off x="5695356" y="7148109"/>
            <a:ext cx="117480" cy="112308"/>
          </a:xfrm>
          <a:prstGeom prst="rect">
            <a:avLst/>
          </a:prstGeom>
          <a:noFill/>
          <a:ln w="9525">
            <a:noFill/>
            <a:miter lim="800000"/>
            <a:headEnd/>
            <a:tailEnd/>
          </a:ln>
        </p:spPr>
      </p:pic>
      <p:pic>
        <p:nvPicPr>
          <p:cNvPr id="316" name="Picture 525" descr="radio_off"/>
          <p:cNvPicPr>
            <a:picLocks noChangeAspect="1" noChangeArrowheads="1"/>
          </p:cNvPicPr>
          <p:nvPr/>
        </p:nvPicPr>
        <p:blipFill>
          <a:blip r:embed="rId18" cstate="print">
            <a:grayscl/>
          </a:blip>
          <a:srcRect/>
          <a:stretch>
            <a:fillRect/>
          </a:stretch>
        </p:blipFill>
        <p:spPr bwMode="auto">
          <a:xfrm>
            <a:off x="6591732" y="7159594"/>
            <a:ext cx="117480" cy="112308"/>
          </a:xfrm>
          <a:prstGeom prst="rect">
            <a:avLst/>
          </a:prstGeom>
          <a:noFill/>
          <a:ln w="9525">
            <a:noFill/>
            <a:miter lim="800000"/>
            <a:headEnd/>
            <a:tailEnd/>
          </a:ln>
        </p:spPr>
      </p:pic>
      <p:pic>
        <p:nvPicPr>
          <p:cNvPr id="317" name="Picture 525" descr="radio_off"/>
          <p:cNvPicPr>
            <a:picLocks noChangeAspect="1" noChangeArrowheads="1"/>
          </p:cNvPicPr>
          <p:nvPr/>
        </p:nvPicPr>
        <p:blipFill>
          <a:blip r:embed="rId18" cstate="print">
            <a:grayscl/>
          </a:blip>
          <a:srcRect/>
          <a:stretch>
            <a:fillRect/>
          </a:stretch>
        </p:blipFill>
        <p:spPr bwMode="auto">
          <a:xfrm>
            <a:off x="7491832" y="7159594"/>
            <a:ext cx="117480" cy="112308"/>
          </a:xfrm>
          <a:prstGeom prst="rect">
            <a:avLst/>
          </a:prstGeom>
          <a:noFill/>
          <a:ln w="9525">
            <a:noFill/>
            <a:miter lim="800000"/>
            <a:headEnd/>
            <a:tailEnd/>
          </a:ln>
        </p:spPr>
      </p:pic>
      <p:sp>
        <p:nvSpPr>
          <p:cNvPr id="318" name="직사각형 317"/>
          <p:cNvSpPr/>
          <p:nvPr/>
        </p:nvSpPr>
        <p:spPr>
          <a:xfrm>
            <a:off x="1967894" y="6184354"/>
            <a:ext cx="6062400" cy="1210716"/>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19" name="직사각형 318"/>
          <p:cNvSpPr/>
          <p:nvPr/>
        </p:nvSpPr>
        <p:spPr>
          <a:xfrm>
            <a:off x="1976289" y="7512968"/>
            <a:ext cx="6062400" cy="1137152"/>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20" name="그룹 319"/>
          <p:cNvGrpSpPr/>
          <p:nvPr/>
        </p:nvGrpSpPr>
        <p:grpSpPr>
          <a:xfrm>
            <a:off x="1983719" y="7601929"/>
            <a:ext cx="6048000" cy="254124"/>
            <a:chOff x="1216013" y="4211563"/>
            <a:chExt cx="6048000" cy="254124"/>
          </a:xfrm>
        </p:grpSpPr>
        <p:cxnSp>
          <p:nvCxnSpPr>
            <p:cNvPr id="321" name="직선 연결선 320"/>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22" name="직사각형 321"/>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1-4.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강의평가 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04</a:t>
              </a:r>
            </a:p>
          </p:txBody>
        </p:sp>
      </p:grpSp>
      <p:sp>
        <p:nvSpPr>
          <p:cNvPr id="323" name="직사각형 322"/>
          <p:cNvSpPr/>
          <p:nvPr/>
        </p:nvSpPr>
        <p:spPr>
          <a:xfrm>
            <a:off x="3913087" y="7994079"/>
            <a:ext cx="1047606" cy="521778"/>
          </a:xfrm>
          <a:prstGeom prst="rect">
            <a:avLst/>
          </a:prstGeom>
          <a:solidFill>
            <a:schemeClr val="accent4">
              <a:lumMod val="20000"/>
              <a:lumOff val="8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3200" b="1" dirty="0" smtClean="0">
                <a:solidFill>
                  <a:schemeClr val="tx1">
                    <a:lumMod val="50000"/>
                    <a:lumOff val="50000"/>
                  </a:schemeClr>
                </a:solidFill>
                <a:latin typeface="맑은 고딕" panose="020B0503020000020004" pitchFamily="50" charset="-127"/>
                <a:ea typeface="맑은 고딕" panose="020B0503020000020004" pitchFamily="50" charset="-127"/>
              </a:rPr>
              <a:t>O</a:t>
            </a:r>
            <a:endParaRPr lang="ko-KR" altLang="en-US" sz="320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24" name="직사각형 323"/>
          <p:cNvSpPr/>
          <p:nvPr/>
        </p:nvSpPr>
        <p:spPr>
          <a:xfrm>
            <a:off x="5065215" y="8002855"/>
            <a:ext cx="1047606" cy="521778"/>
          </a:xfrm>
          <a:prstGeom prst="rect">
            <a:avLst/>
          </a:prstGeom>
          <a:solidFill>
            <a:schemeClr val="accent4">
              <a:lumMod val="20000"/>
              <a:lumOff val="8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3200" b="1" dirty="0" smtClean="0">
                <a:solidFill>
                  <a:schemeClr val="tx1">
                    <a:lumMod val="50000"/>
                    <a:lumOff val="50000"/>
                  </a:schemeClr>
                </a:solidFill>
                <a:latin typeface="맑은 고딕" panose="020B0503020000020004" pitchFamily="50" charset="-127"/>
                <a:ea typeface="맑은 고딕" panose="020B0503020000020004" pitchFamily="50" charset="-127"/>
              </a:rPr>
              <a:t>X</a:t>
            </a:r>
            <a:endParaRPr lang="ko-KR" altLang="en-US" sz="320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25" name="자유형 324"/>
          <p:cNvSpPr/>
          <p:nvPr/>
        </p:nvSpPr>
        <p:spPr>
          <a:xfrm flipV="1">
            <a:off x="2126278" y="9181032"/>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grpSp>
        <p:nvGrpSpPr>
          <p:cNvPr id="331" name="그룹 330"/>
          <p:cNvGrpSpPr/>
          <p:nvPr/>
        </p:nvGrpSpPr>
        <p:grpSpPr>
          <a:xfrm>
            <a:off x="8386696" y="8009967"/>
            <a:ext cx="3289335" cy="1107665"/>
            <a:chOff x="10960564" y="1312622"/>
            <a:chExt cx="3289335" cy="1107665"/>
          </a:xfrm>
        </p:grpSpPr>
        <p:grpSp>
          <p:nvGrpSpPr>
            <p:cNvPr id="332" name="그룹 331"/>
            <p:cNvGrpSpPr/>
            <p:nvPr/>
          </p:nvGrpSpPr>
          <p:grpSpPr>
            <a:xfrm>
              <a:off x="10960564" y="1312622"/>
              <a:ext cx="3289335" cy="1107665"/>
              <a:chOff x="-692625" y="294998"/>
              <a:chExt cx="3289335" cy="1107665"/>
            </a:xfrm>
          </p:grpSpPr>
          <p:grpSp>
            <p:nvGrpSpPr>
              <p:cNvPr id="335" name="그룹 334"/>
              <p:cNvGrpSpPr/>
              <p:nvPr/>
            </p:nvGrpSpPr>
            <p:grpSpPr>
              <a:xfrm>
                <a:off x="-692625" y="294998"/>
                <a:ext cx="3289335" cy="1107665"/>
                <a:chOff x="1061816" y="3176972"/>
                <a:chExt cx="3289335" cy="1107665"/>
              </a:xfrm>
            </p:grpSpPr>
            <p:sp>
              <p:nvSpPr>
                <p:cNvPr id="342" name="직사각형 341"/>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3" name="직사각형 342"/>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4" name="직사각형 343"/>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45" name="직사각형 344"/>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41" name="직사각형 340"/>
              <p:cNvSpPr/>
              <p:nvPr/>
            </p:nvSpPr>
            <p:spPr>
              <a:xfrm>
                <a:off x="134750" y="666797"/>
                <a:ext cx="17251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응답하지 않은 문항이  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333" name="모서리가 둥근 직사각형 332"/>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cxnSp>
        <p:nvCxnSpPr>
          <p:cNvPr id="346" name="꺾인 연결선 345"/>
          <p:cNvCxnSpPr>
            <a:stCxn id="169" idx="0"/>
            <a:endCxn id="342" idx="2"/>
          </p:cNvCxnSpPr>
          <p:nvPr/>
        </p:nvCxnSpPr>
        <p:spPr>
          <a:xfrm rot="5400000" flipH="1" flipV="1">
            <a:off x="6632014" y="6524859"/>
            <a:ext cx="820663" cy="6006211"/>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26" name="그룹 325"/>
          <p:cNvGrpSpPr/>
          <p:nvPr/>
        </p:nvGrpSpPr>
        <p:grpSpPr>
          <a:xfrm>
            <a:off x="3935363" y="9762623"/>
            <a:ext cx="234360" cy="200055"/>
            <a:chOff x="1152270" y="11706839"/>
            <a:chExt cx="234360" cy="200055"/>
          </a:xfrm>
        </p:grpSpPr>
        <p:sp>
          <p:nvSpPr>
            <p:cNvPr id="327" name="모서리가 둥근 직사각형 3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8" name="직사각형 32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47" name="그룹 346"/>
          <p:cNvGrpSpPr/>
          <p:nvPr/>
        </p:nvGrpSpPr>
        <p:grpSpPr>
          <a:xfrm>
            <a:off x="3512840" y="2487612"/>
            <a:ext cx="234360" cy="200055"/>
            <a:chOff x="1152270" y="11706839"/>
            <a:chExt cx="234360" cy="200055"/>
          </a:xfrm>
        </p:grpSpPr>
        <p:sp>
          <p:nvSpPr>
            <p:cNvPr id="348" name="모서리가 둥근 직사각형 34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9" name="직사각형 34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50" name="그룹 349"/>
          <p:cNvGrpSpPr/>
          <p:nvPr/>
        </p:nvGrpSpPr>
        <p:grpSpPr>
          <a:xfrm>
            <a:off x="1884486" y="2687667"/>
            <a:ext cx="234360" cy="200055"/>
            <a:chOff x="1152270" y="11706839"/>
            <a:chExt cx="234360" cy="200055"/>
          </a:xfrm>
        </p:grpSpPr>
        <p:sp>
          <p:nvSpPr>
            <p:cNvPr id="351" name="모서리가 둥근 직사각형 35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52" name="직사각형 35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353" name="직사각형 352"/>
          <p:cNvSpPr/>
          <p:nvPr/>
        </p:nvSpPr>
        <p:spPr>
          <a:xfrm>
            <a:off x="6712237" y="2474426"/>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나*송 </a:t>
            </a:r>
            <a:endParaRPr lang="ko-KR" altLang="en-US" sz="800" dirty="0">
              <a:solidFill>
                <a:srgbClr val="0070C0"/>
              </a:solidFill>
              <a:latin typeface="+mn-ea"/>
              <a:ea typeface="+mn-ea"/>
            </a:endParaRPr>
          </a:p>
        </p:txBody>
      </p:sp>
    </p:spTree>
    <p:extLst>
      <p:ext uri="{BB962C8B-B14F-4D97-AF65-F5344CB8AC3E}">
        <p14:creationId xmlns:p14="http://schemas.microsoft.com/office/powerpoint/2010/main" val="101083423"/>
      </p:ext>
    </p:extLst>
  </p:cSld>
  <p:clrMapOvr>
    <a:masterClrMapping/>
  </p:clrMapOvr>
  <p:transition>
    <p:wipe dir="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 name="그룹 213"/>
          <p:cNvGrpSpPr/>
          <p:nvPr/>
        </p:nvGrpSpPr>
        <p:grpSpPr>
          <a:xfrm>
            <a:off x="507554" y="1602349"/>
            <a:ext cx="3075218" cy="252000"/>
            <a:chOff x="507554" y="1537742"/>
            <a:chExt cx="3075218" cy="252000"/>
          </a:xfrm>
        </p:grpSpPr>
        <p:pic>
          <p:nvPicPr>
            <p:cNvPr id="222"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0" name="그룹 269"/>
            <p:cNvGrpSpPr/>
            <p:nvPr/>
          </p:nvGrpSpPr>
          <p:grpSpPr>
            <a:xfrm>
              <a:off x="2288704" y="1581175"/>
              <a:ext cx="1294068" cy="166725"/>
              <a:chOff x="2288704" y="1581175"/>
              <a:chExt cx="1294068" cy="166725"/>
            </a:xfrm>
          </p:grpSpPr>
          <p:sp>
            <p:nvSpPr>
              <p:cNvPr id="279" name="직사각형 278"/>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80" name="직사각형 279"/>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135" name="그룹 134"/>
          <p:cNvGrpSpPr/>
          <p:nvPr/>
        </p:nvGrpSpPr>
        <p:grpSpPr>
          <a:xfrm>
            <a:off x="1967772" y="1979315"/>
            <a:ext cx="7489822" cy="326132"/>
            <a:chOff x="1967772" y="1979315"/>
            <a:chExt cx="7489822" cy="326132"/>
          </a:xfrm>
        </p:grpSpPr>
        <p:sp>
          <p:nvSpPr>
            <p:cNvPr id="136" name="직사각형 135"/>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7" name="그룹 136"/>
            <p:cNvGrpSpPr/>
            <p:nvPr/>
          </p:nvGrpSpPr>
          <p:grpSpPr>
            <a:xfrm>
              <a:off x="4290164" y="2031278"/>
              <a:ext cx="1040981" cy="215444"/>
              <a:chOff x="1618412" y="2762216"/>
              <a:chExt cx="1440000" cy="215444"/>
            </a:xfrm>
          </p:grpSpPr>
          <p:sp>
            <p:nvSpPr>
              <p:cNvPr id="211" name="직사각형 21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2" name="직사각형 211"/>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8" name="그룹 137"/>
            <p:cNvGrpSpPr/>
            <p:nvPr/>
          </p:nvGrpSpPr>
          <p:grpSpPr>
            <a:xfrm>
              <a:off x="5351027" y="2031278"/>
              <a:ext cx="1040981" cy="215444"/>
              <a:chOff x="1618412" y="2762216"/>
              <a:chExt cx="1440000" cy="215444"/>
            </a:xfrm>
          </p:grpSpPr>
          <p:sp>
            <p:nvSpPr>
              <p:cNvPr id="209" name="직사각형 208"/>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강의평가</a:t>
                </a:r>
                <a:endParaRPr lang="en-US" altLang="ko-KR" sz="800" dirty="0">
                  <a:solidFill>
                    <a:schemeClr val="tx1">
                      <a:lumMod val="75000"/>
                      <a:lumOff val="25000"/>
                    </a:schemeClr>
                  </a:solidFill>
                  <a:latin typeface="+mn-ea"/>
                </a:endParaRPr>
              </a:p>
            </p:txBody>
          </p:sp>
          <p:sp>
            <p:nvSpPr>
              <p:cNvPr id="210" name="직사각형 209"/>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6413117" y="2031278"/>
              <a:ext cx="1040981" cy="215444"/>
              <a:chOff x="1618412" y="2762216"/>
              <a:chExt cx="1440000" cy="215444"/>
            </a:xfrm>
          </p:grpSpPr>
          <p:sp>
            <p:nvSpPr>
              <p:cNvPr id="207" name="직사각형 206"/>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전체수업현황</a:t>
                </a:r>
                <a:endParaRPr lang="en-US" altLang="ko-KR" sz="800" dirty="0">
                  <a:solidFill>
                    <a:schemeClr val="tx1">
                      <a:lumMod val="75000"/>
                      <a:lumOff val="25000"/>
                    </a:schemeClr>
                  </a:solidFill>
                  <a:latin typeface="+mn-ea"/>
                </a:endParaRPr>
              </a:p>
            </p:txBody>
          </p:sp>
          <p:sp>
            <p:nvSpPr>
              <p:cNvPr id="208" name="직사각형 207"/>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7474187" y="2031278"/>
              <a:ext cx="1040981" cy="215444"/>
              <a:chOff x="1618412" y="2762216"/>
              <a:chExt cx="1440000" cy="215444"/>
            </a:xfrm>
          </p:grpSpPr>
          <p:sp>
            <p:nvSpPr>
              <p:cNvPr id="205" name="직사각형 204"/>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6" name="직사각형 205"/>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3224705" y="2032273"/>
              <a:ext cx="1040982" cy="215444"/>
              <a:chOff x="1618412" y="2762216"/>
              <a:chExt cx="1440000" cy="215444"/>
            </a:xfrm>
          </p:grpSpPr>
          <p:sp>
            <p:nvSpPr>
              <p:cNvPr id="203" name="직사각형 202"/>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4" name="직사각형 203"/>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2172387" y="2026940"/>
              <a:ext cx="1040981" cy="215444"/>
              <a:chOff x="1618412" y="2762216"/>
              <a:chExt cx="1440000" cy="215444"/>
            </a:xfrm>
          </p:grpSpPr>
          <p:sp>
            <p:nvSpPr>
              <p:cNvPr id="201" name="직사각형 200"/>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2" name="직사각형 201"/>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2" name="직사각형 191"/>
            <p:cNvSpPr/>
            <p:nvPr/>
          </p:nvSpPr>
          <p:spPr>
            <a:xfrm>
              <a:off x="5364835" y="2197447"/>
              <a:ext cx="10188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4" name="직사각형 193"/>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5" name="그룹 194"/>
            <p:cNvGrpSpPr/>
            <p:nvPr/>
          </p:nvGrpSpPr>
          <p:grpSpPr>
            <a:xfrm>
              <a:off x="9120844" y="1979315"/>
              <a:ext cx="162000" cy="288000"/>
              <a:chOff x="9447994" y="2133019"/>
              <a:chExt cx="162000" cy="288000"/>
            </a:xfrm>
          </p:grpSpPr>
          <p:sp>
            <p:nvSpPr>
              <p:cNvPr id="199" name="직사각형 198"/>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0" name="1/2 액자 199"/>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6" name="그룹 195"/>
            <p:cNvGrpSpPr/>
            <p:nvPr/>
          </p:nvGrpSpPr>
          <p:grpSpPr>
            <a:xfrm>
              <a:off x="1973163" y="1979315"/>
              <a:ext cx="162000" cy="288000"/>
              <a:chOff x="10860" y="2122356"/>
              <a:chExt cx="162000" cy="288000"/>
            </a:xfrm>
          </p:grpSpPr>
          <p:sp>
            <p:nvSpPr>
              <p:cNvPr id="197" name="직사각형 196"/>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8" name="1/2 액자 197"/>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   </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강의평가 수강과목 목록 </a:t>
            </a:r>
            <a:r>
              <a:rPr lang="en-US" altLang="ko-KR" sz="800" spc="-60" dirty="0" smtClean="0">
                <a:latin typeface="+mn-ea"/>
                <a:ea typeface="+mn-ea"/>
              </a:rPr>
              <a:t>&gt; </a:t>
            </a:r>
            <a:r>
              <a:rPr lang="ko-KR" altLang="en-US" sz="800" spc="-60" dirty="0" smtClean="0">
                <a:latin typeface="+mn-ea"/>
                <a:ea typeface="+mn-ea"/>
              </a:rPr>
              <a:t>강의평가 안내문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aphicFrame>
        <p:nvGraphicFramePr>
          <p:cNvPr id="377" name="Group 175"/>
          <p:cNvGraphicFramePr>
            <a:graphicFrameLocks noGrp="1"/>
          </p:cNvGraphicFramePr>
          <p:nvPr>
            <p:extLst>
              <p:ext uri="{D42A27DB-BD31-4B8C-83A1-F6EECF244321}">
                <p14:modId xmlns:p14="http://schemas.microsoft.com/office/powerpoint/2010/main" val="2141183986"/>
              </p:ext>
            </p:extLst>
          </p:nvPr>
        </p:nvGraphicFramePr>
        <p:xfrm>
          <a:off x="9508554" y="1492213"/>
          <a:ext cx="1404156" cy="427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강의평가 다음 페이지로 이동</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미답변 평가문항이 있는 경우 메시지</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강의평가</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534" name="직사각형 533"/>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560" name="직사각형 559"/>
          <p:cNvSpPr/>
          <p:nvPr/>
        </p:nvSpPr>
        <p:spPr>
          <a:xfrm>
            <a:off x="1870800" y="3429000"/>
            <a:ext cx="2259822"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193" name="모서리가 둥근 직사각형 192"/>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KNOU_UI_C01021300_03</a:t>
            </a:r>
            <a:endParaRPr lang="ko-KR" altLang="en-US" sz="800" spc="-60" dirty="0">
              <a:latin typeface="+mn-ea"/>
            </a:endParaRPr>
          </a:p>
        </p:txBody>
      </p:sp>
      <p:grpSp>
        <p:nvGrpSpPr>
          <p:cNvPr id="5" name="그룹 4"/>
          <p:cNvGrpSpPr/>
          <p:nvPr/>
        </p:nvGrpSpPr>
        <p:grpSpPr>
          <a:xfrm>
            <a:off x="2019008" y="2742828"/>
            <a:ext cx="2392552" cy="215444"/>
            <a:chOff x="2936776" y="2742828"/>
            <a:chExt cx="2392552" cy="215444"/>
          </a:xfrm>
        </p:grpSpPr>
        <p:grpSp>
          <p:nvGrpSpPr>
            <p:cNvPr id="2" name="그룹 1"/>
            <p:cNvGrpSpPr/>
            <p:nvPr/>
          </p:nvGrpSpPr>
          <p:grpSpPr>
            <a:xfrm>
              <a:off x="3853253" y="2765514"/>
              <a:ext cx="1476075" cy="180000"/>
              <a:chOff x="8094882" y="2394429"/>
              <a:chExt cx="1476075" cy="180000"/>
            </a:xfrm>
          </p:grpSpPr>
          <p:sp>
            <p:nvSpPr>
              <p:cNvPr id="231"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32"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33" name="직사각형 23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aphicFrame>
        <p:nvGraphicFramePr>
          <p:cNvPr id="244" name="Group 37"/>
          <p:cNvGraphicFramePr>
            <a:graphicFrameLocks noGrp="1"/>
          </p:cNvGraphicFramePr>
          <p:nvPr>
            <p:extLst>
              <p:ext uri="{D42A27DB-BD31-4B8C-83A1-F6EECF244321}">
                <p14:modId xmlns:p14="http://schemas.microsoft.com/office/powerpoint/2010/main" val="3547134506"/>
              </p:ext>
            </p:extLst>
          </p:nvPr>
        </p:nvGraphicFramePr>
        <p:xfrm>
          <a:off x="1975897" y="3681551"/>
          <a:ext cx="7470629" cy="1642702"/>
        </p:xfrm>
        <a:graphic>
          <a:graphicData uri="http://schemas.openxmlformats.org/drawingml/2006/table">
            <a:tbl>
              <a:tblPr/>
              <a:tblGrid>
                <a:gridCol w="418312">
                  <a:extLst>
                    <a:ext uri="{9D8B030D-6E8A-4147-A177-3AD203B41FA5}">
                      <a16:colId xmlns="" xmlns:a16="http://schemas.microsoft.com/office/drawing/2014/main" val="20001"/>
                    </a:ext>
                  </a:extLst>
                </a:gridCol>
                <a:gridCol w="544045"/>
                <a:gridCol w="421095"/>
                <a:gridCol w="796418"/>
                <a:gridCol w="663761"/>
                <a:gridCol w="628170"/>
                <a:gridCol w="421096"/>
                <a:gridCol w="1460470"/>
                <a:gridCol w="432048"/>
                <a:gridCol w="648072"/>
                <a:gridCol w="504056"/>
                <a:gridCol w="53308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과정</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과목코드</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공동교수</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튜터</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조교</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CM0005</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CM0005</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CM0203</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CM0078</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운동역학기초</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CM0012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85386" marR="85386"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CM0012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임*수</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석*교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24" name="Track"/>
          <p:cNvSpPr>
            <a:spLocks/>
          </p:cNvSpPr>
          <p:nvPr>
            <p:custDataLst>
              <p:tags r:id="rId1"/>
            </p:custDataLst>
          </p:nvPr>
        </p:nvSpPr>
        <p:spPr bwMode="auto">
          <a:xfrm>
            <a:off x="9393113"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171" name="직사각형 170"/>
          <p:cNvSpPr/>
          <p:nvPr/>
        </p:nvSpPr>
        <p:spPr>
          <a:xfrm>
            <a:off x="2538636"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225" name="그룹 224"/>
          <p:cNvGrpSpPr/>
          <p:nvPr/>
        </p:nvGrpSpPr>
        <p:grpSpPr>
          <a:xfrm>
            <a:off x="8668462" y="1695475"/>
            <a:ext cx="849617" cy="276999"/>
            <a:chOff x="8563069" y="1695475"/>
            <a:chExt cx="849617" cy="276999"/>
          </a:xfrm>
        </p:grpSpPr>
        <p:grpSp>
          <p:nvGrpSpPr>
            <p:cNvPr id="226" name="그룹 225"/>
            <p:cNvGrpSpPr/>
            <p:nvPr/>
          </p:nvGrpSpPr>
          <p:grpSpPr>
            <a:xfrm>
              <a:off x="8563069" y="1761166"/>
              <a:ext cx="792000" cy="162000"/>
              <a:chOff x="8779069" y="1761166"/>
              <a:chExt cx="792000" cy="162000"/>
            </a:xfrm>
          </p:grpSpPr>
          <p:sp>
            <p:nvSpPr>
              <p:cNvPr id="249" name="직사각형 248"/>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8728739" y="1695475"/>
              <a:ext cx="247184" cy="276999"/>
              <a:chOff x="7672972" y="1671999"/>
              <a:chExt cx="247184" cy="276999"/>
            </a:xfrm>
          </p:grpSpPr>
          <p:sp>
            <p:nvSpPr>
              <p:cNvPr id="243" name="타원 242"/>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5" name="직사각형 244"/>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28" name="그룹 227"/>
            <p:cNvGrpSpPr/>
            <p:nvPr/>
          </p:nvGrpSpPr>
          <p:grpSpPr>
            <a:xfrm>
              <a:off x="9138252" y="1714525"/>
              <a:ext cx="274434" cy="246221"/>
              <a:chOff x="7663447" y="1691049"/>
              <a:chExt cx="274434" cy="246221"/>
            </a:xfrm>
          </p:grpSpPr>
          <p:sp>
            <p:nvSpPr>
              <p:cNvPr id="239" name="타원 23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42" name="직사각형 241"/>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29" name="직사각형 228"/>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21" name="그룹 220"/>
          <p:cNvGrpSpPr/>
          <p:nvPr/>
        </p:nvGrpSpPr>
        <p:grpSpPr>
          <a:xfrm>
            <a:off x="2029247" y="3007057"/>
            <a:ext cx="4335338" cy="215444"/>
            <a:chOff x="2029247" y="3007057"/>
            <a:chExt cx="4335338" cy="215444"/>
          </a:xfrm>
        </p:grpSpPr>
        <p:grpSp>
          <p:nvGrpSpPr>
            <p:cNvPr id="246" name="그룹 245"/>
            <p:cNvGrpSpPr/>
            <p:nvPr/>
          </p:nvGrpSpPr>
          <p:grpSpPr>
            <a:xfrm>
              <a:off x="2029247" y="3007057"/>
              <a:ext cx="4335338" cy="215444"/>
              <a:chOff x="2936776" y="2752353"/>
              <a:chExt cx="4335338" cy="215444"/>
            </a:xfrm>
          </p:grpSpPr>
          <p:sp>
            <p:nvSpPr>
              <p:cNvPr id="24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수강과목선택</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62" name="직사각형 261"/>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grpSp>
        <p:sp>
          <p:nvSpPr>
            <p:cNvPr id="24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50" name="그룹 149"/>
          <p:cNvGrpSpPr/>
          <p:nvPr/>
        </p:nvGrpSpPr>
        <p:grpSpPr>
          <a:xfrm>
            <a:off x="5709344" y="1485584"/>
            <a:ext cx="3761110" cy="261068"/>
            <a:chOff x="4948808" y="1485584"/>
            <a:chExt cx="3761110" cy="261068"/>
          </a:xfrm>
        </p:grpSpPr>
        <p:grpSp>
          <p:nvGrpSpPr>
            <p:cNvPr id="151" name="그룹 150"/>
            <p:cNvGrpSpPr/>
            <p:nvPr/>
          </p:nvGrpSpPr>
          <p:grpSpPr>
            <a:xfrm>
              <a:off x="4948808" y="1579923"/>
              <a:ext cx="3761110" cy="166729"/>
              <a:chOff x="5665911" y="1579923"/>
              <a:chExt cx="3761110" cy="166729"/>
            </a:xfrm>
          </p:grpSpPr>
          <p:pic>
            <p:nvPicPr>
              <p:cNvPr id="15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7" name="그룹 156"/>
              <p:cNvGrpSpPr/>
              <p:nvPr/>
            </p:nvGrpSpPr>
            <p:grpSpPr>
              <a:xfrm>
                <a:off x="5665911" y="1583291"/>
                <a:ext cx="648000" cy="162000"/>
                <a:chOff x="4953000" y="2780928"/>
                <a:chExt cx="648000" cy="162000"/>
              </a:xfrm>
            </p:grpSpPr>
            <p:sp>
              <p:nvSpPr>
                <p:cNvPr id="159" name="모서리가 둥근 직사각형 158"/>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160" name="Picture 10"/>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58" name="모서리가 둥근 직사각형 157"/>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grpSp>
        <p:sp>
          <p:nvSpPr>
            <p:cNvPr id="152" name="타원 151"/>
            <p:cNvSpPr/>
            <p:nvPr/>
          </p:nvSpPr>
          <p:spPr bwMode="auto">
            <a:xfrm>
              <a:off x="8039819"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nvGrpSpPr>
          <p:cNvPr id="166" name="그룹 165"/>
          <p:cNvGrpSpPr/>
          <p:nvPr/>
        </p:nvGrpSpPr>
        <p:grpSpPr>
          <a:xfrm>
            <a:off x="626748" y="2104281"/>
            <a:ext cx="1245456" cy="4063099"/>
            <a:chOff x="626748" y="2104281"/>
            <a:chExt cx="1245456" cy="4063099"/>
          </a:xfrm>
        </p:grpSpPr>
        <p:grpSp>
          <p:nvGrpSpPr>
            <p:cNvPr id="167" name="그룹 166"/>
            <p:cNvGrpSpPr/>
            <p:nvPr/>
          </p:nvGrpSpPr>
          <p:grpSpPr>
            <a:xfrm>
              <a:off x="629955" y="3042501"/>
              <a:ext cx="1188000" cy="180000"/>
              <a:chOff x="666427" y="3266516"/>
              <a:chExt cx="1188000" cy="180000"/>
            </a:xfrm>
          </p:grpSpPr>
          <p:sp>
            <p:nvSpPr>
              <p:cNvPr id="314" name="모서리가 둥근 직사각형 31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1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6748" y="2104281"/>
              <a:ext cx="1245456" cy="442923"/>
              <a:chOff x="468506" y="2320305"/>
              <a:chExt cx="1245456" cy="442923"/>
            </a:xfrm>
          </p:grpSpPr>
          <p:sp>
            <p:nvSpPr>
              <p:cNvPr id="309" name="직사각형 308"/>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1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3" name="TextBox 312"/>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70" name="그룹 169"/>
            <p:cNvGrpSpPr/>
            <p:nvPr/>
          </p:nvGrpSpPr>
          <p:grpSpPr>
            <a:xfrm>
              <a:off x="632520" y="2752353"/>
              <a:ext cx="1188000" cy="180000"/>
              <a:chOff x="666427" y="3266516"/>
              <a:chExt cx="1188000" cy="180000"/>
            </a:xfrm>
          </p:grpSpPr>
          <p:sp>
            <p:nvSpPr>
              <p:cNvPr id="307" name="모서리가 둥근 직사각형 30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0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3318264"/>
              <a:ext cx="1188000" cy="180000"/>
              <a:chOff x="666428" y="3785432"/>
              <a:chExt cx="1188000" cy="180000"/>
            </a:xfrm>
          </p:grpSpPr>
          <p:sp>
            <p:nvSpPr>
              <p:cNvPr id="305" name="모서리가 둥근 직사각형 30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0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5889" y="3606924"/>
              <a:ext cx="1188000" cy="180000"/>
              <a:chOff x="666428" y="4310612"/>
              <a:chExt cx="1188000" cy="180000"/>
            </a:xfrm>
          </p:grpSpPr>
          <p:sp>
            <p:nvSpPr>
              <p:cNvPr id="303" name="모서리가 둥근 직사각형 30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30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5889" y="3892880"/>
              <a:ext cx="1188000" cy="180000"/>
              <a:chOff x="666428" y="4570824"/>
              <a:chExt cx="1188000" cy="180000"/>
            </a:xfrm>
          </p:grpSpPr>
          <p:sp>
            <p:nvSpPr>
              <p:cNvPr id="301" name="모서리가 둥근 직사각형 30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35889" y="5354975"/>
              <a:ext cx="1188000" cy="180000"/>
              <a:chOff x="666428" y="5096004"/>
              <a:chExt cx="1188000" cy="180000"/>
            </a:xfrm>
          </p:grpSpPr>
          <p:sp>
            <p:nvSpPr>
              <p:cNvPr id="240" name="모서리가 둥근 직사각형 239"/>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4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40081" y="5987380"/>
              <a:ext cx="1188000" cy="180000"/>
              <a:chOff x="666428" y="3785432"/>
              <a:chExt cx="1188000" cy="180000"/>
            </a:xfrm>
          </p:grpSpPr>
          <p:sp>
            <p:nvSpPr>
              <p:cNvPr id="223" name="모서리가 둥근 직사각형 22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7083" y="4173925"/>
              <a:ext cx="1188000" cy="180000"/>
              <a:chOff x="666428" y="4570824"/>
              <a:chExt cx="1188000" cy="180000"/>
            </a:xfrm>
          </p:grpSpPr>
          <p:sp>
            <p:nvSpPr>
              <p:cNvPr id="190" name="모서리가 둥근 직사각형 1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19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5889" y="4461495"/>
              <a:ext cx="1188000" cy="180000"/>
              <a:chOff x="666428" y="4310612"/>
              <a:chExt cx="1188000" cy="180000"/>
            </a:xfrm>
          </p:grpSpPr>
          <p:sp>
            <p:nvSpPr>
              <p:cNvPr id="188" name="모서리가 둥근 직사각형 18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18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8453" y="4761168"/>
              <a:ext cx="1188000" cy="180000"/>
              <a:chOff x="666428" y="4310612"/>
              <a:chExt cx="1188000" cy="180000"/>
            </a:xfrm>
          </p:grpSpPr>
          <p:sp>
            <p:nvSpPr>
              <p:cNvPr id="186" name="모서리가 둥근 직사각형 1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18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8453" y="5043867"/>
              <a:ext cx="1188000" cy="180000"/>
              <a:chOff x="666428" y="4310612"/>
              <a:chExt cx="1188000" cy="180000"/>
            </a:xfrm>
          </p:grpSpPr>
          <p:sp>
            <p:nvSpPr>
              <p:cNvPr id="184" name="모서리가 둥근 직사각형 183"/>
              <p:cNvSpPr/>
              <p:nvPr/>
            </p:nvSpPr>
            <p:spPr bwMode="auto">
              <a:xfrm>
                <a:off x="666428" y="431061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18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8453" y="5670773"/>
              <a:ext cx="1188000" cy="180000"/>
              <a:chOff x="666428" y="4570824"/>
              <a:chExt cx="1188000" cy="180000"/>
            </a:xfrm>
          </p:grpSpPr>
          <p:sp>
            <p:nvSpPr>
              <p:cNvPr id="182" name="모서리가 둥근 직사각형 18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18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49" name="직사각형 148"/>
          <p:cNvSpPr/>
          <p:nvPr/>
        </p:nvSpPr>
        <p:spPr bwMode="auto">
          <a:xfrm>
            <a:off x="409172" y="1492213"/>
            <a:ext cx="9079694" cy="939828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215" name="그룹 214"/>
          <p:cNvGrpSpPr/>
          <p:nvPr/>
        </p:nvGrpSpPr>
        <p:grpSpPr>
          <a:xfrm>
            <a:off x="1856656" y="2132856"/>
            <a:ext cx="6274221" cy="6912768"/>
            <a:chOff x="2774409" y="2481561"/>
            <a:chExt cx="6274221" cy="6912768"/>
          </a:xfrm>
        </p:grpSpPr>
        <p:grpSp>
          <p:nvGrpSpPr>
            <p:cNvPr id="216" name="그룹 215"/>
            <p:cNvGrpSpPr/>
            <p:nvPr/>
          </p:nvGrpSpPr>
          <p:grpSpPr>
            <a:xfrm>
              <a:off x="2809059" y="2481561"/>
              <a:ext cx="6239571" cy="6912768"/>
              <a:chOff x="2809059" y="2481561"/>
              <a:chExt cx="6239571" cy="6912768"/>
            </a:xfrm>
          </p:grpSpPr>
          <p:sp>
            <p:nvSpPr>
              <p:cNvPr id="218" name="직사각형 217"/>
              <p:cNvSpPr/>
              <p:nvPr/>
            </p:nvSpPr>
            <p:spPr>
              <a:xfrm>
                <a:off x="2809059" y="2492896"/>
                <a:ext cx="6224400" cy="690143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19" name="직사각형 218"/>
              <p:cNvSpPr/>
              <p:nvPr/>
            </p:nvSpPr>
            <p:spPr>
              <a:xfrm>
                <a:off x="2813299" y="2495865"/>
                <a:ext cx="6210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0" name="직사각형 219"/>
              <p:cNvSpPr/>
              <p:nvPr/>
            </p:nvSpPr>
            <p:spPr>
              <a:xfrm>
                <a:off x="8780608" y="2481561"/>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17" name="직사각형 216"/>
            <p:cNvSpPr/>
            <p:nvPr/>
          </p:nvSpPr>
          <p:spPr>
            <a:xfrm>
              <a:off x="2774409" y="2502471"/>
              <a:ext cx="595035" cy="215444"/>
            </a:xfrm>
            <a:prstGeom prst="rect">
              <a:avLst/>
            </a:prstGeom>
          </p:spPr>
          <p:txBody>
            <a:bodyPr wrap="none">
              <a:spAutoFit/>
            </a:bodyPr>
            <a:lstStyle/>
            <a:p>
              <a:r>
                <a:rPr lang="ko-KR" altLang="en-US" sz="800" dirty="0" smtClean="0">
                  <a:solidFill>
                    <a:schemeClr val="bg1"/>
                  </a:solidFill>
                  <a:latin typeface="+mn-ea"/>
                  <a:ea typeface="+mn-ea"/>
                </a:rPr>
                <a:t>강의평가</a:t>
              </a:r>
              <a:endParaRPr lang="ko-KR" altLang="en-US" sz="800" dirty="0">
                <a:solidFill>
                  <a:schemeClr val="bg1"/>
                </a:solidFill>
                <a:latin typeface="+mn-ea"/>
                <a:ea typeface="+mn-ea"/>
              </a:endParaRPr>
            </a:p>
          </p:txBody>
        </p:sp>
      </p:grpSp>
      <p:sp>
        <p:nvSpPr>
          <p:cNvPr id="255" name="모서리가 둥근 직사각형 254"/>
          <p:cNvSpPr/>
          <p:nvPr/>
        </p:nvSpPr>
        <p:spPr>
          <a:xfrm>
            <a:off x="4542198" y="858067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8" name="모서리가 둥근 직사각형 257"/>
          <p:cNvSpPr/>
          <p:nvPr/>
        </p:nvSpPr>
        <p:spPr>
          <a:xfrm>
            <a:off x="5493160" y="858067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9" name="모서리가 둥근 직사각형 168"/>
          <p:cNvSpPr/>
          <p:nvPr/>
        </p:nvSpPr>
        <p:spPr>
          <a:xfrm>
            <a:off x="3589240" y="857322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이전</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4" name="그룹 233"/>
          <p:cNvGrpSpPr/>
          <p:nvPr/>
        </p:nvGrpSpPr>
        <p:grpSpPr>
          <a:xfrm>
            <a:off x="1967894" y="2780928"/>
            <a:ext cx="6062400" cy="1582457"/>
            <a:chOff x="1208583" y="3501008"/>
            <a:chExt cx="6062400" cy="1582457"/>
          </a:xfrm>
        </p:grpSpPr>
        <p:sp>
          <p:nvSpPr>
            <p:cNvPr id="236" name="직사각형 235"/>
            <p:cNvSpPr/>
            <p:nvPr/>
          </p:nvSpPr>
          <p:spPr>
            <a:xfrm>
              <a:off x="1208583" y="3501008"/>
              <a:ext cx="6062400" cy="1582457"/>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37" name="그룹 236"/>
            <p:cNvGrpSpPr/>
            <p:nvPr/>
          </p:nvGrpSpPr>
          <p:grpSpPr>
            <a:xfrm>
              <a:off x="1216013" y="3589970"/>
              <a:ext cx="6048000" cy="254124"/>
              <a:chOff x="1216013" y="4211563"/>
              <a:chExt cx="6048000" cy="254124"/>
            </a:xfrm>
          </p:grpSpPr>
          <p:cxnSp>
            <p:nvCxnSpPr>
              <p:cNvPr id="276" name="직선 연결선 27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77" name="직사각형 276"/>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강의평가 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06</a:t>
                </a:r>
              </a:p>
            </p:txBody>
          </p:sp>
        </p:grpSp>
        <p:sp>
          <p:nvSpPr>
            <p:cNvPr id="251" name="직사각형 250"/>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2" name="직사각형 251"/>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3" name="직사각형 252"/>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4" name="직사각형 253"/>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272" name="Picture 525" descr="radio_off"/>
            <p:cNvPicPr>
              <a:picLocks noChangeAspect="1" noChangeArrowheads="1"/>
            </p:cNvPicPr>
            <p:nvPr/>
          </p:nvPicPr>
          <p:blipFill>
            <a:blip r:embed="rId18"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273" name="Picture 525" descr="radio_off"/>
            <p:cNvPicPr>
              <a:picLocks noChangeAspect="1" noChangeArrowheads="1"/>
            </p:cNvPicPr>
            <p:nvPr/>
          </p:nvPicPr>
          <p:blipFill>
            <a:blip r:embed="rId18"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274" name="Picture 525" descr="radio_off"/>
            <p:cNvPicPr>
              <a:picLocks noChangeAspect="1" noChangeArrowheads="1"/>
            </p:cNvPicPr>
            <p:nvPr/>
          </p:nvPicPr>
          <p:blipFill>
            <a:blip r:embed="rId18"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275" name="Picture 525" descr="radio_off"/>
            <p:cNvPicPr>
              <a:picLocks noChangeAspect="1" noChangeArrowheads="1"/>
            </p:cNvPicPr>
            <p:nvPr/>
          </p:nvPicPr>
          <p:blipFill>
            <a:blip r:embed="rId18" cstate="print">
              <a:grayscl/>
            </a:blip>
            <a:srcRect/>
            <a:stretch>
              <a:fillRect/>
            </a:stretch>
          </p:blipFill>
          <p:spPr bwMode="auto">
            <a:xfrm>
              <a:off x="1388604" y="4828860"/>
              <a:ext cx="117480" cy="112308"/>
            </a:xfrm>
            <a:prstGeom prst="rect">
              <a:avLst/>
            </a:prstGeom>
            <a:noFill/>
            <a:ln w="9525">
              <a:noFill/>
              <a:miter lim="800000"/>
              <a:headEnd/>
              <a:tailEnd/>
            </a:ln>
          </p:spPr>
        </p:pic>
      </p:grpSp>
      <p:sp>
        <p:nvSpPr>
          <p:cNvPr id="278" name="직사각형 277"/>
          <p:cNvSpPr/>
          <p:nvPr/>
        </p:nvSpPr>
        <p:spPr>
          <a:xfrm>
            <a:off x="2599213" y="4077092"/>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sp>
        <p:nvSpPr>
          <p:cNvPr id="325" name="자유형 324"/>
          <p:cNvSpPr/>
          <p:nvPr/>
        </p:nvSpPr>
        <p:spPr>
          <a:xfrm flipV="1">
            <a:off x="2126278" y="7965504"/>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grpSp>
        <p:nvGrpSpPr>
          <p:cNvPr id="331" name="그룹 330"/>
          <p:cNvGrpSpPr/>
          <p:nvPr/>
        </p:nvGrpSpPr>
        <p:grpSpPr>
          <a:xfrm>
            <a:off x="8386696" y="6592199"/>
            <a:ext cx="3289335" cy="1107665"/>
            <a:chOff x="10960564" y="1312622"/>
            <a:chExt cx="3289335" cy="1107665"/>
          </a:xfrm>
        </p:grpSpPr>
        <p:grpSp>
          <p:nvGrpSpPr>
            <p:cNvPr id="332" name="그룹 331"/>
            <p:cNvGrpSpPr/>
            <p:nvPr/>
          </p:nvGrpSpPr>
          <p:grpSpPr>
            <a:xfrm>
              <a:off x="10960564" y="1312622"/>
              <a:ext cx="3289335" cy="1107665"/>
              <a:chOff x="-692625" y="294998"/>
              <a:chExt cx="3289335" cy="1107665"/>
            </a:xfrm>
          </p:grpSpPr>
          <p:grpSp>
            <p:nvGrpSpPr>
              <p:cNvPr id="335" name="그룹 334"/>
              <p:cNvGrpSpPr/>
              <p:nvPr/>
            </p:nvGrpSpPr>
            <p:grpSpPr>
              <a:xfrm>
                <a:off x="-692625" y="294998"/>
                <a:ext cx="3289335" cy="1107665"/>
                <a:chOff x="1061816" y="3176972"/>
                <a:chExt cx="3289335" cy="1107665"/>
              </a:xfrm>
            </p:grpSpPr>
            <p:sp>
              <p:nvSpPr>
                <p:cNvPr id="342" name="직사각형 341"/>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3" name="직사각형 342"/>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4" name="직사각형 343"/>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45" name="직사각형 344"/>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41" name="직사각형 340"/>
              <p:cNvSpPr/>
              <p:nvPr/>
            </p:nvSpPr>
            <p:spPr>
              <a:xfrm>
                <a:off x="134750" y="666797"/>
                <a:ext cx="17251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응답하지 않은 문항이 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333" name="모서리가 둥근 직사각형 332"/>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213" name="그룹 212"/>
          <p:cNvGrpSpPr/>
          <p:nvPr/>
        </p:nvGrpSpPr>
        <p:grpSpPr>
          <a:xfrm>
            <a:off x="1967894" y="4475246"/>
            <a:ext cx="6062400" cy="3101643"/>
            <a:chOff x="1208583" y="3501008"/>
            <a:chExt cx="6062400" cy="3101643"/>
          </a:xfrm>
        </p:grpSpPr>
        <p:sp>
          <p:nvSpPr>
            <p:cNvPr id="256" name="직사각형 255"/>
            <p:cNvSpPr/>
            <p:nvPr/>
          </p:nvSpPr>
          <p:spPr>
            <a:xfrm>
              <a:off x="1208583" y="3501008"/>
              <a:ext cx="6062400" cy="3101643"/>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57" name="그룹 256"/>
            <p:cNvGrpSpPr/>
            <p:nvPr/>
          </p:nvGrpSpPr>
          <p:grpSpPr>
            <a:xfrm>
              <a:off x="1216013" y="3589970"/>
              <a:ext cx="6048000" cy="254124"/>
              <a:chOff x="1216013" y="4211563"/>
              <a:chExt cx="6048000" cy="254124"/>
            </a:xfrm>
          </p:grpSpPr>
          <p:cxnSp>
            <p:nvCxnSpPr>
              <p:cNvPr id="268" name="직선 연결선 267"/>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9" name="직사각형 268"/>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강의평가문항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77777777777</a:t>
                </a:r>
              </a:p>
            </p:txBody>
          </p:sp>
        </p:grpSp>
        <p:sp>
          <p:nvSpPr>
            <p:cNvPr id="259" name="직사각형 258"/>
            <p:cNvSpPr/>
            <p:nvPr/>
          </p:nvSpPr>
          <p:spPr>
            <a:xfrm>
              <a:off x="1536342" y="542827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60" name="직사각형 259"/>
            <p:cNvSpPr/>
            <p:nvPr/>
          </p:nvSpPr>
          <p:spPr>
            <a:xfrm>
              <a:off x="1534716" y="572582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61" name="직사각형 260"/>
            <p:cNvSpPr/>
            <p:nvPr/>
          </p:nvSpPr>
          <p:spPr>
            <a:xfrm>
              <a:off x="1534716" y="600433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63" name="직사각형 262"/>
            <p:cNvSpPr/>
            <p:nvPr/>
          </p:nvSpPr>
          <p:spPr>
            <a:xfrm>
              <a:off x="1532620" y="625636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264" name="Picture 525" descr="radio_off"/>
            <p:cNvPicPr>
              <a:picLocks noChangeAspect="1" noChangeArrowheads="1"/>
            </p:cNvPicPr>
            <p:nvPr/>
          </p:nvPicPr>
          <p:blipFill>
            <a:blip r:embed="rId18" cstate="print">
              <a:grayscl/>
            </a:blip>
            <a:srcRect/>
            <a:stretch>
              <a:fillRect/>
            </a:stretch>
          </p:blipFill>
          <p:spPr bwMode="auto">
            <a:xfrm>
              <a:off x="1379136" y="5479028"/>
              <a:ext cx="117480" cy="112308"/>
            </a:xfrm>
            <a:prstGeom prst="rect">
              <a:avLst/>
            </a:prstGeom>
            <a:noFill/>
            <a:ln w="9525">
              <a:noFill/>
              <a:miter lim="800000"/>
              <a:headEnd/>
              <a:tailEnd/>
            </a:ln>
          </p:spPr>
        </p:pic>
        <p:pic>
          <p:nvPicPr>
            <p:cNvPr id="265" name="Picture 525" descr="radio_off"/>
            <p:cNvPicPr>
              <a:picLocks noChangeAspect="1" noChangeArrowheads="1"/>
            </p:cNvPicPr>
            <p:nvPr/>
          </p:nvPicPr>
          <p:blipFill>
            <a:blip r:embed="rId18" cstate="print">
              <a:grayscl/>
            </a:blip>
            <a:srcRect/>
            <a:stretch>
              <a:fillRect/>
            </a:stretch>
          </p:blipFill>
          <p:spPr bwMode="auto">
            <a:xfrm>
              <a:off x="1388604" y="5767060"/>
              <a:ext cx="117480" cy="112308"/>
            </a:xfrm>
            <a:prstGeom prst="rect">
              <a:avLst/>
            </a:prstGeom>
            <a:noFill/>
            <a:ln w="9525">
              <a:noFill/>
              <a:miter lim="800000"/>
              <a:headEnd/>
              <a:tailEnd/>
            </a:ln>
          </p:spPr>
        </p:pic>
        <p:pic>
          <p:nvPicPr>
            <p:cNvPr id="266" name="Picture 525" descr="radio_off"/>
            <p:cNvPicPr>
              <a:picLocks noChangeAspect="1" noChangeArrowheads="1"/>
            </p:cNvPicPr>
            <p:nvPr/>
          </p:nvPicPr>
          <p:blipFill>
            <a:blip r:embed="rId18" cstate="print">
              <a:grayscl/>
            </a:blip>
            <a:srcRect/>
            <a:stretch>
              <a:fillRect/>
            </a:stretch>
          </p:blipFill>
          <p:spPr bwMode="auto">
            <a:xfrm>
              <a:off x="1388604" y="6036042"/>
              <a:ext cx="117480" cy="112308"/>
            </a:xfrm>
            <a:prstGeom prst="rect">
              <a:avLst/>
            </a:prstGeom>
            <a:noFill/>
            <a:ln w="9525">
              <a:noFill/>
              <a:miter lim="800000"/>
              <a:headEnd/>
              <a:tailEnd/>
            </a:ln>
          </p:spPr>
        </p:pic>
        <p:pic>
          <p:nvPicPr>
            <p:cNvPr id="267" name="Picture 525" descr="radio_off"/>
            <p:cNvPicPr>
              <a:picLocks noChangeAspect="1" noChangeArrowheads="1"/>
            </p:cNvPicPr>
            <p:nvPr/>
          </p:nvPicPr>
          <p:blipFill>
            <a:blip r:embed="rId18" cstate="print">
              <a:grayscl/>
            </a:blip>
            <a:srcRect/>
            <a:stretch>
              <a:fillRect/>
            </a:stretch>
          </p:blipFill>
          <p:spPr bwMode="auto">
            <a:xfrm>
              <a:off x="1388604" y="6288070"/>
              <a:ext cx="117480" cy="112308"/>
            </a:xfrm>
            <a:prstGeom prst="rect">
              <a:avLst/>
            </a:prstGeom>
            <a:noFill/>
            <a:ln w="9525">
              <a:noFill/>
              <a:miter lim="800000"/>
              <a:headEnd/>
              <a:tailEnd/>
            </a:ln>
          </p:spPr>
        </p:pic>
      </p:grpSp>
      <p:sp>
        <p:nvSpPr>
          <p:cNvPr id="271" name="직사각형 270"/>
          <p:cNvSpPr/>
          <p:nvPr/>
        </p:nvSpPr>
        <p:spPr>
          <a:xfrm>
            <a:off x="2635016" y="7247574"/>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pic>
        <p:nvPicPr>
          <p:cNvPr id="329"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85447" y="4950693"/>
            <a:ext cx="2807713" cy="1331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52" name="그룹 351"/>
          <p:cNvGrpSpPr/>
          <p:nvPr/>
        </p:nvGrpSpPr>
        <p:grpSpPr>
          <a:xfrm>
            <a:off x="8390334" y="7793943"/>
            <a:ext cx="3289335" cy="1107665"/>
            <a:chOff x="-692625" y="294998"/>
            <a:chExt cx="3289335" cy="1107665"/>
          </a:xfrm>
        </p:grpSpPr>
        <p:grpSp>
          <p:nvGrpSpPr>
            <p:cNvPr id="354" name="그룹 353"/>
            <p:cNvGrpSpPr/>
            <p:nvPr/>
          </p:nvGrpSpPr>
          <p:grpSpPr>
            <a:xfrm>
              <a:off x="-692625" y="294998"/>
              <a:ext cx="3289335" cy="1107665"/>
              <a:chOff x="1061816" y="3176972"/>
              <a:chExt cx="3289335" cy="1107665"/>
            </a:xfrm>
          </p:grpSpPr>
          <p:sp>
            <p:nvSpPr>
              <p:cNvPr id="356" name="직사각형 355"/>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57" name="직사각형 356"/>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58" name="직사각형 357"/>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59" name="직사각형 358"/>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55" name="직사각형 354"/>
            <p:cNvSpPr/>
            <p:nvPr/>
          </p:nvSpPr>
          <p:spPr>
            <a:xfrm>
              <a:off x="-331720" y="666797"/>
              <a:ext cx="2658100"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강의평가 참여를 완료하였습니다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제출 하시겠습니까</a:t>
              </a:r>
              <a:r>
                <a:rPr lang="en-US" altLang="ko-KR" sz="800" dirty="0" smtClean="0">
                  <a:solidFill>
                    <a:schemeClr val="tx1">
                      <a:lumMod val="75000"/>
                      <a:lumOff val="25000"/>
                    </a:schemeClr>
                  </a:solidFill>
                  <a:latin typeface="+mn-ea"/>
                  <a:ea typeface="+mn-ea"/>
                </a:rPr>
                <a:t>?</a:t>
              </a:r>
              <a:endParaRPr lang="ko-KR" altLang="en-US" sz="800" dirty="0">
                <a:solidFill>
                  <a:schemeClr val="accent1"/>
                </a:solidFill>
                <a:latin typeface="+mn-ea"/>
                <a:ea typeface="+mn-ea"/>
              </a:endParaRPr>
            </a:p>
          </p:txBody>
        </p:sp>
      </p:grpSp>
      <p:sp>
        <p:nvSpPr>
          <p:cNvPr id="353" name="모서리가 둥근 직사각형 352"/>
          <p:cNvSpPr/>
          <p:nvPr/>
        </p:nvSpPr>
        <p:spPr>
          <a:xfrm>
            <a:off x="9144522" y="851402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346" name="꺾인 연결선 345"/>
          <p:cNvCxnSpPr>
            <a:stCxn id="169" idx="0"/>
            <a:endCxn id="342" idx="1"/>
          </p:cNvCxnSpPr>
          <p:nvPr/>
        </p:nvCxnSpPr>
        <p:spPr>
          <a:xfrm rot="5400000" flipH="1" flipV="1">
            <a:off x="5518749" y="5666523"/>
            <a:ext cx="1427192" cy="438621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60" name="꺾인 연결선 359"/>
          <p:cNvCxnSpPr>
            <a:stCxn id="255" idx="0"/>
            <a:endCxn id="356" idx="1"/>
          </p:cNvCxnSpPr>
          <p:nvPr/>
        </p:nvCxnSpPr>
        <p:spPr>
          <a:xfrm rot="5400000" flipH="1" flipV="1">
            <a:off x="6594195" y="6745780"/>
            <a:ext cx="232897" cy="343689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26" name="그룹 325"/>
          <p:cNvGrpSpPr/>
          <p:nvPr/>
        </p:nvGrpSpPr>
        <p:grpSpPr>
          <a:xfrm>
            <a:off x="3935363" y="8397552"/>
            <a:ext cx="234360" cy="200055"/>
            <a:chOff x="1152270" y="11706839"/>
            <a:chExt cx="234360" cy="200055"/>
          </a:xfrm>
        </p:grpSpPr>
        <p:sp>
          <p:nvSpPr>
            <p:cNvPr id="327" name="모서리가 둥근 직사각형 3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8" name="직사각형 32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30" name="그룹 329"/>
          <p:cNvGrpSpPr/>
          <p:nvPr/>
        </p:nvGrpSpPr>
        <p:grpSpPr>
          <a:xfrm>
            <a:off x="4881706" y="8407077"/>
            <a:ext cx="234360" cy="200055"/>
            <a:chOff x="1152270" y="11706839"/>
            <a:chExt cx="234360" cy="200055"/>
          </a:xfrm>
        </p:grpSpPr>
        <p:sp>
          <p:nvSpPr>
            <p:cNvPr id="347" name="모서리가 둥근 직사각형 34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8" name="직사각형 34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361" name="모서리가 둥근 직사각형 360"/>
          <p:cNvSpPr/>
          <p:nvPr/>
        </p:nvSpPr>
        <p:spPr>
          <a:xfrm>
            <a:off x="10101672" y="8512993"/>
            <a:ext cx="900000" cy="1836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62" name="TextBox 361"/>
          <p:cNvSpPr txBox="1"/>
          <p:nvPr/>
        </p:nvSpPr>
        <p:spPr>
          <a:xfrm>
            <a:off x="1871514" y="2466360"/>
            <a:ext cx="2281804"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반 </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63" name="TextBox 362"/>
          <p:cNvSpPr txBox="1"/>
          <p:nvPr/>
        </p:nvSpPr>
        <p:spPr>
          <a:xfrm>
            <a:off x="4465852" y="2475885"/>
            <a:ext cx="1053687" cy="215444"/>
          </a:xfrm>
          <a:prstGeom prst="rect">
            <a:avLst/>
          </a:prstGeom>
          <a:noFill/>
        </p:spPr>
        <p:txBody>
          <a:bodyPr wrap="square"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페이지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64" name="직사각형 363"/>
          <p:cNvSpPr/>
          <p:nvPr/>
        </p:nvSpPr>
        <p:spPr>
          <a:xfrm>
            <a:off x="6712237" y="2474426"/>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나*송 </a:t>
            </a:r>
            <a:endParaRPr lang="ko-KR" altLang="en-US" sz="800" dirty="0">
              <a:solidFill>
                <a:srgbClr val="0070C0"/>
              </a:solidFill>
              <a:latin typeface="+mn-ea"/>
              <a:ea typeface="+mn-ea"/>
            </a:endParaRPr>
          </a:p>
        </p:txBody>
      </p:sp>
    </p:spTree>
    <p:extLst>
      <p:ext uri="{BB962C8B-B14F-4D97-AF65-F5344CB8AC3E}">
        <p14:creationId xmlns:p14="http://schemas.microsoft.com/office/powerpoint/2010/main" val="1402692199"/>
      </p:ext>
    </p:extLst>
  </p:cSld>
  <p:clrMapOvr>
    <a:masterClrMapping/>
  </p:clrMapOvr>
  <p:transition>
    <p:wipe dir="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교수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나의 성적</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54091063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성적 </a:t>
            </a:r>
            <a:r>
              <a:rPr lang="en-US" altLang="ko-KR" sz="800" spc="-60" dirty="0" smtClean="0">
                <a:latin typeface="+mn-ea"/>
                <a:ea typeface="+mn-ea"/>
              </a:rPr>
              <a:t>&gt; </a:t>
            </a:r>
            <a:r>
              <a:rPr lang="ko-KR" altLang="en-US" sz="800" spc="-60" dirty="0" smtClean="0">
                <a:latin typeface="+mn-ea"/>
                <a:ea typeface="+mn-ea"/>
              </a:rPr>
              <a:t>수강과목</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63</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성적</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KNOU_UI_C01021400_01</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나의성적</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022896"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2753330353"/>
              </p:ext>
            </p:extLst>
          </p:nvPr>
        </p:nvGraphicFramePr>
        <p:xfrm>
          <a:off x="9508554" y="1492213"/>
          <a:ext cx="1404156" cy="59211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나의성적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검색결과 건수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해당 과목의 나의성적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Alert </a:t>
                      </a:r>
                      <a:r>
                        <a:rPr lang="en-US" altLang="ko-KR" sz="800" kern="1200" dirty="0" smtClean="0">
                          <a:solidFill>
                            <a:srgbClr val="0070C0"/>
                          </a:solidFill>
                          <a:latin typeface="+mn-ea"/>
                          <a:ea typeface="+mn-ea"/>
                          <a:cs typeface="+mn-cs"/>
                        </a:rPr>
                        <a:t>“</a:t>
                      </a:r>
                      <a:r>
                        <a:rPr lang="ko-KR" altLang="en-US" sz="800" kern="1200" dirty="0" smtClean="0">
                          <a:solidFill>
                            <a:srgbClr val="0070C0"/>
                          </a:solidFill>
                          <a:latin typeface="+mn-ea"/>
                          <a:ea typeface="+mn-ea"/>
                          <a:cs typeface="+mn-cs"/>
                        </a:rPr>
                        <a:t>강의평가 완료 후 나의성적 확인 가능합니다</a:t>
                      </a:r>
                      <a:r>
                        <a:rPr lang="en-US" altLang="ko-KR" sz="800" kern="120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Alert</a:t>
                      </a:r>
                      <a:r>
                        <a:rPr lang="en-US" altLang="ko-KR" sz="800" kern="1200" baseline="0" dirty="0" smtClean="0">
                          <a:solidFill>
                            <a:schemeClr val="tx1">
                              <a:lumMod val="75000"/>
                              <a:lumOff val="25000"/>
                            </a:schemeClr>
                          </a:solidFill>
                          <a:latin typeface="+mn-ea"/>
                          <a:ea typeface="+mn-ea"/>
                          <a:cs typeface="+mn-cs"/>
                        </a:rPr>
                        <a:t> </a:t>
                      </a:r>
                      <a:r>
                        <a:rPr lang="en-US" altLang="ko-KR" sz="800" kern="1200" baseline="0" dirty="0" smtClean="0">
                          <a:solidFill>
                            <a:srgbClr val="0070C0"/>
                          </a:solidFill>
                          <a:latin typeface="+mn-ea"/>
                          <a:ea typeface="+mn-ea"/>
                          <a:cs typeface="+mn-cs"/>
                        </a:rPr>
                        <a:t>“</a:t>
                      </a:r>
                      <a:r>
                        <a:rPr lang="ko-KR" altLang="en-US" sz="800" kern="1200" baseline="0" dirty="0" smtClean="0">
                          <a:solidFill>
                            <a:srgbClr val="0070C0"/>
                          </a:solidFill>
                          <a:latin typeface="+mn-ea"/>
                          <a:ea typeface="+mn-ea"/>
                          <a:cs typeface="+mn-cs"/>
                        </a:rPr>
                        <a:t>최종확정 후 나의성적 확인 가능합니다</a:t>
                      </a:r>
                      <a:r>
                        <a:rPr lang="en-US" altLang="ko-KR" sz="800" kern="1200" baseline="0" dirty="0" smtClean="0">
                          <a:solidFill>
                            <a:srgbClr val="0070C0"/>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통합관리자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수업운영도구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수업업무 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rgbClr val="0070C0"/>
                          </a:solidFill>
                          <a:latin typeface="+mn-ea"/>
                          <a:ea typeface="+mn-ea"/>
                          <a:cs typeface="+mn-cs"/>
                        </a:rPr>
                        <a:t>성적조회기간</a:t>
                      </a:r>
                      <a:r>
                        <a:rPr lang="ko-KR" altLang="en-US" sz="800" kern="1200" baseline="0" dirty="0" smtClean="0">
                          <a:solidFill>
                            <a:schemeClr val="tx1">
                              <a:lumMod val="75000"/>
                              <a:lumOff val="25000"/>
                            </a:schemeClr>
                          </a:solidFill>
                          <a:latin typeface="+mn-ea"/>
                          <a:ea typeface="+mn-ea"/>
                          <a:cs typeface="+mn-cs"/>
                        </a:rPr>
                        <a:t> 연계</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02" name="직사각형 301"/>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03" name="직사각형 302"/>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304" name="모서리가 둥근 직사각형 303"/>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5" name="그룹 304"/>
          <p:cNvGrpSpPr/>
          <p:nvPr/>
        </p:nvGrpSpPr>
        <p:grpSpPr>
          <a:xfrm>
            <a:off x="2019008" y="2742828"/>
            <a:ext cx="2392552" cy="215444"/>
            <a:chOff x="2936776" y="2742828"/>
            <a:chExt cx="2392552" cy="215444"/>
          </a:xfrm>
        </p:grpSpPr>
        <p:grpSp>
          <p:nvGrpSpPr>
            <p:cNvPr id="306" name="그룹 305"/>
            <p:cNvGrpSpPr/>
            <p:nvPr/>
          </p:nvGrpSpPr>
          <p:grpSpPr>
            <a:xfrm>
              <a:off x="3853253" y="2765514"/>
              <a:ext cx="1476075" cy="180000"/>
              <a:chOff x="8094882" y="2394429"/>
              <a:chExt cx="1476075" cy="180000"/>
            </a:xfrm>
          </p:grpSpPr>
          <p:sp>
            <p:nvSpPr>
              <p:cNvPr id="308"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09"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07" name="직사각형 306"/>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311" name="그룹 310"/>
          <p:cNvGrpSpPr/>
          <p:nvPr/>
        </p:nvGrpSpPr>
        <p:grpSpPr>
          <a:xfrm>
            <a:off x="2872788" y="2589287"/>
            <a:ext cx="234360" cy="200055"/>
            <a:chOff x="1152270" y="11706839"/>
            <a:chExt cx="234360" cy="200055"/>
          </a:xfrm>
        </p:grpSpPr>
        <p:sp>
          <p:nvSpPr>
            <p:cNvPr id="313" name="모서리가 둥근 직사각형 3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14" name="직사각형 3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315" name="Group 37"/>
          <p:cNvGraphicFramePr>
            <a:graphicFrameLocks noGrp="1"/>
          </p:cNvGraphicFramePr>
          <p:nvPr>
            <p:extLst>
              <p:ext uri="{D42A27DB-BD31-4B8C-83A1-F6EECF244321}">
                <p14:modId xmlns:p14="http://schemas.microsoft.com/office/powerpoint/2010/main" val="344690403"/>
              </p:ext>
            </p:extLst>
          </p:nvPr>
        </p:nvGraphicFramePr>
        <p:xfrm>
          <a:off x="1975899" y="3681551"/>
          <a:ext cx="7471791" cy="1642702"/>
        </p:xfrm>
        <a:graphic>
          <a:graphicData uri="http://schemas.openxmlformats.org/drawingml/2006/table">
            <a:tbl>
              <a:tblPr/>
              <a:tblGrid>
                <a:gridCol w="318222">
                  <a:extLst>
                    <a:ext uri="{9D8B030D-6E8A-4147-A177-3AD203B41FA5}">
                      <a16:colId xmlns="" xmlns:a16="http://schemas.microsoft.com/office/drawing/2014/main" val="20001"/>
                    </a:ext>
                  </a:extLst>
                </a:gridCol>
                <a:gridCol w="441392"/>
                <a:gridCol w="318222"/>
                <a:gridCol w="694215"/>
                <a:gridCol w="664946"/>
                <a:gridCol w="1355866"/>
                <a:gridCol w="316431"/>
                <a:gridCol w="423491"/>
                <a:gridCol w="629290"/>
                <a:gridCol w="525568"/>
                <a:gridCol w="525568"/>
                <a:gridCol w="629290"/>
                <a:gridCol w="62929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학점</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공동교수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튜터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조교</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최종확정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이*터</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B9E1FF"/>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박*수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한*교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김*터</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염*교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임*수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석*교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16" name="Track"/>
          <p:cNvSpPr>
            <a:spLocks/>
          </p:cNvSpPr>
          <p:nvPr>
            <p:custDataLst>
              <p:tags r:id="rId1"/>
            </p:custDataLst>
          </p:nvPr>
        </p:nvSpPr>
        <p:spPr bwMode="auto">
          <a:xfrm>
            <a:off x="9393346"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317" name="직사각형 316"/>
          <p:cNvSpPr/>
          <p:nvPr/>
        </p:nvSpPr>
        <p:spPr>
          <a:xfrm>
            <a:off x="2538636"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18" name="그룹 317"/>
          <p:cNvGrpSpPr/>
          <p:nvPr/>
        </p:nvGrpSpPr>
        <p:grpSpPr>
          <a:xfrm>
            <a:off x="1856656" y="4124675"/>
            <a:ext cx="234360" cy="200055"/>
            <a:chOff x="1152270" y="11706839"/>
            <a:chExt cx="234360" cy="200055"/>
          </a:xfrm>
        </p:grpSpPr>
        <p:sp>
          <p:nvSpPr>
            <p:cNvPr id="319" name="모서리가 둥근 직사각형 3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0" name="직사각형 31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321" name="직사각형 320"/>
          <p:cNvSpPr/>
          <p:nvPr/>
        </p:nvSpPr>
        <p:spPr>
          <a:xfrm>
            <a:off x="1954419" y="4135778"/>
            <a:ext cx="7470000" cy="216000"/>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dirty="0">
              <a:solidFill>
                <a:prstClr val="white"/>
              </a:solidFill>
              <a:latin typeface="+mn-ea"/>
            </a:endParaRPr>
          </a:p>
        </p:txBody>
      </p:sp>
      <p:grpSp>
        <p:nvGrpSpPr>
          <p:cNvPr id="322" name="그룹 321"/>
          <p:cNvGrpSpPr/>
          <p:nvPr/>
        </p:nvGrpSpPr>
        <p:grpSpPr>
          <a:xfrm>
            <a:off x="3046236" y="3284984"/>
            <a:ext cx="234360" cy="200055"/>
            <a:chOff x="1152270" y="11706839"/>
            <a:chExt cx="234360" cy="200055"/>
          </a:xfrm>
        </p:grpSpPr>
        <p:sp>
          <p:nvSpPr>
            <p:cNvPr id="323" name="모서리가 둥근 직사각형 3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4" name="직사각형 3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30" name="직사각형 329"/>
          <p:cNvSpPr/>
          <p:nvPr/>
        </p:nvSpPr>
        <p:spPr>
          <a:xfrm>
            <a:off x="1981622" y="6021288"/>
            <a:ext cx="1709938" cy="865434"/>
          </a:xfrm>
          <a:prstGeom prst="rect">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성적 확인 조건</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a:solidFill>
                  <a:schemeClr val="tx1">
                    <a:lumMod val="85000"/>
                    <a:lumOff val="15000"/>
                  </a:schemeClr>
                </a:solidFill>
                <a:latin typeface="맑은 고딕" panose="020B0503020000020004" pitchFamily="50" charset="-127"/>
                <a:ea typeface="맑은 고딕" panose="020B0503020000020004" pitchFamily="50" charset="-127"/>
              </a:rPr>
              <a:t>성적 </a:t>
            </a:r>
            <a:r>
              <a:rPr lang="ko-KR" altLang="en-US" sz="800" dirty="0" smtClean="0">
                <a:solidFill>
                  <a:srgbClr val="0070C0"/>
                </a:solidFill>
                <a:latin typeface="맑은 고딕" panose="020B0503020000020004" pitchFamily="50" charset="-127"/>
                <a:ea typeface="맑은 고딕" panose="020B0503020000020004" pitchFamily="50" charset="-127"/>
              </a:rPr>
              <a:t>최종확정</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a:solidFill>
                  <a:schemeClr val="tx1">
                    <a:lumMod val="85000"/>
                    <a:lumOff val="15000"/>
                  </a:schemeClr>
                </a:solidFill>
                <a:latin typeface="맑은 고딕" panose="020B0503020000020004" pitchFamily="50" charset="-127"/>
                <a:ea typeface="맑은 고딕" panose="020B0503020000020004" pitchFamily="50" charset="-127"/>
              </a:rPr>
              <a:t>후 확인 </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가능</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rgbClr val="0070C0"/>
                </a:solidFill>
                <a:latin typeface="맑은 고딕" panose="020B0503020000020004" pitchFamily="50" charset="-127"/>
                <a:ea typeface="맑은 고딕" panose="020B0503020000020004" pitchFamily="50" charset="-127"/>
              </a:rPr>
              <a:t>성적 조회기간</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에만 가능 </a:t>
            </a:r>
            <a:endPar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85000"/>
                    <a:lumOff val="15000"/>
                  </a:schemeClr>
                </a:solidFill>
                <a:latin typeface="맑은 고딕" panose="020B0503020000020004" pitchFamily="50" charset="-127"/>
                <a:ea typeface="맑은 고딕" panose="020B0503020000020004" pitchFamily="50" charset="-127"/>
              </a:rPr>
              <a:t>- </a:t>
            </a:r>
            <a:r>
              <a:rPr lang="ko-KR" altLang="en-US" sz="800" dirty="0" smtClean="0">
                <a:solidFill>
                  <a:srgbClr val="0070C0"/>
                </a:solidFill>
                <a:latin typeface="맑은 고딕" panose="020B0503020000020004" pitchFamily="50" charset="-127"/>
                <a:ea typeface="맑은 고딕" panose="020B0503020000020004" pitchFamily="50" charset="-127"/>
              </a:rPr>
              <a:t>강의평가 완료</a:t>
            </a: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 후 가능</a:t>
            </a:r>
          </a:p>
        </p:txBody>
      </p:sp>
      <p:sp>
        <p:nvSpPr>
          <p:cNvPr id="331" name="직사각형 330"/>
          <p:cNvSpPr/>
          <p:nvPr/>
        </p:nvSpPr>
        <p:spPr>
          <a:xfrm>
            <a:off x="1972491" y="5553264"/>
            <a:ext cx="74700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800" dirty="0" smtClean="0">
                <a:solidFill>
                  <a:schemeClr val="tx1">
                    <a:lumMod val="75000"/>
                    <a:lumOff val="25000"/>
                  </a:schemeClr>
                </a:solidFill>
              </a:rPr>
              <a:t>성적조</a:t>
            </a:r>
            <a:r>
              <a:rPr lang="ko-KR" altLang="en-US" sz="800" dirty="0">
                <a:solidFill>
                  <a:schemeClr val="tx1">
                    <a:lumMod val="75000"/>
                    <a:lumOff val="25000"/>
                  </a:schemeClr>
                </a:solidFill>
              </a:rPr>
              <a:t>회</a:t>
            </a:r>
            <a:r>
              <a:rPr lang="ko-KR" altLang="en-US" sz="800" dirty="0" smtClean="0">
                <a:solidFill>
                  <a:schemeClr val="tx1">
                    <a:lumMod val="75000"/>
                    <a:lumOff val="25000"/>
                  </a:schemeClr>
                </a:solidFill>
              </a:rPr>
              <a:t>기간 </a:t>
            </a:r>
            <a:r>
              <a:rPr lang="en-US" altLang="ko-KR" sz="800" dirty="0" smtClean="0">
                <a:solidFill>
                  <a:schemeClr val="tx1">
                    <a:lumMod val="75000"/>
                    <a:lumOff val="25000"/>
                  </a:schemeClr>
                </a:solidFill>
              </a:rPr>
              <a:t>: 2025.12.10 10:00 ~ 2025.12.24 23:59</a:t>
            </a:r>
            <a:endParaRPr lang="ko-KR" altLang="en-US" sz="800" dirty="0">
              <a:solidFill>
                <a:schemeClr val="tx1">
                  <a:lumMod val="75000"/>
                  <a:lumOff val="25000"/>
                </a:schemeClr>
              </a:solidFill>
            </a:endParaRPr>
          </a:p>
        </p:txBody>
      </p:sp>
      <p:grpSp>
        <p:nvGrpSpPr>
          <p:cNvPr id="332" name="그룹 331"/>
          <p:cNvGrpSpPr/>
          <p:nvPr/>
        </p:nvGrpSpPr>
        <p:grpSpPr>
          <a:xfrm>
            <a:off x="4295403" y="5574600"/>
            <a:ext cx="234360" cy="200055"/>
            <a:chOff x="1152270" y="11706839"/>
            <a:chExt cx="234360" cy="200055"/>
          </a:xfrm>
        </p:grpSpPr>
        <p:sp>
          <p:nvSpPr>
            <p:cNvPr id="333" name="모서리가 둥근 직사각형 33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35" name="직사각형 3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341" name="그룹 340"/>
          <p:cNvGrpSpPr/>
          <p:nvPr/>
        </p:nvGrpSpPr>
        <p:grpSpPr>
          <a:xfrm>
            <a:off x="8543875" y="5101153"/>
            <a:ext cx="234360" cy="200055"/>
            <a:chOff x="1152270" y="11706839"/>
            <a:chExt cx="234360" cy="200055"/>
          </a:xfrm>
        </p:grpSpPr>
        <p:sp>
          <p:nvSpPr>
            <p:cNvPr id="342" name="모서리가 둥근 직사각형 34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3" name="직사각형 34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344" name="그룹 343"/>
          <p:cNvGrpSpPr/>
          <p:nvPr/>
        </p:nvGrpSpPr>
        <p:grpSpPr>
          <a:xfrm>
            <a:off x="8885579" y="4371548"/>
            <a:ext cx="234360" cy="200055"/>
            <a:chOff x="1152270" y="11706839"/>
            <a:chExt cx="234360" cy="200055"/>
          </a:xfrm>
        </p:grpSpPr>
        <p:sp>
          <p:nvSpPr>
            <p:cNvPr id="345" name="모서리가 둥근 직사각형 34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6" name="직사각형 34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163" name="양쪽 모서리가 둥근 사각형 162"/>
          <p:cNvSpPr/>
          <p:nvPr/>
        </p:nvSpPr>
        <p:spPr>
          <a:xfrm>
            <a:off x="8547691" y="3399047"/>
            <a:ext cx="900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성적 이의 신청</a:t>
            </a:r>
          </a:p>
        </p:txBody>
      </p:sp>
      <p:sp>
        <p:nvSpPr>
          <p:cNvPr id="164" name="양쪽 모서리가 둥근 사각형 163"/>
          <p:cNvSpPr/>
          <p:nvPr/>
        </p:nvSpPr>
        <p:spPr>
          <a:xfrm>
            <a:off x="7602438" y="3398941"/>
            <a:ext cx="900000" cy="1836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나의 성적</a:t>
            </a:r>
          </a:p>
        </p:txBody>
      </p:sp>
      <p:sp>
        <p:nvSpPr>
          <p:cNvPr id="165" name="타원 164"/>
          <p:cNvSpPr/>
          <p:nvPr/>
        </p:nvSpPr>
        <p:spPr>
          <a:xfrm>
            <a:off x="8366532" y="3442374"/>
            <a:ext cx="108000" cy="10800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grpSp>
        <p:nvGrpSpPr>
          <p:cNvPr id="166" name="그룹 165"/>
          <p:cNvGrpSpPr/>
          <p:nvPr/>
        </p:nvGrpSpPr>
        <p:grpSpPr>
          <a:xfrm>
            <a:off x="2029247" y="3007057"/>
            <a:ext cx="4597216" cy="215444"/>
            <a:chOff x="2029247" y="3007057"/>
            <a:chExt cx="4597216" cy="215444"/>
          </a:xfrm>
        </p:grpSpPr>
        <p:sp>
          <p:nvSpPr>
            <p:cNvPr id="167"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8" name="직사각형 167"/>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170"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1"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172" name="그룹 171"/>
          <p:cNvGrpSpPr/>
          <p:nvPr/>
        </p:nvGrpSpPr>
        <p:grpSpPr>
          <a:xfrm>
            <a:off x="626748" y="2104281"/>
            <a:ext cx="1245456" cy="3960440"/>
            <a:chOff x="626748" y="2104281"/>
            <a:chExt cx="1245456" cy="3960440"/>
          </a:xfrm>
        </p:grpSpPr>
        <p:grpSp>
          <p:nvGrpSpPr>
            <p:cNvPr id="173" name="그룹 172"/>
            <p:cNvGrpSpPr/>
            <p:nvPr/>
          </p:nvGrpSpPr>
          <p:grpSpPr>
            <a:xfrm>
              <a:off x="629956" y="3318264"/>
              <a:ext cx="1188000" cy="180000"/>
              <a:chOff x="666428" y="3785432"/>
              <a:chExt cx="1188000" cy="180000"/>
            </a:xfrm>
          </p:grpSpPr>
          <p:sp>
            <p:nvSpPr>
              <p:cNvPr id="348" name="모서리가 둥근 직사각형 34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4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3568824"/>
              <a:ext cx="1188000" cy="180000"/>
              <a:chOff x="666428" y="4310612"/>
              <a:chExt cx="1188000" cy="180000"/>
            </a:xfrm>
          </p:grpSpPr>
          <p:sp>
            <p:nvSpPr>
              <p:cNvPr id="329" name="모서리가 둥근 직사각형 32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47"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5" y="3042501"/>
              <a:ext cx="1188000" cy="180000"/>
              <a:chOff x="666427" y="3266516"/>
              <a:chExt cx="1188000" cy="180000"/>
            </a:xfrm>
          </p:grpSpPr>
          <p:sp>
            <p:nvSpPr>
              <p:cNvPr id="327" name="모서리가 둥근 직사각형 32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2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4106828"/>
              <a:ext cx="1188000" cy="180000"/>
              <a:chOff x="666428" y="4570824"/>
              <a:chExt cx="1188000" cy="180000"/>
            </a:xfrm>
          </p:grpSpPr>
          <p:sp>
            <p:nvSpPr>
              <p:cNvPr id="325" name="모서리가 둥근 직사각형 32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26"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29956" y="5568923"/>
              <a:ext cx="1188000" cy="180000"/>
              <a:chOff x="666428" y="5096004"/>
              <a:chExt cx="1188000" cy="180000"/>
            </a:xfrm>
          </p:grpSpPr>
          <p:sp>
            <p:nvSpPr>
              <p:cNvPr id="247" name="모서리가 둥근 직사각형 246"/>
              <p:cNvSpPr/>
              <p:nvPr/>
            </p:nvSpPr>
            <p:spPr bwMode="auto">
              <a:xfrm>
                <a:off x="666428" y="5096004"/>
                <a:ext cx="1188000" cy="180000"/>
              </a:xfrm>
              <a:prstGeom prst="roundRect">
                <a:avLst/>
              </a:prstGeom>
              <a:solidFill>
                <a:schemeClr val="bg1"/>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나의성적</a:t>
                </a:r>
                <a:endParaRPr kumimoji="1" lang="ko-KR" altLang="en-US" sz="800" dirty="0">
                  <a:solidFill>
                    <a:schemeClr val="tx1">
                      <a:lumMod val="75000"/>
                      <a:lumOff val="25000"/>
                    </a:schemeClr>
                  </a:solidFill>
                  <a:latin typeface="+mn-ea"/>
                  <a:ea typeface="+mn-ea"/>
                  <a:cs typeface="Calibri" pitchFamily="34" charset="0"/>
                </a:endParaRPr>
              </a:p>
            </p:txBody>
          </p:sp>
          <p:pic>
            <p:nvPicPr>
              <p:cNvPr id="248"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1150" y="4387873"/>
              <a:ext cx="1188000" cy="180000"/>
              <a:chOff x="666428" y="4570824"/>
              <a:chExt cx="1188000" cy="180000"/>
            </a:xfrm>
          </p:grpSpPr>
          <p:sp>
            <p:nvSpPr>
              <p:cNvPr id="240" name="모서리가 둥근 직사각형 23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41"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29956" y="4675443"/>
              <a:ext cx="1188000" cy="180000"/>
              <a:chOff x="666428" y="4310612"/>
              <a:chExt cx="1188000" cy="180000"/>
            </a:xfrm>
          </p:grpSpPr>
          <p:sp>
            <p:nvSpPr>
              <p:cNvPr id="237" name="모서리가 둥근 직사각형 23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3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26748" y="2104281"/>
              <a:ext cx="1245456" cy="442923"/>
              <a:chOff x="468506" y="2320305"/>
              <a:chExt cx="1245456" cy="442923"/>
            </a:xfrm>
          </p:grpSpPr>
          <p:sp>
            <p:nvSpPr>
              <p:cNvPr id="233" name="직사각형 23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34"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6" name="TextBox 235"/>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82" name="그룹 181"/>
            <p:cNvGrpSpPr/>
            <p:nvPr/>
          </p:nvGrpSpPr>
          <p:grpSpPr>
            <a:xfrm>
              <a:off x="632520" y="4975116"/>
              <a:ext cx="1188000" cy="180000"/>
              <a:chOff x="666428" y="4310612"/>
              <a:chExt cx="1188000" cy="180000"/>
            </a:xfrm>
          </p:grpSpPr>
          <p:sp>
            <p:nvSpPr>
              <p:cNvPr id="231" name="모서리가 둥근 직사각형 23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2752353"/>
              <a:ext cx="1188000" cy="180000"/>
              <a:chOff x="666427" y="3266516"/>
              <a:chExt cx="1188000" cy="180000"/>
            </a:xfrm>
          </p:grpSpPr>
          <p:sp>
            <p:nvSpPr>
              <p:cNvPr id="223" name="모서리가 둥근 직사각형 22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2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5257815"/>
              <a:ext cx="1188000" cy="180000"/>
              <a:chOff x="666428" y="4310612"/>
              <a:chExt cx="1188000" cy="180000"/>
            </a:xfrm>
          </p:grpSpPr>
          <p:sp>
            <p:nvSpPr>
              <p:cNvPr id="191" name="모서리가 둥근 직사각형 19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93"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5884721"/>
              <a:ext cx="1188000" cy="180000"/>
              <a:chOff x="666428" y="4570824"/>
              <a:chExt cx="1188000" cy="180000"/>
            </a:xfrm>
          </p:grpSpPr>
          <p:sp>
            <p:nvSpPr>
              <p:cNvPr id="189" name="모서리가 둥근 직사각형 18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190"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3825064"/>
              <a:ext cx="1188000" cy="180000"/>
              <a:chOff x="666428" y="4310612"/>
              <a:chExt cx="1188000" cy="180000"/>
            </a:xfrm>
          </p:grpSpPr>
          <p:sp>
            <p:nvSpPr>
              <p:cNvPr id="187" name="모서리가 둥근 직사각형 18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18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60" name="그룹 259"/>
          <p:cNvGrpSpPr/>
          <p:nvPr/>
        </p:nvGrpSpPr>
        <p:grpSpPr>
          <a:xfrm>
            <a:off x="507554" y="1602349"/>
            <a:ext cx="3075218" cy="252000"/>
            <a:chOff x="507554" y="1537742"/>
            <a:chExt cx="3075218" cy="252000"/>
          </a:xfrm>
        </p:grpSpPr>
        <p:pic>
          <p:nvPicPr>
            <p:cNvPr id="261"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2288704" y="1581175"/>
              <a:ext cx="1294068" cy="166725"/>
              <a:chOff x="2288704" y="1581175"/>
              <a:chExt cx="1294068" cy="166725"/>
            </a:xfrm>
          </p:grpSpPr>
          <p:sp>
            <p:nvSpPr>
              <p:cNvPr id="263" name="직사각형 2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4" name="직사각형 2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55" name="그룹 254"/>
          <p:cNvGrpSpPr/>
          <p:nvPr/>
        </p:nvGrpSpPr>
        <p:grpSpPr>
          <a:xfrm>
            <a:off x="624623" y="6165304"/>
            <a:ext cx="1188000" cy="180000"/>
            <a:chOff x="666428" y="3785432"/>
            <a:chExt cx="1188000" cy="180000"/>
          </a:xfrm>
        </p:grpSpPr>
        <p:sp>
          <p:nvSpPr>
            <p:cNvPr id="256" name="모서리가 둥근 직사각형 25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5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10906" y="6407787"/>
            <a:ext cx="1188000" cy="180000"/>
            <a:chOff x="666428" y="5881828"/>
            <a:chExt cx="1188000" cy="180000"/>
          </a:xfrm>
        </p:grpSpPr>
        <p:sp>
          <p:nvSpPr>
            <p:cNvPr id="259" name="모서리가 둥근 직사각형 25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5"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011868503"/>
      </p:ext>
    </p:extLst>
  </p:cSld>
  <p:clrMapOvr>
    <a:masterClrMapping/>
  </p:clrMapOvr>
  <p:transition>
    <p:wipe dir="r"/>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9260613"/>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성적 </a:t>
            </a:r>
            <a:r>
              <a:rPr lang="en-US" altLang="ko-KR" sz="800" spc="-60" dirty="0" smtClean="0">
                <a:latin typeface="+mn-ea"/>
                <a:ea typeface="+mn-ea"/>
              </a:rPr>
              <a:t>&gt; </a:t>
            </a:r>
            <a:r>
              <a:rPr lang="ko-KR" altLang="en-US" sz="800" spc="-60" dirty="0" smtClean="0">
                <a:latin typeface="+mn-ea"/>
                <a:ea typeface="+mn-ea"/>
              </a:rPr>
              <a:t>수강과목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466224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12404426"/>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성적</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KNOU_UI_C01021400_02</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나의성적</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022896"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881628271"/>
              </p:ext>
            </p:extLst>
          </p:nvPr>
        </p:nvGraphicFramePr>
        <p:xfrm>
          <a:off x="9508554" y="1492213"/>
          <a:ext cx="1404156" cy="37266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160" name="TextBox 159"/>
          <p:cNvSpPr txBox="1"/>
          <p:nvPr/>
        </p:nvSpPr>
        <p:spPr>
          <a:xfrm>
            <a:off x="1871514" y="2629426"/>
            <a:ext cx="2281804" cy="246221"/>
          </a:xfrm>
          <a:prstGeom prst="rect">
            <a:avLst/>
          </a:prstGeom>
          <a:noFill/>
        </p:spPr>
        <p:txBody>
          <a:bodyPr wrap="square" rtlCol="0">
            <a:spAutoFit/>
          </a:bodyPr>
          <a:lstStyle/>
          <a:p>
            <a:r>
              <a:rPr lang="ko-KR" altLang="en-US" sz="1000" b="1" dirty="0" smtClean="0">
                <a:latin typeface="맑은 고딕" panose="020B0503020000020004" pitchFamily="50" charset="-127"/>
                <a:ea typeface="맑은 고딕" panose="020B0503020000020004" pitchFamily="50" charset="-127"/>
              </a:rPr>
              <a:t>데이터베이스의 이해 활용 </a:t>
            </a:r>
            <a:r>
              <a:rPr lang="en-US" altLang="ko-KR" sz="1000" b="1" dirty="0" smtClean="0">
                <a:latin typeface="맑은 고딕" panose="020B0503020000020004" pitchFamily="50" charset="-127"/>
                <a:ea typeface="맑은 고딕" panose="020B0503020000020004" pitchFamily="50" charset="-127"/>
              </a:rPr>
              <a:t>1</a:t>
            </a:r>
            <a:r>
              <a:rPr lang="ko-KR" altLang="en-US" sz="1000" b="1" dirty="0" smtClean="0">
                <a:latin typeface="맑은 고딕" panose="020B0503020000020004" pitchFamily="50" charset="-127"/>
                <a:ea typeface="맑은 고딕" panose="020B0503020000020004" pitchFamily="50" charset="-127"/>
              </a:rPr>
              <a:t>반 </a:t>
            </a:r>
            <a:endParaRPr lang="ko-KR" altLang="en-US" sz="1000" b="1" dirty="0">
              <a:latin typeface="맑은 고딕" panose="020B0503020000020004" pitchFamily="50" charset="-127"/>
              <a:ea typeface="맑은 고딕" panose="020B0503020000020004" pitchFamily="50" charset="-127"/>
            </a:endParaRPr>
          </a:p>
        </p:txBody>
      </p:sp>
      <p:sp>
        <p:nvSpPr>
          <p:cNvPr id="165" name="직사각형 164"/>
          <p:cNvSpPr/>
          <p:nvPr/>
        </p:nvSpPr>
        <p:spPr>
          <a:xfrm>
            <a:off x="1870800" y="3011810"/>
            <a:ext cx="2160000"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나의 성적</a:t>
            </a:r>
            <a:endParaRPr lang="ko-KR" altLang="en-US" sz="800" b="1" dirty="0">
              <a:solidFill>
                <a:srgbClr val="FF0000"/>
              </a:solidFill>
              <a:latin typeface="+mn-ea"/>
              <a:ea typeface="+mn-ea"/>
            </a:endParaRPr>
          </a:p>
        </p:txBody>
      </p:sp>
      <p:graphicFrame>
        <p:nvGraphicFramePr>
          <p:cNvPr id="166" name="표 165"/>
          <p:cNvGraphicFramePr>
            <a:graphicFrameLocks noGrp="1"/>
          </p:cNvGraphicFramePr>
          <p:nvPr>
            <p:extLst>
              <p:ext uri="{D42A27DB-BD31-4B8C-83A1-F6EECF244321}">
                <p14:modId xmlns:p14="http://schemas.microsoft.com/office/powerpoint/2010/main" val="863206676"/>
              </p:ext>
            </p:extLst>
          </p:nvPr>
        </p:nvGraphicFramePr>
        <p:xfrm>
          <a:off x="1975175" y="3246884"/>
          <a:ext cx="7476000" cy="462908"/>
        </p:xfrm>
        <a:graphic>
          <a:graphicData uri="http://schemas.openxmlformats.org/drawingml/2006/table">
            <a:tbl>
              <a:tblPr firstRow="1" bandRow="1">
                <a:tableStyleId>{5C22544A-7EE6-4342-B048-85BDC9FD1C3A}</a:tableStyleId>
              </a:tblPr>
              <a:tblGrid>
                <a:gridCol w="623000"/>
                <a:gridCol w="623000"/>
                <a:gridCol w="648980"/>
                <a:gridCol w="648980"/>
                <a:gridCol w="648980"/>
                <a:gridCol w="648980"/>
                <a:gridCol w="605680"/>
                <a:gridCol w="605680"/>
                <a:gridCol w="605680"/>
                <a:gridCol w="605680"/>
                <a:gridCol w="605680"/>
                <a:gridCol w="605680"/>
              </a:tblGrid>
              <a:tr h="231454">
                <a:tc>
                  <a:txBody>
                    <a:bodyPr/>
                    <a:lstStyle/>
                    <a:p>
                      <a:pPr algn="ctr" latinLnBrk="1"/>
                      <a:r>
                        <a:rPr lang="ko-KR" altLang="en-US" sz="800" b="0" dirty="0" smtClean="0">
                          <a:solidFill>
                            <a:srgbClr val="0070C0"/>
                          </a:solidFill>
                          <a:latin typeface="+mn-ea"/>
                          <a:ea typeface="+mn-ea"/>
                        </a:rPr>
                        <a:t>최종점수</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산출총점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출석</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강의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퀴즈</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설문</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가산점</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기타점수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ctr" latinLnBrk="1"/>
                      <a:r>
                        <a:rPr lang="en-US" altLang="ko-KR" sz="800" b="0" dirty="0" smtClean="0">
                          <a:solidFill>
                            <a:srgbClr val="0070C0"/>
                          </a:solidFill>
                          <a:latin typeface="+mn-ea"/>
                          <a:ea typeface="+mn-ea"/>
                        </a:rPr>
                        <a:t>85.32</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85.32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20.3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20.02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167" name="직사각형 166"/>
          <p:cNvSpPr/>
          <p:nvPr/>
        </p:nvSpPr>
        <p:spPr>
          <a:xfrm>
            <a:off x="1866181" y="3818195"/>
            <a:ext cx="2160000"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현황</a:t>
            </a:r>
            <a:endParaRPr lang="ko-KR" altLang="en-US" sz="800" b="1" dirty="0">
              <a:solidFill>
                <a:srgbClr val="FF0000"/>
              </a:solidFill>
              <a:latin typeface="+mn-ea"/>
              <a:ea typeface="+mn-ea"/>
            </a:endParaRPr>
          </a:p>
        </p:txBody>
      </p:sp>
      <p:pic>
        <p:nvPicPr>
          <p:cNvPr id="16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85676" y="4052689"/>
            <a:ext cx="7456773" cy="3192735"/>
          </a:xfrm>
          <a:prstGeom prst="rect">
            <a:avLst/>
          </a:prstGeom>
          <a:noFill/>
          <a:ln w="9525">
            <a:solidFill>
              <a:schemeClr val="bg1">
                <a:lumMod val="8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170" name="직사각형 169"/>
          <p:cNvSpPr/>
          <p:nvPr/>
        </p:nvSpPr>
        <p:spPr>
          <a:xfrm>
            <a:off x="1866181" y="7413823"/>
            <a:ext cx="2160000"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산출</a:t>
            </a:r>
            <a:endParaRPr lang="ko-KR" altLang="en-US" sz="800" b="1" dirty="0">
              <a:solidFill>
                <a:srgbClr val="FF0000"/>
              </a:solidFill>
              <a:latin typeface="+mn-ea"/>
              <a:ea typeface="+mn-ea"/>
            </a:endParaRPr>
          </a:p>
        </p:txBody>
      </p:sp>
      <p:graphicFrame>
        <p:nvGraphicFramePr>
          <p:cNvPr id="171" name="표 170"/>
          <p:cNvGraphicFramePr>
            <a:graphicFrameLocks noGrp="1"/>
          </p:cNvGraphicFramePr>
          <p:nvPr>
            <p:extLst>
              <p:ext uri="{D42A27DB-BD31-4B8C-83A1-F6EECF244321}">
                <p14:modId xmlns:p14="http://schemas.microsoft.com/office/powerpoint/2010/main" val="336059643"/>
              </p:ext>
            </p:extLst>
          </p:nvPr>
        </p:nvGraphicFramePr>
        <p:xfrm>
          <a:off x="1972097" y="7648897"/>
          <a:ext cx="7479074" cy="1240581"/>
        </p:xfrm>
        <a:graphic>
          <a:graphicData uri="http://schemas.openxmlformats.org/drawingml/2006/table">
            <a:tbl>
              <a:tblPr firstRow="1" bandRow="1">
                <a:tableStyleId>{5C22544A-7EE6-4342-B048-85BDC9FD1C3A}</a:tableStyleId>
              </a:tblPr>
              <a:tblGrid>
                <a:gridCol w="7479074"/>
              </a:tblGrid>
              <a:tr h="283142">
                <a:tc>
                  <a:txBody>
                    <a:bodyPr/>
                    <a:lstStyle/>
                    <a:p>
                      <a:pPr algn="l" latinLnBrk="1"/>
                      <a:r>
                        <a:rPr lang="ko-KR" altLang="en-US" sz="800" b="0" dirty="0" smtClean="0">
                          <a:solidFill>
                            <a:schemeClr val="tx1">
                              <a:lumMod val="75000"/>
                              <a:lumOff val="25000"/>
                            </a:schemeClr>
                          </a:solidFill>
                          <a:latin typeface="+mn-ea"/>
                          <a:ea typeface="+mn-ea"/>
                        </a:rPr>
                        <a:t>출석</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강의                                                                                                                                                                        </a:t>
                      </a:r>
                      <a:r>
                        <a:rPr lang="ko-KR" altLang="en-US" sz="800" b="0" dirty="0" smtClean="0">
                          <a:solidFill>
                            <a:srgbClr val="0070C0"/>
                          </a:solidFill>
                          <a:latin typeface="+mn-ea"/>
                          <a:ea typeface="+mn-ea"/>
                        </a:rPr>
                        <a:t>평가비율 </a:t>
                      </a:r>
                      <a:r>
                        <a:rPr lang="en-US" altLang="ko-KR" sz="800" b="0" dirty="0" smtClean="0">
                          <a:solidFill>
                            <a:srgbClr val="0070C0"/>
                          </a:solidFill>
                          <a:latin typeface="+mn-ea"/>
                          <a:ea typeface="+mn-ea"/>
                        </a:rPr>
                        <a:t>: 20%</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674297">
                <a:tc>
                  <a:txBody>
                    <a:bodyPr/>
                    <a:lstStyle/>
                    <a:p>
                      <a:pPr algn="l" latinLnBrk="1">
                        <a:lnSpc>
                          <a:spcPct val="150000"/>
                        </a:lnSpc>
                      </a:pPr>
                      <a:r>
                        <a:rPr lang="ko-KR" altLang="en-US" sz="800" b="0" dirty="0" smtClean="0">
                          <a:solidFill>
                            <a:srgbClr val="FF0000"/>
                          </a:solidFill>
                          <a:latin typeface="+mn-ea"/>
                          <a:ea typeface="+mn-ea"/>
                        </a:rPr>
                        <a:t>배점 방식       출석 </a:t>
                      </a:r>
                      <a:r>
                        <a:rPr lang="en-US" altLang="ko-KR" sz="800" b="0" dirty="0" smtClean="0">
                          <a:solidFill>
                            <a:srgbClr val="FF0000"/>
                          </a:solidFill>
                          <a:latin typeface="+mn-ea"/>
                          <a:ea typeface="+mn-ea"/>
                        </a:rPr>
                        <a:t>: 1</a:t>
                      </a:r>
                      <a:r>
                        <a:rPr lang="ko-KR" altLang="en-US" sz="800" b="0" dirty="0" smtClean="0">
                          <a:solidFill>
                            <a:srgbClr val="FF0000"/>
                          </a:solidFill>
                          <a:latin typeface="+mn-ea"/>
                          <a:ea typeface="+mn-ea"/>
                        </a:rPr>
                        <a:t>점     지각 </a:t>
                      </a:r>
                      <a:r>
                        <a:rPr lang="en-US" altLang="ko-KR" sz="800" b="0" dirty="0" smtClean="0">
                          <a:solidFill>
                            <a:srgbClr val="FF0000"/>
                          </a:solidFill>
                          <a:latin typeface="+mn-ea"/>
                          <a:ea typeface="+mn-ea"/>
                        </a:rPr>
                        <a:t>: 0.5</a:t>
                      </a:r>
                      <a:r>
                        <a:rPr lang="ko-KR" altLang="en-US" sz="800" b="0" dirty="0" smtClean="0">
                          <a:solidFill>
                            <a:srgbClr val="FF0000"/>
                          </a:solidFill>
                          <a:latin typeface="+mn-ea"/>
                          <a:ea typeface="+mn-ea"/>
                        </a:rPr>
                        <a:t>점     결석 </a:t>
                      </a:r>
                      <a:r>
                        <a:rPr lang="en-US" altLang="ko-KR" sz="800" b="0" dirty="0" smtClean="0">
                          <a:solidFill>
                            <a:srgbClr val="FF0000"/>
                          </a:solidFill>
                          <a:latin typeface="+mn-ea"/>
                          <a:ea typeface="+mn-ea"/>
                        </a:rPr>
                        <a:t>: 0</a:t>
                      </a:r>
                      <a:r>
                        <a:rPr lang="ko-KR" altLang="en-US" sz="800" b="0" dirty="0" smtClean="0">
                          <a:solidFill>
                            <a:srgbClr val="FF0000"/>
                          </a:solidFill>
                          <a:latin typeface="+mn-ea"/>
                          <a:ea typeface="+mn-ea"/>
                        </a:rPr>
                        <a:t>점  </a:t>
                      </a:r>
                      <a:r>
                        <a:rPr lang="en-US" altLang="ko-KR" sz="800" b="0" dirty="0" smtClean="0">
                          <a:solidFill>
                            <a:srgbClr val="FF0000"/>
                          </a:solidFill>
                          <a:latin typeface="+mn-ea"/>
                          <a:ea typeface="+mn-ea"/>
                        </a:rPr>
                        <a:t>( </a:t>
                      </a:r>
                      <a:r>
                        <a:rPr lang="ko-KR" altLang="en-US" sz="800" b="0" dirty="0" smtClean="0">
                          <a:solidFill>
                            <a:srgbClr val="FF0000"/>
                          </a:solidFill>
                          <a:latin typeface="+mn-ea"/>
                          <a:ea typeface="+mn-ea"/>
                        </a:rPr>
                        <a:t>배점 정책 확인 필요 </a:t>
                      </a:r>
                      <a:r>
                        <a:rPr lang="en-US" altLang="ko-KR" sz="800" b="0" dirty="0" smtClean="0">
                          <a:solidFill>
                            <a:srgbClr val="FF0000"/>
                          </a:solidFill>
                          <a:latin typeface="+mn-ea"/>
                          <a:ea typeface="+mn-ea"/>
                        </a:rPr>
                        <a:t>)</a:t>
                      </a:r>
                    </a:p>
                    <a:p>
                      <a:pPr algn="l" latinLnBrk="1">
                        <a:lnSpc>
                          <a:spcPct val="150000"/>
                        </a:lnSpc>
                      </a:pPr>
                      <a:r>
                        <a:rPr lang="ko-KR" altLang="en-US" sz="800" b="0" dirty="0" smtClean="0">
                          <a:solidFill>
                            <a:schemeClr val="tx1">
                              <a:lumMod val="75000"/>
                              <a:lumOff val="25000"/>
                            </a:schemeClr>
                          </a:solidFill>
                          <a:latin typeface="+mn-ea"/>
                          <a:ea typeface="+mn-ea"/>
                        </a:rPr>
                        <a:t>출결 현황       전체 </a:t>
                      </a:r>
                      <a:r>
                        <a:rPr lang="en-US" altLang="ko-KR" sz="800" b="0" dirty="0" smtClean="0">
                          <a:solidFill>
                            <a:schemeClr val="tx1">
                              <a:lumMod val="75000"/>
                              <a:lumOff val="25000"/>
                            </a:schemeClr>
                          </a:solidFill>
                          <a:latin typeface="+mn-ea"/>
                          <a:ea typeface="+mn-ea"/>
                        </a:rPr>
                        <a:t>: 13</a:t>
                      </a:r>
                      <a:r>
                        <a:rPr lang="ko-KR" altLang="en-US" sz="800" b="0" dirty="0" smtClean="0">
                          <a:solidFill>
                            <a:schemeClr val="tx1">
                              <a:lumMod val="75000"/>
                              <a:lumOff val="25000"/>
                            </a:schemeClr>
                          </a:solidFill>
                          <a:latin typeface="+mn-ea"/>
                          <a:ea typeface="+mn-ea"/>
                        </a:rPr>
                        <a:t>주차     출석 </a:t>
                      </a:r>
                      <a:r>
                        <a:rPr lang="en-US" altLang="ko-KR" sz="800" b="0" dirty="0" smtClean="0">
                          <a:solidFill>
                            <a:schemeClr val="tx1">
                              <a:lumMod val="75000"/>
                              <a:lumOff val="25000"/>
                            </a:schemeClr>
                          </a:solidFill>
                          <a:latin typeface="+mn-ea"/>
                          <a:ea typeface="+mn-ea"/>
                        </a:rPr>
                        <a:t>: 10    </a:t>
                      </a:r>
                      <a:r>
                        <a:rPr lang="ko-KR" altLang="en-US" sz="800" b="0" dirty="0" smtClean="0">
                          <a:solidFill>
                            <a:schemeClr val="tx1">
                              <a:lumMod val="75000"/>
                              <a:lumOff val="25000"/>
                            </a:schemeClr>
                          </a:solidFill>
                          <a:latin typeface="+mn-ea"/>
                          <a:ea typeface="+mn-ea"/>
                        </a:rPr>
                        <a:t>지각 </a:t>
                      </a:r>
                      <a:r>
                        <a:rPr lang="en-US" altLang="ko-KR" sz="800" b="0" dirty="0" smtClean="0">
                          <a:solidFill>
                            <a:schemeClr val="tx1">
                              <a:lumMod val="75000"/>
                              <a:lumOff val="25000"/>
                            </a:schemeClr>
                          </a:solidFill>
                          <a:latin typeface="+mn-ea"/>
                          <a:ea typeface="+mn-ea"/>
                        </a:rPr>
                        <a:t>: 1    </a:t>
                      </a:r>
                      <a:r>
                        <a:rPr lang="ko-KR" altLang="en-US" sz="800" b="0" dirty="0" smtClean="0">
                          <a:solidFill>
                            <a:schemeClr val="tx1">
                              <a:lumMod val="75000"/>
                              <a:lumOff val="25000"/>
                            </a:schemeClr>
                          </a:solidFill>
                          <a:latin typeface="+mn-ea"/>
                          <a:ea typeface="+mn-ea"/>
                        </a:rPr>
                        <a:t>결석</a:t>
                      </a:r>
                      <a:r>
                        <a:rPr lang="ko-KR" altLang="en-US" sz="800" b="0" baseline="0" dirty="0" smtClean="0">
                          <a:solidFill>
                            <a:schemeClr val="tx1">
                              <a:lumMod val="75000"/>
                              <a:lumOff val="25000"/>
                            </a:schemeClr>
                          </a:solidFill>
                          <a:latin typeface="+mn-ea"/>
                          <a:ea typeface="+mn-ea"/>
                        </a:rPr>
                        <a:t> </a:t>
                      </a:r>
                      <a:r>
                        <a:rPr lang="en-US" altLang="ko-KR" sz="800" b="0" baseline="0" dirty="0" smtClean="0">
                          <a:solidFill>
                            <a:schemeClr val="tx1">
                              <a:lumMod val="75000"/>
                              <a:lumOff val="25000"/>
                            </a:schemeClr>
                          </a:solidFill>
                          <a:latin typeface="+mn-ea"/>
                          <a:ea typeface="+mn-ea"/>
                        </a:rPr>
                        <a:t>: 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3142">
                <a:tc>
                  <a:txBody>
                    <a:bodyPr/>
                    <a:lstStyle/>
                    <a:p>
                      <a:pPr algn="r" latinLnBrk="1"/>
                      <a:r>
                        <a:rPr lang="ko-KR" altLang="en-US" sz="800" b="0" dirty="0" smtClean="0">
                          <a:solidFill>
                            <a:schemeClr val="tx1">
                              <a:lumMod val="75000"/>
                              <a:lumOff val="25000"/>
                            </a:schemeClr>
                          </a:solidFill>
                          <a:latin typeface="+mn-ea"/>
                          <a:ea typeface="+mn-ea"/>
                        </a:rPr>
                        <a:t>취득점수 </a:t>
                      </a:r>
                      <a:r>
                        <a:rPr lang="en-US" altLang="ko-KR" sz="800" b="0" dirty="0" smtClean="0">
                          <a:solidFill>
                            <a:schemeClr val="tx1">
                              <a:lumMod val="75000"/>
                              <a:lumOff val="25000"/>
                            </a:schemeClr>
                          </a:solidFill>
                          <a:latin typeface="+mn-ea"/>
                          <a:ea typeface="+mn-ea"/>
                        </a:rPr>
                        <a:t>: 15.00</a:t>
                      </a:r>
                      <a:r>
                        <a:rPr lang="ko-KR" altLang="en-US" sz="800" b="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E38B"/>
                    </a:solidFill>
                  </a:tcPr>
                </a:tc>
              </a:tr>
            </a:tbl>
          </a:graphicData>
        </a:graphic>
      </p:graphicFrame>
      <p:graphicFrame>
        <p:nvGraphicFramePr>
          <p:cNvPr id="172" name="표 171"/>
          <p:cNvGraphicFramePr>
            <a:graphicFrameLocks noGrp="1"/>
          </p:cNvGraphicFramePr>
          <p:nvPr>
            <p:extLst>
              <p:ext uri="{D42A27DB-BD31-4B8C-83A1-F6EECF244321}">
                <p14:modId xmlns:p14="http://schemas.microsoft.com/office/powerpoint/2010/main" val="3003973326"/>
              </p:ext>
            </p:extLst>
          </p:nvPr>
        </p:nvGraphicFramePr>
        <p:xfrm>
          <a:off x="1974193" y="9021939"/>
          <a:ext cx="7476978" cy="911655"/>
        </p:xfrm>
        <a:graphic>
          <a:graphicData uri="http://schemas.openxmlformats.org/drawingml/2006/table">
            <a:tbl>
              <a:tblPr firstRow="1" bandRow="1">
                <a:tableStyleId>{5C22544A-7EE6-4342-B048-85BDC9FD1C3A}</a:tableStyleId>
              </a:tblPr>
              <a:tblGrid>
                <a:gridCol w="7476978"/>
              </a:tblGrid>
              <a:tr h="283142">
                <a:tc>
                  <a:txBody>
                    <a:bodyPr/>
                    <a:lstStyle/>
                    <a:p>
                      <a:pPr algn="l" latinLnBrk="1"/>
                      <a:r>
                        <a:rPr lang="ko-KR" altLang="en-US" sz="800" b="0" dirty="0" smtClean="0">
                          <a:solidFill>
                            <a:schemeClr val="tx1">
                              <a:lumMod val="75000"/>
                              <a:lumOff val="25000"/>
                            </a:schemeClr>
                          </a:solidFill>
                          <a:latin typeface="+mn-ea"/>
                          <a:ea typeface="+mn-ea"/>
                        </a:rPr>
                        <a:t>중간고사                                                                                                                                                                         </a:t>
                      </a:r>
                      <a:r>
                        <a:rPr lang="ko-KR" altLang="en-US" sz="800" b="0" dirty="0" smtClean="0">
                          <a:solidFill>
                            <a:srgbClr val="0070C0"/>
                          </a:solidFill>
                          <a:latin typeface="+mn-ea"/>
                          <a:ea typeface="+mn-ea"/>
                        </a:rPr>
                        <a:t>평가비율 </a:t>
                      </a:r>
                      <a:r>
                        <a:rPr lang="en-US" altLang="ko-KR" sz="800" b="0" dirty="0" smtClean="0">
                          <a:solidFill>
                            <a:srgbClr val="0070C0"/>
                          </a:solidFill>
                          <a:latin typeface="+mn-ea"/>
                          <a:ea typeface="+mn-ea"/>
                        </a:rPr>
                        <a:t>: 25%</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345371">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실시간 시험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반영비율 </a:t>
                      </a:r>
                      <a:r>
                        <a:rPr lang="en-US" altLang="ko-KR" sz="800" b="0" dirty="0" smtClean="0">
                          <a:solidFill>
                            <a:schemeClr val="tx1">
                              <a:lumMod val="75000"/>
                              <a:lumOff val="25000"/>
                            </a:schemeClr>
                          </a:solidFill>
                          <a:latin typeface="+mn-ea"/>
                          <a:ea typeface="+mn-ea"/>
                        </a:rPr>
                        <a:t>: 100%</a:t>
                      </a:r>
                      <a:r>
                        <a:rPr lang="en-US" altLang="ko-KR" sz="800" b="0" baseline="0" dirty="0" smtClean="0">
                          <a:solidFill>
                            <a:schemeClr val="tx1">
                              <a:lumMod val="75000"/>
                              <a:lumOff val="25000"/>
                            </a:schemeClr>
                          </a:solidFill>
                          <a:latin typeface="+mn-ea"/>
                          <a:ea typeface="+mn-ea"/>
                        </a:rPr>
                        <a:t> | </a:t>
                      </a:r>
                      <a:r>
                        <a:rPr lang="ko-KR" altLang="en-US" sz="800" b="0" baseline="0" dirty="0" smtClean="0">
                          <a:solidFill>
                            <a:schemeClr val="tx1">
                              <a:lumMod val="75000"/>
                              <a:lumOff val="25000"/>
                            </a:schemeClr>
                          </a:solidFill>
                          <a:latin typeface="+mn-ea"/>
                          <a:ea typeface="+mn-ea"/>
                        </a:rPr>
                        <a:t>점수 </a:t>
                      </a:r>
                      <a:r>
                        <a:rPr lang="en-US" altLang="ko-KR" sz="800" b="0" baseline="0" dirty="0" smtClean="0">
                          <a:solidFill>
                            <a:schemeClr val="tx1">
                              <a:lumMod val="75000"/>
                              <a:lumOff val="25000"/>
                            </a:schemeClr>
                          </a:solidFill>
                          <a:latin typeface="+mn-ea"/>
                          <a:ea typeface="+mn-ea"/>
                        </a:rPr>
                        <a:t>: 90</a:t>
                      </a:r>
                      <a:r>
                        <a:rPr lang="ko-KR" altLang="en-US" sz="800" b="0" baseline="0" dirty="0" smtClean="0">
                          <a:solidFill>
                            <a:schemeClr val="tx1">
                              <a:lumMod val="75000"/>
                              <a:lumOff val="25000"/>
                            </a:schemeClr>
                          </a:solidFill>
                          <a:latin typeface="+mn-ea"/>
                          <a:ea typeface="+mn-ea"/>
                        </a:rPr>
                        <a:t>점 </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환산점수 </a:t>
                      </a:r>
                      <a:r>
                        <a:rPr lang="en-US" altLang="ko-KR" sz="800" b="0" baseline="0" dirty="0" smtClean="0">
                          <a:solidFill>
                            <a:schemeClr val="tx1">
                              <a:lumMod val="75000"/>
                              <a:lumOff val="25000"/>
                            </a:schemeClr>
                          </a:solidFill>
                          <a:latin typeface="+mn-ea"/>
                          <a:ea typeface="+mn-ea"/>
                        </a:rPr>
                        <a:t>: 20.3</a:t>
                      </a:r>
                      <a:r>
                        <a:rPr lang="ko-KR" altLang="en-US" sz="800" b="0" baseline="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3142">
                <a:tc>
                  <a:txBody>
                    <a:bodyPr/>
                    <a:lstStyle/>
                    <a:p>
                      <a:pPr algn="r" latinLnBrk="1"/>
                      <a:r>
                        <a:rPr lang="ko-KR" altLang="en-US" sz="800" b="0" dirty="0" smtClean="0">
                          <a:solidFill>
                            <a:schemeClr val="tx1">
                              <a:lumMod val="75000"/>
                              <a:lumOff val="25000"/>
                            </a:schemeClr>
                          </a:solidFill>
                          <a:latin typeface="+mn-ea"/>
                          <a:ea typeface="+mn-ea"/>
                        </a:rPr>
                        <a:t>취득점수 </a:t>
                      </a:r>
                      <a:r>
                        <a:rPr lang="en-US" altLang="ko-KR" sz="800" b="0" dirty="0" smtClean="0">
                          <a:solidFill>
                            <a:schemeClr val="tx1">
                              <a:lumMod val="75000"/>
                              <a:lumOff val="25000"/>
                            </a:schemeClr>
                          </a:solidFill>
                          <a:latin typeface="+mn-ea"/>
                          <a:ea typeface="+mn-ea"/>
                        </a:rPr>
                        <a:t>: 20.30</a:t>
                      </a:r>
                      <a:r>
                        <a:rPr lang="ko-KR" altLang="en-US" sz="800" b="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E38B"/>
                    </a:solidFill>
                  </a:tcPr>
                </a:tc>
              </a:tr>
            </a:tbl>
          </a:graphicData>
        </a:graphic>
      </p:graphicFrame>
      <p:graphicFrame>
        <p:nvGraphicFramePr>
          <p:cNvPr id="173" name="표 172"/>
          <p:cNvGraphicFramePr>
            <a:graphicFrameLocks noGrp="1"/>
          </p:cNvGraphicFramePr>
          <p:nvPr>
            <p:extLst>
              <p:ext uri="{D42A27DB-BD31-4B8C-83A1-F6EECF244321}">
                <p14:modId xmlns:p14="http://schemas.microsoft.com/office/powerpoint/2010/main" val="2725747804"/>
              </p:ext>
            </p:extLst>
          </p:nvPr>
        </p:nvGraphicFramePr>
        <p:xfrm>
          <a:off x="1974193" y="10070945"/>
          <a:ext cx="7476978" cy="911655"/>
        </p:xfrm>
        <a:graphic>
          <a:graphicData uri="http://schemas.openxmlformats.org/drawingml/2006/table">
            <a:tbl>
              <a:tblPr firstRow="1" bandRow="1">
                <a:tableStyleId>{5C22544A-7EE6-4342-B048-85BDC9FD1C3A}</a:tableStyleId>
              </a:tblPr>
              <a:tblGrid>
                <a:gridCol w="7476978"/>
              </a:tblGrid>
              <a:tr h="283142">
                <a:tc>
                  <a:txBody>
                    <a:bodyPr/>
                    <a:lstStyle/>
                    <a:p>
                      <a:pPr algn="l" latinLnBrk="1"/>
                      <a:r>
                        <a:rPr lang="ko-KR" altLang="en-US" sz="800" b="0" dirty="0" smtClean="0">
                          <a:solidFill>
                            <a:schemeClr val="tx1">
                              <a:lumMod val="75000"/>
                              <a:lumOff val="25000"/>
                            </a:schemeClr>
                          </a:solidFill>
                          <a:latin typeface="+mn-ea"/>
                          <a:ea typeface="+mn-ea"/>
                        </a:rPr>
                        <a:t>기말고사                                                                                                                                                                        </a:t>
                      </a:r>
                      <a:r>
                        <a:rPr lang="ko-KR" altLang="en-US" sz="800" b="0" dirty="0" smtClean="0">
                          <a:solidFill>
                            <a:srgbClr val="0070C0"/>
                          </a:solidFill>
                          <a:latin typeface="+mn-ea"/>
                          <a:ea typeface="+mn-ea"/>
                        </a:rPr>
                        <a:t>평가비율 </a:t>
                      </a:r>
                      <a:r>
                        <a:rPr lang="en-US" altLang="ko-KR" sz="800" b="0" dirty="0" smtClean="0">
                          <a:solidFill>
                            <a:srgbClr val="0070C0"/>
                          </a:solidFill>
                          <a:latin typeface="+mn-ea"/>
                          <a:ea typeface="+mn-ea"/>
                        </a:rPr>
                        <a:t>: 25%</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345371">
                <a:tc>
                  <a:txBody>
                    <a:bodyPr/>
                    <a:lstStyle/>
                    <a:p>
                      <a:pPr algn="l" latinLnBrk="1">
                        <a:lnSpc>
                          <a:spcPct val="150000"/>
                        </a:lnSpc>
                      </a:pPr>
                      <a:r>
                        <a:rPr lang="ko-KR" altLang="en-US" sz="800" b="0" dirty="0" smtClean="0">
                          <a:solidFill>
                            <a:schemeClr val="tx1">
                              <a:lumMod val="75000"/>
                              <a:lumOff val="25000"/>
                            </a:schemeClr>
                          </a:solidFill>
                          <a:latin typeface="+mn-ea"/>
                          <a:ea typeface="+mn-ea"/>
                        </a:rPr>
                        <a:t>과제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반영비율 </a:t>
                      </a:r>
                      <a:r>
                        <a:rPr lang="en-US" altLang="ko-KR" sz="800" b="0" dirty="0" smtClean="0">
                          <a:solidFill>
                            <a:schemeClr val="tx1">
                              <a:lumMod val="75000"/>
                              <a:lumOff val="25000"/>
                            </a:schemeClr>
                          </a:solidFill>
                          <a:latin typeface="+mn-ea"/>
                          <a:ea typeface="+mn-ea"/>
                        </a:rPr>
                        <a:t>: 100%</a:t>
                      </a:r>
                      <a:r>
                        <a:rPr lang="en-US" altLang="ko-KR" sz="800" b="0" baseline="0" dirty="0" smtClean="0">
                          <a:solidFill>
                            <a:schemeClr val="tx1">
                              <a:lumMod val="75000"/>
                              <a:lumOff val="25000"/>
                            </a:schemeClr>
                          </a:solidFill>
                          <a:latin typeface="+mn-ea"/>
                          <a:ea typeface="+mn-ea"/>
                        </a:rPr>
                        <a:t> | </a:t>
                      </a:r>
                      <a:r>
                        <a:rPr lang="ko-KR" altLang="en-US" sz="800" b="0" baseline="0" dirty="0" smtClean="0">
                          <a:solidFill>
                            <a:schemeClr val="tx1">
                              <a:lumMod val="75000"/>
                              <a:lumOff val="25000"/>
                            </a:schemeClr>
                          </a:solidFill>
                          <a:latin typeface="+mn-ea"/>
                          <a:ea typeface="+mn-ea"/>
                        </a:rPr>
                        <a:t>점수 </a:t>
                      </a:r>
                      <a:r>
                        <a:rPr lang="en-US" altLang="ko-KR" sz="800" b="0" baseline="0" dirty="0" smtClean="0">
                          <a:solidFill>
                            <a:schemeClr val="tx1">
                              <a:lumMod val="75000"/>
                              <a:lumOff val="25000"/>
                            </a:schemeClr>
                          </a:solidFill>
                          <a:latin typeface="+mn-ea"/>
                          <a:ea typeface="+mn-ea"/>
                        </a:rPr>
                        <a:t>: 89</a:t>
                      </a:r>
                      <a:r>
                        <a:rPr lang="ko-KR" altLang="en-US" sz="800" b="0" baseline="0" dirty="0" smtClean="0">
                          <a:solidFill>
                            <a:schemeClr val="tx1">
                              <a:lumMod val="75000"/>
                              <a:lumOff val="25000"/>
                            </a:schemeClr>
                          </a:solidFill>
                          <a:latin typeface="+mn-ea"/>
                          <a:ea typeface="+mn-ea"/>
                        </a:rPr>
                        <a:t>점 </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환산점수 </a:t>
                      </a:r>
                      <a:r>
                        <a:rPr lang="en-US" altLang="ko-KR" sz="800" b="0" baseline="0" dirty="0" smtClean="0">
                          <a:solidFill>
                            <a:schemeClr val="tx1">
                              <a:lumMod val="75000"/>
                              <a:lumOff val="25000"/>
                            </a:schemeClr>
                          </a:solidFill>
                          <a:latin typeface="+mn-ea"/>
                          <a:ea typeface="+mn-ea"/>
                        </a:rPr>
                        <a:t>: 20.02</a:t>
                      </a:r>
                      <a:r>
                        <a:rPr lang="ko-KR" altLang="en-US" sz="800" b="0" baseline="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3142">
                <a:tc>
                  <a:txBody>
                    <a:bodyPr/>
                    <a:lstStyle/>
                    <a:p>
                      <a:pPr algn="r" latinLnBrk="1"/>
                      <a:r>
                        <a:rPr lang="ko-KR" altLang="en-US" sz="800" b="0" dirty="0" smtClean="0">
                          <a:solidFill>
                            <a:schemeClr val="tx1">
                              <a:lumMod val="75000"/>
                              <a:lumOff val="25000"/>
                            </a:schemeClr>
                          </a:solidFill>
                          <a:latin typeface="+mn-ea"/>
                          <a:ea typeface="+mn-ea"/>
                        </a:rPr>
                        <a:t>취득점수 </a:t>
                      </a:r>
                      <a:r>
                        <a:rPr lang="en-US" altLang="ko-KR" sz="800" b="0" dirty="0" smtClean="0">
                          <a:solidFill>
                            <a:schemeClr val="tx1">
                              <a:lumMod val="75000"/>
                              <a:lumOff val="25000"/>
                            </a:schemeClr>
                          </a:solidFill>
                          <a:latin typeface="+mn-ea"/>
                          <a:ea typeface="+mn-ea"/>
                        </a:rPr>
                        <a:t>: 20.02</a:t>
                      </a:r>
                      <a:r>
                        <a:rPr lang="ko-KR" altLang="en-US" sz="800" b="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E38B"/>
                    </a:solidFill>
                  </a:tcPr>
                </a:tc>
              </a:tr>
            </a:tbl>
          </a:graphicData>
        </a:graphic>
      </p:graphicFrame>
      <p:graphicFrame>
        <p:nvGraphicFramePr>
          <p:cNvPr id="174" name="표 173"/>
          <p:cNvGraphicFramePr>
            <a:graphicFrameLocks noGrp="1"/>
          </p:cNvGraphicFramePr>
          <p:nvPr>
            <p:extLst>
              <p:ext uri="{D42A27DB-BD31-4B8C-83A1-F6EECF244321}">
                <p14:modId xmlns:p14="http://schemas.microsoft.com/office/powerpoint/2010/main" val="2360031412"/>
              </p:ext>
            </p:extLst>
          </p:nvPr>
        </p:nvGraphicFramePr>
        <p:xfrm>
          <a:off x="1974193" y="11115061"/>
          <a:ext cx="7476978" cy="1122789"/>
        </p:xfrm>
        <a:graphic>
          <a:graphicData uri="http://schemas.openxmlformats.org/drawingml/2006/table">
            <a:tbl>
              <a:tblPr firstRow="1" bandRow="1">
                <a:tableStyleId>{5C22544A-7EE6-4342-B048-85BDC9FD1C3A}</a:tableStyleId>
              </a:tblPr>
              <a:tblGrid>
                <a:gridCol w="7476978"/>
              </a:tblGrid>
              <a:tr h="283142">
                <a:tc>
                  <a:txBody>
                    <a:bodyPr/>
                    <a:lstStyle/>
                    <a:p>
                      <a:pPr algn="l" latinLnBrk="1"/>
                      <a:r>
                        <a:rPr lang="ko-KR" altLang="en-US" sz="800" b="0" dirty="0" smtClean="0">
                          <a:solidFill>
                            <a:schemeClr val="tx1">
                              <a:lumMod val="75000"/>
                              <a:lumOff val="25000"/>
                            </a:schemeClr>
                          </a:solidFill>
                          <a:latin typeface="+mn-ea"/>
                          <a:ea typeface="+mn-ea"/>
                        </a:rPr>
                        <a:t>과제                                                                                                                                                                               </a:t>
                      </a:r>
                      <a:r>
                        <a:rPr lang="ko-KR" altLang="en-US" sz="800" b="0" dirty="0" smtClean="0">
                          <a:solidFill>
                            <a:srgbClr val="0070C0"/>
                          </a:solidFill>
                          <a:latin typeface="+mn-ea"/>
                          <a:ea typeface="+mn-ea"/>
                        </a:rPr>
                        <a:t>평가비율 </a:t>
                      </a:r>
                      <a:r>
                        <a:rPr lang="en-US" altLang="ko-KR" sz="800" b="0" dirty="0" smtClean="0">
                          <a:solidFill>
                            <a:srgbClr val="0070C0"/>
                          </a:solidFill>
                          <a:latin typeface="+mn-ea"/>
                          <a:ea typeface="+mn-ea"/>
                        </a:rPr>
                        <a:t>: 10%</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556505">
                <a:tc>
                  <a:txBody>
                    <a:bodyPr/>
                    <a:lstStyle/>
                    <a:p>
                      <a:pPr algn="l" latinLnBrk="1">
                        <a:lnSpc>
                          <a:spcPct val="150000"/>
                        </a:lnSpc>
                      </a:pPr>
                      <a:r>
                        <a:rPr lang="en-US" altLang="ko-KR" sz="800" b="0" dirty="0" smtClean="0">
                          <a:solidFill>
                            <a:schemeClr val="tx1">
                              <a:lumMod val="75000"/>
                              <a:lumOff val="25000"/>
                            </a:schemeClr>
                          </a:solidFill>
                          <a:latin typeface="+mn-ea"/>
                          <a:ea typeface="+mn-ea"/>
                        </a:rPr>
                        <a:t>1. </a:t>
                      </a:r>
                      <a:r>
                        <a:rPr lang="ko-KR" altLang="en-US" sz="800" b="0" dirty="0" smtClean="0">
                          <a:solidFill>
                            <a:schemeClr val="tx1">
                              <a:lumMod val="75000"/>
                              <a:lumOff val="25000"/>
                            </a:schemeClr>
                          </a:solidFill>
                          <a:latin typeface="+mn-ea"/>
                          <a:ea typeface="+mn-ea"/>
                        </a:rPr>
                        <a:t>과제과제과제과제 </a:t>
                      </a:r>
                      <a:r>
                        <a:rPr lang="en-US" altLang="ko-KR" sz="800" b="0" dirty="0" smtClean="0">
                          <a:solidFill>
                            <a:schemeClr val="tx1">
                              <a:lumMod val="75000"/>
                              <a:lumOff val="25000"/>
                            </a:schemeClr>
                          </a:solidFill>
                          <a:latin typeface="+mn-ea"/>
                          <a:ea typeface="+mn-ea"/>
                        </a:rPr>
                        <a:t>01</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반영비율 </a:t>
                      </a:r>
                      <a:r>
                        <a:rPr lang="en-US" altLang="ko-KR" sz="800" b="0" dirty="0" smtClean="0">
                          <a:solidFill>
                            <a:schemeClr val="tx1">
                              <a:lumMod val="75000"/>
                              <a:lumOff val="25000"/>
                            </a:schemeClr>
                          </a:solidFill>
                          <a:latin typeface="+mn-ea"/>
                          <a:ea typeface="+mn-ea"/>
                        </a:rPr>
                        <a:t>: 50%</a:t>
                      </a:r>
                      <a:r>
                        <a:rPr lang="en-US" altLang="ko-KR" sz="800" b="0" baseline="0" dirty="0" smtClean="0">
                          <a:solidFill>
                            <a:schemeClr val="tx1">
                              <a:lumMod val="75000"/>
                              <a:lumOff val="25000"/>
                            </a:schemeClr>
                          </a:solidFill>
                          <a:latin typeface="+mn-ea"/>
                          <a:ea typeface="+mn-ea"/>
                        </a:rPr>
                        <a:t> | </a:t>
                      </a:r>
                      <a:r>
                        <a:rPr lang="ko-KR" altLang="en-US" sz="800" b="0" baseline="0" dirty="0" smtClean="0">
                          <a:solidFill>
                            <a:schemeClr val="tx1">
                              <a:lumMod val="75000"/>
                              <a:lumOff val="25000"/>
                            </a:schemeClr>
                          </a:solidFill>
                          <a:latin typeface="+mn-ea"/>
                          <a:ea typeface="+mn-ea"/>
                        </a:rPr>
                        <a:t>점수 </a:t>
                      </a:r>
                      <a:r>
                        <a:rPr lang="en-US" altLang="ko-KR" sz="800" b="0" baseline="0" dirty="0" smtClean="0">
                          <a:solidFill>
                            <a:schemeClr val="tx1">
                              <a:lumMod val="75000"/>
                              <a:lumOff val="25000"/>
                            </a:schemeClr>
                          </a:solidFill>
                          <a:latin typeface="+mn-ea"/>
                          <a:ea typeface="+mn-ea"/>
                        </a:rPr>
                        <a:t>: 90</a:t>
                      </a:r>
                      <a:r>
                        <a:rPr lang="ko-KR" altLang="en-US" sz="800" b="0" baseline="0" dirty="0" smtClean="0">
                          <a:solidFill>
                            <a:schemeClr val="tx1">
                              <a:lumMod val="75000"/>
                              <a:lumOff val="25000"/>
                            </a:schemeClr>
                          </a:solidFill>
                          <a:latin typeface="+mn-ea"/>
                          <a:ea typeface="+mn-ea"/>
                        </a:rPr>
                        <a:t>점 </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환산점수 </a:t>
                      </a:r>
                      <a:r>
                        <a:rPr lang="en-US" altLang="ko-KR" sz="800" b="0" baseline="0" dirty="0" smtClean="0">
                          <a:solidFill>
                            <a:schemeClr val="tx1">
                              <a:lumMod val="75000"/>
                              <a:lumOff val="25000"/>
                            </a:schemeClr>
                          </a:solidFill>
                          <a:latin typeface="+mn-ea"/>
                          <a:ea typeface="+mn-ea"/>
                        </a:rPr>
                        <a:t>: 5</a:t>
                      </a:r>
                      <a:r>
                        <a:rPr lang="ko-KR" altLang="en-US" sz="800" b="0" baseline="0" dirty="0" smtClean="0">
                          <a:solidFill>
                            <a:schemeClr val="tx1">
                              <a:lumMod val="75000"/>
                              <a:lumOff val="25000"/>
                            </a:schemeClr>
                          </a:solidFill>
                          <a:latin typeface="+mn-ea"/>
                          <a:ea typeface="+mn-ea"/>
                        </a:rPr>
                        <a:t>점</a:t>
                      </a:r>
                      <a:endParaRPr lang="en-US" altLang="ko-KR" sz="800" b="0" baseline="0" dirty="0" smtClean="0">
                        <a:solidFill>
                          <a:schemeClr val="tx1">
                            <a:lumMod val="75000"/>
                            <a:lumOff val="25000"/>
                          </a:schemeClr>
                        </a:solidFill>
                        <a:latin typeface="+mn-ea"/>
                        <a:ea typeface="+mn-ea"/>
                      </a:endParaRPr>
                    </a:p>
                    <a:p>
                      <a:pPr algn="l" latinLnBrk="1">
                        <a:lnSpc>
                          <a:spcPct val="150000"/>
                        </a:lnSpc>
                      </a:pPr>
                      <a:r>
                        <a:rPr lang="en-US" altLang="ko-KR" sz="800" b="0" dirty="0" smtClean="0">
                          <a:solidFill>
                            <a:schemeClr val="tx1">
                              <a:lumMod val="75000"/>
                              <a:lumOff val="25000"/>
                            </a:schemeClr>
                          </a:solidFill>
                          <a:latin typeface="+mn-ea"/>
                          <a:ea typeface="+mn-ea"/>
                        </a:rPr>
                        <a:t>2. </a:t>
                      </a:r>
                      <a:r>
                        <a:rPr lang="ko-KR" altLang="en-US" sz="800" b="0" dirty="0" smtClean="0">
                          <a:solidFill>
                            <a:schemeClr val="tx1">
                              <a:lumMod val="75000"/>
                              <a:lumOff val="25000"/>
                            </a:schemeClr>
                          </a:solidFill>
                          <a:latin typeface="+mn-ea"/>
                          <a:ea typeface="+mn-ea"/>
                        </a:rPr>
                        <a:t>과제과제과제과제 </a:t>
                      </a:r>
                      <a:r>
                        <a:rPr lang="en-US" altLang="ko-KR" sz="800" b="0" dirty="0" smtClean="0">
                          <a:solidFill>
                            <a:schemeClr val="tx1">
                              <a:lumMod val="75000"/>
                              <a:lumOff val="25000"/>
                            </a:schemeClr>
                          </a:solidFill>
                          <a:latin typeface="+mn-ea"/>
                          <a:ea typeface="+mn-ea"/>
                        </a:rPr>
                        <a:t>02</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반영비율 </a:t>
                      </a:r>
                      <a:r>
                        <a:rPr lang="en-US" altLang="ko-KR" sz="800" b="0" dirty="0" smtClean="0">
                          <a:solidFill>
                            <a:schemeClr val="tx1">
                              <a:lumMod val="75000"/>
                              <a:lumOff val="25000"/>
                            </a:schemeClr>
                          </a:solidFill>
                          <a:latin typeface="+mn-ea"/>
                          <a:ea typeface="+mn-ea"/>
                        </a:rPr>
                        <a:t>: 50%</a:t>
                      </a:r>
                      <a:r>
                        <a:rPr lang="en-US" altLang="ko-KR" sz="800" b="0" baseline="0" dirty="0" smtClean="0">
                          <a:solidFill>
                            <a:schemeClr val="tx1">
                              <a:lumMod val="75000"/>
                              <a:lumOff val="25000"/>
                            </a:schemeClr>
                          </a:solidFill>
                          <a:latin typeface="+mn-ea"/>
                          <a:ea typeface="+mn-ea"/>
                        </a:rPr>
                        <a:t> | </a:t>
                      </a:r>
                      <a:r>
                        <a:rPr lang="ko-KR" altLang="en-US" sz="800" b="0" baseline="0" dirty="0" smtClean="0">
                          <a:solidFill>
                            <a:schemeClr val="tx1">
                              <a:lumMod val="75000"/>
                              <a:lumOff val="25000"/>
                            </a:schemeClr>
                          </a:solidFill>
                          <a:latin typeface="+mn-ea"/>
                          <a:ea typeface="+mn-ea"/>
                        </a:rPr>
                        <a:t>점수 </a:t>
                      </a:r>
                      <a:r>
                        <a:rPr lang="en-US" altLang="ko-KR" sz="800" b="0" baseline="0" dirty="0" smtClean="0">
                          <a:solidFill>
                            <a:schemeClr val="tx1">
                              <a:lumMod val="75000"/>
                              <a:lumOff val="25000"/>
                            </a:schemeClr>
                          </a:solidFill>
                          <a:latin typeface="+mn-ea"/>
                          <a:ea typeface="+mn-ea"/>
                        </a:rPr>
                        <a:t>: 90</a:t>
                      </a:r>
                      <a:r>
                        <a:rPr lang="ko-KR" altLang="en-US" sz="800" b="0" baseline="0" dirty="0" smtClean="0">
                          <a:solidFill>
                            <a:schemeClr val="tx1">
                              <a:lumMod val="75000"/>
                              <a:lumOff val="25000"/>
                            </a:schemeClr>
                          </a:solidFill>
                          <a:latin typeface="+mn-ea"/>
                          <a:ea typeface="+mn-ea"/>
                        </a:rPr>
                        <a:t>점 </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환산점수 </a:t>
                      </a:r>
                      <a:r>
                        <a:rPr lang="en-US" altLang="ko-KR" sz="800" b="0" baseline="0" dirty="0" smtClean="0">
                          <a:solidFill>
                            <a:schemeClr val="tx1">
                              <a:lumMod val="75000"/>
                              <a:lumOff val="25000"/>
                            </a:schemeClr>
                          </a:solidFill>
                          <a:latin typeface="+mn-ea"/>
                          <a:ea typeface="+mn-ea"/>
                        </a:rPr>
                        <a:t>: 5</a:t>
                      </a:r>
                      <a:r>
                        <a:rPr lang="ko-KR" altLang="en-US" sz="800" b="0" baseline="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3142">
                <a:tc>
                  <a:txBody>
                    <a:bodyPr/>
                    <a:lstStyle/>
                    <a:p>
                      <a:pPr algn="r" latinLnBrk="1"/>
                      <a:r>
                        <a:rPr lang="ko-KR" altLang="en-US" sz="800" b="0" dirty="0" smtClean="0">
                          <a:solidFill>
                            <a:schemeClr val="tx1">
                              <a:lumMod val="75000"/>
                              <a:lumOff val="25000"/>
                            </a:schemeClr>
                          </a:solidFill>
                          <a:latin typeface="+mn-ea"/>
                          <a:ea typeface="+mn-ea"/>
                        </a:rPr>
                        <a:t>취득점수 </a:t>
                      </a:r>
                      <a:r>
                        <a:rPr lang="en-US" altLang="ko-KR" sz="800" b="0" dirty="0" smtClean="0">
                          <a:solidFill>
                            <a:schemeClr val="tx1">
                              <a:lumMod val="75000"/>
                              <a:lumOff val="25000"/>
                            </a:schemeClr>
                          </a:solidFill>
                          <a:latin typeface="+mn-ea"/>
                          <a:ea typeface="+mn-ea"/>
                        </a:rPr>
                        <a:t>: 10.00</a:t>
                      </a:r>
                      <a:r>
                        <a:rPr lang="ko-KR" altLang="en-US" sz="800" b="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E38B"/>
                    </a:solidFill>
                  </a:tcPr>
                </a:tc>
              </a:tr>
            </a:tbl>
          </a:graphicData>
        </a:graphic>
      </p:graphicFrame>
      <p:graphicFrame>
        <p:nvGraphicFramePr>
          <p:cNvPr id="175" name="표 174"/>
          <p:cNvGraphicFramePr>
            <a:graphicFrameLocks noGrp="1"/>
          </p:cNvGraphicFramePr>
          <p:nvPr>
            <p:extLst>
              <p:ext uri="{D42A27DB-BD31-4B8C-83A1-F6EECF244321}">
                <p14:modId xmlns:p14="http://schemas.microsoft.com/office/powerpoint/2010/main" val="1887261413"/>
              </p:ext>
            </p:extLst>
          </p:nvPr>
        </p:nvGraphicFramePr>
        <p:xfrm>
          <a:off x="1983717" y="12375201"/>
          <a:ext cx="7458731" cy="911655"/>
        </p:xfrm>
        <a:graphic>
          <a:graphicData uri="http://schemas.openxmlformats.org/drawingml/2006/table">
            <a:tbl>
              <a:tblPr firstRow="1" bandRow="1">
                <a:tableStyleId>{5C22544A-7EE6-4342-B048-85BDC9FD1C3A}</a:tableStyleId>
              </a:tblPr>
              <a:tblGrid>
                <a:gridCol w="7458731"/>
              </a:tblGrid>
              <a:tr h="283142">
                <a:tc>
                  <a:txBody>
                    <a:bodyPr/>
                    <a:lstStyle/>
                    <a:p>
                      <a:pPr algn="l" latinLnBrk="1"/>
                      <a:r>
                        <a:rPr lang="ko-KR" altLang="en-US" sz="800" b="0" dirty="0" smtClean="0">
                          <a:solidFill>
                            <a:schemeClr val="tx1">
                              <a:lumMod val="75000"/>
                              <a:lumOff val="25000"/>
                            </a:schemeClr>
                          </a:solidFill>
                          <a:latin typeface="+mn-ea"/>
                          <a:ea typeface="+mn-ea"/>
                        </a:rPr>
                        <a:t>퀴즈                                                                                                                                                                              </a:t>
                      </a:r>
                      <a:r>
                        <a:rPr lang="ko-KR" altLang="en-US" sz="800" b="0" dirty="0" smtClean="0">
                          <a:solidFill>
                            <a:srgbClr val="0070C0"/>
                          </a:solidFill>
                          <a:latin typeface="+mn-ea"/>
                          <a:ea typeface="+mn-ea"/>
                        </a:rPr>
                        <a:t>평가비율 </a:t>
                      </a:r>
                      <a:r>
                        <a:rPr lang="en-US" altLang="ko-KR" sz="800" b="0" dirty="0" smtClean="0">
                          <a:solidFill>
                            <a:srgbClr val="0070C0"/>
                          </a:solidFill>
                          <a:latin typeface="+mn-ea"/>
                          <a:ea typeface="+mn-ea"/>
                        </a:rPr>
                        <a:t>: 10%</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345371">
                <a:tc>
                  <a:txBody>
                    <a:bodyPr/>
                    <a:lstStyle/>
                    <a:p>
                      <a:pPr algn="l" latinLnBrk="1">
                        <a:lnSpc>
                          <a:spcPct val="150000"/>
                        </a:lnSpc>
                      </a:pPr>
                      <a:r>
                        <a:rPr lang="en-US" altLang="ko-KR" sz="800" b="0" dirty="0" smtClean="0">
                          <a:solidFill>
                            <a:schemeClr val="tx1">
                              <a:lumMod val="75000"/>
                              <a:lumOff val="25000"/>
                            </a:schemeClr>
                          </a:solidFill>
                          <a:latin typeface="+mn-ea"/>
                          <a:ea typeface="+mn-ea"/>
                        </a:rPr>
                        <a:t>1. </a:t>
                      </a:r>
                      <a:r>
                        <a:rPr lang="ko-KR" altLang="en-US" sz="800" b="0" dirty="0" smtClean="0">
                          <a:solidFill>
                            <a:schemeClr val="tx1">
                              <a:lumMod val="75000"/>
                              <a:lumOff val="25000"/>
                            </a:schemeClr>
                          </a:solidFill>
                          <a:latin typeface="+mn-ea"/>
                          <a:ea typeface="+mn-ea"/>
                        </a:rPr>
                        <a:t>퀴즈퀴즈퀴즈퀴즈 </a:t>
                      </a:r>
                      <a:r>
                        <a:rPr lang="en-US" altLang="ko-KR" sz="800" b="0" dirty="0" smtClean="0">
                          <a:solidFill>
                            <a:schemeClr val="tx1">
                              <a:lumMod val="75000"/>
                              <a:lumOff val="25000"/>
                            </a:schemeClr>
                          </a:solidFill>
                          <a:latin typeface="+mn-ea"/>
                          <a:ea typeface="+mn-ea"/>
                        </a:rPr>
                        <a:t>01</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반영비율 </a:t>
                      </a:r>
                      <a:r>
                        <a:rPr lang="en-US" altLang="ko-KR" sz="800" b="0" dirty="0" smtClean="0">
                          <a:solidFill>
                            <a:schemeClr val="tx1">
                              <a:lumMod val="75000"/>
                              <a:lumOff val="25000"/>
                            </a:schemeClr>
                          </a:solidFill>
                          <a:latin typeface="+mn-ea"/>
                          <a:ea typeface="+mn-ea"/>
                        </a:rPr>
                        <a:t>: 100%</a:t>
                      </a:r>
                      <a:r>
                        <a:rPr lang="en-US" altLang="ko-KR" sz="800" b="0" baseline="0" dirty="0" smtClean="0">
                          <a:solidFill>
                            <a:schemeClr val="tx1">
                              <a:lumMod val="75000"/>
                              <a:lumOff val="25000"/>
                            </a:schemeClr>
                          </a:solidFill>
                          <a:latin typeface="+mn-ea"/>
                          <a:ea typeface="+mn-ea"/>
                        </a:rPr>
                        <a:t> | </a:t>
                      </a:r>
                      <a:r>
                        <a:rPr lang="ko-KR" altLang="en-US" sz="800" b="0" baseline="0" dirty="0" smtClean="0">
                          <a:solidFill>
                            <a:schemeClr val="tx1">
                              <a:lumMod val="75000"/>
                              <a:lumOff val="25000"/>
                            </a:schemeClr>
                          </a:solidFill>
                          <a:latin typeface="+mn-ea"/>
                          <a:ea typeface="+mn-ea"/>
                        </a:rPr>
                        <a:t>점수 </a:t>
                      </a:r>
                      <a:r>
                        <a:rPr lang="en-US" altLang="ko-KR" sz="800" b="0" baseline="0" dirty="0" smtClean="0">
                          <a:solidFill>
                            <a:schemeClr val="tx1">
                              <a:lumMod val="75000"/>
                              <a:lumOff val="25000"/>
                            </a:schemeClr>
                          </a:solidFill>
                          <a:latin typeface="+mn-ea"/>
                          <a:ea typeface="+mn-ea"/>
                        </a:rPr>
                        <a:t>: 95</a:t>
                      </a:r>
                      <a:r>
                        <a:rPr lang="ko-KR" altLang="en-US" sz="800" b="0" baseline="0" dirty="0" smtClean="0">
                          <a:solidFill>
                            <a:schemeClr val="tx1">
                              <a:lumMod val="75000"/>
                              <a:lumOff val="25000"/>
                            </a:schemeClr>
                          </a:solidFill>
                          <a:latin typeface="+mn-ea"/>
                          <a:ea typeface="+mn-ea"/>
                        </a:rPr>
                        <a:t>점 </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환산점수 </a:t>
                      </a:r>
                      <a:r>
                        <a:rPr lang="en-US" altLang="ko-KR" sz="800" b="0" baseline="0" dirty="0" smtClean="0">
                          <a:solidFill>
                            <a:schemeClr val="tx1">
                              <a:lumMod val="75000"/>
                              <a:lumOff val="25000"/>
                            </a:schemeClr>
                          </a:solidFill>
                          <a:latin typeface="+mn-ea"/>
                          <a:ea typeface="+mn-ea"/>
                        </a:rPr>
                        <a:t>: 10</a:t>
                      </a:r>
                      <a:r>
                        <a:rPr lang="ko-KR" altLang="en-US" sz="800" b="0" baseline="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3142">
                <a:tc>
                  <a:txBody>
                    <a:bodyPr/>
                    <a:lstStyle/>
                    <a:p>
                      <a:pPr algn="r" latinLnBrk="1"/>
                      <a:r>
                        <a:rPr lang="ko-KR" altLang="en-US" sz="800" b="0" dirty="0" smtClean="0">
                          <a:solidFill>
                            <a:schemeClr val="tx1">
                              <a:lumMod val="75000"/>
                              <a:lumOff val="25000"/>
                            </a:schemeClr>
                          </a:solidFill>
                          <a:latin typeface="+mn-ea"/>
                          <a:ea typeface="+mn-ea"/>
                        </a:rPr>
                        <a:t>취득점수 </a:t>
                      </a:r>
                      <a:r>
                        <a:rPr lang="en-US" altLang="ko-KR" sz="800" b="0" dirty="0" smtClean="0">
                          <a:solidFill>
                            <a:schemeClr val="tx1">
                              <a:lumMod val="75000"/>
                              <a:lumOff val="25000"/>
                            </a:schemeClr>
                          </a:solidFill>
                          <a:latin typeface="+mn-ea"/>
                          <a:ea typeface="+mn-ea"/>
                        </a:rPr>
                        <a:t>: 10.00</a:t>
                      </a:r>
                      <a:r>
                        <a:rPr lang="ko-KR" altLang="en-US" sz="800" b="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E38B"/>
                    </a:solidFill>
                  </a:tcPr>
                </a:tc>
              </a:tr>
            </a:tbl>
          </a:graphicData>
        </a:graphic>
      </p:graphicFrame>
      <p:graphicFrame>
        <p:nvGraphicFramePr>
          <p:cNvPr id="143" name="표 142"/>
          <p:cNvGraphicFramePr>
            <a:graphicFrameLocks noGrp="1"/>
          </p:cNvGraphicFramePr>
          <p:nvPr>
            <p:extLst>
              <p:ext uri="{D42A27DB-BD31-4B8C-83A1-F6EECF244321}">
                <p14:modId xmlns:p14="http://schemas.microsoft.com/office/powerpoint/2010/main" val="1765783624"/>
              </p:ext>
            </p:extLst>
          </p:nvPr>
        </p:nvGraphicFramePr>
        <p:xfrm>
          <a:off x="1983717" y="13419128"/>
          <a:ext cx="7458731" cy="911655"/>
        </p:xfrm>
        <a:graphic>
          <a:graphicData uri="http://schemas.openxmlformats.org/drawingml/2006/table">
            <a:tbl>
              <a:tblPr firstRow="1" bandRow="1">
                <a:tableStyleId>{5C22544A-7EE6-4342-B048-85BDC9FD1C3A}</a:tableStyleId>
              </a:tblPr>
              <a:tblGrid>
                <a:gridCol w="7458731"/>
              </a:tblGrid>
              <a:tr h="283142">
                <a:tc>
                  <a:txBody>
                    <a:bodyPr/>
                    <a:lstStyle/>
                    <a:p>
                      <a:pPr algn="l" latinLnBrk="1"/>
                      <a:r>
                        <a:rPr lang="ko-KR" altLang="en-US" sz="800" b="0" dirty="0" smtClean="0">
                          <a:solidFill>
                            <a:schemeClr val="tx1">
                              <a:lumMod val="75000"/>
                              <a:lumOff val="25000"/>
                            </a:schemeClr>
                          </a:solidFill>
                          <a:latin typeface="+mn-ea"/>
                          <a:ea typeface="+mn-ea"/>
                        </a:rPr>
                        <a:t>토론                                                                                                                                                                              </a:t>
                      </a:r>
                      <a:r>
                        <a:rPr lang="ko-KR" altLang="en-US" sz="800" b="0" dirty="0" smtClean="0">
                          <a:solidFill>
                            <a:srgbClr val="0070C0"/>
                          </a:solidFill>
                          <a:latin typeface="+mn-ea"/>
                          <a:ea typeface="+mn-ea"/>
                        </a:rPr>
                        <a:t>평가비율 </a:t>
                      </a:r>
                      <a:r>
                        <a:rPr lang="en-US" altLang="ko-KR" sz="800" b="0" dirty="0" smtClean="0">
                          <a:solidFill>
                            <a:srgbClr val="0070C0"/>
                          </a:solidFill>
                          <a:latin typeface="+mn-ea"/>
                          <a:ea typeface="+mn-ea"/>
                        </a:rPr>
                        <a:t>: 10%</a:t>
                      </a:r>
                      <a:endParaRPr lang="ko-KR" altLang="en-US" sz="800" b="0"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345371">
                <a:tc>
                  <a:txBody>
                    <a:bodyPr/>
                    <a:lstStyle/>
                    <a:p>
                      <a:pPr algn="l" latinLnBrk="1">
                        <a:lnSpc>
                          <a:spcPct val="150000"/>
                        </a:lnSpc>
                      </a:pPr>
                      <a:r>
                        <a:rPr lang="en-US" altLang="ko-KR" sz="800" b="0" dirty="0" smtClean="0">
                          <a:solidFill>
                            <a:schemeClr val="tx1">
                              <a:lumMod val="75000"/>
                              <a:lumOff val="25000"/>
                            </a:schemeClr>
                          </a:solidFill>
                          <a:latin typeface="+mn-ea"/>
                          <a:ea typeface="+mn-ea"/>
                        </a:rPr>
                        <a:t>1. </a:t>
                      </a:r>
                      <a:r>
                        <a:rPr lang="ko-KR" altLang="en-US" sz="800" b="0" dirty="0" smtClean="0">
                          <a:solidFill>
                            <a:schemeClr val="tx1">
                              <a:lumMod val="75000"/>
                              <a:lumOff val="25000"/>
                            </a:schemeClr>
                          </a:solidFill>
                          <a:latin typeface="+mn-ea"/>
                          <a:ea typeface="+mn-ea"/>
                        </a:rPr>
                        <a:t>퀴즈퀴즈퀴즈퀴즈 </a:t>
                      </a:r>
                      <a:r>
                        <a:rPr lang="en-US" altLang="ko-KR" sz="800" b="0" dirty="0" smtClean="0">
                          <a:solidFill>
                            <a:schemeClr val="tx1">
                              <a:lumMod val="75000"/>
                              <a:lumOff val="25000"/>
                            </a:schemeClr>
                          </a:solidFill>
                          <a:latin typeface="+mn-ea"/>
                          <a:ea typeface="+mn-ea"/>
                        </a:rPr>
                        <a:t>01</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반영비율 </a:t>
                      </a:r>
                      <a:r>
                        <a:rPr lang="en-US" altLang="ko-KR" sz="800" b="0" dirty="0" smtClean="0">
                          <a:solidFill>
                            <a:schemeClr val="tx1">
                              <a:lumMod val="75000"/>
                              <a:lumOff val="25000"/>
                            </a:schemeClr>
                          </a:solidFill>
                          <a:latin typeface="+mn-ea"/>
                          <a:ea typeface="+mn-ea"/>
                        </a:rPr>
                        <a:t>: 100%</a:t>
                      </a:r>
                      <a:r>
                        <a:rPr lang="en-US" altLang="ko-KR" sz="800" b="0" baseline="0" dirty="0" smtClean="0">
                          <a:solidFill>
                            <a:schemeClr val="tx1">
                              <a:lumMod val="75000"/>
                              <a:lumOff val="25000"/>
                            </a:schemeClr>
                          </a:solidFill>
                          <a:latin typeface="+mn-ea"/>
                          <a:ea typeface="+mn-ea"/>
                        </a:rPr>
                        <a:t> | </a:t>
                      </a:r>
                      <a:r>
                        <a:rPr lang="ko-KR" altLang="en-US" sz="800" b="0" baseline="0" dirty="0" smtClean="0">
                          <a:solidFill>
                            <a:schemeClr val="tx1">
                              <a:lumMod val="75000"/>
                              <a:lumOff val="25000"/>
                            </a:schemeClr>
                          </a:solidFill>
                          <a:latin typeface="+mn-ea"/>
                          <a:ea typeface="+mn-ea"/>
                        </a:rPr>
                        <a:t>점수 </a:t>
                      </a:r>
                      <a:r>
                        <a:rPr lang="en-US" altLang="ko-KR" sz="800" b="0" baseline="0" dirty="0" smtClean="0">
                          <a:solidFill>
                            <a:schemeClr val="tx1">
                              <a:lumMod val="75000"/>
                              <a:lumOff val="25000"/>
                            </a:schemeClr>
                          </a:solidFill>
                          <a:latin typeface="+mn-ea"/>
                          <a:ea typeface="+mn-ea"/>
                        </a:rPr>
                        <a:t>: 95</a:t>
                      </a:r>
                      <a:r>
                        <a:rPr lang="ko-KR" altLang="en-US" sz="800" b="0" baseline="0" dirty="0" smtClean="0">
                          <a:solidFill>
                            <a:schemeClr val="tx1">
                              <a:lumMod val="75000"/>
                              <a:lumOff val="25000"/>
                            </a:schemeClr>
                          </a:solidFill>
                          <a:latin typeface="+mn-ea"/>
                          <a:ea typeface="+mn-ea"/>
                        </a:rPr>
                        <a:t>점 </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환산점수 </a:t>
                      </a:r>
                      <a:r>
                        <a:rPr lang="en-US" altLang="ko-KR" sz="800" b="0" baseline="0" dirty="0" smtClean="0">
                          <a:solidFill>
                            <a:schemeClr val="tx1">
                              <a:lumMod val="75000"/>
                              <a:lumOff val="25000"/>
                            </a:schemeClr>
                          </a:solidFill>
                          <a:latin typeface="+mn-ea"/>
                          <a:ea typeface="+mn-ea"/>
                        </a:rPr>
                        <a:t>: 10</a:t>
                      </a:r>
                      <a:r>
                        <a:rPr lang="ko-KR" altLang="en-US" sz="800" b="0" baseline="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3142">
                <a:tc>
                  <a:txBody>
                    <a:bodyPr/>
                    <a:lstStyle/>
                    <a:p>
                      <a:pPr algn="r" latinLnBrk="1"/>
                      <a:r>
                        <a:rPr lang="ko-KR" altLang="en-US" sz="800" b="0" dirty="0" smtClean="0">
                          <a:solidFill>
                            <a:schemeClr val="tx1">
                              <a:lumMod val="75000"/>
                              <a:lumOff val="25000"/>
                            </a:schemeClr>
                          </a:solidFill>
                          <a:latin typeface="+mn-ea"/>
                          <a:ea typeface="+mn-ea"/>
                        </a:rPr>
                        <a:t>취득 접수 </a:t>
                      </a:r>
                      <a:r>
                        <a:rPr lang="en-US" altLang="ko-KR" sz="800" b="0" dirty="0" smtClean="0">
                          <a:solidFill>
                            <a:schemeClr val="tx1">
                              <a:lumMod val="75000"/>
                              <a:lumOff val="25000"/>
                            </a:schemeClr>
                          </a:solidFill>
                          <a:latin typeface="+mn-ea"/>
                          <a:ea typeface="+mn-ea"/>
                        </a:rPr>
                        <a:t>: 10.00</a:t>
                      </a:r>
                      <a:r>
                        <a:rPr lang="ko-KR" altLang="en-US" sz="800" b="0" dirty="0" smtClean="0">
                          <a:solidFill>
                            <a:schemeClr val="tx1">
                              <a:lumMod val="75000"/>
                              <a:lumOff val="25000"/>
                            </a:schemeClr>
                          </a:solidFill>
                          <a:latin typeface="+mn-ea"/>
                          <a:ea typeface="+mn-ea"/>
                        </a:rPr>
                        <a:t>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E38B"/>
                    </a:solidFill>
                  </a:tcPr>
                </a:tc>
              </a:tr>
            </a:tbl>
          </a:graphicData>
        </a:graphic>
      </p:graphicFrame>
      <p:sp>
        <p:nvSpPr>
          <p:cNvPr id="144" name="양쪽 모서리가 둥근 사각형 143"/>
          <p:cNvSpPr/>
          <p:nvPr/>
        </p:nvSpPr>
        <p:spPr>
          <a:xfrm>
            <a:off x="8547691" y="2669442"/>
            <a:ext cx="900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성적 이의 신청</a:t>
            </a:r>
          </a:p>
        </p:txBody>
      </p:sp>
      <p:sp>
        <p:nvSpPr>
          <p:cNvPr id="145" name="양쪽 모서리가 둥근 사각형 144"/>
          <p:cNvSpPr/>
          <p:nvPr/>
        </p:nvSpPr>
        <p:spPr>
          <a:xfrm>
            <a:off x="7602438" y="2669336"/>
            <a:ext cx="900000" cy="1836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나의 성적</a:t>
            </a:r>
          </a:p>
        </p:txBody>
      </p:sp>
      <p:sp>
        <p:nvSpPr>
          <p:cNvPr id="3" name="타원 2"/>
          <p:cNvSpPr/>
          <p:nvPr/>
        </p:nvSpPr>
        <p:spPr>
          <a:xfrm>
            <a:off x="8366532" y="2712769"/>
            <a:ext cx="108000" cy="10800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grpSp>
        <p:nvGrpSpPr>
          <p:cNvPr id="146" name="그룹 145"/>
          <p:cNvGrpSpPr/>
          <p:nvPr/>
        </p:nvGrpSpPr>
        <p:grpSpPr>
          <a:xfrm>
            <a:off x="626748" y="2104281"/>
            <a:ext cx="1245456" cy="3960440"/>
            <a:chOff x="626748" y="2104281"/>
            <a:chExt cx="1245456" cy="3960440"/>
          </a:xfrm>
        </p:grpSpPr>
        <p:grpSp>
          <p:nvGrpSpPr>
            <p:cNvPr id="147" name="그룹 146"/>
            <p:cNvGrpSpPr/>
            <p:nvPr/>
          </p:nvGrpSpPr>
          <p:grpSpPr>
            <a:xfrm>
              <a:off x="629956" y="3318264"/>
              <a:ext cx="1188000" cy="180000"/>
              <a:chOff x="666428" y="3785432"/>
              <a:chExt cx="1188000" cy="180000"/>
            </a:xfrm>
          </p:grpSpPr>
          <p:sp>
            <p:nvSpPr>
              <p:cNvPr id="237" name="모서리가 둥근 직사각형 2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8" name="그룹 147"/>
            <p:cNvGrpSpPr/>
            <p:nvPr/>
          </p:nvGrpSpPr>
          <p:grpSpPr>
            <a:xfrm>
              <a:off x="629956" y="3568824"/>
              <a:ext cx="1188000" cy="180000"/>
              <a:chOff x="666428" y="4310612"/>
              <a:chExt cx="1188000" cy="180000"/>
            </a:xfrm>
          </p:grpSpPr>
          <p:sp>
            <p:nvSpPr>
              <p:cNvPr id="234" name="모서리가 둥근 직사각형 23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36"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9" name="그룹 148"/>
            <p:cNvGrpSpPr/>
            <p:nvPr/>
          </p:nvGrpSpPr>
          <p:grpSpPr>
            <a:xfrm>
              <a:off x="629955" y="3042501"/>
              <a:ext cx="1188000" cy="180000"/>
              <a:chOff x="666427" y="3266516"/>
              <a:chExt cx="1188000" cy="180000"/>
            </a:xfrm>
          </p:grpSpPr>
          <p:sp>
            <p:nvSpPr>
              <p:cNvPr id="232" name="모서리가 둥근 직사각형 23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3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0" name="그룹 149"/>
            <p:cNvGrpSpPr/>
            <p:nvPr/>
          </p:nvGrpSpPr>
          <p:grpSpPr>
            <a:xfrm>
              <a:off x="629956" y="4106828"/>
              <a:ext cx="1188000" cy="180000"/>
              <a:chOff x="666428" y="4570824"/>
              <a:chExt cx="1188000" cy="180000"/>
            </a:xfrm>
          </p:grpSpPr>
          <p:sp>
            <p:nvSpPr>
              <p:cNvPr id="224" name="모서리가 둥근 직사각형 22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31"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1" name="그룹 150"/>
            <p:cNvGrpSpPr/>
            <p:nvPr/>
          </p:nvGrpSpPr>
          <p:grpSpPr>
            <a:xfrm>
              <a:off x="629956" y="5568923"/>
              <a:ext cx="1188000" cy="180000"/>
              <a:chOff x="666428" y="5096004"/>
              <a:chExt cx="1188000" cy="180000"/>
            </a:xfrm>
          </p:grpSpPr>
          <p:sp>
            <p:nvSpPr>
              <p:cNvPr id="193" name="모서리가 둥근 직사각형 192"/>
              <p:cNvSpPr/>
              <p:nvPr/>
            </p:nvSpPr>
            <p:spPr bwMode="auto">
              <a:xfrm>
                <a:off x="666428" y="5096004"/>
                <a:ext cx="1188000" cy="180000"/>
              </a:xfrm>
              <a:prstGeom prst="roundRect">
                <a:avLst/>
              </a:prstGeom>
              <a:solidFill>
                <a:schemeClr val="bg1"/>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나의성적</a:t>
                </a:r>
                <a:endParaRPr kumimoji="1" lang="ko-KR" altLang="en-US" sz="800" dirty="0">
                  <a:solidFill>
                    <a:schemeClr val="tx1">
                      <a:lumMod val="75000"/>
                      <a:lumOff val="25000"/>
                    </a:schemeClr>
                  </a:solidFill>
                  <a:latin typeface="+mn-ea"/>
                  <a:ea typeface="+mn-ea"/>
                  <a:cs typeface="Calibri" pitchFamily="34" charset="0"/>
                </a:endParaRPr>
              </a:p>
            </p:txBody>
          </p:sp>
          <p:pic>
            <p:nvPicPr>
              <p:cNvPr id="223"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3" name="그룹 152"/>
            <p:cNvGrpSpPr/>
            <p:nvPr/>
          </p:nvGrpSpPr>
          <p:grpSpPr>
            <a:xfrm>
              <a:off x="631150" y="4387873"/>
              <a:ext cx="1188000" cy="180000"/>
              <a:chOff x="666428" y="4570824"/>
              <a:chExt cx="1188000" cy="180000"/>
            </a:xfrm>
          </p:grpSpPr>
          <p:sp>
            <p:nvSpPr>
              <p:cNvPr id="188" name="모서리가 둥근 직사각형 18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189"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4" name="그룹 153"/>
            <p:cNvGrpSpPr/>
            <p:nvPr/>
          </p:nvGrpSpPr>
          <p:grpSpPr>
            <a:xfrm>
              <a:off x="629956" y="4675443"/>
              <a:ext cx="1188000" cy="180000"/>
              <a:chOff x="666428" y="4310612"/>
              <a:chExt cx="1188000" cy="180000"/>
            </a:xfrm>
          </p:grpSpPr>
          <p:sp>
            <p:nvSpPr>
              <p:cNvPr id="186" name="모서리가 둥근 직사각형 1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187"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5" name="그룹 154"/>
            <p:cNvGrpSpPr/>
            <p:nvPr/>
          </p:nvGrpSpPr>
          <p:grpSpPr>
            <a:xfrm>
              <a:off x="626748" y="2104281"/>
              <a:ext cx="1245456" cy="442923"/>
              <a:chOff x="468506" y="2320305"/>
              <a:chExt cx="1245456" cy="442923"/>
            </a:xfrm>
          </p:grpSpPr>
          <p:sp>
            <p:nvSpPr>
              <p:cNvPr id="183" name="직사각형 18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184"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5" name="TextBox 184"/>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156" name="그룹 155"/>
            <p:cNvGrpSpPr/>
            <p:nvPr/>
          </p:nvGrpSpPr>
          <p:grpSpPr>
            <a:xfrm>
              <a:off x="632520" y="4975116"/>
              <a:ext cx="1188000" cy="180000"/>
              <a:chOff x="666428" y="4310612"/>
              <a:chExt cx="1188000" cy="180000"/>
            </a:xfrm>
          </p:grpSpPr>
          <p:sp>
            <p:nvSpPr>
              <p:cNvPr id="181" name="모서리가 둥근 직사각형 18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182"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7" name="그룹 156"/>
            <p:cNvGrpSpPr/>
            <p:nvPr/>
          </p:nvGrpSpPr>
          <p:grpSpPr>
            <a:xfrm>
              <a:off x="632520" y="2752353"/>
              <a:ext cx="1188000" cy="180000"/>
              <a:chOff x="666427" y="3266516"/>
              <a:chExt cx="1188000" cy="180000"/>
            </a:xfrm>
          </p:grpSpPr>
          <p:sp>
            <p:nvSpPr>
              <p:cNvPr id="179" name="모서리가 둥근 직사각형 17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18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8" name="그룹 157"/>
            <p:cNvGrpSpPr/>
            <p:nvPr/>
          </p:nvGrpSpPr>
          <p:grpSpPr>
            <a:xfrm>
              <a:off x="632520" y="5257815"/>
              <a:ext cx="1188000" cy="180000"/>
              <a:chOff x="666428" y="4310612"/>
              <a:chExt cx="1188000" cy="180000"/>
            </a:xfrm>
          </p:grpSpPr>
          <p:sp>
            <p:nvSpPr>
              <p:cNvPr id="177" name="모서리가 둥근 직사각형 17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7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9" name="그룹 158"/>
            <p:cNvGrpSpPr/>
            <p:nvPr/>
          </p:nvGrpSpPr>
          <p:grpSpPr>
            <a:xfrm>
              <a:off x="632520" y="5884721"/>
              <a:ext cx="1188000" cy="180000"/>
              <a:chOff x="666428" y="4570824"/>
              <a:chExt cx="1188000" cy="180000"/>
            </a:xfrm>
          </p:grpSpPr>
          <p:sp>
            <p:nvSpPr>
              <p:cNvPr id="164" name="모서리가 둥근 직사각형 16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176"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1" name="그룹 160"/>
            <p:cNvGrpSpPr/>
            <p:nvPr/>
          </p:nvGrpSpPr>
          <p:grpSpPr>
            <a:xfrm>
              <a:off x="632520" y="3825064"/>
              <a:ext cx="1188000" cy="180000"/>
              <a:chOff x="666428" y="4310612"/>
              <a:chExt cx="1188000" cy="180000"/>
            </a:xfrm>
          </p:grpSpPr>
          <p:sp>
            <p:nvSpPr>
              <p:cNvPr id="162" name="모서리가 둥근 직사각형 16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163"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40" name="그룹 239"/>
          <p:cNvGrpSpPr/>
          <p:nvPr/>
        </p:nvGrpSpPr>
        <p:grpSpPr>
          <a:xfrm>
            <a:off x="507554" y="1602349"/>
            <a:ext cx="3075218" cy="252000"/>
            <a:chOff x="507554" y="1537742"/>
            <a:chExt cx="3075218" cy="252000"/>
          </a:xfrm>
        </p:grpSpPr>
        <p:pic>
          <p:nvPicPr>
            <p:cNvPr id="241"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4" name="그룹 243"/>
            <p:cNvGrpSpPr/>
            <p:nvPr/>
          </p:nvGrpSpPr>
          <p:grpSpPr>
            <a:xfrm>
              <a:off x="2288704" y="1581175"/>
              <a:ext cx="1294068" cy="166725"/>
              <a:chOff x="2288704" y="1581175"/>
              <a:chExt cx="1294068" cy="166725"/>
            </a:xfrm>
          </p:grpSpPr>
          <p:sp>
            <p:nvSpPr>
              <p:cNvPr id="246" name="직사각형 245"/>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47" name="직사각형 246"/>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48" name="그룹 247"/>
          <p:cNvGrpSpPr/>
          <p:nvPr/>
        </p:nvGrpSpPr>
        <p:grpSpPr>
          <a:xfrm>
            <a:off x="624623" y="6165304"/>
            <a:ext cx="1188000" cy="180000"/>
            <a:chOff x="666428" y="3785432"/>
            <a:chExt cx="1188000" cy="180000"/>
          </a:xfrm>
        </p:grpSpPr>
        <p:sp>
          <p:nvSpPr>
            <p:cNvPr id="255" name="모서리가 둥근 직사각형 25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10906" y="6407787"/>
            <a:ext cx="1188000" cy="180000"/>
            <a:chOff x="666428" y="5881828"/>
            <a:chExt cx="1188000" cy="180000"/>
          </a:xfrm>
        </p:grpSpPr>
        <p:sp>
          <p:nvSpPr>
            <p:cNvPr id="258" name="모서리가 둥근 직사각형 257"/>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59"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516351119"/>
      </p:ext>
    </p:extLst>
  </p:cSld>
  <p:clrMapOvr>
    <a:masterClrMapping/>
  </p:clrMapOvr>
  <p:transition>
    <p:wipe dir="r"/>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성적 </a:t>
            </a:r>
            <a:r>
              <a:rPr lang="en-US" altLang="ko-KR" sz="800" spc="-60" dirty="0" smtClean="0">
                <a:latin typeface="+mn-ea"/>
                <a:ea typeface="+mn-ea"/>
              </a:rPr>
              <a:t>&gt; </a:t>
            </a:r>
            <a:r>
              <a:rPr lang="ko-KR" altLang="en-US" sz="800" spc="-60" dirty="0" smtClean="0">
                <a:latin typeface="+mn-ea"/>
                <a:ea typeface="+mn-ea"/>
              </a:rPr>
              <a:t>성적 이의 신청 </a:t>
            </a:r>
            <a:r>
              <a:rPr lang="en-US" altLang="ko-KR" sz="800" spc="-60" dirty="0" smtClean="0">
                <a:latin typeface="+mn-ea"/>
                <a:ea typeface="+mn-ea"/>
              </a:rPr>
              <a:t>&gt; </a:t>
            </a:r>
            <a:r>
              <a:rPr lang="ko-KR" altLang="en-US" sz="800" spc="-60" dirty="0" smtClean="0">
                <a:latin typeface="+mn-ea"/>
                <a:ea typeface="+mn-ea"/>
              </a:rPr>
              <a:t>수강과목</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65</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800000" cy="180000"/>
              <a:chOff x="524640" y="2276872"/>
              <a:chExt cx="1800000" cy="180000"/>
            </a:xfrm>
          </p:grpSpPr>
          <p:sp>
            <p:nvSpPr>
              <p:cNvPr id="399" name="모서리가 둥근 직사각형 398"/>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성적 </a:t>
                </a:r>
                <a:r>
                  <a:rPr kumimoji="1" lang="en-US" altLang="ko-KR" sz="900" dirty="0" smtClean="0">
                    <a:solidFill>
                      <a:schemeClr val="tx1">
                        <a:lumMod val="75000"/>
                        <a:lumOff val="25000"/>
                      </a:schemeClr>
                    </a:solidFill>
                    <a:latin typeface="+mn-ea"/>
                    <a:ea typeface="+mn-ea"/>
                    <a:cs typeface="Calibri" pitchFamily="34" charset="0"/>
                  </a:rPr>
                  <a:t>&gt; </a:t>
                </a:r>
                <a:r>
                  <a:rPr kumimoji="1" lang="ko-KR" altLang="en-US" sz="900" dirty="0" smtClean="0">
                    <a:solidFill>
                      <a:schemeClr val="tx1">
                        <a:lumMod val="75000"/>
                        <a:lumOff val="25000"/>
                      </a:schemeClr>
                    </a:solidFill>
                    <a:latin typeface="+mn-ea"/>
                    <a:ea typeface="+mn-ea"/>
                    <a:cs typeface="Calibri" pitchFamily="34" charset="0"/>
                  </a:rPr>
                  <a:t>성적 이의 신청</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KNOU_UI_C01021400_03</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나의성적</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022896"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2676558217"/>
              </p:ext>
            </p:extLst>
          </p:nvPr>
        </p:nvGraphicFramePr>
        <p:xfrm>
          <a:off x="10245588" y="1492213"/>
          <a:ext cx="1404156" cy="55554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나의성적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검색결과 건수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성적이의신청기간에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신청하기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답변 전 수정 가능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수정하기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답변확인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통합관리자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수업운영도구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수업업무 일정관리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rgbClr val="0070C0"/>
                          </a:solidFill>
                          <a:latin typeface="+mn-ea"/>
                          <a:ea typeface="+mn-ea"/>
                          <a:cs typeface="+mn-cs"/>
                        </a:rPr>
                        <a:t>성적이의신청기간</a:t>
                      </a:r>
                      <a:r>
                        <a:rPr lang="ko-KR" altLang="en-US" sz="800" kern="1200" baseline="0" dirty="0" smtClean="0">
                          <a:solidFill>
                            <a:schemeClr val="tx1">
                              <a:lumMod val="75000"/>
                              <a:lumOff val="25000"/>
                            </a:schemeClr>
                          </a:solidFill>
                          <a:latin typeface="+mn-ea"/>
                          <a:ea typeface="+mn-ea"/>
                          <a:cs typeface="+mn-cs"/>
                        </a:rPr>
                        <a:t> 연계</a:t>
                      </a: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02" name="직사각형 301"/>
          <p:cNvSpPr/>
          <p:nvPr/>
        </p:nvSpPr>
        <p:spPr>
          <a:xfrm>
            <a:off x="1969327" y="2675010"/>
            <a:ext cx="7477200" cy="11232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03" name="직사각형 302"/>
          <p:cNvSpPr/>
          <p:nvPr/>
        </p:nvSpPr>
        <p:spPr>
          <a:xfrm>
            <a:off x="1870800" y="3995539"/>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304" name="모서리가 둥근 직사각형 303"/>
          <p:cNvSpPr/>
          <p:nvPr/>
        </p:nvSpPr>
        <p:spPr>
          <a:xfrm>
            <a:off x="8483588" y="3537032"/>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5" name="그룹 304"/>
          <p:cNvGrpSpPr/>
          <p:nvPr/>
        </p:nvGrpSpPr>
        <p:grpSpPr>
          <a:xfrm>
            <a:off x="2019008" y="2742828"/>
            <a:ext cx="2392552" cy="215444"/>
            <a:chOff x="2936776" y="2742828"/>
            <a:chExt cx="2392552" cy="215444"/>
          </a:xfrm>
        </p:grpSpPr>
        <p:grpSp>
          <p:nvGrpSpPr>
            <p:cNvPr id="306" name="그룹 305"/>
            <p:cNvGrpSpPr/>
            <p:nvPr/>
          </p:nvGrpSpPr>
          <p:grpSpPr>
            <a:xfrm>
              <a:off x="3853253" y="2765514"/>
              <a:ext cx="1476075" cy="180000"/>
              <a:chOff x="8094882" y="2394429"/>
              <a:chExt cx="1476075" cy="180000"/>
            </a:xfrm>
          </p:grpSpPr>
          <p:sp>
            <p:nvSpPr>
              <p:cNvPr id="308"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09"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07" name="직사각형 306"/>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311" name="그룹 310"/>
          <p:cNvGrpSpPr/>
          <p:nvPr/>
        </p:nvGrpSpPr>
        <p:grpSpPr>
          <a:xfrm>
            <a:off x="2872788" y="2589287"/>
            <a:ext cx="234360" cy="200055"/>
            <a:chOff x="1152270" y="11706839"/>
            <a:chExt cx="234360" cy="200055"/>
          </a:xfrm>
        </p:grpSpPr>
        <p:sp>
          <p:nvSpPr>
            <p:cNvPr id="313" name="모서리가 둥근 직사각형 3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14" name="직사각형 3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315" name="Group 37"/>
          <p:cNvGraphicFramePr>
            <a:graphicFrameLocks noGrp="1"/>
          </p:cNvGraphicFramePr>
          <p:nvPr>
            <p:extLst>
              <p:ext uri="{D42A27DB-BD31-4B8C-83A1-F6EECF244321}">
                <p14:modId xmlns:p14="http://schemas.microsoft.com/office/powerpoint/2010/main" val="33315156"/>
              </p:ext>
            </p:extLst>
          </p:nvPr>
        </p:nvGraphicFramePr>
        <p:xfrm>
          <a:off x="1975899" y="4248090"/>
          <a:ext cx="8250321" cy="1642702"/>
        </p:xfrm>
        <a:graphic>
          <a:graphicData uri="http://schemas.openxmlformats.org/drawingml/2006/table">
            <a:tbl>
              <a:tblPr/>
              <a:tblGrid>
                <a:gridCol w="311712">
                  <a:extLst>
                    <a:ext uri="{9D8B030D-6E8A-4147-A177-3AD203B41FA5}">
                      <a16:colId xmlns="" xmlns:a16="http://schemas.microsoft.com/office/drawing/2014/main" val="20001"/>
                    </a:ext>
                  </a:extLst>
                </a:gridCol>
                <a:gridCol w="432362"/>
                <a:gridCol w="311712"/>
                <a:gridCol w="616417"/>
                <a:gridCol w="549838"/>
                <a:gridCol w="1335650"/>
                <a:gridCol w="311713"/>
                <a:gridCol w="514913"/>
                <a:gridCol w="1219763"/>
                <a:gridCol w="878450"/>
                <a:gridCol w="311712"/>
                <a:gridCol w="878450"/>
                <a:gridCol w="577629"/>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시험구분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여름학기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X</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수시고사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기말고사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86752" marR="86752"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기말고사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16" name="Track"/>
          <p:cNvSpPr>
            <a:spLocks/>
          </p:cNvSpPr>
          <p:nvPr>
            <p:custDataLst>
              <p:tags r:id="rId1"/>
            </p:custDataLst>
          </p:nvPr>
        </p:nvSpPr>
        <p:spPr bwMode="auto">
          <a:xfrm>
            <a:off x="10166384" y="4447243"/>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317" name="직사각형 316"/>
          <p:cNvSpPr/>
          <p:nvPr/>
        </p:nvSpPr>
        <p:spPr>
          <a:xfrm>
            <a:off x="2432720" y="3997221"/>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22" name="그룹 321"/>
          <p:cNvGrpSpPr/>
          <p:nvPr/>
        </p:nvGrpSpPr>
        <p:grpSpPr>
          <a:xfrm>
            <a:off x="3046236" y="3851523"/>
            <a:ext cx="234360" cy="200055"/>
            <a:chOff x="1152270" y="11706839"/>
            <a:chExt cx="234360" cy="200055"/>
          </a:xfrm>
        </p:grpSpPr>
        <p:sp>
          <p:nvSpPr>
            <p:cNvPr id="323" name="모서리가 둥근 직사각형 3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4" name="직사각형 3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163" name="양쪽 모서리가 둥근 사각형 162"/>
          <p:cNvSpPr/>
          <p:nvPr/>
        </p:nvSpPr>
        <p:spPr>
          <a:xfrm>
            <a:off x="8100306" y="4014695"/>
            <a:ext cx="900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 성적 이의 신청</a:t>
            </a:r>
          </a:p>
        </p:txBody>
      </p:sp>
      <p:sp>
        <p:nvSpPr>
          <p:cNvPr id="164" name="양쪽 모서리가 둥근 사각형 163"/>
          <p:cNvSpPr/>
          <p:nvPr/>
        </p:nvSpPr>
        <p:spPr>
          <a:xfrm>
            <a:off x="7155053" y="4014589"/>
            <a:ext cx="900000" cy="1836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나의 성적</a:t>
            </a:r>
          </a:p>
        </p:txBody>
      </p:sp>
      <p:sp>
        <p:nvSpPr>
          <p:cNvPr id="162" name="직사각형 161"/>
          <p:cNvSpPr/>
          <p:nvPr/>
        </p:nvSpPr>
        <p:spPr>
          <a:xfrm>
            <a:off x="1972491" y="6129328"/>
            <a:ext cx="74700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800" dirty="0" smtClean="0">
                <a:solidFill>
                  <a:schemeClr val="tx1">
                    <a:lumMod val="75000"/>
                    <a:lumOff val="25000"/>
                  </a:schemeClr>
                </a:solidFill>
              </a:rPr>
              <a:t>성적이의신청기간 </a:t>
            </a:r>
            <a:r>
              <a:rPr lang="en-US" altLang="ko-KR" sz="800" dirty="0" smtClean="0">
                <a:solidFill>
                  <a:schemeClr val="tx1">
                    <a:lumMod val="75000"/>
                    <a:lumOff val="25000"/>
                  </a:schemeClr>
                </a:solidFill>
              </a:rPr>
              <a:t>: 2025.12.26 10:00 ~ 2026.01.10 23:59</a:t>
            </a:r>
            <a:endParaRPr lang="ko-KR" altLang="en-US" sz="800" dirty="0">
              <a:solidFill>
                <a:schemeClr val="tx1">
                  <a:lumMod val="75000"/>
                  <a:lumOff val="25000"/>
                </a:schemeClr>
              </a:solidFill>
            </a:endParaRPr>
          </a:p>
        </p:txBody>
      </p:sp>
      <p:grpSp>
        <p:nvGrpSpPr>
          <p:cNvPr id="332" name="그룹 331"/>
          <p:cNvGrpSpPr/>
          <p:nvPr/>
        </p:nvGrpSpPr>
        <p:grpSpPr>
          <a:xfrm>
            <a:off x="4160912" y="6152698"/>
            <a:ext cx="234360" cy="200055"/>
            <a:chOff x="1152270" y="11706839"/>
            <a:chExt cx="234360" cy="200055"/>
          </a:xfrm>
        </p:grpSpPr>
        <p:sp>
          <p:nvSpPr>
            <p:cNvPr id="333" name="모서리가 둥근 직사각형 33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35" name="직사각형 33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166" name="Rectangle 122"/>
          <p:cNvSpPr>
            <a:spLocks noChangeArrowheads="1"/>
          </p:cNvSpPr>
          <p:nvPr/>
        </p:nvSpPr>
        <p:spPr bwMode="auto">
          <a:xfrm>
            <a:off x="9669060" y="4485824"/>
            <a:ext cx="468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67" name="Rectangle 122"/>
          <p:cNvSpPr>
            <a:spLocks noChangeArrowheads="1"/>
          </p:cNvSpPr>
          <p:nvPr/>
        </p:nvSpPr>
        <p:spPr bwMode="auto">
          <a:xfrm>
            <a:off x="9665392" y="4731543"/>
            <a:ext cx="468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신청하기</a:t>
            </a:r>
            <a:endParaRPr lang="ko-KR" altLang="en-US" sz="800" kern="0" dirty="0">
              <a:solidFill>
                <a:schemeClr val="tx1">
                  <a:lumMod val="75000"/>
                  <a:lumOff val="25000"/>
                </a:schemeClr>
              </a:solidFill>
              <a:latin typeface="+mn-ea"/>
              <a:ea typeface="+mn-ea"/>
            </a:endParaRPr>
          </a:p>
        </p:txBody>
      </p:sp>
      <p:sp>
        <p:nvSpPr>
          <p:cNvPr id="168" name="Rectangle 122"/>
          <p:cNvSpPr>
            <a:spLocks noChangeArrowheads="1"/>
          </p:cNvSpPr>
          <p:nvPr/>
        </p:nvSpPr>
        <p:spPr bwMode="auto">
          <a:xfrm>
            <a:off x="9669584" y="4966617"/>
            <a:ext cx="468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a:t>
            </a:r>
            <a:r>
              <a:rPr lang="ko-KR" altLang="en-US" sz="800" kern="0" dirty="0">
                <a:solidFill>
                  <a:schemeClr val="tx1">
                    <a:lumMod val="75000"/>
                    <a:lumOff val="25000"/>
                  </a:schemeClr>
                </a:solidFill>
                <a:latin typeface="+mn-ea"/>
                <a:ea typeface="+mn-ea"/>
              </a:rPr>
              <a:t>정</a:t>
            </a:r>
            <a:r>
              <a:rPr lang="ko-KR" altLang="en-US" sz="800" kern="0" dirty="0" smtClean="0">
                <a:solidFill>
                  <a:schemeClr val="tx1">
                    <a:lumMod val="75000"/>
                    <a:lumOff val="25000"/>
                  </a:schemeClr>
                </a:solidFill>
                <a:latin typeface="+mn-ea"/>
                <a:ea typeface="+mn-ea"/>
              </a:rPr>
              <a:t>하기</a:t>
            </a:r>
            <a:endParaRPr lang="ko-KR" altLang="en-US" sz="800" kern="0" dirty="0">
              <a:solidFill>
                <a:schemeClr val="tx1">
                  <a:lumMod val="75000"/>
                  <a:lumOff val="25000"/>
                </a:schemeClr>
              </a:solidFill>
              <a:latin typeface="+mn-ea"/>
              <a:ea typeface="+mn-ea"/>
            </a:endParaRPr>
          </a:p>
        </p:txBody>
      </p:sp>
      <p:sp>
        <p:nvSpPr>
          <p:cNvPr id="170" name="Rectangle 122"/>
          <p:cNvSpPr>
            <a:spLocks noChangeArrowheads="1"/>
          </p:cNvSpPr>
          <p:nvPr/>
        </p:nvSpPr>
        <p:spPr bwMode="auto">
          <a:xfrm>
            <a:off x="9669584" y="5207024"/>
            <a:ext cx="468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1" name="Rectangle 122"/>
          <p:cNvSpPr>
            <a:spLocks noChangeArrowheads="1"/>
          </p:cNvSpPr>
          <p:nvPr/>
        </p:nvSpPr>
        <p:spPr bwMode="auto">
          <a:xfrm>
            <a:off x="9669584" y="5446290"/>
            <a:ext cx="468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2" name="Rectangle 122"/>
          <p:cNvSpPr>
            <a:spLocks noChangeArrowheads="1"/>
          </p:cNvSpPr>
          <p:nvPr/>
        </p:nvSpPr>
        <p:spPr bwMode="auto">
          <a:xfrm>
            <a:off x="9665392" y="5677172"/>
            <a:ext cx="468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grpSp>
        <p:nvGrpSpPr>
          <p:cNvPr id="173" name="그룹 172"/>
          <p:cNvGrpSpPr/>
          <p:nvPr/>
        </p:nvGrpSpPr>
        <p:grpSpPr>
          <a:xfrm>
            <a:off x="9485157" y="4682391"/>
            <a:ext cx="234360" cy="200055"/>
            <a:chOff x="1152270" y="11706839"/>
            <a:chExt cx="234360" cy="200055"/>
          </a:xfrm>
        </p:grpSpPr>
        <p:sp>
          <p:nvSpPr>
            <p:cNvPr id="174" name="모서리가 둥근 직사각형 17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5" name="직사각형 17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176" name="그룹 175"/>
          <p:cNvGrpSpPr/>
          <p:nvPr/>
        </p:nvGrpSpPr>
        <p:grpSpPr>
          <a:xfrm>
            <a:off x="9487468" y="4919037"/>
            <a:ext cx="234360" cy="200055"/>
            <a:chOff x="1152270" y="11706839"/>
            <a:chExt cx="234360" cy="200055"/>
          </a:xfrm>
        </p:grpSpPr>
        <p:sp>
          <p:nvSpPr>
            <p:cNvPr id="177" name="모서리가 둥근 직사각형 1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8" name="직사각형 17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179" name="그룹 178"/>
          <p:cNvGrpSpPr/>
          <p:nvPr/>
        </p:nvGrpSpPr>
        <p:grpSpPr>
          <a:xfrm>
            <a:off x="9487468" y="5154111"/>
            <a:ext cx="234360" cy="200055"/>
            <a:chOff x="1152270" y="11706839"/>
            <a:chExt cx="234360" cy="200055"/>
          </a:xfrm>
        </p:grpSpPr>
        <p:sp>
          <p:nvSpPr>
            <p:cNvPr id="180" name="모서리가 둥근 직사각형 1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1" name="직사각형 18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185" name="타원 184"/>
          <p:cNvSpPr/>
          <p:nvPr/>
        </p:nvSpPr>
        <p:spPr>
          <a:xfrm>
            <a:off x="8871636" y="4058022"/>
            <a:ext cx="108000" cy="10800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grpSp>
        <p:nvGrpSpPr>
          <p:cNvPr id="186" name="그룹 185"/>
          <p:cNvGrpSpPr/>
          <p:nvPr/>
        </p:nvGrpSpPr>
        <p:grpSpPr>
          <a:xfrm>
            <a:off x="2019722" y="3251076"/>
            <a:ext cx="1636477" cy="215444"/>
            <a:chOff x="2936776" y="2742828"/>
            <a:chExt cx="1636477" cy="215444"/>
          </a:xfrm>
        </p:grpSpPr>
        <p:sp>
          <p:nvSpPr>
            <p:cNvPr id="189" name="Rectangle 122"/>
            <p:cNvSpPr>
              <a:spLocks noChangeArrowheads="1"/>
            </p:cNvSpPr>
            <p:nvPr/>
          </p:nvSpPr>
          <p:spPr bwMode="auto">
            <a:xfrm>
              <a:off x="3853253" y="276551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시험구분  ▼ </a:t>
              </a:r>
              <a:endParaRPr lang="ko-KR" altLang="en-US" sz="800" kern="0" dirty="0">
                <a:solidFill>
                  <a:schemeClr val="tx1">
                    <a:lumMod val="75000"/>
                    <a:lumOff val="25000"/>
                  </a:schemeClr>
                </a:solidFill>
                <a:latin typeface="+mn-ea"/>
                <a:ea typeface="+mn-ea"/>
              </a:endParaRPr>
            </a:p>
          </p:txBody>
        </p:sp>
        <p:sp>
          <p:nvSpPr>
            <p:cNvPr id="188" name="직사각형 187"/>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시험구분</a:t>
              </a:r>
              <a:endParaRPr lang="ko-KR" altLang="en-US" sz="800" dirty="0">
                <a:solidFill>
                  <a:srgbClr val="FF0000"/>
                </a:solidFill>
                <a:latin typeface="+mn-ea"/>
                <a:ea typeface="+mn-ea"/>
              </a:endParaRPr>
            </a:p>
          </p:txBody>
        </p:sp>
      </p:grpSp>
      <p:grpSp>
        <p:nvGrpSpPr>
          <p:cNvPr id="191" name="그룹 190"/>
          <p:cNvGrpSpPr/>
          <p:nvPr/>
        </p:nvGrpSpPr>
        <p:grpSpPr>
          <a:xfrm>
            <a:off x="2019722" y="3514145"/>
            <a:ext cx="1636477" cy="215444"/>
            <a:chOff x="2936776" y="2742828"/>
            <a:chExt cx="1636477" cy="215444"/>
          </a:xfrm>
        </p:grpSpPr>
        <p:sp>
          <p:nvSpPr>
            <p:cNvPr id="193" name="Rectangle 122"/>
            <p:cNvSpPr>
              <a:spLocks noChangeArrowheads="1"/>
            </p:cNvSpPr>
            <p:nvPr/>
          </p:nvSpPr>
          <p:spPr bwMode="auto">
            <a:xfrm>
              <a:off x="3853253" y="2765514"/>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승인여부  ▼ </a:t>
              </a:r>
              <a:endParaRPr lang="ko-KR" altLang="en-US" sz="800" kern="0" dirty="0">
                <a:solidFill>
                  <a:schemeClr val="tx1">
                    <a:lumMod val="75000"/>
                    <a:lumOff val="25000"/>
                  </a:schemeClr>
                </a:solidFill>
                <a:latin typeface="+mn-ea"/>
                <a:ea typeface="+mn-ea"/>
              </a:endParaRPr>
            </a:p>
          </p:txBody>
        </p:sp>
        <p:sp>
          <p:nvSpPr>
            <p:cNvPr id="223" name="직사각형 22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승인여부</a:t>
              </a:r>
              <a:endParaRPr lang="ko-KR" altLang="en-US" sz="800" dirty="0">
                <a:solidFill>
                  <a:srgbClr val="FF0000"/>
                </a:solidFill>
                <a:latin typeface="+mn-ea"/>
                <a:ea typeface="+mn-ea"/>
              </a:endParaRPr>
            </a:p>
          </p:txBody>
        </p:sp>
      </p:grpSp>
      <p:sp>
        <p:nvSpPr>
          <p:cNvPr id="224" name="Rectangle 122"/>
          <p:cNvSpPr>
            <a:spLocks noChangeArrowheads="1"/>
          </p:cNvSpPr>
          <p:nvPr/>
        </p:nvSpPr>
        <p:spPr bwMode="auto">
          <a:xfrm>
            <a:off x="9050071" y="4007180"/>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182" name="그룹 181"/>
          <p:cNvGrpSpPr/>
          <p:nvPr/>
        </p:nvGrpSpPr>
        <p:grpSpPr>
          <a:xfrm>
            <a:off x="2029247" y="3007057"/>
            <a:ext cx="4597216" cy="215444"/>
            <a:chOff x="2029247" y="3007057"/>
            <a:chExt cx="4597216" cy="215444"/>
          </a:xfrm>
        </p:grpSpPr>
        <p:sp>
          <p:nvSpPr>
            <p:cNvPr id="183" name="Rectangle 122"/>
            <p:cNvSpPr>
              <a:spLocks noChangeArrowheads="1"/>
            </p:cNvSpPr>
            <p:nvPr/>
          </p:nvSpPr>
          <p:spPr bwMode="auto">
            <a:xfrm>
              <a:off x="4826463" y="3020218"/>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84" name="직사각형 183"/>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187" name="Rectangle 122"/>
            <p:cNvSpPr>
              <a:spLocks noChangeArrowheads="1"/>
            </p:cNvSpPr>
            <p:nvPr/>
          </p:nvSpPr>
          <p:spPr bwMode="auto">
            <a:xfrm>
              <a:off x="2946301" y="3023451"/>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90"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grpSp>
        <p:nvGrpSpPr>
          <p:cNvPr id="231" name="그룹 230"/>
          <p:cNvGrpSpPr/>
          <p:nvPr/>
        </p:nvGrpSpPr>
        <p:grpSpPr>
          <a:xfrm>
            <a:off x="626748" y="2104281"/>
            <a:ext cx="1245456" cy="3960440"/>
            <a:chOff x="626748" y="2104281"/>
            <a:chExt cx="1245456" cy="3960440"/>
          </a:xfrm>
        </p:grpSpPr>
        <p:grpSp>
          <p:nvGrpSpPr>
            <p:cNvPr id="232" name="그룹 231"/>
            <p:cNvGrpSpPr/>
            <p:nvPr/>
          </p:nvGrpSpPr>
          <p:grpSpPr>
            <a:xfrm>
              <a:off x="629956" y="3318264"/>
              <a:ext cx="1188000" cy="180000"/>
              <a:chOff x="666428" y="3785432"/>
              <a:chExt cx="1188000" cy="180000"/>
            </a:xfrm>
          </p:grpSpPr>
          <p:sp>
            <p:nvSpPr>
              <p:cNvPr id="359" name="모서리가 둥근 직사각형 35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6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29956" y="3568824"/>
              <a:ext cx="1188000" cy="180000"/>
              <a:chOff x="666428" y="4310612"/>
              <a:chExt cx="1188000" cy="180000"/>
            </a:xfrm>
          </p:grpSpPr>
          <p:sp>
            <p:nvSpPr>
              <p:cNvPr id="357" name="모서리가 둥근 직사각형 35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5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9955" y="3042501"/>
              <a:ext cx="1188000" cy="180000"/>
              <a:chOff x="666427" y="3266516"/>
              <a:chExt cx="1188000" cy="180000"/>
            </a:xfrm>
          </p:grpSpPr>
          <p:sp>
            <p:nvSpPr>
              <p:cNvPr id="355" name="모서리가 둥근 직사각형 35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5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29956" y="4106828"/>
              <a:ext cx="1188000" cy="180000"/>
              <a:chOff x="666428" y="4570824"/>
              <a:chExt cx="1188000" cy="180000"/>
            </a:xfrm>
          </p:grpSpPr>
          <p:sp>
            <p:nvSpPr>
              <p:cNvPr id="353" name="모서리가 둥근 직사각형 35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54"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7" name="그룹 236"/>
            <p:cNvGrpSpPr/>
            <p:nvPr/>
          </p:nvGrpSpPr>
          <p:grpSpPr>
            <a:xfrm>
              <a:off x="629956" y="5568923"/>
              <a:ext cx="1188000" cy="180000"/>
              <a:chOff x="666428" y="5096004"/>
              <a:chExt cx="1188000" cy="180000"/>
            </a:xfrm>
          </p:grpSpPr>
          <p:sp>
            <p:nvSpPr>
              <p:cNvPr id="351" name="모서리가 둥근 직사각형 350"/>
              <p:cNvSpPr/>
              <p:nvPr/>
            </p:nvSpPr>
            <p:spPr bwMode="auto">
              <a:xfrm>
                <a:off x="666428" y="5096004"/>
                <a:ext cx="1188000" cy="180000"/>
              </a:xfrm>
              <a:prstGeom prst="roundRect">
                <a:avLst/>
              </a:prstGeom>
              <a:solidFill>
                <a:schemeClr val="bg1"/>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나의성적</a:t>
                </a:r>
                <a:endParaRPr kumimoji="1" lang="ko-KR" altLang="en-US" sz="800" dirty="0">
                  <a:solidFill>
                    <a:schemeClr val="tx1">
                      <a:lumMod val="75000"/>
                      <a:lumOff val="25000"/>
                    </a:schemeClr>
                  </a:solidFill>
                  <a:latin typeface="+mn-ea"/>
                  <a:ea typeface="+mn-ea"/>
                  <a:cs typeface="Calibri" pitchFamily="34" charset="0"/>
                </a:endParaRPr>
              </a:p>
            </p:txBody>
          </p:sp>
          <p:pic>
            <p:nvPicPr>
              <p:cNvPr id="352"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1150" y="4387873"/>
              <a:ext cx="1188000" cy="180000"/>
              <a:chOff x="666428" y="4570824"/>
              <a:chExt cx="1188000" cy="180000"/>
            </a:xfrm>
          </p:grpSpPr>
          <p:sp>
            <p:nvSpPr>
              <p:cNvPr id="347" name="모서리가 둥근 직사각형 34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48"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29956" y="4675443"/>
              <a:ext cx="1188000" cy="180000"/>
              <a:chOff x="666428" y="4310612"/>
              <a:chExt cx="1188000" cy="180000"/>
            </a:xfrm>
          </p:grpSpPr>
          <p:sp>
            <p:nvSpPr>
              <p:cNvPr id="345" name="모서리가 둥근 직사각형 34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46"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6748" y="2104281"/>
              <a:ext cx="1245456" cy="442923"/>
              <a:chOff x="468506" y="2320305"/>
              <a:chExt cx="1245456" cy="442923"/>
            </a:xfrm>
          </p:grpSpPr>
          <p:sp>
            <p:nvSpPr>
              <p:cNvPr id="342" name="직사각형 341"/>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43"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44" name="TextBox 343"/>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46" name="그룹 245"/>
            <p:cNvGrpSpPr/>
            <p:nvPr/>
          </p:nvGrpSpPr>
          <p:grpSpPr>
            <a:xfrm>
              <a:off x="632520" y="4975116"/>
              <a:ext cx="1188000" cy="180000"/>
              <a:chOff x="666428" y="4310612"/>
              <a:chExt cx="1188000" cy="180000"/>
            </a:xfrm>
          </p:grpSpPr>
          <p:sp>
            <p:nvSpPr>
              <p:cNvPr id="331" name="모서리가 둥근 직사각형 33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41"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2520" y="2752353"/>
              <a:ext cx="1188000" cy="180000"/>
              <a:chOff x="666427" y="3266516"/>
              <a:chExt cx="1188000" cy="180000"/>
            </a:xfrm>
          </p:grpSpPr>
          <p:sp>
            <p:nvSpPr>
              <p:cNvPr id="329" name="모서리가 둥근 직사각형 32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3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32520" y="5257815"/>
              <a:ext cx="1188000" cy="180000"/>
              <a:chOff x="666428" y="4310612"/>
              <a:chExt cx="1188000" cy="180000"/>
            </a:xfrm>
          </p:grpSpPr>
          <p:sp>
            <p:nvSpPr>
              <p:cNvPr id="327" name="모서리가 둥근 직사각형 32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2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18" name="그룹 317"/>
            <p:cNvGrpSpPr/>
            <p:nvPr/>
          </p:nvGrpSpPr>
          <p:grpSpPr>
            <a:xfrm>
              <a:off x="632520" y="5884721"/>
              <a:ext cx="1188000" cy="180000"/>
              <a:chOff x="666428" y="4570824"/>
              <a:chExt cx="1188000" cy="180000"/>
            </a:xfrm>
          </p:grpSpPr>
          <p:sp>
            <p:nvSpPr>
              <p:cNvPr id="325" name="모서리가 둥근 직사각형 32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326" name="Picture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19" name="그룹 318"/>
            <p:cNvGrpSpPr/>
            <p:nvPr/>
          </p:nvGrpSpPr>
          <p:grpSpPr>
            <a:xfrm>
              <a:off x="632520" y="3825064"/>
              <a:ext cx="1188000" cy="180000"/>
              <a:chOff x="666428" y="4310612"/>
              <a:chExt cx="1188000" cy="180000"/>
            </a:xfrm>
          </p:grpSpPr>
          <p:sp>
            <p:nvSpPr>
              <p:cNvPr id="320" name="모서리가 둥근 직사각형 31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21"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60" name="그룹 259"/>
          <p:cNvGrpSpPr/>
          <p:nvPr/>
        </p:nvGrpSpPr>
        <p:grpSpPr>
          <a:xfrm>
            <a:off x="507554" y="1602349"/>
            <a:ext cx="3075218" cy="252000"/>
            <a:chOff x="507554" y="1537742"/>
            <a:chExt cx="3075218" cy="252000"/>
          </a:xfrm>
        </p:grpSpPr>
        <p:pic>
          <p:nvPicPr>
            <p:cNvPr id="261" name="Picture 4"/>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2288704" y="1581175"/>
              <a:ext cx="1294068" cy="166725"/>
              <a:chOff x="2288704" y="1581175"/>
              <a:chExt cx="1294068" cy="166725"/>
            </a:xfrm>
          </p:grpSpPr>
          <p:sp>
            <p:nvSpPr>
              <p:cNvPr id="263" name="직사각형 2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4" name="직사각형 2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55" name="그룹 254"/>
          <p:cNvGrpSpPr/>
          <p:nvPr/>
        </p:nvGrpSpPr>
        <p:grpSpPr>
          <a:xfrm>
            <a:off x="624623" y="6165304"/>
            <a:ext cx="1188000" cy="180000"/>
            <a:chOff x="666428" y="3785432"/>
            <a:chExt cx="1188000" cy="180000"/>
          </a:xfrm>
        </p:grpSpPr>
        <p:sp>
          <p:nvSpPr>
            <p:cNvPr id="256" name="모서리가 둥근 직사각형 25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5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10906" y="6407787"/>
            <a:ext cx="1188000" cy="180000"/>
            <a:chOff x="666428" y="5881828"/>
            <a:chExt cx="1188000" cy="180000"/>
          </a:xfrm>
        </p:grpSpPr>
        <p:sp>
          <p:nvSpPr>
            <p:cNvPr id="259" name="모서리가 둥근 직사각형 25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5" name="Picture 1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958302574"/>
      </p:ext>
    </p:extLst>
  </p:cSld>
  <p:clrMapOvr>
    <a:masterClrMapping/>
  </p:clrMapOvr>
  <p:transition>
    <p:wipe dir="r"/>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 name="그룹 213"/>
          <p:cNvGrpSpPr/>
          <p:nvPr/>
        </p:nvGrpSpPr>
        <p:grpSpPr>
          <a:xfrm>
            <a:off x="507554" y="1602349"/>
            <a:ext cx="3075218" cy="252000"/>
            <a:chOff x="507554" y="1537742"/>
            <a:chExt cx="3075218" cy="252000"/>
          </a:xfrm>
        </p:grpSpPr>
        <p:pic>
          <p:nvPicPr>
            <p:cNvPr id="215"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6" name="그룹 215"/>
            <p:cNvGrpSpPr/>
            <p:nvPr/>
          </p:nvGrpSpPr>
          <p:grpSpPr>
            <a:xfrm>
              <a:off x="2288704" y="1581175"/>
              <a:ext cx="1294068" cy="166725"/>
              <a:chOff x="2288704" y="1581175"/>
              <a:chExt cx="1294068" cy="166725"/>
            </a:xfrm>
          </p:grpSpPr>
          <p:sp>
            <p:nvSpPr>
              <p:cNvPr id="311" name="직사각형 31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13" name="직사각형 312"/>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성적 </a:t>
            </a:r>
            <a:r>
              <a:rPr lang="en-US" altLang="ko-KR" sz="800" spc="-60" dirty="0" smtClean="0">
                <a:latin typeface="+mn-ea"/>
                <a:ea typeface="+mn-ea"/>
              </a:rPr>
              <a:t>&gt; </a:t>
            </a:r>
            <a:r>
              <a:rPr lang="ko-KR" altLang="en-US" sz="800" spc="-60" dirty="0" smtClean="0">
                <a:latin typeface="+mn-ea"/>
                <a:ea typeface="+mn-ea"/>
              </a:rPr>
              <a:t>성적 이의 신청 </a:t>
            </a:r>
            <a:r>
              <a:rPr lang="en-US" altLang="ko-KR" sz="800" spc="-60" dirty="0" smtClean="0">
                <a:latin typeface="+mn-ea"/>
                <a:ea typeface="+mn-ea"/>
              </a:rPr>
              <a:t>&gt; </a:t>
            </a:r>
            <a:r>
              <a:rPr lang="ko-KR" altLang="en-US" sz="800" spc="-60" dirty="0" smtClean="0">
                <a:latin typeface="+mn-ea"/>
                <a:ea typeface="+mn-ea"/>
              </a:rPr>
              <a:t>신청하기 레이어팝업</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66</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800000" cy="180000"/>
              <a:chOff x="524640" y="2276872"/>
              <a:chExt cx="1800000" cy="180000"/>
            </a:xfrm>
          </p:grpSpPr>
          <p:sp>
            <p:nvSpPr>
              <p:cNvPr id="399" name="모서리가 둥근 직사각형 398"/>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성적 </a:t>
                </a:r>
                <a:r>
                  <a:rPr kumimoji="1" lang="en-US" altLang="ko-KR" sz="900" dirty="0" smtClean="0">
                    <a:solidFill>
                      <a:schemeClr val="tx1">
                        <a:lumMod val="75000"/>
                        <a:lumOff val="25000"/>
                      </a:schemeClr>
                    </a:solidFill>
                    <a:latin typeface="+mn-ea"/>
                    <a:ea typeface="+mn-ea"/>
                    <a:cs typeface="Calibri" pitchFamily="34" charset="0"/>
                  </a:rPr>
                  <a:t>&gt; </a:t>
                </a:r>
                <a:r>
                  <a:rPr kumimoji="1" lang="ko-KR" altLang="en-US" sz="900" dirty="0" smtClean="0">
                    <a:solidFill>
                      <a:schemeClr val="tx1">
                        <a:lumMod val="75000"/>
                        <a:lumOff val="25000"/>
                      </a:schemeClr>
                    </a:solidFill>
                    <a:latin typeface="+mn-ea"/>
                    <a:ea typeface="+mn-ea"/>
                    <a:cs typeface="Calibri" pitchFamily="34" charset="0"/>
                  </a:rPr>
                  <a:t>성적 이의 신청</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KNOU_UI_C01021400_04</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나의성적</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60" name="그룹 259"/>
          <p:cNvGrpSpPr/>
          <p:nvPr/>
        </p:nvGrpSpPr>
        <p:grpSpPr>
          <a:xfrm>
            <a:off x="626748" y="2104281"/>
            <a:ext cx="1245456" cy="4063099"/>
            <a:chOff x="626748" y="2104281"/>
            <a:chExt cx="1245456" cy="4063099"/>
          </a:xfrm>
        </p:grpSpPr>
        <p:grpSp>
          <p:nvGrpSpPr>
            <p:cNvPr id="261" name="그룹 260"/>
            <p:cNvGrpSpPr/>
            <p:nvPr/>
          </p:nvGrpSpPr>
          <p:grpSpPr>
            <a:xfrm>
              <a:off x="629955" y="3042501"/>
              <a:ext cx="1188000" cy="180000"/>
              <a:chOff x="666427" y="3266516"/>
              <a:chExt cx="1188000" cy="180000"/>
            </a:xfrm>
          </p:grpSpPr>
          <p:sp>
            <p:nvSpPr>
              <p:cNvPr id="299" name="모서리가 둥근 직사각형 29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0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6748" y="2104281"/>
              <a:ext cx="1245456" cy="442923"/>
              <a:chOff x="468506" y="2320305"/>
              <a:chExt cx="1245456" cy="442923"/>
            </a:xfrm>
          </p:grpSpPr>
          <p:sp>
            <p:nvSpPr>
              <p:cNvPr id="296" name="직사각형 295"/>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97"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8" name="TextBox 297"/>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63" name="그룹 262"/>
            <p:cNvGrpSpPr/>
            <p:nvPr/>
          </p:nvGrpSpPr>
          <p:grpSpPr>
            <a:xfrm>
              <a:off x="632520" y="2752353"/>
              <a:ext cx="1188000" cy="180000"/>
              <a:chOff x="666427" y="3266516"/>
              <a:chExt cx="1188000" cy="180000"/>
            </a:xfrm>
          </p:grpSpPr>
          <p:sp>
            <p:nvSpPr>
              <p:cNvPr id="294" name="모서리가 둥근 직사각형 29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9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29956" y="3318264"/>
              <a:ext cx="1188000" cy="180000"/>
              <a:chOff x="666428" y="3785432"/>
              <a:chExt cx="1188000" cy="180000"/>
            </a:xfrm>
          </p:grpSpPr>
          <p:sp>
            <p:nvSpPr>
              <p:cNvPr id="292" name="모서리가 둥근 직사각형 29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9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5" name="그룹 264"/>
            <p:cNvGrpSpPr/>
            <p:nvPr/>
          </p:nvGrpSpPr>
          <p:grpSpPr>
            <a:xfrm>
              <a:off x="635889" y="3606924"/>
              <a:ext cx="1188000" cy="180000"/>
              <a:chOff x="666428" y="4310612"/>
              <a:chExt cx="1188000" cy="180000"/>
            </a:xfrm>
          </p:grpSpPr>
          <p:sp>
            <p:nvSpPr>
              <p:cNvPr id="290" name="모서리가 둥근 직사각형 28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29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35889" y="3892880"/>
              <a:ext cx="1188000" cy="180000"/>
              <a:chOff x="666428" y="4570824"/>
              <a:chExt cx="1188000" cy="180000"/>
            </a:xfrm>
          </p:grpSpPr>
          <p:sp>
            <p:nvSpPr>
              <p:cNvPr id="288" name="모서리가 둥근 직사각형 28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9"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7" name="그룹 266"/>
            <p:cNvGrpSpPr/>
            <p:nvPr/>
          </p:nvGrpSpPr>
          <p:grpSpPr>
            <a:xfrm>
              <a:off x="635889" y="5354975"/>
              <a:ext cx="1188000" cy="180000"/>
              <a:chOff x="666428" y="5096004"/>
              <a:chExt cx="1188000" cy="180000"/>
            </a:xfrm>
          </p:grpSpPr>
          <p:sp>
            <p:nvSpPr>
              <p:cNvPr id="286" name="모서리가 둥근 직사각형 285"/>
              <p:cNvSpPr/>
              <p:nvPr/>
            </p:nvSpPr>
            <p:spPr bwMode="auto">
              <a:xfrm>
                <a:off x="666428" y="5096004"/>
                <a:ext cx="1188000" cy="180000"/>
              </a:xfrm>
              <a:prstGeom prst="roundRect">
                <a:avLst/>
              </a:prstGeom>
              <a:solidFill>
                <a:schemeClr val="bg1"/>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나의성적</a:t>
                </a:r>
                <a:endParaRPr kumimoji="1" lang="ko-KR" altLang="en-US" sz="800" dirty="0">
                  <a:solidFill>
                    <a:schemeClr val="tx1">
                      <a:lumMod val="75000"/>
                      <a:lumOff val="25000"/>
                    </a:schemeClr>
                  </a:solidFill>
                  <a:latin typeface="+mn-ea"/>
                  <a:ea typeface="+mn-ea"/>
                  <a:cs typeface="Calibri" pitchFamily="34" charset="0"/>
                </a:endParaRPr>
              </a:p>
            </p:txBody>
          </p:sp>
          <p:pic>
            <p:nvPicPr>
              <p:cNvPr id="287"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40081" y="5987380"/>
              <a:ext cx="1188000" cy="180000"/>
              <a:chOff x="666428" y="3785432"/>
              <a:chExt cx="1188000" cy="180000"/>
            </a:xfrm>
          </p:grpSpPr>
          <p:sp>
            <p:nvSpPr>
              <p:cNvPr id="284" name="모서리가 둥근 직사각형 28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8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9" name="그룹 268"/>
            <p:cNvGrpSpPr/>
            <p:nvPr/>
          </p:nvGrpSpPr>
          <p:grpSpPr>
            <a:xfrm>
              <a:off x="637083" y="4173925"/>
              <a:ext cx="1188000" cy="180000"/>
              <a:chOff x="666428" y="4570824"/>
              <a:chExt cx="1188000" cy="180000"/>
            </a:xfrm>
          </p:grpSpPr>
          <p:sp>
            <p:nvSpPr>
              <p:cNvPr id="282" name="모서리가 둥근 직사각형 28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8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0" name="그룹 269"/>
            <p:cNvGrpSpPr/>
            <p:nvPr/>
          </p:nvGrpSpPr>
          <p:grpSpPr>
            <a:xfrm>
              <a:off x="635889" y="4461495"/>
              <a:ext cx="1188000" cy="180000"/>
              <a:chOff x="666428" y="4310612"/>
              <a:chExt cx="1188000" cy="180000"/>
            </a:xfrm>
          </p:grpSpPr>
          <p:sp>
            <p:nvSpPr>
              <p:cNvPr id="280" name="모서리가 둥근 직사각형 27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8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1" name="그룹 270"/>
            <p:cNvGrpSpPr/>
            <p:nvPr/>
          </p:nvGrpSpPr>
          <p:grpSpPr>
            <a:xfrm>
              <a:off x="638453" y="4761168"/>
              <a:ext cx="1188000" cy="180000"/>
              <a:chOff x="666428" y="4310612"/>
              <a:chExt cx="1188000" cy="180000"/>
            </a:xfrm>
          </p:grpSpPr>
          <p:sp>
            <p:nvSpPr>
              <p:cNvPr id="278" name="모서리가 둥근 직사각형 27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7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2" name="그룹 271"/>
            <p:cNvGrpSpPr/>
            <p:nvPr/>
          </p:nvGrpSpPr>
          <p:grpSpPr>
            <a:xfrm>
              <a:off x="638453" y="5043867"/>
              <a:ext cx="1188000" cy="180000"/>
              <a:chOff x="666428" y="4310612"/>
              <a:chExt cx="1188000" cy="180000"/>
            </a:xfrm>
          </p:grpSpPr>
          <p:sp>
            <p:nvSpPr>
              <p:cNvPr id="276" name="모서리가 둥근 직사각형 27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3" name="그룹 272"/>
            <p:cNvGrpSpPr/>
            <p:nvPr/>
          </p:nvGrpSpPr>
          <p:grpSpPr>
            <a:xfrm>
              <a:off x="638453" y="5670773"/>
              <a:ext cx="1188000" cy="180000"/>
              <a:chOff x="666428" y="4570824"/>
              <a:chExt cx="1188000" cy="180000"/>
            </a:xfrm>
          </p:grpSpPr>
          <p:sp>
            <p:nvSpPr>
              <p:cNvPr id="274" name="모서리가 둥근 직사각형 27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75"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aphicFrame>
        <p:nvGraphicFramePr>
          <p:cNvPr id="301" name="Group 175"/>
          <p:cNvGraphicFramePr>
            <a:graphicFrameLocks noGrp="1"/>
          </p:cNvGraphicFramePr>
          <p:nvPr>
            <p:extLst>
              <p:ext uri="{D42A27DB-BD31-4B8C-83A1-F6EECF244321}">
                <p14:modId xmlns:p14="http://schemas.microsoft.com/office/powerpoint/2010/main" val="1056467714"/>
              </p:ext>
            </p:extLst>
          </p:nvPr>
        </p:nvGraphicFramePr>
        <p:xfrm>
          <a:off x="9508554" y="1492213"/>
          <a:ext cx="1404156" cy="46410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FF0000"/>
                          </a:solidFill>
                          <a:latin typeface="+mn-lt"/>
                          <a:ea typeface="+mn-ea"/>
                          <a:cs typeface="+mn-cs"/>
                        </a:rPr>
                        <a:t>첨부된 파일 삭제가능</a:t>
                      </a:r>
                      <a:endParaRPr lang="en-US" altLang="ko-KR" sz="800" kern="1200" dirty="0" smtClean="0">
                        <a:solidFill>
                          <a:srgbClr val="FF000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신청일</a:t>
                      </a: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신청자자동입력</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신청일</a:t>
                      </a: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신청자 저장</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신청 정보 저장</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필수항목 체크 </a:t>
                      </a:r>
                      <a:r>
                        <a:rPr lang="en-US" altLang="ko-KR" sz="800" kern="1200" dirty="0" smtClean="0">
                          <a:solidFill>
                            <a:schemeClr val="tx1"/>
                          </a:solidFill>
                          <a:latin typeface="+mn-lt"/>
                          <a:ea typeface="+mn-ea"/>
                          <a:cs typeface="+mn-cs"/>
                        </a:rPr>
                        <a:t>: </a:t>
                      </a:r>
                      <a:r>
                        <a:rPr lang="ko-KR" altLang="en-US" sz="800" kern="1200" dirty="0" smtClean="0">
                          <a:solidFill>
                            <a:schemeClr val="tx1"/>
                          </a:solidFill>
                          <a:latin typeface="+mn-lt"/>
                          <a:ea typeface="+mn-ea"/>
                          <a:cs typeface="+mn-cs"/>
                        </a:rPr>
                        <a:t>이의신청사유</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제목 자동입력 </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성적 이의 신청합니다</a:t>
                      </a:r>
                      <a:r>
                        <a:rPr lang="en-US" altLang="ko-KR" sz="800" b="0" kern="1200" dirty="0" smtClean="0">
                          <a:solidFill>
                            <a:srgbClr val="0070C0"/>
                          </a:solidFill>
                          <a:latin typeface="+mn-ea"/>
                          <a:ea typeface="+mn-ea"/>
                          <a:cs typeface="+mn-cs"/>
                        </a:rPr>
                        <a:t>.”</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02" name="직사각형 301"/>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03" name="직사각형 302"/>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304" name="모서리가 둥근 직사각형 303"/>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5" name="그룹 304"/>
          <p:cNvGrpSpPr/>
          <p:nvPr/>
        </p:nvGrpSpPr>
        <p:grpSpPr>
          <a:xfrm>
            <a:off x="2019008" y="2742828"/>
            <a:ext cx="2392552" cy="215444"/>
            <a:chOff x="2936776" y="2742828"/>
            <a:chExt cx="2392552" cy="215444"/>
          </a:xfrm>
        </p:grpSpPr>
        <p:grpSp>
          <p:nvGrpSpPr>
            <p:cNvPr id="306" name="그룹 305"/>
            <p:cNvGrpSpPr/>
            <p:nvPr/>
          </p:nvGrpSpPr>
          <p:grpSpPr>
            <a:xfrm>
              <a:off x="3853253" y="2765514"/>
              <a:ext cx="1476075" cy="180000"/>
              <a:chOff x="8094882" y="2394429"/>
              <a:chExt cx="1476075" cy="180000"/>
            </a:xfrm>
          </p:grpSpPr>
          <p:sp>
            <p:nvSpPr>
              <p:cNvPr id="308"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09"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07" name="직사각형 306"/>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aphicFrame>
        <p:nvGraphicFramePr>
          <p:cNvPr id="315" name="Group 37"/>
          <p:cNvGraphicFramePr>
            <a:graphicFrameLocks noGrp="1"/>
          </p:cNvGraphicFramePr>
          <p:nvPr>
            <p:extLst>
              <p:ext uri="{D42A27DB-BD31-4B8C-83A1-F6EECF244321}">
                <p14:modId xmlns:p14="http://schemas.microsoft.com/office/powerpoint/2010/main" val="3572358979"/>
              </p:ext>
            </p:extLst>
          </p:nvPr>
        </p:nvGraphicFramePr>
        <p:xfrm>
          <a:off x="1975899" y="3681551"/>
          <a:ext cx="7471790" cy="1642702"/>
        </p:xfrm>
        <a:graphic>
          <a:graphicData uri="http://schemas.openxmlformats.org/drawingml/2006/table">
            <a:tbl>
              <a:tblPr/>
              <a:tblGrid>
                <a:gridCol w="350781">
                  <a:extLst>
                    <a:ext uri="{9D8B030D-6E8A-4147-A177-3AD203B41FA5}">
                      <a16:colId xmlns="" xmlns:a16="http://schemas.microsoft.com/office/drawing/2014/main" val="20001"/>
                    </a:ext>
                  </a:extLst>
                </a:gridCol>
                <a:gridCol w="486554"/>
                <a:gridCol w="350781"/>
                <a:gridCol w="350783"/>
                <a:gridCol w="1503058"/>
                <a:gridCol w="1372646"/>
                <a:gridCol w="988553"/>
                <a:gridCol w="350781"/>
                <a:gridCol w="988553"/>
                <a:gridCol w="72930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X</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16" name="Track"/>
          <p:cNvSpPr>
            <a:spLocks/>
          </p:cNvSpPr>
          <p:nvPr>
            <p:custDataLst>
              <p:tags r:id="rId1"/>
            </p:custDataLst>
          </p:nvPr>
        </p:nvSpPr>
        <p:spPr bwMode="auto">
          <a:xfrm>
            <a:off x="9393346"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317" name="직사각형 316"/>
          <p:cNvSpPr/>
          <p:nvPr/>
        </p:nvSpPr>
        <p:spPr>
          <a:xfrm>
            <a:off x="2432720"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25" name="그룹 324"/>
          <p:cNvGrpSpPr/>
          <p:nvPr/>
        </p:nvGrpSpPr>
        <p:grpSpPr>
          <a:xfrm>
            <a:off x="2029247" y="3007057"/>
            <a:ext cx="4335338" cy="215444"/>
            <a:chOff x="2029247" y="3007057"/>
            <a:chExt cx="4335338" cy="215444"/>
          </a:xfrm>
        </p:grpSpPr>
        <p:grpSp>
          <p:nvGrpSpPr>
            <p:cNvPr id="326" name="그룹 325"/>
            <p:cNvGrpSpPr/>
            <p:nvPr/>
          </p:nvGrpSpPr>
          <p:grpSpPr>
            <a:xfrm>
              <a:off x="2029247" y="3007057"/>
              <a:ext cx="4335338" cy="215444"/>
              <a:chOff x="2936776" y="2752353"/>
              <a:chExt cx="4335338" cy="215444"/>
            </a:xfrm>
          </p:grpSpPr>
          <p:sp>
            <p:nvSpPr>
              <p:cNvPr id="32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수강과목선택</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29" name="직사각형 328"/>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grpSp>
        <p:sp>
          <p:nvSpPr>
            <p:cNvPr id="32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63" name="양쪽 모서리가 둥근 사각형 162"/>
          <p:cNvSpPr/>
          <p:nvPr/>
        </p:nvSpPr>
        <p:spPr>
          <a:xfrm>
            <a:off x="8547691" y="2377561"/>
            <a:ext cx="900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성적 이의 신청</a:t>
            </a:r>
          </a:p>
        </p:txBody>
      </p:sp>
      <p:sp>
        <p:nvSpPr>
          <p:cNvPr id="164" name="양쪽 모서리가 둥근 사각형 163"/>
          <p:cNvSpPr/>
          <p:nvPr/>
        </p:nvSpPr>
        <p:spPr>
          <a:xfrm>
            <a:off x="7602438" y="2377455"/>
            <a:ext cx="900000" cy="1836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나의 성적</a:t>
            </a:r>
          </a:p>
        </p:txBody>
      </p:sp>
      <p:sp>
        <p:nvSpPr>
          <p:cNvPr id="162" name="직사각형 161"/>
          <p:cNvSpPr/>
          <p:nvPr/>
        </p:nvSpPr>
        <p:spPr>
          <a:xfrm>
            <a:off x="1972491" y="5562789"/>
            <a:ext cx="74700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800" dirty="0" smtClean="0">
                <a:solidFill>
                  <a:schemeClr val="tx1">
                    <a:lumMod val="75000"/>
                    <a:lumOff val="25000"/>
                  </a:schemeClr>
                </a:solidFill>
              </a:rPr>
              <a:t>성적이의신청기간 </a:t>
            </a:r>
            <a:r>
              <a:rPr lang="en-US" altLang="ko-KR" sz="800" dirty="0" smtClean="0">
                <a:solidFill>
                  <a:schemeClr val="tx1">
                    <a:lumMod val="75000"/>
                    <a:lumOff val="25000"/>
                  </a:schemeClr>
                </a:solidFill>
              </a:rPr>
              <a:t>: 2025.12.26 10:00 ~ 2026.01.10 23:59</a:t>
            </a:r>
            <a:endParaRPr lang="ko-KR" altLang="en-US" sz="800" dirty="0">
              <a:solidFill>
                <a:schemeClr val="tx1">
                  <a:lumMod val="75000"/>
                  <a:lumOff val="25000"/>
                </a:schemeClr>
              </a:solidFill>
            </a:endParaRPr>
          </a:p>
        </p:txBody>
      </p:sp>
      <p:sp>
        <p:nvSpPr>
          <p:cNvPr id="166" name="Rectangle 122"/>
          <p:cNvSpPr>
            <a:spLocks noChangeArrowheads="1"/>
          </p:cNvSpPr>
          <p:nvPr/>
        </p:nvSpPr>
        <p:spPr bwMode="auto">
          <a:xfrm>
            <a:off x="8778425" y="3919285"/>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67" name="Rectangle 122"/>
          <p:cNvSpPr>
            <a:spLocks noChangeArrowheads="1"/>
          </p:cNvSpPr>
          <p:nvPr/>
        </p:nvSpPr>
        <p:spPr bwMode="auto">
          <a:xfrm>
            <a:off x="8784282" y="4165004"/>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신청하기</a:t>
            </a:r>
            <a:endParaRPr lang="ko-KR" altLang="en-US" sz="800" kern="0" dirty="0">
              <a:solidFill>
                <a:schemeClr val="tx1">
                  <a:lumMod val="75000"/>
                  <a:lumOff val="25000"/>
                </a:schemeClr>
              </a:solidFill>
              <a:latin typeface="+mn-ea"/>
              <a:ea typeface="+mn-ea"/>
            </a:endParaRPr>
          </a:p>
        </p:txBody>
      </p:sp>
      <p:sp>
        <p:nvSpPr>
          <p:cNvPr id="168" name="Rectangle 122"/>
          <p:cNvSpPr>
            <a:spLocks noChangeArrowheads="1"/>
          </p:cNvSpPr>
          <p:nvPr/>
        </p:nvSpPr>
        <p:spPr bwMode="auto">
          <a:xfrm>
            <a:off x="8788474" y="4400078"/>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a:t>
            </a:r>
            <a:r>
              <a:rPr lang="ko-KR" altLang="en-US" sz="800" kern="0" dirty="0">
                <a:solidFill>
                  <a:schemeClr val="tx1">
                    <a:lumMod val="75000"/>
                    <a:lumOff val="25000"/>
                  </a:schemeClr>
                </a:solidFill>
                <a:latin typeface="+mn-ea"/>
                <a:ea typeface="+mn-ea"/>
              </a:rPr>
              <a:t>정</a:t>
            </a:r>
            <a:r>
              <a:rPr lang="ko-KR" altLang="en-US" sz="800" kern="0" dirty="0" smtClean="0">
                <a:solidFill>
                  <a:schemeClr val="tx1">
                    <a:lumMod val="75000"/>
                    <a:lumOff val="25000"/>
                  </a:schemeClr>
                </a:solidFill>
                <a:latin typeface="+mn-ea"/>
                <a:ea typeface="+mn-ea"/>
              </a:rPr>
              <a:t>하기</a:t>
            </a:r>
            <a:endParaRPr lang="ko-KR" altLang="en-US" sz="800" kern="0" dirty="0">
              <a:solidFill>
                <a:schemeClr val="tx1">
                  <a:lumMod val="75000"/>
                  <a:lumOff val="25000"/>
                </a:schemeClr>
              </a:solidFill>
              <a:latin typeface="+mn-ea"/>
              <a:ea typeface="+mn-ea"/>
            </a:endParaRPr>
          </a:p>
        </p:txBody>
      </p:sp>
      <p:sp>
        <p:nvSpPr>
          <p:cNvPr id="170" name="Rectangle 122"/>
          <p:cNvSpPr>
            <a:spLocks noChangeArrowheads="1"/>
          </p:cNvSpPr>
          <p:nvPr/>
        </p:nvSpPr>
        <p:spPr bwMode="auto">
          <a:xfrm>
            <a:off x="8788474" y="4640485"/>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1" name="Rectangle 122"/>
          <p:cNvSpPr>
            <a:spLocks noChangeArrowheads="1"/>
          </p:cNvSpPr>
          <p:nvPr/>
        </p:nvSpPr>
        <p:spPr bwMode="auto">
          <a:xfrm>
            <a:off x="8797999" y="4879751"/>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2" name="Rectangle 122"/>
          <p:cNvSpPr>
            <a:spLocks noChangeArrowheads="1"/>
          </p:cNvSpPr>
          <p:nvPr/>
        </p:nvSpPr>
        <p:spPr bwMode="auto">
          <a:xfrm>
            <a:off x="8793807" y="5110633"/>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82" name="직사각형 181"/>
          <p:cNvSpPr/>
          <p:nvPr/>
        </p:nvSpPr>
        <p:spPr bwMode="auto">
          <a:xfrm>
            <a:off x="409172" y="1492213"/>
            <a:ext cx="9079694" cy="939828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183" name="그룹 182"/>
          <p:cNvGrpSpPr/>
          <p:nvPr/>
        </p:nvGrpSpPr>
        <p:grpSpPr>
          <a:xfrm>
            <a:off x="1856656" y="2132856"/>
            <a:ext cx="6274221" cy="6192688"/>
            <a:chOff x="2774409" y="2481561"/>
            <a:chExt cx="6274221" cy="6192688"/>
          </a:xfrm>
        </p:grpSpPr>
        <p:grpSp>
          <p:nvGrpSpPr>
            <p:cNvPr id="184" name="그룹 183"/>
            <p:cNvGrpSpPr/>
            <p:nvPr/>
          </p:nvGrpSpPr>
          <p:grpSpPr>
            <a:xfrm>
              <a:off x="2809059" y="2481561"/>
              <a:ext cx="6239571" cy="6192688"/>
              <a:chOff x="2809059" y="2481561"/>
              <a:chExt cx="6239571" cy="6192688"/>
            </a:xfrm>
          </p:grpSpPr>
          <p:sp>
            <p:nvSpPr>
              <p:cNvPr id="186" name="직사각형 185"/>
              <p:cNvSpPr/>
              <p:nvPr/>
            </p:nvSpPr>
            <p:spPr>
              <a:xfrm>
                <a:off x="2809059" y="2492896"/>
                <a:ext cx="6224400" cy="618135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7" name="직사각형 186"/>
              <p:cNvSpPr/>
              <p:nvPr/>
            </p:nvSpPr>
            <p:spPr>
              <a:xfrm>
                <a:off x="2813299" y="2495865"/>
                <a:ext cx="6210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8" name="직사각형 187"/>
              <p:cNvSpPr/>
              <p:nvPr/>
            </p:nvSpPr>
            <p:spPr>
              <a:xfrm>
                <a:off x="8780608" y="2481561"/>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5" name="직사각형 184"/>
            <p:cNvSpPr/>
            <p:nvPr/>
          </p:nvSpPr>
          <p:spPr>
            <a:xfrm>
              <a:off x="2774409" y="2502471"/>
              <a:ext cx="1247457" cy="215444"/>
            </a:xfrm>
            <a:prstGeom prst="rect">
              <a:avLst/>
            </a:prstGeom>
          </p:spPr>
          <p:txBody>
            <a:bodyPr wrap="none">
              <a:spAutoFit/>
            </a:bodyPr>
            <a:lstStyle/>
            <a:p>
              <a:r>
                <a:rPr lang="ko-KR" altLang="en-US" sz="800" dirty="0" smtClean="0">
                  <a:solidFill>
                    <a:schemeClr val="bg1"/>
                  </a:solidFill>
                  <a:latin typeface="+mn-ea"/>
                  <a:ea typeface="+mn-ea"/>
                </a:rPr>
                <a:t>성적이의신청 신청하기</a:t>
              </a:r>
              <a:endParaRPr lang="ko-KR" altLang="en-US" sz="800" dirty="0">
                <a:solidFill>
                  <a:schemeClr val="bg1"/>
                </a:solidFill>
                <a:latin typeface="+mn-ea"/>
                <a:ea typeface="+mn-ea"/>
              </a:endParaRPr>
            </a:p>
          </p:txBody>
        </p:sp>
      </p:grpSp>
      <p:sp>
        <p:nvSpPr>
          <p:cNvPr id="189" name="모서리가 둥근 직사각형 188"/>
          <p:cNvSpPr/>
          <p:nvPr/>
        </p:nvSpPr>
        <p:spPr>
          <a:xfrm>
            <a:off x="4098429" y="789349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0" name="모서리가 둥근 직사각형 189"/>
          <p:cNvSpPr/>
          <p:nvPr/>
        </p:nvSpPr>
        <p:spPr>
          <a:xfrm>
            <a:off x="5049391" y="789349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91" name="표 190"/>
          <p:cNvGraphicFramePr>
            <a:graphicFrameLocks noGrp="1"/>
          </p:cNvGraphicFramePr>
          <p:nvPr>
            <p:extLst>
              <p:ext uri="{D42A27DB-BD31-4B8C-83A1-F6EECF244321}">
                <p14:modId xmlns:p14="http://schemas.microsoft.com/office/powerpoint/2010/main" val="3270139095"/>
              </p:ext>
            </p:extLst>
          </p:nvPr>
        </p:nvGraphicFramePr>
        <p:xfrm>
          <a:off x="1957239" y="3880098"/>
          <a:ext cx="6092105" cy="2975886"/>
        </p:xfrm>
        <a:graphic>
          <a:graphicData uri="http://schemas.openxmlformats.org/drawingml/2006/table">
            <a:tbl>
              <a:tblPr firstRow="1" bandRow="1">
                <a:tableStyleId>{5C22544A-7EE6-4342-B048-85BDC9FD1C3A}</a:tableStyleId>
              </a:tblPr>
              <a:tblGrid>
                <a:gridCol w="1135174"/>
                <a:gridCol w="1932595"/>
                <a:gridCol w="1008112"/>
                <a:gridCol w="2016224"/>
              </a:tblGrid>
              <a:tr h="285500">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학*자</a:t>
                      </a: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이의 신청 사유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1399046">
                <a:tc>
                  <a:txBody>
                    <a:bodyPr/>
                    <a:lstStyle/>
                    <a:p>
                      <a:pPr algn="l" latinLnBrk="1"/>
                      <a:r>
                        <a:rPr lang="ko-KR" altLang="en-US" sz="800" b="0" dirty="0" smtClean="0">
                          <a:solidFill>
                            <a:schemeClr val="tx1">
                              <a:lumMod val="75000"/>
                              <a:lumOff val="25000"/>
                            </a:schemeClr>
                          </a:solidFill>
                          <a:latin typeface="+mn-ea"/>
                          <a:ea typeface="+mn-ea"/>
                        </a:rPr>
                        <a:t>자료첨부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93" name="직사각형 192"/>
          <p:cNvSpPr/>
          <p:nvPr/>
        </p:nvSpPr>
        <p:spPr>
          <a:xfrm>
            <a:off x="1856656" y="2401838"/>
            <a:ext cx="954107"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이의 신청</a:t>
            </a:r>
            <a:endParaRPr lang="ko-KR" altLang="en-US" sz="800" b="1" dirty="0">
              <a:solidFill>
                <a:schemeClr val="tx1">
                  <a:lumMod val="75000"/>
                  <a:lumOff val="25000"/>
                </a:schemeClr>
              </a:solidFill>
              <a:latin typeface="+mn-ea"/>
              <a:ea typeface="+mn-ea"/>
            </a:endParaRPr>
          </a:p>
        </p:txBody>
      </p:sp>
      <p:graphicFrame>
        <p:nvGraphicFramePr>
          <p:cNvPr id="223" name="표 222"/>
          <p:cNvGraphicFramePr>
            <a:graphicFrameLocks noGrp="1"/>
          </p:cNvGraphicFramePr>
          <p:nvPr>
            <p:extLst>
              <p:ext uri="{D42A27DB-BD31-4B8C-83A1-F6EECF244321}">
                <p14:modId xmlns:p14="http://schemas.microsoft.com/office/powerpoint/2010/main" val="732687874"/>
              </p:ext>
            </p:extLst>
          </p:nvPr>
        </p:nvGraphicFramePr>
        <p:xfrm>
          <a:off x="1955143" y="2647040"/>
          <a:ext cx="6103726" cy="1142000"/>
        </p:xfrm>
        <a:graphic>
          <a:graphicData uri="http://schemas.openxmlformats.org/drawingml/2006/table">
            <a:tbl>
              <a:tblPr firstRow="1" bandRow="1">
                <a:tableStyleId>{5C22544A-7EE6-4342-B048-85BDC9FD1C3A}</a:tableStyleId>
              </a:tblPr>
              <a:tblGrid>
                <a:gridCol w="1135174"/>
                <a:gridCol w="1944216"/>
                <a:gridCol w="1008112"/>
                <a:gridCol w="2016224"/>
              </a:tblGrid>
              <a:tr h="285500">
                <a:tc>
                  <a:txBody>
                    <a:bodyPr/>
                    <a:lstStyle/>
                    <a:p>
                      <a:pPr algn="l" latinLnBrk="1"/>
                      <a:r>
                        <a:rPr lang="ko-KR" altLang="en-US" sz="800" b="0" dirty="0" smtClean="0">
                          <a:solidFill>
                            <a:schemeClr val="tx1">
                              <a:lumMod val="75000"/>
                              <a:lumOff val="25000"/>
                            </a:schemeClr>
                          </a:solidFill>
                          <a:latin typeface="+mn-ea"/>
                          <a:ea typeface="+mn-ea"/>
                        </a:rPr>
                        <a:t>개설학과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과목코드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2025.10.10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튜터명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김*터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224" name="직사각형 223"/>
          <p:cNvSpPr/>
          <p:nvPr/>
        </p:nvSpPr>
        <p:spPr>
          <a:xfrm>
            <a:off x="1921235" y="6947867"/>
            <a:ext cx="5526384" cy="215444"/>
          </a:xfrm>
          <a:prstGeom prst="rect">
            <a:avLst/>
          </a:prstGeom>
        </p:spPr>
        <p:txBody>
          <a:bodyPr wrap="square">
            <a:spAutoFit/>
          </a:bodyPr>
          <a:lstStyle/>
          <a:p>
            <a:r>
              <a:rPr lang="ko-KR" altLang="en-US" sz="800" b="1" dirty="0" smtClean="0">
                <a:solidFill>
                  <a:schemeClr val="tx1">
                    <a:lumMod val="65000"/>
                    <a:lumOff val="35000"/>
                  </a:schemeClr>
                </a:solidFill>
                <a:latin typeface="+mn-ea"/>
                <a:ea typeface="+mn-ea"/>
              </a:rPr>
              <a:t>이상의 성적 이의 신청을 담당과목 교수님께 드립니다</a:t>
            </a:r>
            <a:r>
              <a:rPr lang="en-US" altLang="ko-KR" sz="800" b="1" dirty="0" smtClean="0">
                <a:solidFill>
                  <a:schemeClr val="tx1">
                    <a:lumMod val="65000"/>
                    <a:lumOff val="35000"/>
                  </a:schemeClr>
                </a:solidFill>
                <a:latin typeface="+mn-ea"/>
                <a:ea typeface="+mn-ea"/>
              </a:rPr>
              <a:t>.</a:t>
            </a:r>
            <a:endParaRPr lang="ko-KR" altLang="en-US" sz="800" b="1" dirty="0">
              <a:solidFill>
                <a:schemeClr val="tx1">
                  <a:lumMod val="65000"/>
                  <a:lumOff val="35000"/>
                </a:schemeClr>
              </a:solidFill>
              <a:latin typeface="+mn-ea"/>
              <a:ea typeface="+mn-ea"/>
            </a:endParaRPr>
          </a:p>
        </p:txBody>
      </p:sp>
      <p:sp>
        <p:nvSpPr>
          <p:cNvPr id="231" name="직사각형 230"/>
          <p:cNvSpPr/>
          <p:nvPr/>
        </p:nvSpPr>
        <p:spPr>
          <a:xfrm>
            <a:off x="5495626" y="7188224"/>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신청일 </a:t>
            </a:r>
            <a:r>
              <a:rPr lang="en-US" altLang="ko-KR" sz="800" dirty="0" smtClean="0">
                <a:solidFill>
                  <a:schemeClr val="tx1">
                    <a:lumMod val="65000"/>
                    <a:lumOff val="35000"/>
                  </a:schemeClr>
                </a:solidFill>
                <a:latin typeface="+mn-ea"/>
                <a:ea typeface="+mn-ea"/>
              </a:rPr>
              <a:t>: 2025</a:t>
            </a:r>
            <a:r>
              <a:rPr lang="ko-KR" altLang="en-US" sz="800" dirty="0" smtClean="0">
                <a:solidFill>
                  <a:schemeClr val="tx1">
                    <a:lumMod val="65000"/>
                    <a:lumOff val="35000"/>
                  </a:schemeClr>
                </a:solidFill>
                <a:latin typeface="+mn-ea"/>
                <a:ea typeface="+mn-ea"/>
              </a:rPr>
              <a:t>년 </a:t>
            </a:r>
            <a:r>
              <a:rPr lang="en-US" altLang="ko-KR" sz="800" dirty="0" smtClean="0">
                <a:solidFill>
                  <a:schemeClr val="tx1">
                    <a:lumMod val="65000"/>
                    <a:lumOff val="35000"/>
                  </a:schemeClr>
                </a:solidFill>
                <a:latin typeface="+mn-ea"/>
                <a:ea typeface="+mn-ea"/>
              </a:rPr>
              <a:t>10</a:t>
            </a:r>
            <a:r>
              <a:rPr lang="ko-KR" altLang="en-US" sz="800" dirty="0" smtClean="0">
                <a:solidFill>
                  <a:schemeClr val="tx1">
                    <a:lumMod val="65000"/>
                    <a:lumOff val="35000"/>
                  </a:schemeClr>
                </a:solidFill>
                <a:latin typeface="+mn-ea"/>
                <a:ea typeface="+mn-ea"/>
              </a:rPr>
              <a:t>월 </a:t>
            </a:r>
            <a:r>
              <a:rPr lang="en-US" altLang="ko-KR" sz="800" dirty="0" smtClean="0">
                <a:solidFill>
                  <a:schemeClr val="tx1">
                    <a:lumMod val="65000"/>
                    <a:lumOff val="35000"/>
                  </a:schemeClr>
                </a:solidFill>
                <a:latin typeface="+mn-ea"/>
                <a:ea typeface="+mn-ea"/>
              </a:rPr>
              <a:t>30</a:t>
            </a:r>
            <a:r>
              <a:rPr lang="ko-KR" altLang="en-US" sz="800" dirty="0" smtClean="0">
                <a:solidFill>
                  <a:schemeClr val="tx1">
                    <a:lumMod val="65000"/>
                    <a:lumOff val="35000"/>
                  </a:schemeClr>
                </a:solidFill>
                <a:latin typeface="+mn-ea"/>
                <a:ea typeface="+mn-ea"/>
              </a:rPr>
              <a:t>일</a:t>
            </a:r>
            <a:r>
              <a:rPr lang="en-US" altLang="ko-KR" sz="800" dirty="0" smtClean="0">
                <a:solidFill>
                  <a:schemeClr val="tx1">
                    <a:lumMod val="65000"/>
                    <a:lumOff val="35000"/>
                  </a:schemeClr>
                </a:solidFill>
                <a:latin typeface="+mn-ea"/>
                <a:ea typeface="+mn-ea"/>
              </a:rPr>
              <a:t> </a:t>
            </a:r>
            <a:endParaRPr lang="ko-KR" altLang="en-US" sz="800" dirty="0">
              <a:solidFill>
                <a:schemeClr val="tx1">
                  <a:lumMod val="65000"/>
                  <a:lumOff val="35000"/>
                </a:schemeClr>
              </a:solidFill>
              <a:latin typeface="+mn-ea"/>
              <a:ea typeface="+mn-ea"/>
            </a:endParaRPr>
          </a:p>
        </p:txBody>
      </p:sp>
      <p:sp>
        <p:nvSpPr>
          <p:cNvPr id="232" name="직사각형 231"/>
          <p:cNvSpPr/>
          <p:nvPr/>
        </p:nvSpPr>
        <p:spPr>
          <a:xfrm>
            <a:off x="5503055" y="7461448"/>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신청자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학*자</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인</a:t>
            </a:r>
            <a:r>
              <a:rPr lang="en-US" altLang="ko-KR" sz="800" dirty="0" smtClean="0">
                <a:solidFill>
                  <a:schemeClr val="tx1">
                    <a:lumMod val="65000"/>
                    <a:lumOff val="35000"/>
                  </a:schemeClr>
                </a:solidFill>
                <a:latin typeface="+mn-ea"/>
                <a:ea typeface="+mn-ea"/>
              </a:rPr>
              <a:t>) </a:t>
            </a:r>
            <a:endParaRPr lang="ko-KR" altLang="en-US" sz="800" dirty="0">
              <a:solidFill>
                <a:schemeClr val="tx1">
                  <a:lumMod val="65000"/>
                  <a:lumOff val="35000"/>
                </a:schemeClr>
              </a:solidFill>
              <a:latin typeface="+mn-ea"/>
              <a:ea typeface="+mn-ea"/>
            </a:endParaRPr>
          </a:p>
        </p:txBody>
      </p:sp>
      <p:pic>
        <p:nvPicPr>
          <p:cNvPr id="233"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3751" y="4528170"/>
            <a:ext cx="4863116" cy="864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34" name="그룹 233"/>
          <p:cNvGrpSpPr/>
          <p:nvPr/>
        </p:nvGrpSpPr>
        <p:grpSpPr>
          <a:xfrm>
            <a:off x="3133750" y="5517232"/>
            <a:ext cx="4863117" cy="664994"/>
            <a:chOff x="2180692" y="6203487"/>
            <a:chExt cx="4863117" cy="664994"/>
          </a:xfrm>
        </p:grpSpPr>
        <p:sp>
          <p:nvSpPr>
            <p:cNvPr id="236" name="직사각형 235"/>
            <p:cNvSpPr/>
            <p:nvPr/>
          </p:nvSpPr>
          <p:spPr>
            <a:xfrm>
              <a:off x="2180692" y="6203487"/>
              <a:ext cx="4863117"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37"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04828" y="6318265"/>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8" name="Rectangle 122"/>
            <p:cNvSpPr>
              <a:spLocks noChangeArrowheads="1"/>
            </p:cNvSpPr>
            <p:nvPr/>
          </p:nvSpPr>
          <p:spPr bwMode="auto">
            <a:xfrm>
              <a:off x="3954266" y="6448680"/>
              <a:ext cx="72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ysClr val="windowText" lastClr="000000"/>
                  </a:solidFill>
                  <a:latin typeface="+mn-ea"/>
                  <a:ea typeface="+mn-ea"/>
                </a:rPr>
                <a:t>파일 선택</a:t>
              </a:r>
              <a:endParaRPr lang="ko-KR" altLang="en-US" sz="800" kern="0" dirty="0">
                <a:solidFill>
                  <a:sysClr val="windowText" lastClr="000000"/>
                </a:solidFill>
                <a:latin typeface="+mn-ea"/>
                <a:ea typeface="+mn-ea"/>
              </a:endParaRPr>
            </a:p>
          </p:txBody>
        </p:sp>
        <p:sp>
          <p:nvSpPr>
            <p:cNvPr id="240" name="TextBox 239"/>
            <p:cNvSpPr txBox="1"/>
            <p:nvPr/>
          </p:nvSpPr>
          <p:spPr>
            <a:xfrm>
              <a:off x="4638342" y="6428931"/>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sp>
        <p:nvSpPr>
          <p:cNvPr id="241" name="직사각형 240"/>
          <p:cNvSpPr/>
          <p:nvPr/>
        </p:nvSpPr>
        <p:spPr>
          <a:xfrm>
            <a:off x="3080792" y="6210801"/>
            <a:ext cx="4852220" cy="215444"/>
          </a:xfrm>
          <a:prstGeom prst="rect">
            <a:avLst/>
          </a:prstGeom>
        </p:spPr>
        <p:txBody>
          <a:bodyPr wrap="square">
            <a:spAutoFit/>
          </a:bodyPr>
          <a:lstStyle/>
          <a:p>
            <a:r>
              <a:rPr lang="ko-KR" altLang="en-US" sz="800" dirty="0" smtClean="0">
                <a:solidFill>
                  <a:srgbClr val="C00000"/>
                </a:solidFill>
                <a:latin typeface="+mn-ea"/>
                <a:ea typeface="+mn-ea"/>
              </a:rPr>
              <a:t>예 </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진단서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입원확인서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출장확인서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훈련통지서 등</a:t>
            </a:r>
            <a:endParaRPr lang="ko-KR" altLang="en-US" sz="800" dirty="0">
              <a:solidFill>
                <a:srgbClr val="C00000"/>
              </a:solidFill>
              <a:latin typeface="+mn-ea"/>
              <a:ea typeface="+mn-ea"/>
            </a:endParaRPr>
          </a:p>
        </p:txBody>
      </p:sp>
      <p:grpSp>
        <p:nvGrpSpPr>
          <p:cNvPr id="244" name="그룹 243"/>
          <p:cNvGrpSpPr/>
          <p:nvPr/>
        </p:nvGrpSpPr>
        <p:grpSpPr>
          <a:xfrm>
            <a:off x="3133893" y="6427469"/>
            <a:ext cx="1845909" cy="360040"/>
            <a:chOff x="1856656" y="7821488"/>
            <a:chExt cx="1845909" cy="360040"/>
          </a:xfrm>
        </p:grpSpPr>
        <p:sp>
          <p:nvSpPr>
            <p:cNvPr id="246" name="직사각형 245"/>
            <p:cNvSpPr/>
            <p:nvPr/>
          </p:nvSpPr>
          <p:spPr>
            <a:xfrm>
              <a:off x="1856656" y="7821488"/>
              <a:ext cx="1800000" cy="36004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a:t>
              </a:r>
            </a:p>
            <a:p>
              <a:pPr>
                <a:lnSpc>
                  <a:spcPct val="150000"/>
                </a:lnSpc>
              </a:pP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47" name="직사각형 246"/>
            <p:cNvSpPr/>
            <p:nvPr/>
          </p:nvSpPr>
          <p:spPr>
            <a:xfrm>
              <a:off x="3450573" y="7895592"/>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nvGrpSpPr>
          <p:cNvPr id="248" name="그룹 247"/>
          <p:cNvGrpSpPr/>
          <p:nvPr/>
        </p:nvGrpSpPr>
        <p:grpSpPr>
          <a:xfrm>
            <a:off x="4747215" y="6381328"/>
            <a:ext cx="234360" cy="200055"/>
            <a:chOff x="1161795" y="11716364"/>
            <a:chExt cx="234360" cy="200055"/>
          </a:xfrm>
        </p:grpSpPr>
        <p:sp>
          <p:nvSpPr>
            <p:cNvPr id="318" name="모서리가 둥근 직사각형 31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19" name="직사각형 318"/>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20" name="그룹 319"/>
          <p:cNvGrpSpPr/>
          <p:nvPr/>
        </p:nvGrpSpPr>
        <p:grpSpPr>
          <a:xfrm>
            <a:off x="6562656" y="7201411"/>
            <a:ext cx="234360" cy="200055"/>
            <a:chOff x="1161795" y="11716364"/>
            <a:chExt cx="234360" cy="200055"/>
          </a:xfrm>
        </p:grpSpPr>
        <p:sp>
          <p:nvSpPr>
            <p:cNvPr id="321" name="모서리가 둥근 직사각형 3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30" name="직사각형 329"/>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31" name="그룹 330"/>
          <p:cNvGrpSpPr/>
          <p:nvPr/>
        </p:nvGrpSpPr>
        <p:grpSpPr>
          <a:xfrm>
            <a:off x="4430608" y="7730430"/>
            <a:ext cx="234360" cy="200055"/>
            <a:chOff x="1161795" y="11716364"/>
            <a:chExt cx="234360" cy="200055"/>
          </a:xfrm>
        </p:grpSpPr>
        <p:sp>
          <p:nvSpPr>
            <p:cNvPr id="341" name="모서리가 둥근 직사각형 3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2" name="직사각형 341"/>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43" name="그룹 342"/>
          <p:cNvGrpSpPr/>
          <p:nvPr/>
        </p:nvGrpSpPr>
        <p:grpSpPr>
          <a:xfrm>
            <a:off x="8121352" y="7217879"/>
            <a:ext cx="3289335" cy="1107665"/>
            <a:chOff x="10960564" y="1312622"/>
            <a:chExt cx="3289335" cy="1107665"/>
          </a:xfrm>
        </p:grpSpPr>
        <p:grpSp>
          <p:nvGrpSpPr>
            <p:cNvPr id="344" name="그룹 343"/>
            <p:cNvGrpSpPr/>
            <p:nvPr/>
          </p:nvGrpSpPr>
          <p:grpSpPr>
            <a:xfrm>
              <a:off x="10960564" y="1312622"/>
              <a:ext cx="3289335" cy="1107665"/>
              <a:chOff x="-692625" y="294998"/>
              <a:chExt cx="3289335" cy="1107665"/>
            </a:xfrm>
          </p:grpSpPr>
          <p:grpSp>
            <p:nvGrpSpPr>
              <p:cNvPr id="346" name="그룹 345"/>
              <p:cNvGrpSpPr/>
              <p:nvPr/>
            </p:nvGrpSpPr>
            <p:grpSpPr>
              <a:xfrm>
                <a:off x="-692625" y="294998"/>
                <a:ext cx="3289335" cy="1107665"/>
                <a:chOff x="1061816" y="3176972"/>
                <a:chExt cx="3289335" cy="1107665"/>
              </a:xfrm>
            </p:grpSpPr>
            <p:sp>
              <p:nvSpPr>
                <p:cNvPr id="348" name="직사각형 347"/>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9" name="직사각형 348"/>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50" name="직사각형 349"/>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51" name="직사각형 350"/>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47" name="직사각형 346"/>
              <p:cNvSpPr/>
              <p:nvPr/>
            </p:nvSpPr>
            <p:spPr>
              <a:xfrm>
                <a:off x="413670" y="666797"/>
                <a:ext cx="1167307"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신청완료 되었습니다</a:t>
                </a:r>
                <a:r>
                  <a:rPr lang="en-US" altLang="ko-KR" sz="800" dirty="0" smtClean="0">
                    <a:solidFill>
                      <a:schemeClr val="tx1">
                        <a:lumMod val="75000"/>
                        <a:lumOff val="25000"/>
                      </a:schemeClr>
                    </a:solidFill>
                    <a:latin typeface="+mn-ea"/>
                    <a:ea typeface="+mn-ea"/>
                  </a:rPr>
                  <a:t>.</a:t>
                </a:r>
                <a:endParaRPr lang="ko-KR" altLang="en-US" sz="800" dirty="0">
                  <a:solidFill>
                    <a:schemeClr val="accent1"/>
                  </a:solidFill>
                  <a:latin typeface="+mn-ea"/>
                  <a:ea typeface="+mn-ea"/>
                </a:endParaRPr>
              </a:p>
            </p:txBody>
          </p:sp>
        </p:grpSp>
        <p:sp>
          <p:nvSpPr>
            <p:cNvPr id="345" name="모서리가 둥근 직사각형 344"/>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Tree>
    <p:extLst>
      <p:ext uri="{BB962C8B-B14F-4D97-AF65-F5344CB8AC3E}">
        <p14:creationId xmlns:p14="http://schemas.microsoft.com/office/powerpoint/2010/main" val="1757550028"/>
      </p:ext>
    </p:extLst>
  </p:cSld>
  <p:clrMapOvr>
    <a:masterClrMapping/>
  </p:clrMapOvr>
  <p:transition>
    <p:wipe dir="r"/>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 name="그룹 213"/>
          <p:cNvGrpSpPr/>
          <p:nvPr/>
        </p:nvGrpSpPr>
        <p:grpSpPr>
          <a:xfrm>
            <a:off x="507554" y="1602349"/>
            <a:ext cx="3075218" cy="252000"/>
            <a:chOff x="507554" y="1537742"/>
            <a:chExt cx="3075218" cy="252000"/>
          </a:xfrm>
        </p:grpSpPr>
        <p:pic>
          <p:nvPicPr>
            <p:cNvPr id="215"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6" name="그룹 215"/>
            <p:cNvGrpSpPr/>
            <p:nvPr/>
          </p:nvGrpSpPr>
          <p:grpSpPr>
            <a:xfrm>
              <a:off x="2288704" y="1581175"/>
              <a:ext cx="1294068" cy="166725"/>
              <a:chOff x="2288704" y="1581175"/>
              <a:chExt cx="1294068" cy="166725"/>
            </a:xfrm>
          </p:grpSpPr>
          <p:sp>
            <p:nvSpPr>
              <p:cNvPr id="311" name="직사각형 31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13" name="직사각형 312"/>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성적 </a:t>
            </a:r>
            <a:r>
              <a:rPr lang="en-US" altLang="ko-KR" sz="800" spc="-60" dirty="0" smtClean="0">
                <a:latin typeface="+mn-ea"/>
                <a:ea typeface="+mn-ea"/>
              </a:rPr>
              <a:t>&gt; </a:t>
            </a:r>
            <a:r>
              <a:rPr lang="ko-KR" altLang="en-US" sz="800" spc="-60" dirty="0" smtClean="0">
                <a:latin typeface="+mn-ea"/>
                <a:ea typeface="+mn-ea"/>
              </a:rPr>
              <a:t>성적 이의 신청 </a:t>
            </a:r>
            <a:r>
              <a:rPr lang="en-US" altLang="ko-KR" sz="800" spc="-60" dirty="0" smtClean="0">
                <a:latin typeface="+mn-ea"/>
                <a:ea typeface="+mn-ea"/>
              </a:rPr>
              <a:t>&gt; </a:t>
            </a:r>
            <a:r>
              <a:rPr lang="ko-KR" altLang="en-US" sz="800" spc="-60" dirty="0" smtClean="0">
                <a:latin typeface="+mn-ea"/>
                <a:ea typeface="+mn-ea"/>
              </a:rPr>
              <a:t>수정하기 레이어팝업</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67</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800000" cy="180000"/>
              <a:chOff x="524640" y="2276872"/>
              <a:chExt cx="1800000" cy="180000"/>
            </a:xfrm>
          </p:grpSpPr>
          <p:sp>
            <p:nvSpPr>
              <p:cNvPr id="399" name="모서리가 둥근 직사각형 398"/>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성적 </a:t>
                </a:r>
                <a:r>
                  <a:rPr kumimoji="1" lang="en-US" altLang="ko-KR" sz="900" dirty="0" smtClean="0">
                    <a:solidFill>
                      <a:schemeClr val="tx1">
                        <a:lumMod val="75000"/>
                        <a:lumOff val="25000"/>
                      </a:schemeClr>
                    </a:solidFill>
                    <a:latin typeface="+mn-ea"/>
                    <a:ea typeface="+mn-ea"/>
                    <a:cs typeface="Calibri" pitchFamily="34" charset="0"/>
                  </a:rPr>
                  <a:t>&gt; </a:t>
                </a:r>
                <a:r>
                  <a:rPr kumimoji="1" lang="ko-KR" altLang="en-US" sz="900" dirty="0" smtClean="0">
                    <a:solidFill>
                      <a:schemeClr val="tx1">
                        <a:lumMod val="75000"/>
                        <a:lumOff val="25000"/>
                      </a:schemeClr>
                    </a:solidFill>
                    <a:latin typeface="+mn-ea"/>
                    <a:ea typeface="+mn-ea"/>
                    <a:cs typeface="Calibri" pitchFamily="34" charset="0"/>
                  </a:rPr>
                  <a:t>성적 이의 신청</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KNOU_UI_C01021400_05</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나의성적</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60" name="그룹 259"/>
          <p:cNvGrpSpPr/>
          <p:nvPr/>
        </p:nvGrpSpPr>
        <p:grpSpPr>
          <a:xfrm>
            <a:off x="626748" y="2104281"/>
            <a:ext cx="1245456" cy="4063099"/>
            <a:chOff x="626748" y="2104281"/>
            <a:chExt cx="1245456" cy="4063099"/>
          </a:xfrm>
        </p:grpSpPr>
        <p:grpSp>
          <p:nvGrpSpPr>
            <p:cNvPr id="261" name="그룹 260"/>
            <p:cNvGrpSpPr/>
            <p:nvPr/>
          </p:nvGrpSpPr>
          <p:grpSpPr>
            <a:xfrm>
              <a:off x="629955" y="3042501"/>
              <a:ext cx="1188000" cy="180000"/>
              <a:chOff x="666427" y="3266516"/>
              <a:chExt cx="1188000" cy="180000"/>
            </a:xfrm>
          </p:grpSpPr>
          <p:sp>
            <p:nvSpPr>
              <p:cNvPr id="299" name="모서리가 둥근 직사각형 29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0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6748" y="2104281"/>
              <a:ext cx="1245456" cy="442923"/>
              <a:chOff x="468506" y="2320305"/>
              <a:chExt cx="1245456" cy="442923"/>
            </a:xfrm>
          </p:grpSpPr>
          <p:sp>
            <p:nvSpPr>
              <p:cNvPr id="296" name="직사각형 295"/>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97"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8" name="TextBox 297"/>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63" name="그룹 262"/>
            <p:cNvGrpSpPr/>
            <p:nvPr/>
          </p:nvGrpSpPr>
          <p:grpSpPr>
            <a:xfrm>
              <a:off x="632520" y="2752353"/>
              <a:ext cx="1188000" cy="180000"/>
              <a:chOff x="666427" y="3266516"/>
              <a:chExt cx="1188000" cy="180000"/>
            </a:xfrm>
          </p:grpSpPr>
          <p:sp>
            <p:nvSpPr>
              <p:cNvPr id="294" name="모서리가 둥근 직사각형 29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9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29956" y="3318264"/>
              <a:ext cx="1188000" cy="180000"/>
              <a:chOff x="666428" y="3785432"/>
              <a:chExt cx="1188000" cy="180000"/>
            </a:xfrm>
          </p:grpSpPr>
          <p:sp>
            <p:nvSpPr>
              <p:cNvPr id="292" name="모서리가 둥근 직사각형 29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9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5" name="그룹 264"/>
            <p:cNvGrpSpPr/>
            <p:nvPr/>
          </p:nvGrpSpPr>
          <p:grpSpPr>
            <a:xfrm>
              <a:off x="635889" y="3606924"/>
              <a:ext cx="1188000" cy="180000"/>
              <a:chOff x="666428" y="4310612"/>
              <a:chExt cx="1188000" cy="180000"/>
            </a:xfrm>
          </p:grpSpPr>
          <p:sp>
            <p:nvSpPr>
              <p:cNvPr id="290" name="모서리가 둥근 직사각형 28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29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35889" y="3892880"/>
              <a:ext cx="1188000" cy="180000"/>
              <a:chOff x="666428" y="4570824"/>
              <a:chExt cx="1188000" cy="180000"/>
            </a:xfrm>
          </p:grpSpPr>
          <p:sp>
            <p:nvSpPr>
              <p:cNvPr id="288" name="모서리가 둥근 직사각형 28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9"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7" name="그룹 266"/>
            <p:cNvGrpSpPr/>
            <p:nvPr/>
          </p:nvGrpSpPr>
          <p:grpSpPr>
            <a:xfrm>
              <a:off x="635889" y="5354975"/>
              <a:ext cx="1188000" cy="180000"/>
              <a:chOff x="666428" y="5096004"/>
              <a:chExt cx="1188000" cy="180000"/>
            </a:xfrm>
          </p:grpSpPr>
          <p:sp>
            <p:nvSpPr>
              <p:cNvPr id="286" name="모서리가 둥근 직사각형 285"/>
              <p:cNvSpPr/>
              <p:nvPr/>
            </p:nvSpPr>
            <p:spPr bwMode="auto">
              <a:xfrm>
                <a:off x="666428" y="5096004"/>
                <a:ext cx="1188000" cy="180000"/>
              </a:xfrm>
              <a:prstGeom prst="roundRect">
                <a:avLst/>
              </a:prstGeom>
              <a:solidFill>
                <a:schemeClr val="bg1"/>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나의성적</a:t>
                </a:r>
                <a:endParaRPr kumimoji="1" lang="ko-KR" altLang="en-US" sz="800" dirty="0">
                  <a:solidFill>
                    <a:schemeClr val="tx1">
                      <a:lumMod val="75000"/>
                      <a:lumOff val="25000"/>
                    </a:schemeClr>
                  </a:solidFill>
                  <a:latin typeface="+mn-ea"/>
                  <a:ea typeface="+mn-ea"/>
                  <a:cs typeface="Calibri" pitchFamily="34" charset="0"/>
                </a:endParaRPr>
              </a:p>
            </p:txBody>
          </p:sp>
          <p:pic>
            <p:nvPicPr>
              <p:cNvPr id="287"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40081" y="5987380"/>
              <a:ext cx="1188000" cy="180000"/>
              <a:chOff x="666428" y="3785432"/>
              <a:chExt cx="1188000" cy="180000"/>
            </a:xfrm>
          </p:grpSpPr>
          <p:sp>
            <p:nvSpPr>
              <p:cNvPr id="284" name="모서리가 둥근 직사각형 28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8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9" name="그룹 268"/>
            <p:cNvGrpSpPr/>
            <p:nvPr/>
          </p:nvGrpSpPr>
          <p:grpSpPr>
            <a:xfrm>
              <a:off x="637083" y="4173925"/>
              <a:ext cx="1188000" cy="180000"/>
              <a:chOff x="666428" y="4570824"/>
              <a:chExt cx="1188000" cy="180000"/>
            </a:xfrm>
          </p:grpSpPr>
          <p:sp>
            <p:nvSpPr>
              <p:cNvPr id="282" name="모서리가 둥근 직사각형 28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8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0" name="그룹 269"/>
            <p:cNvGrpSpPr/>
            <p:nvPr/>
          </p:nvGrpSpPr>
          <p:grpSpPr>
            <a:xfrm>
              <a:off x="635889" y="4461495"/>
              <a:ext cx="1188000" cy="180000"/>
              <a:chOff x="666428" y="4310612"/>
              <a:chExt cx="1188000" cy="180000"/>
            </a:xfrm>
          </p:grpSpPr>
          <p:sp>
            <p:nvSpPr>
              <p:cNvPr id="280" name="모서리가 둥근 직사각형 27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8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1" name="그룹 270"/>
            <p:cNvGrpSpPr/>
            <p:nvPr/>
          </p:nvGrpSpPr>
          <p:grpSpPr>
            <a:xfrm>
              <a:off x="638453" y="4761168"/>
              <a:ext cx="1188000" cy="180000"/>
              <a:chOff x="666428" y="4310612"/>
              <a:chExt cx="1188000" cy="180000"/>
            </a:xfrm>
          </p:grpSpPr>
          <p:sp>
            <p:nvSpPr>
              <p:cNvPr id="278" name="모서리가 둥근 직사각형 27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7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2" name="그룹 271"/>
            <p:cNvGrpSpPr/>
            <p:nvPr/>
          </p:nvGrpSpPr>
          <p:grpSpPr>
            <a:xfrm>
              <a:off x="638453" y="5043867"/>
              <a:ext cx="1188000" cy="180000"/>
              <a:chOff x="666428" y="4310612"/>
              <a:chExt cx="1188000" cy="180000"/>
            </a:xfrm>
          </p:grpSpPr>
          <p:sp>
            <p:nvSpPr>
              <p:cNvPr id="276" name="모서리가 둥근 직사각형 27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3" name="그룹 272"/>
            <p:cNvGrpSpPr/>
            <p:nvPr/>
          </p:nvGrpSpPr>
          <p:grpSpPr>
            <a:xfrm>
              <a:off x="638453" y="5670773"/>
              <a:ext cx="1188000" cy="180000"/>
              <a:chOff x="666428" y="4570824"/>
              <a:chExt cx="1188000" cy="180000"/>
            </a:xfrm>
          </p:grpSpPr>
          <p:sp>
            <p:nvSpPr>
              <p:cNvPr id="274" name="모서리가 둥근 직사각형 27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75"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aphicFrame>
        <p:nvGraphicFramePr>
          <p:cNvPr id="301" name="Group 175"/>
          <p:cNvGraphicFramePr>
            <a:graphicFrameLocks noGrp="1"/>
          </p:cNvGraphicFramePr>
          <p:nvPr>
            <p:extLst>
              <p:ext uri="{D42A27DB-BD31-4B8C-83A1-F6EECF244321}">
                <p14:modId xmlns:p14="http://schemas.microsoft.com/office/powerpoint/2010/main" val="3283276411"/>
              </p:ext>
            </p:extLst>
          </p:nvPr>
        </p:nvGraphicFramePr>
        <p:xfrm>
          <a:off x="9508554" y="1492213"/>
          <a:ext cx="1404156" cy="427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FF0000"/>
                          </a:solidFill>
                          <a:latin typeface="+mn-lt"/>
                          <a:ea typeface="+mn-ea"/>
                          <a:cs typeface="+mn-cs"/>
                        </a:rPr>
                        <a:t>첨부된 파일 삭제가능</a:t>
                      </a:r>
                      <a:endParaRPr lang="en-US" altLang="ko-KR" sz="800" kern="1200" dirty="0" smtClean="0">
                        <a:solidFill>
                          <a:srgbClr val="FF000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신청일</a:t>
                      </a: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신청자 수정불가</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수정 정보 저장</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필수항목 체크 </a:t>
                      </a:r>
                      <a:r>
                        <a:rPr lang="en-US" altLang="ko-KR" sz="800" kern="1200" dirty="0" smtClean="0">
                          <a:solidFill>
                            <a:schemeClr val="tx1"/>
                          </a:solidFill>
                          <a:latin typeface="+mn-lt"/>
                          <a:ea typeface="+mn-ea"/>
                          <a:cs typeface="+mn-cs"/>
                        </a:rPr>
                        <a:t>: </a:t>
                      </a:r>
                      <a:r>
                        <a:rPr lang="ko-KR" altLang="en-US" sz="800" kern="1200" dirty="0" smtClean="0">
                          <a:solidFill>
                            <a:schemeClr val="tx1"/>
                          </a:solidFill>
                          <a:latin typeface="+mn-lt"/>
                          <a:ea typeface="+mn-ea"/>
                          <a:cs typeface="+mn-cs"/>
                        </a:rPr>
                        <a:t>이의신청사유</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02" name="직사각형 301"/>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03" name="직사각형 302"/>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304" name="모서리가 둥근 직사각형 303"/>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5" name="그룹 304"/>
          <p:cNvGrpSpPr/>
          <p:nvPr/>
        </p:nvGrpSpPr>
        <p:grpSpPr>
          <a:xfrm>
            <a:off x="2019008" y="2742828"/>
            <a:ext cx="2392552" cy="215444"/>
            <a:chOff x="2936776" y="2742828"/>
            <a:chExt cx="2392552" cy="215444"/>
          </a:xfrm>
        </p:grpSpPr>
        <p:grpSp>
          <p:nvGrpSpPr>
            <p:cNvPr id="306" name="그룹 305"/>
            <p:cNvGrpSpPr/>
            <p:nvPr/>
          </p:nvGrpSpPr>
          <p:grpSpPr>
            <a:xfrm>
              <a:off x="3853253" y="2765514"/>
              <a:ext cx="1476075" cy="180000"/>
              <a:chOff x="8094882" y="2394429"/>
              <a:chExt cx="1476075" cy="180000"/>
            </a:xfrm>
          </p:grpSpPr>
          <p:sp>
            <p:nvSpPr>
              <p:cNvPr id="308"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09"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07" name="직사각형 306"/>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aphicFrame>
        <p:nvGraphicFramePr>
          <p:cNvPr id="315" name="Group 37"/>
          <p:cNvGraphicFramePr>
            <a:graphicFrameLocks noGrp="1"/>
          </p:cNvGraphicFramePr>
          <p:nvPr>
            <p:extLst>
              <p:ext uri="{D42A27DB-BD31-4B8C-83A1-F6EECF244321}">
                <p14:modId xmlns:p14="http://schemas.microsoft.com/office/powerpoint/2010/main" val="1888646895"/>
              </p:ext>
            </p:extLst>
          </p:nvPr>
        </p:nvGraphicFramePr>
        <p:xfrm>
          <a:off x="1975899" y="3681551"/>
          <a:ext cx="7471790" cy="1642702"/>
        </p:xfrm>
        <a:graphic>
          <a:graphicData uri="http://schemas.openxmlformats.org/drawingml/2006/table">
            <a:tbl>
              <a:tblPr/>
              <a:tblGrid>
                <a:gridCol w="350781">
                  <a:extLst>
                    <a:ext uri="{9D8B030D-6E8A-4147-A177-3AD203B41FA5}">
                      <a16:colId xmlns="" xmlns:a16="http://schemas.microsoft.com/office/drawing/2014/main" val="20001"/>
                    </a:ext>
                  </a:extLst>
                </a:gridCol>
                <a:gridCol w="486554"/>
                <a:gridCol w="350781"/>
                <a:gridCol w="350783"/>
                <a:gridCol w="1503058"/>
                <a:gridCol w="1372646"/>
                <a:gridCol w="988553"/>
                <a:gridCol w="350781"/>
                <a:gridCol w="988553"/>
                <a:gridCol w="72930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X</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16" name="Track"/>
          <p:cNvSpPr>
            <a:spLocks/>
          </p:cNvSpPr>
          <p:nvPr>
            <p:custDataLst>
              <p:tags r:id="rId1"/>
            </p:custDataLst>
          </p:nvPr>
        </p:nvSpPr>
        <p:spPr bwMode="auto">
          <a:xfrm>
            <a:off x="9393346"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317" name="직사각형 316"/>
          <p:cNvSpPr/>
          <p:nvPr/>
        </p:nvSpPr>
        <p:spPr>
          <a:xfrm>
            <a:off x="2432720"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25" name="그룹 324"/>
          <p:cNvGrpSpPr/>
          <p:nvPr/>
        </p:nvGrpSpPr>
        <p:grpSpPr>
          <a:xfrm>
            <a:off x="2029247" y="3007057"/>
            <a:ext cx="4335338" cy="215444"/>
            <a:chOff x="2029247" y="3007057"/>
            <a:chExt cx="4335338" cy="215444"/>
          </a:xfrm>
        </p:grpSpPr>
        <p:grpSp>
          <p:nvGrpSpPr>
            <p:cNvPr id="326" name="그룹 325"/>
            <p:cNvGrpSpPr/>
            <p:nvPr/>
          </p:nvGrpSpPr>
          <p:grpSpPr>
            <a:xfrm>
              <a:off x="2029247" y="3007057"/>
              <a:ext cx="4335338" cy="215444"/>
              <a:chOff x="2936776" y="2752353"/>
              <a:chExt cx="4335338" cy="215444"/>
            </a:xfrm>
          </p:grpSpPr>
          <p:sp>
            <p:nvSpPr>
              <p:cNvPr id="32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수강과목선택</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29" name="직사각형 328"/>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grpSp>
        <p:sp>
          <p:nvSpPr>
            <p:cNvPr id="32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63" name="양쪽 모서리가 둥근 사각형 162"/>
          <p:cNvSpPr/>
          <p:nvPr/>
        </p:nvSpPr>
        <p:spPr>
          <a:xfrm>
            <a:off x="8547691" y="2377561"/>
            <a:ext cx="900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성적 이의 신청</a:t>
            </a:r>
          </a:p>
        </p:txBody>
      </p:sp>
      <p:sp>
        <p:nvSpPr>
          <p:cNvPr id="164" name="양쪽 모서리가 둥근 사각형 163"/>
          <p:cNvSpPr/>
          <p:nvPr/>
        </p:nvSpPr>
        <p:spPr>
          <a:xfrm>
            <a:off x="7602438" y="2377455"/>
            <a:ext cx="900000" cy="1836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나의 성적</a:t>
            </a:r>
          </a:p>
        </p:txBody>
      </p:sp>
      <p:sp>
        <p:nvSpPr>
          <p:cNvPr id="162" name="직사각형 161"/>
          <p:cNvSpPr/>
          <p:nvPr/>
        </p:nvSpPr>
        <p:spPr>
          <a:xfrm>
            <a:off x="1972491" y="5562789"/>
            <a:ext cx="74700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800" dirty="0" smtClean="0">
                <a:solidFill>
                  <a:schemeClr val="tx1">
                    <a:lumMod val="75000"/>
                    <a:lumOff val="25000"/>
                  </a:schemeClr>
                </a:solidFill>
              </a:rPr>
              <a:t>성적이의신청기간 </a:t>
            </a:r>
            <a:r>
              <a:rPr lang="en-US" altLang="ko-KR" sz="800" dirty="0" smtClean="0">
                <a:solidFill>
                  <a:schemeClr val="tx1">
                    <a:lumMod val="75000"/>
                    <a:lumOff val="25000"/>
                  </a:schemeClr>
                </a:solidFill>
              </a:rPr>
              <a:t>: 2025.12.26 10:00 ~ 2026.01.10 23:59</a:t>
            </a:r>
            <a:endParaRPr lang="ko-KR" altLang="en-US" sz="800" dirty="0">
              <a:solidFill>
                <a:schemeClr val="tx1">
                  <a:lumMod val="75000"/>
                  <a:lumOff val="25000"/>
                </a:schemeClr>
              </a:solidFill>
            </a:endParaRPr>
          </a:p>
        </p:txBody>
      </p:sp>
      <p:sp>
        <p:nvSpPr>
          <p:cNvPr id="166" name="Rectangle 122"/>
          <p:cNvSpPr>
            <a:spLocks noChangeArrowheads="1"/>
          </p:cNvSpPr>
          <p:nvPr/>
        </p:nvSpPr>
        <p:spPr bwMode="auto">
          <a:xfrm>
            <a:off x="8778425" y="3919285"/>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67" name="Rectangle 122"/>
          <p:cNvSpPr>
            <a:spLocks noChangeArrowheads="1"/>
          </p:cNvSpPr>
          <p:nvPr/>
        </p:nvSpPr>
        <p:spPr bwMode="auto">
          <a:xfrm>
            <a:off x="8784282" y="4165004"/>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신청하기</a:t>
            </a:r>
            <a:endParaRPr lang="ko-KR" altLang="en-US" sz="800" kern="0" dirty="0">
              <a:solidFill>
                <a:schemeClr val="tx1">
                  <a:lumMod val="75000"/>
                  <a:lumOff val="25000"/>
                </a:schemeClr>
              </a:solidFill>
              <a:latin typeface="+mn-ea"/>
              <a:ea typeface="+mn-ea"/>
            </a:endParaRPr>
          </a:p>
        </p:txBody>
      </p:sp>
      <p:sp>
        <p:nvSpPr>
          <p:cNvPr id="168" name="Rectangle 122"/>
          <p:cNvSpPr>
            <a:spLocks noChangeArrowheads="1"/>
          </p:cNvSpPr>
          <p:nvPr/>
        </p:nvSpPr>
        <p:spPr bwMode="auto">
          <a:xfrm>
            <a:off x="8788474" y="4400078"/>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a:t>
            </a:r>
            <a:r>
              <a:rPr lang="ko-KR" altLang="en-US" sz="800" kern="0" dirty="0">
                <a:solidFill>
                  <a:schemeClr val="tx1">
                    <a:lumMod val="75000"/>
                    <a:lumOff val="25000"/>
                  </a:schemeClr>
                </a:solidFill>
                <a:latin typeface="+mn-ea"/>
                <a:ea typeface="+mn-ea"/>
              </a:rPr>
              <a:t>정</a:t>
            </a:r>
            <a:r>
              <a:rPr lang="ko-KR" altLang="en-US" sz="800" kern="0" dirty="0" smtClean="0">
                <a:solidFill>
                  <a:schemeClr val="tx1">
                    <a:lumMod val="75000"/>
                    <a:lumOff val="25000"/>
                  </a:schemeClr>
                </a:solidFill>
                <a:latin typeface="+mn-ea"/>
                <a:ea typeface="+mn-ea"/>
              </a:rPr>
              <a:t>하기</a:t>
            </a:r>
            <a:endParaRPr lang="ko-KR" altLang="en-US" sz="800" kern="0" dirty="0">
              <a:solidFill>
                <a:schemeClr val="tx1">
                  <a:lumMod val="75000"/>
                  <a:lumOff val="25000"/>
                </a:schemeClr>
              </a:solidFill>
              <a:latin typeface="+mn-ea"/>
              <a:ea typeface="+mn-ea"/>
            </a:endParaRPr>
          </a:p>
        </p:txBody>
      </p:sp>
      <p:sp>
        <p:nvSpPr>
          <p:cNvPr id="170" name="Rectangle 122"/>
          <p:cNvSpPr>
            <a:spLocks noChangeArrowheads="1"/>
          </p:cNvSpPr>
          <p:nvPr/>
        </p:nvSpPr>
        <p:spPr bwMode="auto">
          <a:xfrm>
            <a:off x="8788474" y="4640485"/>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1" name="Rectangle 122"/>
          <p:cNvSpPr>
            <a:spLocks noChangeArrowheads="1"/>
          </p:cNvSpPr>
          <p:nvPr/>
        </p:nvSpPr>
        <p:spPr bwMode="auto">
          <a:xfrm>
            <a:off x="8797999" y="4879751"/>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2" name="Rectangle 122"/>
          <p:cNvSpPr>
            <a:spLocks noChangeArrowheads="1"/>
          </p:cNvSpPr>
          <p:nvPr/>
        </p:nvSpPr>
        <p:spPr bwMode="auto">
          <a:xfrm>
            <a:off x="8793807" y="5110633"/>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82" name="직사각형 181"/>
          <p:cNvSpPr/>
          <p:nvPr/>
        </p:nvSpPr>
        <p:spPr bwMode="auto">
          <a:xfrm>
            <a:off x="409172" y="1492213"/>
            <a:ext cx="9079694" cy="939828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183" name="그룹 182"/>
          <p:cNvGrpSpPr/>
          <p:nvPr/>
        </p:nvGrpSpPr>
        <p:grpSpPr>
          <a:xfrm>
            <a:off x="1856656" y="2132856"/>
            <a:ext cx="6274221" cy="6192688"/>
            <a:chOff x="2774409" y="2481561"/>
            <a:chExt cx="6274221" cy="6192688"/>
          </a:xfrm>
        </p:grpSpPr>
        <p:grpSp>
          <p:nvGrpSpPr>
            <p:cNvPr id="184" name="그룹 183"/>
            <p:cNvGrpSpPr/>
            <p:nvPr/>
          </p:nvGrpSpPr>
          <p:grpSpPr>
            <a:xfrm>
              <a:off x="2809059" y="2481561"/>
              <a:ext cx="6239571" cy="6192688"/>
              <a:chOff x="2809059" y="2481561"/>
              <a:chExt cx="6239571" cy="6192688"/>
            </a:xfrm>
          </p:grpSpPr>
          <p:sp>
            <p:nvSpPr>
              <p:cNvPr id="186" name="직사각형 185"/>
              <p:cNvSpPr/>
              <p:nvPr/>
            </p:nvSpPr>
            <p:spPr>
              <a:xfrm>
                <a:off x="2809059" y="2492896"/>
                <a:ext cx="6224400" cy="618135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7" name="직사각형 186"/>
              <p:cNvSpPr/>
              <p:nvPr/>
            </p:nvSpPr>
            <p:spPr>
              <a:xfrm>
                <a:off x="2813299" y="2495865"/>
                <a:ext cx="6210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8" name="직사각형 187"/>
              <p:cNvSpPr/>
              <p:nvPr/>
            </p:nvSpPr>
            <p:spPr>
              <a:xfrm>
                <a:off x="8780608" y="2481561"/>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5" name="직사각형 184"/>
            <p:cNvSpPr/>
            <p:nvPr/>
          </p:nvSpPr>
          <p:spPr>
            <a:xfrm>
              <a:off x="2774409" y="2502471"/>
              <a:ext cx="1247457" cy="215444"/>
            </a:xfrm>
            <a:prstGeom prst="rect">
              <a:avLst/>
            </a:prstGeom>
          </p:spPr>
          <p:txBody>
            <a:bodyPr wrap="none">
              <a:spAutoFit/>
            </a:bodyPr>
            <a:lstStyle/>
            <a:p>
              <a:r>
                <a:rPr lang="ko-KR" altLang="en-US" sz="800" dirty="0" smtClean="0">
                  <a:solidFill>
                    <a:schemeClr val="bg1"/>
                  </a:solidFill>
                  <a:latin typeface="+mn-ea"/>
                  <a:ea typeface="+mn-ea"/>
                </a:rPr>
                <a:t>성적이의신청 신청하기</a:t>
              </a:r>
              <a:endParaRPr lang="ko-KR" altLang="en-US" sz="800" dirty="0">
                <a:solidFill>
                  <a:schemeClr val="bg1"/>
                </a:solidFill>
                <a:latin typeface="+mn-ea"/>
                <a:ea typeface="+mn-ea"/>
              </a:endParaRPr>
            </a:p>
          </p:txBody>
        </p:sp>
      </p:grpSp>
      <p:sp>
        <p:nvSpPr>
          <p:cNvPr id="189" name="모서리가 둥근 직사각형 188"/>
          <p:cNvSpPr/>
          <p:nvPr/>
        </p:nvSpPr>
        <p:spPr>
          <a:xfrm>
            <a:off x="4098429" y="789349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0" name="모서리가 둥근 직사각형 189"/>
          <p:cNvSpPr/>
          <p:nvPr/>
        </p:nvSpPr>
        <p:spPr>
          <a:xfrm>
            <a:off x="5049391" y="789349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91" name="표 190"/>
          <p:cNvGraphicFramePr>
            <a:graphicFrameLocks noGrp="1"/>
          </p:cNvGraphicFramePr>
          <p:nvPr>
            <p:extLst>
              <p:ext uri="{D42A27DB-BD31-4B8C-83A1-F6EECF244321}">
                <p14:modId xmlns:p14="http://schemas.microsoft.com/office/powerpoint/2010/main" val="1122422272"/>
              </p:ext>
            </p:extLst>
          </p:nvPr>
        </p:nvGraphicFramePr>
        <p:xfrm>
          <a:off x="1957239" y="3880098"/>
          <a:ext cx="6092105" cy="2975886"/>
        </p:xfrm>
        <a:graphic>
          <a:graphicData uri="http://schemas.openxmlformats.org/drawingml/2006/table">
            <a:tbl>
              <a:tblPr firstRow="1" bandRow="1">
                <a:tableStyleId>{5C22544A-7EE6-4342-B048-85BDC9FD1C3A}</a:tableStyleId>
              </a:tblPr>
              <a:tblGrid>
                <a:gridCol w="1135174"/>
                <a:gridCol w="1932595"/>
                <a:gridCol w="1008112"/>
                <a:gridCol w="2016224"/>
              </a:tblGrid>
              <a:tr h="285500">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학*자</a:t>
                      </a: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이의 신청 사유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1399046">
                <a:tc>
                  <a:txBody>
                    <a:bodyPr/>
                    <a:lstStyle/>
                    <a:p>
                      <a:pPr algn="l" latinLnBrk="1"/>
                      <a:r>
                        <a:rPr lang="ko-KR" altLang="en-US" sz="800" b="0" dirty="0" smtClean="0">
                          <a:solidFill>
                            <a:schemeClr val="tx1">
                              <a:lumMod val="75000"/>
                              <a:lumOff val="25000"/>
                            </a:schemeClr>
                          </a:solidFill>
                          <a:latin typeface="+mn-ea"/>
                          <a:ea typeface="+mn-ea"/>
                        </a:rPr>
                        <a:t>자료첨부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93" name="직사각형 192"/>
          <p:cNvSpPr/>
          <p:nvPr/>
        </p:nvSpPr>
        <p:spPr>
          <a:xfrm>
            <a:off x="1856656" y="2401838"/>
            <a:ext cx="954107"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이의 신청</a:t>
            </a:r>
            <a:endParaRPr lang="ko-KR" altLang="en-US" sz="800" b="1" dirty="0">
              <a:solidFill>
                <a:schemeClr val="tx1">
                  <a:lumMod val="75000"/>
                  <a:lumOff val="25000"/>
                </a:schemeClr>
              </a:solidFill>
              <a:latin typeface="+mn-ea"/>
              <a:ea typeface="+mn-ea"/>
            </a:endParaRPr>
          </a:p>
        </p:txBody>
      </p:sp>
      <p:graphicFrame>
        <p:nvGraphicFramePr>
          <p:cNvPr id="223" name="표 222"/>
          <p:cNvGraphicFramePr>
            <a:graphicFrameLocks noGrp="1"/>
          </p:cNvGraphicFramePr>
          <p:nvPr>
            <p:extLst>
              <p:ext uri="{D42A27DB-BD31-4B8C-83A1-F6EECF244321}">
                <p14:modId xmlns:p14="http://schemas.microsoft.com/office/powerpoint/2010/main" val="4057786932"/>
              </p:ext>
            </p:extLst>
          </p:nvPr>
        </p:nvGraphicFramePr>
        <p:xfrm>
          <a:off x="1955143" y="2647040"/>
          <a:ext cx="6103726" cy="1142000"/>
        </p:xfrm>
        <a:graphic>
          <a:graphicData uri="http://schemas.openxmlformats.org/drawingml/2006/table">
            <a:tbl>
              <a:tblPr firstRow="1" bandRow="1">
                <a:tableStyleId>{5C22544A-7EE6-4342-B048-85BDC9FD1C3A}</a:tableStyleId>
              </a:tblPr>
              <a:tblGrid>
                <a:gridCol w="1135174"/>
                <a:gridCol w="1944216"/>
                <a:gridCol w="1008112"/>
                <a:gridCol w="2016224"/>
              </a:tblGrid>
              <a:tr h="285500">
                <a:tc>
                  <a:txBody>
                    <a:bodyPr/>
                    <a:lstStyle/>
                    <a:p>
                      <a:pPr algn="l" latinLnBrk="1"/>
                      <a:r>
                        <a:rPr lang="ko-KR" altLang="en-US" sz="800" b="0" dirty="0" smtClean="0">
                          <a:solidFill>
                            <a:schemeClr val="tx1">
                              <a:lumMod val="75000"/>
                              <a:lumOff val="25000"/>
                            </a:schemeClr>
                          </a:solidFill>
                          <a:latin typeface="+mn-ea"/>
                          <a:ea typeface="+mn-ea"/>
                        </a:rPr>
                        <a:t>개설학과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과목코드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2025.10.10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튜터명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김*터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224" name="직사각형 223"/>
          <p:cNvSpPr/>
          <p:nvPr/>
        </p:nvSpPr>
        <p:spPr>
          <a:xfrm>
            <a:off x="1921235" y="6947867"/>
            <a:ext cx="5526384" cy="215444"/>
          </a:xfrm>
          <a:prstGeom prst="rect">
            <a:avLst/>
          </a:prstGeom>
        </p:spPr>
        <p:txBody>
          <a:bodyPr wrap="square">
            <a:spAutoFit/>
          </a:bodyPr>
          <a:lstStyle/>
          <a:p>
            <a:r>
              <a:rPr lang="ko-KR" altLang="en-US" sz="800" b="1" dirty="0" smtClean="0">
                <a:solidFill>
                  <a:schemeClr val="tx1">
                    <a:lumMod val="65000"/>
                    <a:lumOff val="35000"/>
                  </a:schemeClr>
                </a:solidFill>
                <a:latin typeface="+mn-ea"/>
                <a:ea typeface="+mn-ea"/>
              </a:rPr>
              <a:t>이상의 성적 이의 신청을 담당과목 교수님께 드립니다</a:t>
            </a:r>
            <a:r>
              <a:rPr lang="en-US" altLang="ko-KR" sz="800" b="1" dirty="0" smtClean="0">
                <a:solidFill>
                  <a:schemeClr val="tx1">
                    <a:lumMod val="65000"/>
                    <a:lumOff val="35000"/>
                  </a:schemeClr>
                </a:solidFill>
                <a:latin typeface="+mn-ea"/>
                <a:ea typeface="+mn-ea"/>
              </a:rPr>
              <a:t>.</a:t>
            </a:r>
            <a:endParaRPr lang="ko-KR" altLang="en-US" sz="800" b="1" dirty="0">
              <a:solidFill>
                <a:schemeClr val="tx1">
                  <a:lumMod val="65000"/>
                  <a:lumOff val="35000"/>
                </a:schemeClr>
              </a:solidFill>
              <a:latin typeface="+mn-ea"/>
              <a:ea typeface="+mn-ea"/>
            </a:endParaRPr>
          </a:p>
        </p:txBody>
      </p:sp>
      <p:sp>
        <p:nvSpPr>
          <p:cNvPr id="231" name="직사각형 230"/>
          <p:cNvSpPr/>
          <p:nvPr/>
        </p:nvSpPr>
        <p:spPr>
          <a:xfrm>
            <a:off x="5495626" y="7188224"/>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신청일 </a:t>
            </a:r>
            <a:r>
              <a:rPr lang="en-US" altLang="ko-KR" sz="800" dirty="0" smtClean="0">
                <a:solidFill>
                  <a:schemeClr val="tx1">
                    <a:lumMod val="65000"/>
                    <a:lumOff val="35000"/>
                  </a:schemeClr>
                </a:solidFill>
                <a:latin typeface="+mn-ea"/>
                <a:ea typeface="+mn-ea"/>
              </a:rPr>
              <a:t>: 2025</a:t>
            </a:r>
            <a:r>
              <a:rPr lang="ko-KR" altLang="en-US" sz="800" dirty="0" smtClean="0">
                <a:solidFill>
                  <a:schemeClr val="tx1">
                    <a:lumMod val="65000"/>
                    <a:lumOff val="35000"/>
                  </a:schemeClr>
                </a:solidFill>
                <a:latin typeface="+mn-ea"/>
                <a:ea typeface="+mn-ea"/>
              </a:rPr>
              <a:t>년 </a:t>
            </a:r>
            <a:r>
              <a:rPr lang="en-US" altLang="ko-KR" sz="800" dirty="0" smtClean="0">
                <a:solidFill>
                  <a:schemeClr val="tx1">
                    <a:lumMod val="65000"/>
                    <a:lumOff val="35000"/>
                  </a:schemeClr>
                </a:solidFill>
                <a:latin typeface="+mn-ea"/>
                <a:ea typeface="+mn-ea"/>
              </a:rPr>
              <a:t>10</a:t>
            </a:r>
            <a:r>
              <a:rPr lang="ko-KR" altLang="en-US" sz="800" dirty="0" smtClean="0">
                <a:solidFill>
                  <a:schemeClr val="tx1">
                    <a:lumMod val="65000"/>
                    <a:lumOff val="35000"/>
                  </a:schemeClr>
                </a:solidFill>
                <a:latin typeface="+mn-ea"/>
                <a:ea typeface="+mn-ea"/>
              </a:rPr>
              <a:t>월 </a:t>
            </a:r>
            <a:r>
              <a:rPr lang="en-US" altLang="ko-KR" sz="800" dirty="0" smtClean="0">
                <a:solidFill>
                  <a:schemeClr val="tx1">
                    <a:lumMod val="65000"/>
                    <a:lumOff val="35000"/>
                  </a:schemeClr>
                </a:solidFill>
                <a:latin typeface="+mn-ea"/>
                <a:ea typeface="+mn-ea"/>
              </a:rPr>
              <a:t>30</a:t>
            </a:r>
            <a:r>
              <a:rPr lang="ko-KR" altLang="en-US" sz="800" dirty="0" smtClean="0">
                <a:solidFill>
                  <a:schemeClr val="tx1">
                    <a:lumMod val="65000"/>
                    <a:lumOff val="35000"/>
                  </a:schemeClr>
                </a:solidFill>
                <a:latin typeface="+mn-ea"/>
                <a:ea typeface="+mn-ea"/>
              </a:rPr>
              <a:t>일</a:t>
            </a:r>
            <a:r>
              <a:rPr lang="en-US" altLang="ko-KR" sz="800" dirty="0" smtClean="0">
                <a:solidFill>
                  <a:schemeClr val="tx1">
                    <a:lumMod val="65000"/>
                    <a:lumOff val="35000"/>
                  </a:schemeClr>
                </a:solidFill>
                <a:latin typeface="+mn-ea"/>
                <a:ea typeface="+mn-ea"/>
              </a:rPr>
              <a:t> </a:t>
            </a:r>
            <a:endParaRPr lang="ko-KR" altLang="en-US" sz="800" dirty="0">
              <a:solidFill>
                <a:schemeClr val="tx1">
                  <a:lumMod val="65000"/>
                  <a:lumOff val="35000"/>
                </a:schemeClr>
              </a:solidFill>
              <a:latin typeface="+mn-ea"/>
              <a:ea typeface="+mn-ea"/>
            </a:endParaRPr>
          </a:p>
        </p:txBody>
      </p:sp>
      <p:sp>
        <p:nvSpPr>
          <p:cNvPr id="232" name="직사각형 231"/>
          <p:cNvSpPr/>
          <p:nvPr/>
        </p:nvSpPr>
        <p:spPr>
          <a:xfrm>
            <a:off x="5503055" y="7461448"/>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신청자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학*자</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인</a:t>
            </a:r>
            <a:r>
              <a:rPr lang="en-US" altLang="ko-KR" sz="800" dirty="0" smtClean="0">
                <a:solidFill>
                  <a:schemeClr val="tx1">
                    <a:lumMod val="65000"/>
                    <a:lumOff val="35000"/>
                  </a:schemeClr>
                </a:solidFill>
                <a:latin typeface="+mn-ea"/>
                <a:ea typeface="+mn-ea"/>
              </a:rPr>
              <a:t>) </a:t>
            </a:r>
            <a:endParaRPr lang="ko-KR" altLang="en-US" sz="800" dirty="0">
              <a:solidFill>
                <a:schemeClr val="tx1">
                  <a:lumMod val="65000"/>
                  <a:lumOff val="35000"/>
                </a:schemeClr>
              </a:solidFill>
              <a:latin typeface="+mn-ea"/>
              <a:ea typeface="+mn-ea"/>
            </a:endParaRPr>
          </a:p>
        </p:txBody>
      </p:sp>
      <p:pic>
        <p:nvPicPr>
          <p:cNvPr id="233"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3751" y="4528170"/>
            <a:ext cx="4863116" cy="864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34" name="그룹 233"/>
          <p:cNvGrpSpPr/>
          <p:nvPr/>
        </p:nvGrpSpPr>
        <p:grpSpPr>
          <a:xfrm>
            <a:off x="3133750" y="5517232"/>
            <a:ext cx="4863117" cy="664994"/>
            <a:chOff x="2180692" y="6203487"/>
            <a:chExt cx="4863117" cy="664994"/>
          </a:xfrm>
        </p:grpSpPr>
        <p:sp>
          <p:nvSpPr>
            <p:cNvPr id="236" name="직사각형 235"/>
            <p:cNvSpPr/>
            <p:nvPr/>
          </p:nvSpPr>
          <p:spPr>
            <a:xfrm>
              <a:off x="2180692" y="6203487"/>
              <a:ext cx="4863117"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37"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04828" y="6318265"/>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8" name="Rectangle 122"/>
            <p:cNvSpPr>
              <a:spLocks noChangeArrowheads="1"/>
            </p:cNvSpPr>
            <p:nvPr/>
          </p:nvSpPr>
          <p:spPr bwMode="auto">
            <a:xfrm>
              <a:off x="3954266" y="6448680"/>
              <a:ext cx="72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ysClr val="windowText" lastClr="000000"/>
                  </a:solidFill>
                  <a:latin typeface="+mn-ea"/>
                  <a:ea typeface="+mn-ea"/>
                </a:rPr>
                <a:t>파일 선택</a:t>
              </a:r>
              <a:endParaRPr lang="ko-KR" altLang="en-US" sz="800" kern="0" dirty="0">
                <a:solidFill>
                  <a:sysClr val="windowText" lastClr="000000"/>
                </a:solidFill>
                <a:latin typeface="+mn-ea"/>
                <a:ea typeface="+mn-ea"/>
              </a:endParaRPr>
            </a:p>
          </p:txBody>
        </p:sp>
        <p:sp>
          <p:nvSpPr>
            <p:cNvPr id="240" name="TextBox 239"/>
            <p:cNvSpPr txBox="1"/>
            <p:nvPr/>
          </p:nvSpPr>
          <p:spPr>
            <a:xfrm>
              <a:off x="4638342" y="6428931"/>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sp>
        <p:nvSpPr>
          <p:cNvPr id="241" name="직사각형 240"/>
          <p:cNvSpPr/>
          <p:nvPr/>
        </p:nvSpPr>
        <p:spPr>
          <a:xfrm>
            <a:off x="3080792" y="6210801"/>
            <a:ext cx="4852220" cy="215444"/>
          </a:xfrm>
          <a:prstGeom prst="rect">
            <a:avLst/>
          </a:prstGeom>
        </p:spPr>
        <p:txBody>
          <a:bodyPr wrap="square">
            <a:spAutoFit/>
          </a:bodyPr>
          <a:lstStyle/>
          <a:p>
            <a:r>
              <a:rPr lang="ko-KR" altLang="en-US" sz="800" dirty="0" smtClean="0">
                <a:solidFill>
                  <a:srgbClr val="C00000"/>
                </a:solidFill>
                <a:latin typeface="+mn-ea"/>
                <a:ea typeface="+mn-ea"/>
              </a:rPr>
              <a:t>예 </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진단서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입원확인서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출장확인서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훈련통지서 등</a:t>
            </a:r>
            <a:endParaRPr lang="ko-KR" altLang="en-US" sz="800" dirty="0">
              <a:solidFill>
                <a:srgbClr val="C00000"/>
              </a:solidFill>
              <a:latin typeface="+mn-ea"/>
              <a:ea typeface="+mn-ea"/>
            </a:endParaRPr>
          </a:p>
        </p:txBody>
      </p:sp>
      <p:grpSp>
        <p:nvGrpSpPr>
          <p:cNvPr id="244" name="그룹 243"/>
          <p:cNvGrpSpPr/>
          <p:nvPr/>
        </p:nvGrpSpPr>
        <p:grpSpPr>
          <a:xfrm>
            <a:off x="3133893" y="6427469"/>
            <a:ext cx="1845909" cy="360040"/>
            <a:chOff x="1856656" y="7821488"/>
            <a:chExt cx="1845909" cy="360040"/>
          </a:xfrm>
        </p:grpSpPr>
        <p:sp>
          <p:nvSpPr>
            <p:cNvPr id="246" name="직사각형 245"/>
            <p:cNvSpPr/>
            <p:nvPr/>
          </p:nvSpPr>
          <p:spPr>
            <a:xfrm>
              <a:off x="1856656" y="7821488"/>
              <a:ext cx="1800000" cy="36004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a:t>
              </a:r>
            </a:p>
            <a:p>
              <a:pPr>
                <a:lnSpc>
                  <a:spcPct val="150000"/>
                </a:lnSpc>
              </a:pP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47" name="직사각형 246"/>
            <p:cNvSpPr/>
            <p:nvPr/>
          </p:nvSpPr>
          <p:spPr>
            <a:xfrm>
              <a:off x="3450573" y="7895592"/>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nvGrpSpPr>
          <p:cNvPr id="248" name="그룹 247"/>
          <p:cNvGrpSpPr/>
          <p:nvPr/>
        </p:nvGrpSpPr>
        <p:grpSpPr>
          <a:xfrm>
            <a:off x="4747215" y="6381328"/>
            <a:ext cx="234360" cy="200055"/>
            <a:chOff x="1161795" y="11716364"/>
            <a:chExt cx="234360" cy="200055"/>
          </a:xfrm>
        </p:grpSpPr>
        <p:sp>
          <p:nvSpPr>
            <p:cNvPr id="318" name="모서리가 둥근 직사각형 31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19" name="직사각형 318"/>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20" name="그룹 319"/>
          <p:cNvGrpSpPr/>
          <p:nvPr/>
        </p:nvGrpSpPr>
        <p:grpSpPr>
          <a:xfrm>
            <a:off x="6562656" y="7201411"/>
            <a:ext cx="234360" cy="200055"/>
            <a:chOff x="1161795" y="11716364"/>
            <a:chExt cx="234360" cy="200055"/>
          </a:xfrm>
        </p:grpSpPr>
        <p:sp>
          <p:nvSpPr>
            <p:cNvPr id="321" name="모서리가 둥근 직사각형 3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30" name="직사각형 329"/>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31" name="그룹 330"/>
          <p:cNvGrpSpPr/>
          <p:nvPr/>
        </p:nvGrpSpPr>
        <p:grpSpPr>
          <a:xfrm>
            <a:off x="4430608" y="7730430"/>
            <a:ext cx="234360" cy="200055"/>
            <a:chOff x="1161795" y="11716364"/>
            <a:chExt cx="234360" cy="200055"/>
          </a:xfrm>
        </p:grpSpPr>
        <p:sp>
          <p:nvSpPr>
            <p:cNvPr id="341" name="모서리가 둥근 직사각형 3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2" name="직사각형 341"/>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43" name="그룹 342"/>
          <p:cNvGrpSpPr/>
          <p:nvPr/>
        </p:nvGrpSpPr>
        <p:grpSpPr>
          <a:xfrm>
            <a:off x="8121352" y="7217879"/>
            <a:ext cx="3289335" cy="1107665"/>
            <a:chOff x="10960564" y="1312622"/>
            <a:chExt cx="3289335" cy="1107665"/>
          </a:xfrm>
        </p:grpSpPr>
        <p:grpSp>
          <p:nvGrpSpPr>
            <p:cNvPr id="344" name="그룹 343"/>
            <p:cNvGrpSpPr/>
            <p:nvPr/>
          </p:nvGrpSpPr>
          <p:grpSpPr>
            <a:xfrm>
              <a:off x="10960564" y="1312622"/>
              <a:ext cx="3289335" cy="1107665"/>
              <a:chOff x="-692625" y="294998"/>
              <a:chExt cx="3289335" cy="1107665"/>
            </a:xfrm>
          </p:grpSpPr>
          <p:grpSp>
            <p:nvGrpSpPr>
              <p:cNvPr id="346" name="그룹 345"/>
              <p:cNvGrpSpPr/>
              <p:nvPr/>
            </p:nvGrpSpPr>
            <p:grpSpPr>
              <a:xfrm>
                <a:off x="-692625" y="294998"/>
                <a:ext cx="3289335" cy="1107665"/>
                <a:chOff x="1061816" y="3176972"/>
                <a:chExt cx="3289335" cy="1107665"/>
              </a:xfrm>
            </p:grpSpPr>
            <p:sp>
              <p:nvSpPr>
                <p:cNvPr id="348" name="직사각형 347"/>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9" name="직사각형 348"/>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50" name="직사각형 349"/>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51" name="직사각형 350"/>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47" name="직사각형 346"/>
              <p:cNvSpPr/>
              <p:nvPr/>
            </p:nvSpPr>
            <p:spPr>
              <a:xfrm>
                <a:off x="516262" y="666797"/>
                <a:ext cx="96212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수정 되었습니다</a:t>
                </a:r>
                <a:r>
                  <a:rPr lang="en-US" altLang="ko-KR" sz="800" dirty="0" smtClean="0">
                    <a:solidFill>
                      <a:schemeClr val="tx1">
                        <a:lumMod val="75000"/>
                        <a:lumOff val="25000"/>
                      </a:schemeClr>
                    </a:solidFill>
                    <a:latin typeface="+mn-ea"/>
                    <a:ea typeface="+mn-ea"/>
                  </a:rPr>
                  <a:t>.</a:t>
                </a:r>
                <a:endParaRPr lang="ko-KR" altLang="en-US" sz="800" dirty="0">
                  <a:solidFill>
                    <a:schemeClr val="accent1"/>
                  </a:solidFill>
                  <a:latin typeface="+mn-ea"/>
                  <a:ea typeface="+mn-ea"/>
                </a:endParaRPr>
              </a:p>
            </p:txBody>
          </p:sp>
        </p:grpSp>
        <p:sp>
          <p:nvSpPr>
            <p:cNvPr id="345" name="모서리가 둥근 직사각형 344"/>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2" name="직사각형 1"/>
          <p:cNvSpPr/>
          <p:nvPr/>
        </p:nvSpPr>
        <p:spPr>
          <a:xfrm>
            <a:off x="3190360" y="4812776"/>
            <a:ext cx="4733127" cy="461665"/>
          </a:xfrm>
          <a:prstGeom prst="rect">
            <a:avLst/>
          </a:prstGeom>
          <a:solidFill>
            <a:schemeClr val="bg1"/>
          </a:solidFill>
        </p:spPr>
        <p:txBody>
          <a:bodyPr wrap="square">
            <a:spAutoFit/>
          </a:bodyPr>
          <a:lstStyle/>
          <a:p>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endParaRPr lang="en-US" altLang="ko-KR" sz="800" dirty="0" smtClean="0">
              <a:solidFill>
                <a:schemeClr val="tx1">
                  <a:lumMod val="65000"/>
                  <a:lumOff val="35000"/>
                </a:schemeClr>
              </a:solidFill>
              <a:latin typeface="+mn-ea"/>
              <a:ea typeface="+mn-ea"/>
            </a:endParaRPr>
          </a:p>
          <a:p>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endParaRPr lang="en-US" altLang="ko-KR" sz="800" dirty="0" smtClean="0">
              <a:solidFill>
                <a:schemeClr val="tx1">
                  <a:lumMod val="65000"/>
                  <a:lumOff val="35000"/>
                </a:schemeClr>
              </a:solidFill>
              <a:latin typeface="+mn-ea"/>
              <a:ea typeface="+mn-ea"/>
            </a:endParaRPr>
          </a:p>
          <a:p>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사유내용</a:t>
            </a:r>
            <a:endParaRPr lang="en-US" altLang="ko-KR" sz="800" dirty="0">
              <a:solidFill>
                <a:schemeClr val="tx1">
                  <a:lumMod val="65000"/>
                  <a:lumOff val="35000"/>
                </a:schemeClr>
              </a:solidFill>
              <a:latin typeface="+mn-ea"/>
              <a:ea typeface="+mn-ea"/>
            </a:endParaRPr>
          </a:p>
        </p:txBody>
      </p:sp>
    </p:spTree>
    <p:extLst>
      <p:ext uri="{BB962C8B-B14F-4D97-AF65-F5344CB8AC3E}">
        <p14:creationId xmlns:p14="http://schemas.microsoft.com/office/powerpoint/2010/main" val="55682762"/>
      </p:ext>
    </p:extLst>
  </p:cSld>
  <p:clrMapOvr>
    <a:masterClrMapping/>
  </p:clrMapOvr>
  <p:transition>
    <p:wipe dir="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 name="그룹 172"/>
          <p:cNvGrpSpPr/>
          <p:nvPr/>
        </p:nvGrpSpPr>
        <p:grpSpPr>
          <a:xfrm>
            <a:off x="507554" y="1602349"/>
            <a:ext cx="3075218" cy="252000"/>
            <a:chOff x="507554" y="1537742"/>
            <a:chExt cx="3075218" cy="252000"/>
          </a:xfrm>
        </p:grpSpPr>
        <p:pic>
          <p:nvPicPr>
            <p:cNvPr id="174"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5" name="그룹 174"/>
            <p:cNvGrpSpPr/>
            <p:nvPr/>
          </p:nvGrpSpPr>
          <p:grpSpPr>
            <a:xfrm>
              <a:off x="2288704" y="1581175"/>
              <a:ext cx="1294068" cy="166725"/>
              <a:chOff x="2288704" y="1581175"/>
              <a:chExt cx="1294068" cy="166725"/>
            </a:xfrm>
          </p:grpSpPr>
          <p:sp>
            <p:nvSpPr>
              <p:cNvPr id="176" name="직사각형 175"/>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77" name="직사각형 176"/>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나의 성적 </a:t>
            </a:r>
            <a:r>
              <a:rPr lang="en-US" altLang="ko-KR" sz="800" spc="-60" dirty="0" smtClean="0">
                <a:latin typeface="+mn-ea"/>
                <a:ea typeface="+mn-ea"/>
              </a:rPr>
              <a:t>&gt; </a:t>
            </a:r>
            <a:r>
              <a:rPr lang="ko-KR" altLang="en-US" sz="800" spc="-60" dirty="0" smtClean="0">
                <a:latin typeface="+mn-ea"/>
                <a:ea typeface="+mn-ea"/>
              </a:rPr>
              <a:t>성적 이의 신청 </a:t>
            </a:r>
            <a:r>
              <a:rPr lang="en-US" altLang="ko-KR" sz="800" spc="-60" dirty="0" smtClean="0">
                <a:latin typeface="+mn-ea"/>
                <a:ea typeface="+mn-ea"/>
              </a:rPr>
              <a:t>&gt; </a:t>
            </a:r>
            <a:r>
              <a:rPr lang="ko-KR" altLang="en-US" sz="800" spc="-60" dirty="0" smtClean="0">
                <a:latin typeface="+mn-ea"/>
                <a:ea typeface="+mn-ea"/>
              </a:rPr>
              <a:t>답변확인 레이어팝업</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68</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나의 성적</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800000" cy="180000"/>
              <a:chOff x="524640" y="2276872"/>
              <a:chExt cx="1800000" cy="180000"/>
            </a:xfrm>
          </p:grpSpPr>
          <p:sp>
            <p:nvSpPr>
              <p:cNvPr id="399" name="모서리가 둥근 직사각형 398"/>
              <p:cNvSpPr/>
              <p:nvPr/>
            </p:nvSpPr>
            <p:spPr bwMode="auto">
              <a:xfrm>
                <a:off x="524640" y="2276872"/>
                <a:ext cx="1800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나의 성적 </a:t>
                </a:r>
                <a:r>
                  <a:rPr kumimoji="1" lang="en-US" altLang="ko-KR" sz="900" dirty="0" smtClean="0">
                    <a:solidFill>
                      <a:schemeClr val="tx1">
                        <a:lumMod val="75000"/>
                        <a:lumOff val="25000"/>
                      </a:schemeClr>
                    </a:solidFill>
                    <a:latin typeface="+mn-ea"/>
                    <a:ea typeface="+mn-ea"/>
                    <a:cs typeface="Calibri" pitchFamily="34" charset="0"/>
                  </a:rPr>
                  <a:t>&gt; </a:t>
                </a:r>
                <a:r>
                  <a:rPr kumimoji="1" lang="ko-KR" altLang="en-US" sz="900" dirty="0" smtClean="0">
                    <a:solidFill>
                      <a:schemeClr val="tx1">
                        <a:lumMod val="75000"/>
                        <a:lumOff val="25000"/>
                      </a:schemeClr>
                    </a:solidFill>
                    <a:latin typeface="+mn-ea"/>
                    <a:ea typeface="+mn-ea"/>
                    <a:cs typeface="Calibri" pitchFamily="34" charset="0"/>
                  </a:rPr>
                  <a:t>성적 이의 신청</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KNOU_UI_C01021400_06</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나의성적</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260" name="그룹 259"/>
          <p:cNvGrpSpPr/>
          <p:nvPr/>
        </p:nvGrpSpPr>
        <p:grpSpPr>
          <a:xfrm>
            <a:off x="626748" y="2104281"/>
            <a:ext cx="1245456" cy="4063099"/>
            <a:chOff x="626748" y="2104281"/>
            <a:chExt cx="1245456" cy="4063099"/>
          </a:xfrm>
        </p:grpSpPr>
        <p:grpSp>
          <p:nvGrpSpPr>
            <p:cNvPr id="261" name="그룹 260"/>
            <p:cNvGrpSpPr/>
            <p:nvPr/>
          </p:nvGrpSpPr>
          <p:grpSpPr>
            <a:xfrm>
              <a:off x="629955" y="3042501"/>
              <a:ext cx="1188000" cy="180000"/>
              <a:chOff x="666427" y="3266516"/>
              <a:chExt cx="1188000" cy="180000"/>
            </a:xfrm>
          </p:grpSpPr>
          <p:sp>
            <p:nvSpPr>
              <p:cNvPr id="299" name="모서리가 둥근 직사각형 29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0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6748" y="2104281"/>
              <a:ext cx="1245456" cy="442923"/>
              <a:chOff x="468506" y="2320305"/>
              <a:chExt cx="1245456" cy="442923"/>
            </a:xfrm>
          </p:grpSpPr>
          <p:sp>
            <p:nvSpPr>
              <p:cNvPr id="296" name="직사각형 295"/>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9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8" name="TextBox 297"/>
              <p:cNvSpPr txBox="1"/>
              <p:nvPr/>
            </p:nvSpPr>
            <p:spPr>
              <a:xfrm>
                <a:off x="718877" y="2363632"/>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63" name="그룹 262"/>
            <p:cNvGrpSpPr/>
            <p:nvPr/>
          </p:nvGrpSpPr>
          <p:grpSpPr>
            <a:xfrm>
              <a:off x="632520" y="2752353"/>
              <a:ext cx="1188000" cy="180000"/>
              <a:chOff x="666427" y="3266516"/>
              <a:chExt cx="1188000" cy="180000"/>
            </a:xfrm>
          </p:grpSpPr>
          <p:sp>
            <p:nvSpPr>
              <p:cNvPr id="294" name="모서리가 둥근 직사각형 29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95"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29956" y="3318264"/>
              <a:ext cx="1188000" cy="180000"/>
              <a:chOff x="666428" y="3785432"/>
              <a:chExt cx="1188000" cy="180000"/>
            </a:xfrm>
          </p:grpSpPr>
          <p:sp>
            <p:nvSpPr>
              <p:cNvPr id="292" name="모서리가 둥근 직사각형 29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29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5" name="그룹 264"/>
            <p:cNvGrpSpPr/>
            <p:nvPr/>
          </p:nvGrpSpPr>
          <p:grpSpPr>
            <a:xfrm>
              <a:off x="635889" y="3606924"/>
              <a:ext cx="1188000" cy="180000"/>
              <a:chOff x="666428" y="4310612"/>
              <a:chExt cx="1188000" cy="180000"/>
            </a:xfrm>
          </p:grpSpPr>
          <p:sp>
            <p:nvSpPr>
              <p:cNvPr id="290" name="모서리가 둥근 직사각형 28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공지사</a:t>
                </a:r>
                <a:r>
                  <a:rPr lang="ko-KR" altLang="en-US" sz="800" dirty="0">
                    <a:solidFill>
                      <a:schemeClr val="bg1"/>
                    </a:solidFill>
                    <a:latin typeface="+mn-ea"/>
                    <a:ea typeface="+mn-ea"/>
                    <a:cs typeface="Calibri" pitchFamily="34" charset="0"/>
                  </a:rPr>
                  <a:t>항</a:t>
                </a:r>
                <a:endParaRPr kumimoji="1" lang="ko-KR" altLang="en-US" sz="800" dirty="0">
                  <a:solidFill>
                    <a:schemeClr val="bg1"/>
                  </a:solidFill>
                  <a:latin typeface="+mn-ea"/>
                  <a:ea typeface="+mn-ea"/>
                  <a:cs typeface="Calibri" pitchFamily="34" charset="0"/>
                </a:endParaRPr>
              </a:p>
            </p:txBody>
          </p:sp>
          <p:pic>
            <p:nvPicPr>
              <p:cNvPr id="29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35889" y="3892880"/>
              <a:ext cx="1188000" cy="180000"/>
              <a:chOff x="666428" y="4570824"/>
              <a:chExt cx="1188000" cy="180000"/>
            </a:xfrm>
          </p:grpSpPr>
          <p:sp>
            <p:nvSpPr>
              <p:cNvPr id="288" name="모서리가 둥근 직사각형 28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89"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7" name="그룹 266"/>
            <p:cNvGrpSpPr/>
            <p:nvPr/>
          </p:nvGrpSpPr>
          <p:grpSpPr>
            <a:xfrm>
              <a:off x="635889" y="5354975"/>
              <a:ext cx="1188000" cy="180000"/>
              <a:chOff x="666428" y="5096004"/>
              <a:chExt cx="1188000" cy="180000"/>
            </a:xfrm>
          </p:grpSpPr>
          <p:sp>
            <p:nvSpPr>
              <p:cNvPr id="286" name="모서리가 둥근 직사각형 285"/>
              <p:cNvSpPr/>
              <p:nvPr/>
            </p:nvSpPr>
            <p:spPr bwMode="auto">
              <a:xfrm>
                <a:off x="666428" y="5096004"/>
                <a:ext cx="1188000" cy="180000"/>
              </a:xfrm>
              <a:prstGeom prst="roundRect">
                <a:avLst/>
              </a:prstGeom>
              <a:solidFill>
                <a:schemeClr val="bg1"/>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나의성적</a:t>
                </a:r>
                <a:endParaRPr kumimoji="1" lang="ko-KR" altLang="en-US" sz="800" dirty="0">
                  <a:solidFill>
                    <a:schemeClr val="tx1">
                      <a:lumMod val="75000"/>
                      <a:lumOff val="25000"/>
                    </a:schemeClr>
                  </a:solidFill>
                  <a:latin typeface="+mn-ea"/>
                  <a:ea typeface="+mn-ea"/>
                  <a:cs typeface="Calibri" pitchFamily="34" charset="0"/>
                </a:endParaRPr>
              </a:p>
            </p:txBody>
          </p:sp>
          <p:pic>
            <p:nvPicPr>
              <p:cNvPr id="287"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40081" y="5987380"/>
              <a:ext cx="1188000" cy="180000"/>
              <a:chOff x="666428" y="3785432"/>
              <a:chExt cx="1188000" cy="180000"/>
            </a:xfrm>
          </p:grpSpPr>
          <p:sp>
            <p:nvSpPr>
              <p:cNvPr id="284" name="모서리가 둥근 직사각형 28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en-US" altLang="ko-KR" sz="800" dirty="0" smtClean="0">
                    <a:solidFill>
                      <a:schemeClr val="bg1"/>
                    </a:solidFill>
                    <a:latin typeface="+mn-ea"/>
                    <a:ea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8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9" name="그룹 268"/>
            <p:cNvGrpSpPr/>
            <p:nvPr/>
          </p:nvGrpSpPr>
          <p:grpSpPr>
            <a:xfrm>
              <a:off x="637083" y="4173925"/>
              <a:ext cx="1188000" cy="180000"/>
              <a:chOff x="666428" y="4570824"/>
              <a:chExt cx="1188000" cy="180000"/>
            </a:xfrm>
          </p:grpSpPr>
          <p:sp>
            <p:nvSpPr>
              <p:cNvPr id="282" name="모서리가 둥근 직사각형 28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8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0" name="그룹 269"/>
            <p:cNvGrpSpPr/>
            <p:nvPr/>
          </p:nvGrpSpPr>
          <p:grpSpPr>
            <a:xfrm>
              <a:off x="635889" y="4461495"/>
              <a:ext cx="1188000" cy="180000"/>
              <a:chOff x="666428" y="4310612"/>
              <a:chExt cx="1188000" cy="180000"/>
            </a:xfrm>
          </p:grpSpPr>
          <p:sp>
            <p:nvSpPr>
              <p:cNvPr id="280" name="모서리가 둥근 직사각형 27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8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1" name="그룹 270"/>
            <p:cNvGrpSpPr/>
            <p:nvPr/>
          </p:nvGrpSpPr>
          <p:grpSpPr>
            <a:xfrm>
              <a:off x="638453" y="4761168"/>
              <a:ext cx="1188000" cy="180000"/>
              <a:chOff x="666428" y="4310612"/>
              <a:chExt cx="1188000" cy="180000"/>
            </a:xfrm>
          </p:grpSpPr>
          <p:sp>
            <p:nvSpPr>
              <p:cNvPr id="278" name="모서리가 둥근 직사각형 27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7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2" name="그룹 271"/>
            <p:cNvGrpSpPr/>
            <p:nvPr/>
          </p:nvGrpSpPr>
          <p:grpSpPr>
            <a:xfrm>
              <a:off x="638453" y="5043867"/>
              <a:ext cx="1188000" cy="180000"/>
              <a:chOff x="666428" y="4310612"/>
              <a:chExt cx="1188000" cy="180000"/>
            </a:xfrm>
          </p:grpSpPr>
          <p:sp>
            <p:nvSpPr>
              <p:cNvPr id="276" name="모서리가 둥근 직사각형 27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3" name="그룹 272"/>
            <p:cNvGrpSpPr/>
            <p:nvPr/>
          </p:nvGrpSpPr>
          <p:grpSpPr>
            <a:xfrm>
              <a:off x="638453" y="5670773"/>
              <a:ext cx="1188000" cy="180000"/>
              <a:chOff x="666428" y="4570824"/>
              <a:chExt cx="1188000" cy="180000"/>
            </a:xfrm>
          </p:grpSpPr>
          <p:sp>
            <p:nvSpPr>
              <p:cNvPr id="274" name="모서리가 둥근 직사각형 27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27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aphicFrame>
        <p:nvGraphicFramePr>
          <p:cNvPr id="301" name="Group 175"/>
          <p:cNvGraphicFramePr>
            <a:graphicFrameLocks noGrp="1"/>
          </p:cNvGraphicFramePr>
          <p:nvPr>
            <p:extLst>
              <p:ext uri="{D42A27DB-BD31-4B8C-83A1-F6EECF244321}">
                <p14:modId xmlns:p14="http://schemas.microsoft.com/office/powerpoint/2010/main" val="2776444770"/>
              </p:ext>
            </p:extLst>
          </p:nvPr>
        </p:nvGraphicFramePr>
        <p:xfrm>
          <a:off x="9508554" y="1492213"/>
          <a:ext cx="1404156" cy="37266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02" name="직사각형 301"/>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03" name="직사각형 302"/>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수강과목</a:t>
            </a:r>
            <a:endParaRPr lang="ko-KR" altLang="en-US" sz="800" b="1" dirty="0">
              <a:solidFill>
                <a:srgbClr val="FF0000"/>
              </a:solidFill>
              <a:latin typeface="+mn-ea"/>
              <a:ea typeface="+mn-ea"/>
            </a:endParaRPr>
          </a:p>
        </p:txBody>
      </p:sp>
      <p:sp>
        <p:nvSpPr>
          <p:cNvPr id="304" name="모서리가 둥근 직사각형 303"/>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5" name="그룹 304"/>
          <p:cNvGrpSpPr/>
          <p:nvPr/>
        </p:nvGrpSpPr>
        <p:grpSpPr>
          <a:xfrm>
            <a:off x="2019008" y="2742828"/>
            <a:ext cx="2392552" cy="215444"/>
            <a:chOff x="2936776" y="2742828"/>
            <a:chExt cx="2392552" cy="215444"/>
          </a:xfrm>
        </p:grpSpPr>
        <p:grpSp>
          <p:nvGrpSpPr>
            <p:cNvPr id="306" name="그룹 305"/>
            <p:cNvGrpSpPr/>
            <p:nvPr/>
          </p:nvGrpSpPr>
          <p:grpSpPr>
            <a:xfrm>
              <a:off x="3853253" y="2765514"/>
              <a:ext cx="1476075" cy="180000"/>
              <a:chOff x="8094882" y="2394429"/>
              <a:chExt cx="1476075" cy="180000"/>
            </a:xfrm>
          </p:grpSpPr>
          <p:sp>
            <p:nvSpPr>
              <p:cNvPr id="308"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09"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07" name="직사각형 306"/>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aphicFrame>
        <p:nvGraphicFramePr>
          <p:cNvPr id="315" name="Group 37"/>
          <p:cNvGraphicFramePr>
            <a:graphicFrameLocks noGrp="1"/>
          </p:cNvGraphicFramePr>
          <p:nvPr>
            <p:extLst>
              <p:ext uri="{D42A27DB-BD31-4B8C-83A1-F6EECF244321}">
                <p14:modId xmlns:p14="http://schemas.microsoft.com/office/powerpoint/2010/main" val="429040926"/>
              </p:ext>
            </p:extLst>
          </p:nvPr>
        </p:nvGraphicFramePr>
        <p:xfrm>
          <a:off x="1975899" y="3681551"/>
          <a:ext cx="7471790" cy="1642702"/>
        </p:xfrm>
        <a:graphic>
          <a:graphicData uri="http://schemas.openxmlformats.org/drawingml/2006/table">
            <a:tbl>
              <a:tblPr/>
              <a:tblGrid>
                <a:gridCol w="350781">
                  <a:extLst>
                    <a:ext uri="{9D8B030D-6E8A-4147-A177-3AD203B41FA5}">
                      <a16:colId xmlns="" xmlns:a16="http://schemas.microsoft.com/office/drawing/2014/main" val="20001"/>
                    </a:ext>
                  </a:extLst>
                </a:gridCol>
                <a:gridCol w="486554"/>
                <a:gridCol w="350781"/>
                <a:gridCol w="350783"/>
                <a:gridCol w="1503058"/>
                <a:gridCol w="1372646"/>
                <a:gridCol w="988553"/>
                <a:gridCol w="350781"/>
                <a:gridCol w="988553"/>
                <a:gridCol w="72930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기계공학개론</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 </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일반화확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X</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광고 마케팅 개요</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경영학 기초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 디자인 </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성적 이의 신청합니다</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2025.07.29 16:25</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16" name="Track"/>
          <p:cNvSpPr>
            <a:spLocks/>
          </p:cNvSpPr>
          <p:nvPr>
            <p:custDataLst>
              <p:tags r:id="rId1"/>
            </p:custDataLst>
          </p:nvPr>
        </p:nvSpPr>
        <p:spPr bwMode="auto">
          <a:xfrm>
            <a:off x="9393346" y="3880704"/>
            <a:ext cx="43200" cy="144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sp>
        <p:nvSpPr>
          <p:cNvPr id="317" name="직사각형 316"/>
          <p:cNvSpPr/>
          <p:nvPr/>
        </p:nvSpPr>
        <p:spPr>
          <a:xfrm>
            <a:off x="2432720"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25" name="그룹 324"/>
          <p:cNvGrpSpPr/>
          <p:nvPr/>
        </p:nvGrpSpPr>
        <p:grpSpPr>
          <a:xfrm>
            <a:off x="2029247" y="3007057"/>
            <a:ext cx="4335338" cy="215444"/>
            <a:chOff x="2029247" y="3007057"/>
            <a:chExt cx="4335338" cy="215444"/>
          </a:xfrm>
        </p:grpSpPr>
        <p:grpSp>
          <p:nvGrpSpPr>
            <p:cNvPr id="326" name="그룹 325"/>
            <p:cNvGrpSpPr/>
            <p:nvPr/>
          </p:nvGrpSpPr>
          <p:grpSpPr>
            <a:xfrm>
              <a:off x="2029247" y="3007057"/>
              <a:ext cx="4335338" cy="215444"/>
              <a:chOff x="2936776" y="2752353"/>
              <a:chExt cx="4335338" cy="215444"/>
            </a:xfrm>
          </p:grpSpPr>
          <p:sp>
            <p:nvSpPr>
              <p:cNvPr id="32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수강과목선택</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29" name="직사각형 328"/>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grpSp>
        <p:sp>
          <p:nvSpPr>
            <p:cNvPr id="32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대학원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63" name="양쪽 모서리가 둥근 사각형 162"/>
          <p:cNvSpPr/>
          <p:nvPr/>
        </p:nvSpPr>
        <p:spPr>
          <a:xfrm>
            <a:off x="8547691" y="2377561"/>
            <a:ext cx="900000" cy="1800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성적 이의 신청</a:t>
            </a:r>
          </a:p>
        </p:txBody>
      </p:sp>
      <p:sp>
        <p:nvSpPr>
          <p:cNvPr id="164" name="양쪽 모서리가 둥근 사각형 163"/>
          <p:cNvSpPr/>
          <p:nvPr/>
        </p:nvSpPr>
        <p:spPr>
          <a:xfrm>
            <a:off x="7602438" y="2377455"/>
            <a:ext cx="900000" cy="183600"/>
          </a:xfrm>
          <a:prstGeom prst="round2SameRect">
            <a:avLst/>
          </a:prstGeom>
          <a:solidFill>
            <a:srgbClr val="4E6A8C"/>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나의 성적</a:t>
            </a:r>
          </a:p>
        </p:txBody>
      </p:sp>
      <p:sp>
        <p:nvSpPr>
          <p:cNvPr id="162" name="직사각형 161"/>
          <p:cNvSpPr/>
          <p:nvPr/>
        </p:nvSpPr>
        <p:spPr>
          <a:xfrm>
            <a:off x="1972491" y="5562789"/>
            <a:ext cx="74700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800" dirty="0" smtClean="0">
                <a:solidFill>
                  <a:schemeClr val="tx1">
                    <a:lumMod val="75000"/>
                    <a:lumOff val="25000"/>
                  </a:schemeClr>
                </a:solidFill>
              </a:rPr>
              <a:t>성적이의신청기간 </a:t>
            </a:r>
            <a:r>
              <a:rPr lang="en-US" altLang="ko-KR" sz="800" dirty="0" smtClean="0">
                <a:solidFill>
                  <a:schemeClr val="tx1">
                    <a:lumMod val="75000"/>
                    <a:lumOff val="25000"/>
                  </a:schemeClr>
                </a:solidFill>
              </a:rPr>
              <a:t>: 2025.12.26 10:00 ~ 2026.01.10 23:59</a:t>
            </a:r>
            <a:endParaRPr lang="ko-KR" altLang="en-US" sz="800" dirty="0">
              <a:solidFill>
                <a:schemeClr val="tx1">
                  <a:lumMod val="75000"/>
                  <a:lumOff val="25000"/>
                </a:schemeClr>
              </a:solidFill>
            </a:endParaRPr>
          </a:p>
        </p:txBody>
      </p:sp>
      <p:sp>
        <p:nvSpPr>
          <p:cNvPr id="166" name="Rectangle 122"/>
          <p:cNvSpPr>
            <a:spLocks noChangeArrowheads="1"/>
          </p:cNvSpPr>
          <p:nvPr/>
        </p:nvSpPr>
        <p:spPr bwMode="auto">
          <a:xfrm>
            <a:off x="8778425" y="3919285"/>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67" name="Rectangle 122"/>
          <p:cNvSpPr>
            <a:spLocks noChangeArrowheads="1"/>
          </p:cNvSpPr>
          <p:nvPr/>
        </p:nvSpPr>
        <p:spPr bwMode="auto">
          <a:xfrm>
            <a:off x="8784282" y="4165004"/>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신청하기</a:t>
            </a:r>
            <a:endParaRPr lang="ko-KR" altLang="en-US" sz="800" kern="0" dirty="0">
              <a:solidFill>
                <a:schemeClr val="tx1">
                  <a:lumMod val="75000"/>
                  <a:lumOff val="25000"/>
                </a:schemeClr>
              </a:solidFill>
              <a:latin typeface="+mn-ea"/>
              <a:ea typeface="+mn-ea"/>
            </a:endParaRPr>
          </a:p>
        </p:txBody>
      </p:sp>
      <p:sp>
        <p:nvSpPr>
          <p:cNvPr id="168" name="Rectangle 122"/>
          <p:cNvSpPr>
            <a:spLocks noChangeArrowheads="1"/>
          </p:cNvSpPr>
          <p:nvPr/>
        </p:nvSpPr>
        <p:spPr bwMode="auto">
          <a:xfrm>
            <a:off x="8788474" y="4400078"/>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a:t>
            </a:r>
            <a:r>
              <a:rPr lang="ko-KR" altLang="en-US" sz="800" kern="0" dirty="0">
                <a:solidFill>
                  <a:schemeClr val="tx1">
                    <a:lumMod val="75000"/>
                    <a:lumOff val="25000"/>
                  </a:schemeClr>
                </a:solidFill>
                <a:latin typeface="+mn-ea"/>
                <a:ea typeface="+mn-ea"/>
              </a:rPr>
              <a:t>정</a:t>
            </a:r>
            <a:r>
              <a:rPr lang="ko-KR" altLang="en-US" sz="800" kern="0" dirty="0" smtClean="0">
                <a:solidFill>
                  <a:schemeClr val="tx1">
                    <a:lumMod val="75000"/>
                    <a:lumOff val="25000"/>
                  </a:schemeClr>
                </a:solidFill>
                <a:latin typeface="+mn-ea"/>
                <a:ea typeface="+mn-ea"/>
              </a:rPr>
              <a:t>하기</a:t>
            </a:r>
            <a:endParaRPr lang="ko-KR" altLang="en-US" sz="800" kern="0" dirty="0">
              <a:solidFill>
                <a:schemeClr val="tx1">
                  <a:lumMod val="75000"/>
                  <a:lumOff val="25000"/>
                </a:schemeClr>
              </a:solidFill>
              <a:latin typeface="+mn-ea"/>
              <a:ea typeface="+mn-ea"/>
            </a:endParaRPr>
          </a:p>
        </p:txBody>
      </p:sp>
      <p:sp>
        <p:nvSpPr>
          <p:cNvPr id="170" name="Rectangle 122"/>
          <p:cNvSpPr>
            <a:spLocks noChangeArrowheads="1"/>
          </p:cNvSpPr>
          <p:nvPr/>
        </p:nvSpPr>
        <p:spPr bwMode="auto">
          <a:xfrm>
            <a:off x="8788474" y="4640485"/>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1" name="Rectangle 122"/>
          <p:cNvSpPr>
            <a:spLocks noChangeArrowheads="1"/>
          </p:cNvSpPr>
          <p:nvPr/>
        </p:nvSpPr>
        <p:spPr bwMode="auto">
          <a:xfrm>
            <a:off x="8797999" y="4879751"/>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72" name="Rectangle 122"/>
          <p:cNvSpPr>
            <a:spLocks noChangeArrowheads="1"/>
          </p:cNvSpPr>
          <p:nvPr/>
        </p:nvSpPr>
        <p:spPr bwMode="auto">
          <a:xfrm>
            <a:off x="8793807" y="5110633"/>
            <a:ext cx="540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답변확인</a:t>
            </a:r>
            <a:endParaRPr lang="ko-KR" altLang="en-US" sz="800" kern="0" dirty="0">
              <a:solidFill>
                <a:schemeClr val="tx1">
                  <a:lumMod val="75000"/>
                  <a:lumOff val="25000"/>
                </a:schemeClr>
              </a:solidFill>
              <a:latin typeface="+mn-ea"/>
              <a:ea typeface="+mn-ea"/>
            </a:endParaRPr>
          </a:p>
        </p:txBody>
      </p:sp>
      <p:sp>
        <p:nvSpPr>
          <p:cNvPr id="182" name="직사각형 181"/>
          <p:cNvSpPr/>
          <p:nvPr/>
        </p:nvSpPr>
        <p:spPr bwMode="auto">
          <a:xfrm>
            <a:off x="409172" y="1492213"/>
            <a:ext cx="9079694" cy="939828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183" name="그룹 182"/>
          <p:cNvGrpSpPr/>
          <p:nvPr/>
        </p:nvGrpSpPr>
        <p:grpSpPr>
          <a:xfrm>
            <a:off x="1856656" y="2132856"/>
            <a:ext cx="6274221" cy="5904656"/>
            <a:chOff x="2774409" y="2481561"/>
            <a:chExt cx="6274221" cy="5904656"/>
          </a:xfrm>
        </p:grpSpPr>
        <p:grpSp>
          <p:nvGrpSpPr>
            <p:cNvPr id="184" name="그룹 183"/>
            <p:cNvGrpSpPr/>
            <p:nvPr/>
          </p:nvGrpSpPr>
          <p:grpSpPr>
            <a:xfrm>
              <a:off x="2809059" y="2481561"/>
              <a:ext cx="6239571" cy="5904656"/>
              <a:chOff x="2809059" y="2481561"/>
              <a:chExt cx="6239571" cy="5904656"/>
            </a:xfrm>
          </p:grpSpPr>
          <p:sp>
            <p:nvSpPr>
              <p:cNvPr id="186" name="직사각형 185"/>
              <p:cNvSpPr/>
              <p:nvPr/>
            </p:nvSpPr>
            <p:spPr>
              <a:xfrm>
                <a:off x="2809059" y="2492896"/>
                <a:ext cx="6224400" cy="5893321"/>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7" name="직사각형 186"/>
              <p:cNvSpPr/>
              <p:nvPr/>
            </p:nvSpPr>
            <p:spPr>
              <a:xfrm>
                <a:off x="2813299" y="2495865"/>
                <a:ext cx="6210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8" name="직사각형 187"/>
              <p:cNvSpPr/>
              <p:nvPr/>
            </p:nvSpPr>
            <p:spPr>
              <a:xfrm>
                <a:off x="8780608" y="2481561"/>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5" name="직사각형 184"/>
            <p:cNvSpPr/>
            <p:nvPr/>
          </p:nvSpPr>
          <p:spPr>
            <a:xfrm>
              <a:off x="2774409" y="2502471"/>
              <a:ext cx="1247457" cy="215444"/>
            </a:xfrm>
            <a:prstGeom prst="rect">
              <a:avLst/>
            </a:prstGeom>
          </p:spPr>
          <p:txBody>
            <a:bodyPr wrap="none">
              <a:spAutoFit/>
            </a:bodyPr>
            <a:lstStyle/>
            <a:p>
              <a:r>
                <a:rPr lang="ko-KR" altLang="en-US" sz="800" dirty="0" smtClean="0">
                  <a:solidFill>
                    <a:schemeClr val="bg1"/>
                  </a:solidFill>
                  <a:latin typeface="+mn-ea"/>
                  <a:ea typeface="+mn-ea"/>
                </a:rPr>
                <a:t>성적이의신청 답변확인</a:t>
              </a:r>
              <a:endParaRPr lang="ko-KR" altLang="en-US" sz="800" dirty="0">
                <a:solidFill>
                  <a:schemeClr val="bg1"/>
                </a:solidFill>
                <a:latin typeface="+mn-ea"/>
                <a:ea typeface="+mn-ea"/>
              </a:endParaRPr>
            </a:p>
          </p:txBody>
        </p:sp>
      </p:grpSp>
      <p:sp>
        <p:nvSpPr>
          <p:cNvPr id="190" name="모서리가 둥근 직사각형 189"/>
          <p:cNvSpPr/>
          <p:nvPr/>
        </p:nvSpPr>
        <p:spPr>
          <a:xfrm>
            <a:off x="4448944" y="767747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91" name="표 190"/>
          <p:cNvGraphicFramePr>
            <a:graphicFrameLocks noGrp="1"/>
          </p:cNvGraphicFramePr>
          <p:nvPr>
            <p:extLst>
              <p:ext uri="{D42A27DB-BD31-4B8C-83A1-F6EECF244321}">
                <p14:modId xmlns:p14="http://schemas.microsoft.com/office/powerpoint/2010/main" val="3633606288"/>
              </p:ext>
            </p:extLst>
          </p:nvPr>
        </p:nvGraphicFramePr>
        <p:xfrm>
          <a:off x="1957239" y="3880098"/>
          <a:ext cx="6092105" cy="2069182"/>
        </p:xfrm>
        <a:graphic>
          <a:graphicData uri="http://schemas.openxmlformats.org/drawingml/2006/table">
            <a:tbl>
              <a:tblPr firstRow="1" bandRow="1">
                <a:tableStyleId>{5C22544A-7EE6-4342-B048-85BDC9FD1C3A}</a:tableStyleId>
              </a:tblPr>
              <a:tblGrid>
                <a:gridCol w="1135174"/>
                <a:gridCol w="1932595"/>
                <a:gridCol w="1008112"/>
                <a:gridCol w="2016224"/>
              </a:tblGrid>
              <a:tr h="285500">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학*자</a:t>
                      </a: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이의 신청 사유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492342">
                <a:tc>
                  <a:txBody>
                    <a:bodyPr/>
                    <a:lstStyle/>
                    <a:p>
                      <a:pPr algn="l" latinLnBrk="1"/>
                      <a:r>
                        <a:rPr lang="ko-KR" altLang="en-US" sz="800" b="0" dirty="0" smtClean="0">
                          <a:solidFill>
                            <a:schemeClr val="tx1">
                              <a:lumMod val="75000"/>
                              <a:lumOff val="25000"/>
                            </a:schemeClr>
                          </a:solidFill>
                          <a:latin typeface="+mn-ea"/>
                          <a:ea typeface="+mn-ea"/>
                        </a:rPr>
                        <a:t>자료첨부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93" name="직사각형 192"/>
          <p:cNvSpPr/>
          <p:nvPr/>
        </p:nvSpPr>
        <p:spPr>
          <a:xfrm>
            <a:off x="1856656" y="2401838"/>
            <a:ext cx="954107"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이의 신청</a:t>
            </a:r>
            <a:endParaRPr lang="ko-KR" altLang="en-US" sz="800" b="1" dirty="0">
              <a:solidFill>
                <a:schemeClr val="tx1">
                  <a:lumMod val="75000"/>
                  <a:lumOff val="25000"/>
                </a:schemeClr>
              </a:solidFill>
              <a:latin typeface="+mn-ea"/>
              <a:ea typeface="+mn-ea"/>
            </a:endParaRPr>
          </a:p>
        </p:txBody>
      </p:sp>
      <p:graphicFrame>
        <p:nvGraphicFramePr>
          <p:cNvPr id="223" name="표 222"/>
          <p:cNvGraphicFramePr>
            <a:graphicFrameLocks noGrp="1"/>
          </p:cNvGraphicFramePr>
          <p:nvPr>
            <p:extLst>
              <p:ext uri="{D42A27DB-BD31-4B8C-83A1-F6EECF244321}">
                <p14:modId xmlns:p14="http://schemas.microsoft.com/office/powerpoint/2010/main" val="2620774840"/>
              </p:ext>
            </p:extLst>
          </p:nvPr>
        </p:nvGraphicFramePr>
        <p:xfrm>
          <a:off x="1955143" y="2647040"/>
          <a:ext cx="6103726" cy="1142000"/>
        </p:xfrm>
        <a:graphic>
          <a:graphicData uri="http://schemas.openxmlformats.org/drawingml/2006/table">
            <a:tbl>
              <a:tblPr firstRow="1" bandRow="1">
                <a:tableStyleId>{5C22544A-7EE6-4342-B048-85BDC9FD1C3A}</a:tableStyleId>
              </a:tblPr>
              <a:tblGrid>
                <a:gridCol w="1135174"/>
                <a:gridCol w="1944216"/>
                <a:gridCol w="1008112"/>
                <a:gridCol w="2016224"/>
              </a:tblGrid>
              <a:tr h="285500">
                <a:tc>
                  <a:txBody>
                    <a:bodyPr/>
                    <a:lstStyle/>
                    <a:p>
                      <a:pPr algn="l" latinLnBrk="1"/>
                      <a:r>
                        <a:rPr lang="ko-KR" altLang="en-US" sz="800" b="0" dirty="0" smtClean="0">
                          <a:solidFill>
                            <a:schemeClr val="tx1">
                              <a:lumMod val="75000"/>
                              <a:lumOff val="25000"/>
                            </a:schemeClr>
                          </a:solidFill>
                          <a:latin typeface="+mn-ea"/>
                          <a:ea typeface="+mn-ea"/>
                        </a:rPr>
                        <a:t>개설학과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과목코드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2025.10.10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튜터명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김*터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246" name="직사각형 245"/>
          <p:cNvSpPr/>
          <p:nvPr/>
        </p:nvSpPr>
        <p:spPr>
          <a:xfrm>
            <a:off x="3133893" y="5517232"/>
            <a:ext cx="1800000" cy="36004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a:t>
            </a:r>
          </a:p>
          <a:p>
            <a:pPr>
              <a:lnSpc>
                <a:spcPct val="150000"/>
              </a:lnSpc>
            </a:pP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 name="직사각형 1"/>
          <p:cNvSpPr/>
          <p:nvPr/>
        </p:nvSpPr>
        <p:spPr>
          <a:xfrm>
            <a:off x="3109718" y="4509120"/>
            <a:ext cx="4733127" cy="461665"/>
          </a:xfrm>
          <a:prstGeom prst="rect">
            <a:avLst/>
          </a:prstGeom>
          <a:solidFill>
            <a:schemeClr val="bg1"/>
          </a:solidFill>
        </p:spPr>
        <p:txBody>
          <a:bodyPr wrap="square">
            <a:spAutoFit/>
          </a:bodyPr>
          <a:lstStyle/>
          <a:p>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endParaRPr lang="en-US" altLang="ko-KR" sz="800" dirty="0" smtClean="0">
              <a:solidFill>
                <a:schemeClr val="tx1">
                  <a:lumMod val="65000"/>
                  <a:lumOff val="35000"/>
                </a:schemeClr>
              </a:solidFill>
              <a:latin typeface="+mn-ea"/>
              <a:ea typeface="+mn-ea"/>
            </a:endParaRPr>
          </a:p>
          <a:p>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endParaRPr lang="en-US" altLang="ko-KR" sz="800" dirty="0" smtClean="0">
              <a:solidFill>
                <a:schemeClr val="tx1">
                  <a:lumMod val="65000"/>
                  <a:lumOff val="35000"/>
                </a:schemeClr>
              </a:solidFill>
              <a:latin typeface="+mn-ea"/>
              <a:ea typeface="+mn-ea"/>
            </a:endParaRPr>
          </a:p>
          <a:p>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사유내용</a:t>
            </a:r>
            <a:r>
              <a:rPr lang="ko-KR" altLang="en-US" sz="800" dirty="0">
                <a:solidFill>
                  <a:schemeClr val="tx1">
                    <a:lumMod val="65000"/>
                    <a:lumOff val="35000"/>
                  </a:schemeClr>
                </a:solidFill>
                <a:latin typeface="+mn-ea"/>
                <a:ea typeface="+mn-ea"/>
              </a:rPr>
              <a:t> 사유내용</a:t>
            </a:r>
            <a:endParaRPr lang="en-US" altLang="ko-KR" sz="800" dirty="0">
              <a:solidFill>
                <a:schemeClr val="tx1">
                  <a:lumMod val="65000"/>
                  <a:lumOff val="35000"/>
                </a:schemeClr>
              </a:solidFill>
              <a:latin typeface="+mn-ea"/>
              <a:ea typeface="+mn-ea"/>
            </a:endParaRPr>
          </a:p>
        </p:txBody>
      </p:sp>
      <p:sp>
        <p:nvSpPr>
          <p:cNvPr id="214" name="Track"/>
          <p:cNvSpPr>
            <a:spLocks/>
          </p:cNvSpPr>
          <p:nvPr>
            <p:custDataLst>
              <p:tags r:id="rId2"/>
            </p:custDataLst>
          </p:nvPr>
        </p:nvSpPr>
        <p:spPr bwMode="auto">
          <a:xfrm>
            <a:off x="7996619" y="4451970"/>
            <a:ext cx="43200" cy="1000800"/>
          </a:xfrm>
          <a:prstGeom prst="rect">
            <a:avLst/>
          </a:prstGeom>
          <a:solidFill>
            <a:sysClr val="window" lastClr="FFFFFF">
              <a:lumMod val="75000"/>
            </a:sysClr>
          </a:solidFill>
          <a:ln w="6350" cap="flat" cmpd="sng" algn="ctr">
            <a:solidFill>
              <a:schemeClr val="bg1">
                <a:lumMod val="7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cxnSp>
        <p:nvCxnSpPr>
          <p:cNvPr id="215" name="직선 연결선 214"/>
          <p:cNvCxnSpPr/>
          <p:nvPr/>
        </p:nvCxnSpPr>
        <p:spPr>
          <a:xfrm>
            <a:off x="1951007" y="6307266"/>
            <a:ext cx="6098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16" name="그룹 215"/>
          <p:cNvGrpSpPr/>
          <p:nvPr/>
        </p:nvGrpSpPr>
        <p:grpSpPr>
          <a:xfrm>
            <a:off x="1948911" y="6054055"/>
            <a:ext cx="360000" cy="253211"/>
            <a:chOff x="2576736" y="4192513"/>
            <a:chExt cx="360000" cy="253211"/>
          </a:xfrm>
        </p:grpSpPr>
        <p:sp>
          <p:nvSpPr>
            <p:cNvPr id="311" name="직사각형 310"/>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313" name="직사각형 312"/>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314" name="직사각형 313"/>
          <p:cNvSpPr/>
          <p:nvPr/>
        </p:nvSpPr>
        <p:spPr>
          <a:xfrm>
            <a:off x="2253897" y="6091822"/>
            <a:ext cx="1080000"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답변</a:t>
            </a:r>
            <a:endParaRPr lang="ko-KR" altLang="en-US" sz="800" dirty="0">
              <a:solidFill>
                <a:schemeClr val="tx1">
                  <a:lumMod val="65000"/>
                  <a:lumOff val="35000"/>
                </a:schemeClr>
              </a:solidFill>
              <a:latin typeface="+mn-ea"/>
              <a:ea typeface="+mn-ea"/>
            </a:endParaRPr>
          </a:p>
        </p:txBody>
      </p:sp>
      <p:sp>
        <p:nvSpPr>
          <p:cNvPr id="322" name="직사각형 321"/>
          <p:cNvSpPr/>
          <p:nvPr/>
        </p:nvSpPr>
        <p:spPr>
          <a:xfrm>
            <a:off x="5404098" y="6073091"/>
            <a:ext cx="2708628" cy="276999"/>
          </a:xfrm>
          <a:prstGeom prst="rect">
            <a:avLst/>
          </a:prstGeom>
        </p:spPr>
        <p:txBody>
          <a:bodyPr wrap="square">
            <a:spAutoFit/>
          </a:bodyPr>
          <a:lstStyle/>
          <a:p>
            <a:pPr algn="r">
              <a:lnSpc>
                <a:spcPct val="150000"/>
              </a:lnSpc>
            </a:pPr>
            <a:r>
              <a:rPr lang="ko-KR" altLang="en-US" sz="800" dirty="0" smtClean="0">
                <a:solidFill>
                  <a:schemeClr val="tx1">
                    <a:lumMod val="65000"/>
                    <a:lumOff val="35000"/>
                  </a:schemeClr>
                </a:solidFill>
                <a:latin typeface="+mn-ea"/>
                <a:ea typeface="+mn-ea"/>
              </a:rPr>
              <a:t>담당교수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홍*수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등록일 </a:t>
            </a:r>
            <a:r>
              <a:rPr lang="en-US" altLang="ko-KR" sz="800" dirty="0" smtClean="0">
                <a:solidFill>
                  <a:schemeClr val="tx1">
                    <a:lumMod val="65000"/>
                    <a:lumOff val="35000"/>
                  </a:schemeClr>
                </a:solidFill>
                <a:latin typeface="+mn-ea"/>
                <a:ea typeface="+mn-ea"/>
              </a:rPr>
              <a:t>: 2026.08.16 16:25</a:t>
            </a:r>
            <a:endParaRPr lang="ko-KR" altLang="en-US" sz="800" dirty="0">
              <a:solidFill>
                <a:schemeClr val="tx1">
                  <a:lumMod val="65000"/>
                  <a:lumOff val="35000"/>
                </a:schemeClr>
              </a:solidFill>
              <a:latin typeface="+mn-ea"/>
              <a:ea typeface="+mn-ea"/>
            </a:endParaRPr>
          </a:p>
        </p:txBody>
      </p:sp>
      <p:sp>
        <p:nvSpPr>
          <p:cNvPr id="323" name="직사각형 322"/>
          <p:cNvSpPr/>
          <p:nvPr/>
        </p:nvSpPr>
        <p:spPr>
          <a:xfrm>
            <a:off x="1954085" y="6406651"/>
            <a:ext cx="6098353" cy="111538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답변내용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답변내용 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답변내용 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답변내용</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55" name="Track"/>
          <p:cNvSpPr>
            <a:spLocks/>
          </p:cNvSpPr>
          <p:nvPr>
            <p:custDataLst>
              <p:tags r:id="rId3"/>
            </p:custDataLst>
          </p:nvPr>
        </p:nvSpPr>
        <p:spPr bwMode="auto">
          <a:xfrm>
            <a:off x="8005911" y="6470173"/>
            <a:ext cx="43200" cy="1000800"/>
          </a:xfrm>
          <a:prstGeom prst="rect">
            <a:avLst/>
          </a:prstGeom>
          <a:solidFill>
            <a:sysClr val="window" lastClr="FFFFFF">
              <a:lumMod val="75000"/>
            </a:sysClr>
          </a:solidFill>
          <a:ln w="6350" cap="flat" cmpd="sng" algn="ctr">
            <a:solidFill>
              <a:schemeClr val="bg1">
                <a:lumMod val="7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spTree>
    <p:extLst>
      <p:ext uri="{BB962C8B-B14F-4D97-AF65-F5344CB8AC3E}">
        <p14:creationId xmlns:p14="http://schemas.microsoft.com/office/powerpoint/2010/main" val="4169537715"/>
      </p:ext>
    </p:extLst>
  </p:cSld>
  <p:clrMapOvr>
    <a:masterClrMapping/>
  </p:clrMapOvr>
  <p:transition>
    <p:wipe dir="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교수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전체설문</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17378324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105170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전체설문</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전체설문 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70</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69505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477157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전체설문</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전체설문</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KNOU_UI_C01021600_01</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전체설문</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022896"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2634335051"/>
              </p:ext>
            </p:extLst>
          </p:nvPr>
        </p:nvGraphicFramePr>
        <p:xfrm>
          <a:off x="9508554" y="1492213"/>
          <a:ext cx="1404156" cy="57382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전체설문 레이어 활성화</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학기 정보 테이블</a:t>
                      </a:r>
                      <a:r>
                        <a:rPr lang="ko-KR" altLang="en-US" sz="800" kern="1200" baseline="0" dirty="0" smtClean="0">
                          <a:solidFill>
                            <a:schemeClr val="tx1">
                              <a:lumMod val="75000"/>
                              <a:lumOff val="25000"/>
                            </a:schemeClr>
                          </a:solidFill>
                          <a:latin typeface="+mn-ea"/>
                          <a:ea typeface="+mn-ea"/>
                          <a:cs typeface="+mn-cs"/>
                        </a:rPr>
                        <a:t> 참조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학사년도</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현재학기 기본 셋팅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로그인 대상 소속 과정 목록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설문지 레이어 팝업</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lt"/>
                          <a:ea typeface="+mn-ea"/>
                          <a:cs typeface="+mn-cs"/>
                        </a:rPr>
                        <a:t>버튼 활성화 기준</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설문기간 이내</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공개인 경우</a:t>
                      </a: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설문 결과 화면</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lt"/>
                          <a:ea typeface="+mn-ea"/>
                          <a:cs typeface="+mn-cs"/>
                        </a:rPr>
                        <a:t>버튼 활성화 기준</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설문 기간 이후</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공개인 경우</a:t>
                      </a: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02" name="직사각형 301"/>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03" name="직사각형 302"/>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전체설문</a:t>
            </a:r>
            <a:endParaRPr lang="ko-KR" altLang="en-US" sz="800" b="1" dirty="0">
              <a:solidFill>
                <a:srgbClr val="FF0000"/>
              </a:solidFill>
              <a:latin typeface="+mn-ea"/>
              <a:ea typeface="+mn-ea"/>
            </a:endParaRPr>
          </a:p>
        </p:txBody>
      </p:sp>
      <p:sp>
        <p:nvSpPr>
          <p:cNvPr id="304" name="모서리가 둥근 직사각형 303"/>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5" name="그룹 304"/>
          <p:cNvGrpSpPr/>
          <p:nvPr/>
        </p:nvGrpSpPr>
        <p:grpSpPr>
          <a:xfrm>
            <a:off x="2019008" y="2742828"/>
            <a:ext cx="2392552" cy="215444"/>
            <a:chOff x="2936776" y="2742828"/>
            <a:chExt cx="2392552" cy="215444"/>
          </a:xfrm>
        </p:grpSpPr>
        <p:grpSp>
          <p:nvGrpSpPr>
            <p:cNvPr id="306" name="그룹 305"/>
            <p:cNvGrpSpPr/>
            <p:nvPr/>
          </p:nvGrpSpPr>
          <p:grpSpPr>
            <a:xfrm>
              <a:off x="3853253" y="2765514"/>
              <a:ext cx="1476075" cy="180000"/>
              <a:chOff x="8094882" y="2394429"/>
              <a:chExt cx="1476075" cy="180000"/>
            </a:xfrm>
          </p:grpSpPr>
          <p:sp>
            <p:nvSpPr>
              <p:cNvPr id="308"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09"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07" name="직사각형 306"/>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311" name="그룹 310"/>
          <p:cNvGrpSpPr/>
          <p:nvPr/>
        </p:nvGrpSpPr>
        <p:grpSpPr>
          <a:xfrm>
            <a:off x="2872788" y="2589287"/>
            <a:ext cx="234360" cy="200055"/>
            <a:chOff x="1152270" y="11706839"/>
            <a:chExt cx="234360" cy="200055"/>
          </a:xfrm>
        </p:grpSpPr>
        <p:sp>
          <p:nvSpPr>
            <p:cNvPr id="313" name="모서리가 둥근 직사각형 3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14" name="직사각형 3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315" name="Group 37"/>
          <p:cNvGraphicFramePr>
            <a:graphicFrameLocks noGrp="1"/>
          </p:cNvGraphicFramePr>
          <p:nvPr>
            <p:extLst>
              <p:ext uri="{D42A27DB-BD31-4B8C-83A1-F6EECF244321}">
                <p14:modId xmlns:p14="http://schemas.microsoft.com/office/powerpoint/2010/main" val="2367800243"/>
              </p:ext>
            </p:extLst>
          </p:nvPr>
        </p:nvGraphicFramePr>
        <p:xfrm>
          <a:off x="1975899" y="3681551"/>
          <a:ext cx="7441597" cy="921463"/>
        </p:xfrm>
        <a:graphic>
          <a:graphicData uri="http://schemas.openxmlformats.org/drawingml/2006/table">
            <a:tbl>
              <a:tblPr/>
              <a:tblGrid>
                <a:gridCol w="318222">
                  <a:extLst>
                    <a:ext uri="{9D8B030D-6E8A-4147-A177-3AD203B41FA5}">
                      <a16:colId xmlns="" xmlns:a16="http://schemas.microsoft.com/office/drawing/2014/main" val="20001"/>
                    </a:ext>
                  </a:extLst>
                </a:gridCol>
                <a:gridCol w="441392"/>
                <a:gridCol w="318222"/>
                <a:gridCol w="694215"/>
                <a:gridCol w="1637098"/>
                <a:gridCol w="1872208"/>
                <a:gridCol w="432048"/>
                <a:gridCol w="648072"/>
                <a:gridCol w="108012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설문명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설문기간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문항수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결과공개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전체설문전체설문전체설문</a:t>
                      </a:r>
                      <a:r>
                        <a:rPr lang="en-US" altLang="ko-KR" sz="800" b="0" kern="1200" dirty="0" smtClean="0">
                          <a:solidFill>
                            <a:schemeClr val="tx1">
                              <a:lumMod val="75000"/>
                              <a:lumOff val="25000"/>
                            </a:schemeClr>
                          </a:solidFill>
                          <a:latin typeface="+mn-ea"/>
                          <a:ea typeface="+mn-ea"/>
                          <a:cs typeface="+mn-cs"/>
                        </a:rPr>
                        <a:t>01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2026.08.01 09:00 ~ 2026.12.31 22:00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전체설문전체설문전체설문</a:t>
                      </a:r>
                      <a:r>
                        <a:rPr lang="en-US" altLang="ko-KR" sz="800" b="0" kern="1200" dirty="0" smtClean="0">
                          <a:solidFill>
                            <a:schemeClr val="tx1">
                              <a:lumMod val="75000"/>
                              <a:lumOff val="25000"/>
                            </a:schemeClr>
                          </a:solidFill>
                          <a:latin typeface="+mn-ea"/>
                          <a:ea typeface="+mn-ea"/>
                          <a:cs typeface="+mn-cs"/>
                        </a:rPr>
                        <a:t>02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2026.08.01 09:00 ~ 2026.12.31 22:00</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전체설문전체설문전체설문</a:t>
                      </a:r>
                      <a:r>
                        <a:rPr lang="en-US" altLang="ko-KR" sz="800" b="0" kern="1200" dirty="0" smtClean="0">
                          <a:solidFill>
                            <a:schemeClr val="tx1">
                              <a:lumMod val="75000"/>
                              <a:lumOff val="25000"/>
                            </a:schemeClr>
                          </a:solidFill>
                          <a:latin typeface="+mn-ea"/>
                          <a:ea typeface="+mn-ea"/>
                          <a:cs typeface="+mn-cs"/>
                        </a:rPr>
                        <a:t>03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2026.08.01 09:00 ~ 2026.12.31 22:00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FF0000"/>
                          </a:solidFill>
                          <a:latin typeface="+mn-ea"/>
                          <a:ea typeface="+mn-ea"/>
                          <a:cs typeface="+mn-cs"/>
                        </a:rPr>
                        <a:t>비공개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17" name="직사각형 316"/>
          <p:cNvSpPr/>
          <p:nvPr/>
        </p:nvSpPr>
        <p:spPr>
          <a:xfrm>
            <a:off x="2432720"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3</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25" name="그룹 324"/>
          <p:cNvGrpSpPr/>
          <p:nvPr/>
        </p:nvGrpSpPr>
        <p:grpSpPr>
          <a:xfrm>
            <a:off x="2029247" y="3007057"/>
            <a:ext cx="4335338" cy="215444"/>
            <a:chOff x="2029247" y="3007057"/>
            <a:chExt cx="4335338" cy="215444"/>
          </a:xfrm>
        </p:grpSpPr>
        <p:grpSp>
          <p:nvGrpSpPr>
            <p:cNvPr id="326" name="그룹 325"/>
            <p:cNvGrpSpPr/>
            <p:nvPr/>
          </p:nvGrpSpPr>
          <p:grpSpPr>
            <a:xfrm>
              <a:off x="2029247" y="3007057"/>
              <a:ext cx="4335338" cy="215444"/>
              <a:chOff x="2936776" y="2752353"/>
              <a:chExt cx="4335338" cy="215444"/>
            </a:xfrm>
          </p:grpSpPr>
          <p:sp>
            <p:nvSpPr>
              <p:cNvPr id="32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bg1">
                        <a:lumMod val="65000"/>
                      </a:schemeClr>
                    </a:solidFill>
                    <a:latin typeface="+mn-ea"/>
                    <a:ea typeface="+mn-ea"/>
                  </a:rPr>
                  <a:t>설문명 입력</a:t>
                </a:r>
                <a:endParaRPr lang="ko-KR" altLang="en-US" sz="800" kern="0" dirty="0">
                  <a:solidFill>
                    <a:schemeClr val="bg1">
                      <a:lumMod val="65000"/>
                    </a:schemeClr>
                  </a:solidFill>
                  <a:latin typeface="+mn-ea"/>
                  <a:ea typeface="+mn-ea"/>
                </a:endParaRPr>
              </a:p>
            </p:txBody>
          </p:sp>
          <p:sp>
            <p:nvSpPr>
              <p:cNvPr id="329" name="직사각형 328"/>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검색어</a:t>
                </a:r>
                <a:endParaRPr lang="ko-KR" altLang="en-US" sz="800" dirty="0">
                  <a:solidFill>
                    <a:srgbClr val="FF0000"/>
                  </a:solidFill>
                  <a:latin typeface="+mn-ea"/>
                  <a:ea typeface="+mn-ea"/>
                </a:endParaRPr>
              </a:p>
            </p:txBody>
          </p:sp>
        </p:grpSp>
        <p:sp>
          <p:nvSpPr>
            <p:cNvPr id="32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66" name="Rectangle 122"/>
          <p:cNvSpPr>
            <a:spLocks noChangeArrowheads="1"/>
          </p:cNvSpPr>
          <p:nvPr/>
        </p:nvSpPr>
        <p:spPr bwMode="auto">
          <a:xfrm>
            <a:off x="9050071" y="3436449"/>
            <a:ext cx="396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167" name="그룹 74"/>
          <p:cNvGrpSpPr>
            <a:grpSpLocks/>
          </p:cNvGrpSpPr>
          <p:nvPr/>
        </p:nvGrpSpPr>
        <p:grpSpPr bwMode="auto">
          <a:xfrm>
            <a:off x="4858228" y="4697149"/>
            <a:ext cx="1678948" cy="215444"/>
            <a:chOff x="5843761" y="3953547"/>
            <a:chExt cx="1769478" cy="256728"/>
          </a:xfrm>
        </p:grpSpPr>
        <p:sp>
          <p:nvSpPr>
            <p:cNvPr id="168"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70" name="그룹 86"/>
            <p:cNvGrpSpPr>
              <a:grpSpLocks/>
            </p:cNvGrpSpPr>
            <p:nvPr/>
          </p:nvGrpSpPr>
          <p:grpSpPr bwMode="auto">
            <a:xfrm>
              <a:off x="5889794" y="3953547"/>
              <a:ext cx="1723445" cy="256728"/>
              <a:chOff x="5889794" y="3953547"/>
              <a:chExt cx="1723445" cy="256728"/>
            </a:xfrm>
          </p:grpSpPr>
          <p:sp>
            <p:nvSpPr>
              <p:cNvPr id="17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7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322" name="그룹 321"/>
          <p:cNvGrpSpPr/>
          <p:nvPr/>
        </p:nvGrpSpPr>
        <p:grpSpPr>
          <a:xfrm>
            <a:off x="2843145" y="2932948"/>
            <a:ext cx="234360" cy="200055"/>
            <a:chOff x="1152270" y="11706839"/>
            <a:chExt cx="234360" cy="200055"/>
          </a:xfrm>
        </p:grpSpPr>
        <p:sp>
          <p:nvSpPr>
            <p:cNvPr id="323" name="모서리가 둥근 직사각형 3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4" name="직사각형 3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 name="그룹 1"/>
          <p:cNvGrpSpPr/>
          <p:nvPr/>
        </p:nvGrpSpPr>
        <p:grpSpPr>
          <a:xfrm>
            <a:off x="8387171" y="3913403"/>
            <a:ext cx="977367" cy="162603"/>
            <a:chOff x="8377646" y="3922928"/>
            <a:chExt cx="977367" cy="162603"/>
          </a:xfrm>
        </p:grpSpPr>
        <p:sp>
          <p:nvSpPr>
            <p:cNvPr id="177" name="Rectangle 122"/>
            <p:cNvSpPr>
              <a:spLocks noChangeArrowheads="1"/>
            </p:cNvSpPr>
            <p:nvPr/>
          </p:nvSpPr>
          <p:spPr bwMode="auto">
            <a:xfrm>
              <a:off x="8377646" y="3922928"/>
              <a:ext cx="468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설문참여</a:t>
              </a:r>
              <a:endParaRPr lang="ko-KR" altLang="en-US" sz="800" kern="0" dirty="0">
                <a:solidFill>
                  <a:schemeClr val="tx1">
                    <a:lumMod val="75000"/>
                    <a:lumOff val="25000"/>
                  </a:schemeClr>
                </a:solidFill>
                <a:latin typeface="+mn-ea"/>
                <a:ea typeface="+mn-ea"/>
              </a:endParaRPr>
            </a:p>
          </p:txBody>
        </p:sp>
        <p:sp>
          <p:nvSpPr>
            <p:cNvPr id="178" name="Rectangle 122"/>
            <p:cNvSpPr>
              <a:spLocks noChangeArrowheads="1"/>
            </p:cNvSpPr>
            <p:nvPr/>
          </p:nvSpPr>
          <p:spPr bwMode="auto">
            <a:xfrm>
              <a:off x="8887013" y="3923531"/>
              <a:ext cx="468000" cy="162000"/>
            </a:xfrm>
            <a:prstGeom prst="rect">
              <a:avLst/>
            </a:prstGeom>
            <a:solidFill>
              <a:schemeClr val="bg1">
                <a:lumMod val="7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제출현황</a:t>
              </a:r>
              <a:endParaRPr lang="ko-KR" altLang="en-US" sz="800" kern="0" dirty="0">
                <a:solidFill>
                  <a:schemeClr val="tx1">
                    <a:lumMod val="75000"/>
                    <a:lumOff val="25000"/>
                  </a:schemeClr>
                </a:solidFill>
                <a:latin typeface="+mn-ea"/>
                <a:ea typeface="+mn-ea"/>
              </a:endParaRPr>
            </a:p>
          </p:txBody>
        </p:sp>
      </p:grpSp>
      <p:grpSp>
        <p:nvGrpSpPr>
          <p:cNvPr id="179" name="그룹 178"/>
          <p:cNvGrpSpPr/>
          <p:nvPr/>
        </p:nvGrpSpPr>
        <p:grpSpPr>
          <a:xfrm>
            <a:off x="8387149" y="4164401"/>
            <a:ext cx="977389" cy="162603"/>
            <a:chOff x="7877782" y="3922928"/>
            <a:chExt cx="977389" cy="162603"/>
          </a:xfrm>
        </p:grpSpPr>
        <p:sp>
          <p:nvSpPr>
            <p:cNvPr id="180" name="Rectangle 122"/>
            <p:cNvSpPr>
              <a:spLocks noChangeArrowheads="1"/>
            </p:cNvSpPr>
            <p:nvPr/>
          </p:nvSpPr>
          <p:spPr bwMode="auto">
            <a:xfrm>
              <a:off x="8387171" y="3922928"/>
              <a:ext cx="468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제출현황</a:t>
              </a:r>
              <a:endParaRPr lang="ko-KR" altLang="en-US" sz="800" kern="0" dirty="0">
                <a:solidFill>
                  <a:schemeClr val="tx1">
                    <a:lumMod val="75000"/>
                    <a:lumOff val="25000"/>
                  </a:schemeClr>
                </a:solidFill>
                <a:latin typeface="+mn-ea"/>
                <a:ea typeface="+mn-ea"/>
              </a:endParaRPr>
            </a:p>
          </p:txBody>
        </p:sp>
        <p:sp>
          <p:nvSpPr>
            <p:cNvPr id="181" name="Rectangle 122"/>
            <p:cNvSpPr>
              <a:spLocks noChangeArrowheads="1"/>
            </p:cNvSpPr>
            <p:nvPr/>
          </p:nvSpPr>
          <p:spPr bwMode="auto">
            <a:xfrm>
              <a:off x="7877782" y="3923531"/>
              <a:ext cx="468000" cy="162000"/>
            </a:xfrm>
            <a:prstGeom prst="rect">
              <a:avLst/>
            </a:prstGeom>
            <a:solidFill>
              <a:schemeClr val="bg1">
                <a:lumMod val="7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설문참</a:t>
              </a:r>
              <a:r>
                <a:rPr lang="ko-KR" altLang="en-US" sz="800" kern="0" dirty="0">
                  <a:solidFill>
                    <a:schemeClr val="tx1">
                      <a:lumMod val="75000"/>
                      <a:lumOff val="25000"/>
                    </a:schemeClr>
                  </a:solidFill>
                  <a:latin typeface="+mn-ea"/>
                  <a:ea typeface="+mn-ea"/>
                </a:rPr>
                <a:t>여</a:t>
              </a:r>
            </a:p>
          </p:txBody>
        </p:sp>
      </p:grpSp>
      <p:grpSp>
        <p:nvGrpSpPr>
          <p:cNvPr id="182" name="그룹 181"/>
          <p:cNvGrpSpPr/>
          <p:nvPr/>
        </p:nvGrpSpPr>
        <p:grpSpPr>
          <a:xfrm>
            <a:off x="8390334" y="4399475"/>
            <a:ext cx="977367" cy="162603"/>
            <a:chOff x="8377646" y="3922928"/>
            <a:chExt cx="977367" cy="162603"/>
          </a:xfrm>
        </p:grpSpPr>
        <p:sp>
          <p:nvSpPr>
            <p:cNvPr id="183" name="Rectangle 122"/>
            <p:cNvSpPr>
              <a:spLocks noChangeArrowheads="1"/>
            </p:cNvSpPr>
            <p:nvPr/>
          </p:nvSpPr>
          <p:spPr bwMode="auto">
            <a:xfrm>
              <a:off x="8377646" y="3922928"/>
              <a:ext cx="468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설문참여</a:t>
              </a:r>
              <a:endParaRPr lang="ko-KR" altLang="en-US" sz="800" kern="0" dirty="0">
                <a:solidFill>
                  <a:schemeClr val="tx1">
                    <a:lumMod val="75000"/>
                    <a:lumOff val="25000"/>
                  </a:schemeClr>
                </a:solidFill>
                <a:latin typeface="+mn-ea"/>
                <a:ea typeface="+mn-ea"/>
              </a:endParaRPr>
            </a:p>
          </p:txBody>
        </p:sp>
        <p:sp>
          <p:nvSpPr>
            <p:cNvPr id="184" name="Rectangle 122"/>
            <p:cNvSpPr>
              <a:spLocks noChangeArrowheads="1"/>
            </p:cNvSpPr>
            <p:nvPr/>
          </p:nvSpPr>
          <p:spPr bwMode="auto">
            <a:xfrm>
              <a:off x="8887013" y="3923531"/>
              <a:ext cx="468000" cy="162000"/>
            </a:xfrm>
            <a:prstGeom prst="rect">
              <a:avLst/>
            </a:prstGeom>
            <a:solidFill>
              <a:schemeClr val="bg1">
                <a:lumMod val="7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제출현황</a:t>
              </a:r>
              <a:endParaRPr lang="ko-KR" altLang="en-US" sz="800" kern="0" dirty="0">
                <a:solidFill>
                  <a:schemeClr val="tx1">
                    <a:lumMod val="75000"/>
                    <a:lumOff val="25000"/>
                  </a:schemeClr>
                </a:solidFill>
                <a:latin typeface="+mn-ea"/>
                <a:ea typeface="+mn-ea"/>
              </a:endParaRPr>
            </a:p>
          </p:txBody>
        </p:sp>
      </p:grpSp>
      <p:grpSp>
        <p:nvGrpSpPr>
          <p:cNvPr id="185" name="그룹 184"/>
          <p:cNvGrpSpPr/>
          <p:nvPr/>
        </p:nvGrpSpPr>
        <p:grpSpPr>
          <a:xfrm>
            <a:off x="8321375" y="3735162"/>
            <a:ext cx="234360" cy="200055"/>
            <a:chOff x="1152270" y="11706839"/>
            <a:chExt cx="234360" cy="200055"/>
          </a:xfrm>
        </p:grpSpPr>
        <p:sp>
          <p:nvSpPr>
            <p:cNvPr id="186" name="모서리가 둥근 직사각형 1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7" name="직사각형 18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188" name="그룹 187"/>
          <p:cNvGrpSpPr/>
          <p:nvPr/>
        </p:nvGrpSpPr>
        <p:grpSpPr>
          <a:xfrm>
            <a:off x="9167564" y="3736082"/>
            <a:ext cx="234360" cy="200055"/>
            <a:chOff x="1152270" y="11706839"/>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191" name="그룹 190"/>
          <p:cNvGrpSpPr/>
          <p:nvPr/>
        </p:nvGrpSpPr>
        <p:grpSpPr>
          <a:xfrm>
            <a:off x="626748" y="2104281"/>
            <a:ext cx="1245456" cy="3960440"/>
            <a:chOff x="626748" y="2104281"/>
            <a:chExt cx="1245456" cy="3960440"/>
          </a:xfrm>
        </p:grpSpPr>
        <p:grpSp>
          <p:nvGrpSpPr>
            <p:cNvPr id="193" name="그룹 192"/>
            <p:cNvGrpSpPr/>
            <p:nvPr/>
          </p:nvGrpSpPr>
          <p:grpSpPr>
            <a:xfrm>
              <a:off x="629956" y="3318264"/>
              <a:ext cx="1188000" cy="180000"/>
              <a:chOff x="666428" y="3785432"/>
              <a:chExt cx="1188000" cy="180000"/>
            </a:xfrm>
          </p:grpSpPr>
          <p:sp>
            <p:nvSpPr>
              <p:cNvPr id="356" name="모서리가 둥근 직사각형 35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3568824"/>
              <a:ext cx="1188000" cy="180000"/>
              <a:chOff x="666428" y="4310612"/>
              <a:chExt cx="1188000" cy="180000"/>
            </a:xfrm>
          </p:grpSpPr>
          <p:sp>
            <p:nvSpPr>
              <p:cNvPr id="354" name="모서리가 둥근 직사각형 3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5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5" y="3042501"/>
              <a:ext cx="1188000" cy="180000"/>
              <a:chOff x="666427" y="3266516"/>
              <a:chExt cx="1188000" cy="180000"/>
            </a:xfrm>
          </p:grpSpPr>
          <p:sp>
            <p:nvSpPr>
              <p:cNvPr id="352" name="모서리가 둥근 직사각형 35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5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9956" y="4106828"/>
              <a:ext cx="1188000" cy="180000"/>
              <a:chOff x="666428" y="4570824"/>
              <a:chExt cx="1188000" cy="180000"/>
            </a:xfrm>
          </p:grpSpPr>
          <p:sp>
            <p:nvSpPr>
              <p:cNvPr id="350" name="모서리가 둥근 직사각형 34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51"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29956" y="5568923"/>
              <a:ext cx="1188000" cy="180000"/>
              <a:chOff x="666428" y="5096004"/>
              <a:chExt cx="1188000" cy="180000"/>
            </a:xfrm>
          </p:grpSpPr>
          <p:sp>
            <p:nvSpPr>
              <p:cNvPr id="348" name="모서리가 둥근 직사각형 34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349"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31150" y="4387873"/>
              <a:ext cx="1188000" cy="180000"/>
              <a:chOff x="666428" y="4570824"/>
              <a:chExt cx="1188000" cy="180000"/>
            </a:xfrm>
          </p:grpSpPr>
          <p:sp>
            <p:nvSpPr>
              <p:cNvPr id="344" name="모서리가 둥근 직사각형 34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45"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29956" y="4675443"/>
              <a:ext cx="1188000" cy="180000"/>
              <a:chOff x="666428" y="4310612"/>
              <a:chExt cx="1188000" cy="180000"/>
            </a:xfrm>
          </p:grpSpPr>
          <p:sp>
            <p:nvSpPr>
              <p:cNvPr id="342" name="모서리가 둥근 직사각형 34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43"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7" name="그룹 236"/>
            <p:cNvGrpSpPr/>
            <p:nvPr/>
          </p:nvGrpSpPr>
          <p:grpSpPr>
            <a:xfrm>
              <a:off x="626748" y="2104281"/>
              <a:ext cx="1245456" cy="442923"/>
              <a:chOff x="468506" y="2320305"/>
              <a:chExt cx="1245456" cy="442923"/>
            </a:xfrm>
          </p:grpSpPr>
          <p:sp>
            <p:nvSpPr>
              <p:cNvPr id="333" name="직사각형 33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3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41" name="TextBox 34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38" name="그룹 237"/>
            <p:cNvGrpSpPr/>
            <p:nvPr/>
          </p:nvGrpSpPr>
          <p:grpSpPr>
            <a:xfrm>
              <a:off x="632520" y="4975116"/>
              <a:ext cx="1188000" cy="180000"/>
              <a:chOff x="666428" y="4310612"/>
              <a:chExt cx="1188000" cy="180000"/>
            </a:xfrm>
          </p:grpSpPr>
          <p:sp>
            <p:nvSpPr>
              <p:cNvPr id="331" name="모서리가 둥근 직사각형 33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32"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2520" y="2752353"/>
              <a:ext cx="1188000" cy="180000"/>
              <a:chOff x="666427" y="3266516"/>
              <a:chExt cx="1188000" cy="180000"/>
            </a:xfrm>
          </p:grpSpPr>
          <p:sp>
            <p:nvSpPr>
              <p:cNvPr id="321" name="모서리가 둥근 직사각형 32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3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2520" y="5257815"/>
              <a:ext cx="1188000" cy="180000"/>
              <a:chOff x="666428" y="4310612"/>
              <a:chExt cx="1188000" cy="180000"/>
            </a:xfrm>
          </p:grpSpPr>
          <p:sp>
            <p:nvSpPr>
              <p:cNvPr id="319" name="모서리가 둥근 직사각형 31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20"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32520" y="5884721"/>
              <a:ext cx="1188000" cy="180000"/>
              <a:chOff x="666428" y="4570824"/>
              <a:chExt cx="1188000" cy="180000"/>
            </a:xfrm>
          </p:grpSpPr>
          <p:sp>
            <p:nvSpPr>
              <p:cNvPr id="316" name="모서리가 둥근 직사각형 315"/>
              <p:cNvSpPr/>
              <p:nvPr/>
            </p:nvSpPr>
            <p:spPr bwMode="auto">
              <a:xfrm>
                <a:off x="666428" y="4570824"/>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전체설문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318"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2520" y="3825064"/>
              <a:ext cx="1188000" cy="180000"/>
              <a:chOff x="666428" y="4310612"/>
              <a:chExt cx="1188000" cy="180000"/>
            </a:xfrm>
          </p:grpSpPr>
          <p:sp>
            <p:nvSpPr>
              <p:cNvPr id="247" name="모서리가 둥근 직사각형 2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60" name="그룹 259"/>
          <p:cNvGrpSpPr/>
          <p:nvPr/>
        </p:nvGrpSpPr>
        <p:grpSpPr>
          <a:xfrm>
            <a:off x="507554" y="1602349"/>
            <a:ext cx="3075218" cy="252000"/>
            <a:chOff x="507554" y="1537742"/>
            <a:chExt cx="3075218" cy="252000"/>
          </a:xfrm>
        </p:grpSpPr>
        <p:pic>
          <p:nvPicPr>
            <p:cNvPr id="261" name="Picture 4"/>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2288704" y="1581175"/>
              <a:ext cx="1294068" cy="166725"/>
              <a:chOff x="2288704" y="1581175"/>
              <a:chExt cx="1294068" cy="166725"/>
            </a:xfrm>
          </p:grpSpPr>
          <p:sp>
            <p:nvSpPr>
              <p:cNvPr id="263" name="직사각형 2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4" name="직사각형 2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55" name="그룹 254"/>
          <p:cNvGrpSpPr/>
          <p:nvPr/>
        </p:nvGrpSpPr>
        <p:grpSpPr>
          <a:xfrm>
            <a:off x="624623" y="6165304"/>
            <a:ext cx="1188000" cy="180000"/>
            <a:chOff x="666428" y="3785432"/>
            <a:chExt cx="1188000" cy="180000"/>
          </a:xfrm>
        </p:grpSpPr>
        <p:sp>
          <p:nvSpPr>
            <p:cNvPr id="256" name="모서리가 둥근 직사각형 25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2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10906" y="6407787"/>
            <a:ext cx="1188000" cy="180000"/>
            <a:chOff x="666428" y="5881828"/>
            <a:chExt cx="1188000" cy="180000"/>
          </a:xfrm>
        </p:grpSpPr>
        <p:sp>
          <p:nvSpPr>
            <p:cNvPr id="259" name="모서리가 둥근 직사각형 25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5"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506522467"/>
      </p:ext>
    </p:extLst>
  </p:cSld>
  <p:clrMapOvr>
    <a:masterClrMapping/>
  </p:clrMapOvr>
  <p:transition>
    <p:wipe dir="r"/>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4508085"/>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235" name="직사각형 234"/>
          <p:cNvSpPr/>
          <p:nvPr/>
        </p:nvSpPr>
        <p:spPr bwMode="auto">
          <a:xfrm>
            <a:off x="502221" y="1969790"/>
            <a:ext cx="1440160" cy="721985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255" name="직사각형 254"/>
          <p:cNvSpPr/>
          <p:nvPr/>
        </p:nvSpPr>
        <p:spPr bwMode="auto">
          <a:xfrm>
            <a:off x="502221" y="1969790"/>
            <a:ext cx="1440160" cy="477157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256" name="그룹 255"/>
          <p:cNvGrpSpPr/>
          <p:nvPr/>
        </p:nvGrpSpPr>
        <p:grpSpPr>
          <a:xfrm>
            <a:off x="626748" y="2104281"/>
            <a:ext cx="1245456" cy="3960440"/>
            <a:chOff x="626748" y="2104281"/>
            <a:chExt cx="1245456" cy="3960440"/>
          </a:xfrm>
        </p:grpSpPr>
        <p:grpSp>
          <p:nvGrpSpPr>
            <p:cNvPr id="257" name="그룹 256"/>
            <p:cNvGrpSpPr/>
            <p:nvPr/>
          </p:nvGrpSpPr>
          <p:grpSpPr>
            <a:xfrm>
              <a:off x="629956" y="3318264"/>
              <a:ext cx="1188000" cy="180000"/>
              <a:chOff x="666428" y="3785432"/>
              <a:chExt cx="1188000" cy="180000"/>
            </a:xfrm>
          </p:grpSpPr>
          <p:sp>
            <p:nvSpPr>
              <p:cNvPr id="447" name="모서리가 둥근 직사각형 44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44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29956" y="3568824"/>
              <a:ext cx="1188000" cy="180000"/>
              <a:chOff x="666428" y="4310612"/>
              <a:chExt cx="1188000" cy="180000"/>
            </a:xfrm>
          </p:grpSpPr>
          <p:sp>
            <p:nvSpPr>
              <p:cNvPr id="445" name="모서리가 둥근 직사각형 44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44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29955" y="3042501"/>
              <a:ext cx="1188000" cy="180000"/>
              <a:chOff x="666427" y="3266516"/>
              <a:chExt cx="1188000" cy="180000"/>
            </a:xfrm>
          </p:grpSpPr>
          <p:sp>
            <p:nvSpPr>
              <p:cNvPr id="443" name="모서리가 둥근 직사각형 44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44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4" name="그룹 323"/>
            <p:cNvGrpSpPr/>
            <p:nvPr/>
          </p:nvGrpSpPr>
          <p:grpSpPr>
            <a:xfrm>
              <a:off x="629956" y="4106828"/>
              <a:ext cx="1188000" cy="180000"/>
              <a:chOff x="666428" y="4570824"/>
              <a:chExt cx="1188000" cy="180000"/>
            </a:xfrm>
          </p:grpSpPr>
          <p:sp>
            <p:nvSpPr>
              <p:cNvPr id="441" name="모서리가 둥근 직사각형 44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4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3" name="그룹 412"/>
            <p:cNvGrpSpPr/>
            <p:nvPr/>
          </p:nvGrpSpPr>
          <p:grpSpPr>
            <a:xfrm>
              <a:off x="629956" y="5568923"/>
              <a:ext cx="1188000" cy="180000"/>
              <a:chOff x="666428" y="5096004"/>
              <a:chExt cx="1188000" cy="180000"/>
            </a:xfrm>
          </p:grpSpPr>
          <p:sp>
            <p:nvSpPr>
              <p:cNvPr id="439" name="모서리가 둥근 직사각형 43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440"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4" name="그룹 413"/>
            <p:cNvGrpSpPr/>
            <p:nvPr/>
          </p:nvGrpSpPr>
          <p:grpSpPr>
            <a:xfrm>
              <a:off x="631150" y="4387873"/>
              <a:ext cx="1188000" cy="180000"/>
              <a:chOff x="666428" y="4570824"/>
              <a:chExt cx="1188000" cy="180000"/>
            </a:xfrm>
          </p:grpSpPr>
          <p:sp>
            <p:nvSpPr>
              <p:cNvPr id="437" name="모서리가 둥근 직사각형 43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438"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5" name="그룹 414"/>
            <p:cNvGrpSpPr/>
            <p:nvPr/>
          </p:nvGrpSpPr>
          <p:grpSpPr>
            <a:xfrm>
              <a:off x="629956" y="4675443"/>
              <a:ext cx="1188000" cy="180000"/>
              <a:chOff x="666428" y="4310612"/>
              <a:chExt cx="1188000" cy="180000"/>
            </a:xfrm>
          </p:grpSpPr>
          <p:sp>
            <p:nvSpPr>
              <p:cNvPr id="435" name="모서리가 둥근 직사각형 43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43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6" name="그룹 415"/>
            <p:cNvGrpSpPr/>
            <p:nvPr/>
          </p:nvGrpSpPr>
          <p:grpSpPr>
            <a:xfrm>
              <a:off x="626748" y="2104281"/>
              <a:ext cx="1245456" cy="442923"/>
              <a:chOff x="468506" y="2320305"/>
              <a:chExt cx="1245456" cy="442923"/>
            </a:xfrm>
          </p:grpSpPr>
          <p:sp>
            <p:nvSpPr>
              <p:cNvPr id="432" name="직사각형 431"/>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43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4" name="TextBox 433"/>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417" name="그룹 416"/>
            <p:cNvGrpSpPr/>
            <p:nvPr/>
          </p:nvGrpSpPr>
          <p:grpSpPr>
            <a:xfrm>
              <a:off x="632520" y="4975116"/>
              <a:ext cx="1188000" cy="180000"/>
              <a:chOff x="666428" y="4310612"/>
              <a:chExt cx="1188000" cy="180000"/>
            </a:xfrm>
          </p:grpSpPr>
          <p:sp>
            <p:nvSpPr>
              <p:cNvPr id="430" name="모서리가 둥근 직사각형 42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431"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8" name="그룹 417"/>
            <p:cNvGrpSpPr/>
            <p:nvPr/>
          </p:nvGrpSpPr>
          <p:grpSpPr>
            <a:xfrm>
              <a:off x="632520" y="2752353"/>
              <a:ext cx="1188000" cy="180000"/>
              <a:chOff x="666427" y="3266516"/>
              <a:chExt cx="1188000" cy="180000"/>
            </a:xfrm>
          </p:grpSpPr>
          <p:sp>
            <p:nvSpPr>
              <p:cNvPr id="428" name="모서리가 둥근 직사각형 42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429"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9" name="그룹 418"/>
            <p:cNvGrpSpPr/>
            <p:nvPr/>
          </p:nvGrpSpPr>
          <p:grpSpPr>
            <a:xfrm>
              <a:off x="632520" y="5257815"/>
              <a:ext cx="1188000" cy="180000"/>
              <a:chOff x="666428" y="4310612"/>
              <a:chExt cx="1188000" cy="180000"/>
            </a:xfrm>
          </p:grpSpPr>
          <p:sp>
            <p:nvSpPr>
              <p:cNvPr id="426" name="모서리가 둥근 직사각형 42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27"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0" name="그룹 419"/>
            <p:cNvGrpSpPr/>
            <p:nvPr/>
          </p:nvGrpSpPr>
          <p:grpSpPr>
            <a:xfrm>
              <a:off x="632520" y="5884721"/>
              <a:ext cx="1188000" cy="180000"/>
              <a:chOff x="666428" y="4570824"/>
              <a:chExt cx="1188000" cy="180000"/>
            </a:xfrm>
          </p:grpSpPr>
          <p:sp>
            <p:nvSpPr>
              <p:cNvPr id="424" name="모서리가 둥근 직사각형 423"/>
              <p:cNvSpPr/>
              <p:nvPr/>
            </p:nvSpPr>
            <p:spPr bwMode="auto">
              <a:xfrm>
                <a:off x="666428" y="4570824"/>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전체설문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425"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1" name="그룹 420"/>
            <p:cNvGrpSpPr/>
            <p:nvPr/>
          </p:nvGrpSpPr>
          <p:grpSpPr>
            <a:xfrm>
              <a:off x="632520" y="3825064"/>
              <a:ext cx="1188000" cy="180000"/>
              <a:chOff x="666428" y="4310612"/>
              <a:chExt cx="1188000" cy="180000"/>
            </a:xfrm>
          </p:grpSpPr>
          <p:sp>
            <p:nvSpPr>
              <p:cNvPr id="422" name="모서리가 둥근 직사각형 42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423"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49" name="그룹 448"/>
          <p:cNvGrpSpPr/>
          <p:nvPr/>
        </p:nvGrpSpPr>
        <p:grpSpPr>
          <a:xfrm>
            <a:off x="624623" y="6165304"/>
            <a:ext cx="1188000" cy="180000"/>
            <a:chOff x="666428" y="3785432"/>
            <a:chExt cx="1188000" cy="180000"/>
          </a:xfrm>
        </p:grpSpPr>
        <p:sp>
          <p:nvSpPr>
            <p:cNvPr id="450" name="모서리가 둥근 직사각형 44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45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2" name="그룹 451"/>
          <p:cNvGrpSpPr/>
          <p:nvPr/>
        </p:nvGrpSpPr>
        <p:grpSpPr>
          <a:xfrm>
            <a:off x="610906" y="6407787"/>
            <a:ext cx="1188000" cy="180000"/>
            <a:chOff x="666428" y="5881828"/>
            <a:chExt cx="1188000" cy="180000"/>
          </a:xfrm>
        </p:grpSpPr>
        <p:sp>
          <p:nvSpPr>
            <p:cNvPr id="453" name="모서리가 둥근 직사각형 452"/>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454" name="Picture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11" name="그룹 310"/>
          <p:cNvGrpSpPr/>
          <p:nvPr/>
        </p:nvGrpSpPr>
        <p:grpSpPr>
          <a:xfrm>
            <a:off x="507554" y="1602349"/>
            <a:ext cx="3075218" cy="252000"/>
            <a:chOff x="507554" y="1537742"/>
            <a:chExt cx="3075218" cy="252000"/>
          </a:xfrm>
        </p:grpSpPr>
        <p:pic>
          <p:nvPicPr>
            <p:cNvPr id="313"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14" name="그룹 313"/>
            <p:cNvGrpSpPr/>
            <p:nvPr/>
          </p:nvGrpSpPr>
          <p:grpSpPr>
            <a:xfrm>
              <a:off x="2288704" y="1581175"/>
              <a:ext cx="1294068" cy="166725"/>
              <a:chOff x="2288704" y="1581175"/>
              <a:chExt cx="1294068" cy="166725"/>
            </a:xfrm>
          </p:grpSpPr>
          <p:sp>
            <p:nvSpPr>
              <p:cNvPr id="322" name="직사각형 321"/>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23" name="직사각형 322"/>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전체설문</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전체설문 </a:t>
            </a:r>
            <a:r>
              <a:rPr lang="en-US" altLang="ko-KR" sz="800" spc="-60" dirty="0" smtClean="0">
                <a:latin typeface="+mn-ea"/>
                <a:ea typeface="+mn-ea"/>
              </a:rPr>
              <a:t>: </a:t>
            </a:r>
            <a:r>
              <a:rPr lang="ko-KR" altLang="en-US" sz="800" spc="-60" dirty="0" smtClean="0">
                <a:latin typeface="+mn-ea"/>
                <a:ea typeface="+mn-ea"/>
              </a:rPr>
              <a:t>설문참여 </a:t>
            </a:r>
            <a:r>
              <a:rPr lang="en-US" altLang="ko-KR" sz="800" spc="-60" dirty="0" smtClean="0">
                <a:latin typeface="+mn-ea"/>
                <a:ea typeface="+mn-ea"/>
              </a:rPr>
              <a:t>(</a:t>
            </a:r>
            <a:r>
              <a:rPr lang="ko-KR" altLang="en-US" sz="800" spc="-60" dirty="0" smtClean="0">
                <a:latin typeface="+mn-ea"/>
                <a:ea typeface="+mn-ea"/>
              </a:rPr>
              <a:t>설문지</a:t>
            </a:r>
            <a:r>
              <a:rPr lang="en-US" altLang="ko-KR" sz="800" spc="-60" dirty="0" smtClean="0">
                <a:latin typeface="+mn-ea"/>
                <a:ea typeface="+mn-ea"/>
              </a:rPr>
              <a:t>)</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939885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전체설문</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전체설문</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KNOU_UI_C01021600_02</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전체설문</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818566038"/>
              </p:ext>
            </p:extLst>
          </p:nvPr>
        </p:nvGraphicFramePr>
        <p:xfrm>
          <a:off x="9508554" y="1492213"/>
          <a:ext cx="1404156" cy="55554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solidFill>
                          <a:latin typeface="+mn-lt"/>
                          <a:ea typeface="+mn-ea"/>
                          <a:cs typeface="+mn-cs"/>
                        </a:rPr>
                        <a:t>전체설문 제목</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전체설문 참여기간</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설문 </a:t>
                      </a:r>
                      <a:r>
                        <a:rPr lang="en-US" altLang="ko-KR" sz="800" kern="1200" dirty="0" smtClean="0">
                          <a:solidFill>
                            <a:schemeClr val="tx1">
                              <a:lumMod val="75000"/>
                              <a:lumOff val="25000"/>
                            </a:schemeClr>
                          </a:solidFill>
                          <a:latin typeface="+mn-lt"/>
                          <a:ea typeface="+mn-ea"/>
                          <a:cs typeface="+mn-cs"/>
                        </a:rPr>
                        <a:t>1</a:t>
                      </a:r>
                      <a:r>
                        <a:rPr lang="ko-KR" altLang="en-US" sz="800" kern="1200" dirty="0" smtClean="0">
                          <a:solidFill>
                            <a:schemeClr val="tx1">
                              <a:lumMod val="75000"/>
                              <a:lumOff val="25000"/>
                            </a:schemeClr>
                          </a:solidFill>
                          <a:latin typeface="+mn-lt"/>
                          <a:ea typeface="+mn-ea"/>
                          <a:cs typeface="+mn-cs"/>
                        </a:rPr>
                        <a:t>페이지 </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타이틀 및 설문내용</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설문 문항</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설문 보기</a:t>
                      </a:r>
                      <a:endParaRPr lang="en-US" altLang="ko-KR" sz="800" kern="1200" baseline="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설문 종류</a:t>
                      </a:r>
                      <a:endParaRPr lang="en-US" altLang="ko-KR" sz="800" kern="1200" baseline="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단일 선택형</a:t>
                      </a:r>
                      <a:endParaRPr lang="en-US" altLang="ko-KR" sz="800" kern="1200" baseline="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다중 선택형</a:t>
                      </a:r>
                      <a:endParaRPr lang="en-US" altLang="ko-KR" sz="800" kern="1200" baseline="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척도형</a:t>
                      </a:r>
                      <a:endParaRPr lang="en-US" altLang="ko-KR" sz="800" kern="1200" baseline="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baseline="0" dirty="0" smtClean="0">
                          <a:solidFill>
                            <a:schemeClr val="tx1">
                              <a:lumMod val="75000"/>
                              <a:lumOff val="25000"/>
                            </a:schemeClr>
                          </a:solidFill>
                          <a:latin typeface="+mn-lt"/>
                          <a:ea typeface="+mn-ea"/>
                          <a:cs typeface="+mn-cs"/>
                        </a:rPr>
                        <a:t>- OX</a:t>
                      </a:r>
                      <a:r>
                        <a:rPr lang="ko-KR" altLang="en-US" sz="800" kern="1200" baseline="0" dirty="0" smtClean="0">
                          <a:solidFill>
                            <a:schemeClr val="tx1">
                              <a:lumMod val="75000"/>
                              <a:lumOff val="25000"/>
                            </a:schemeClr>
                          </a:solidFill>
                          <a:latin typeface="+mn-lt"/>
                          <a:ea typeface="+mn-ea"/>
                          <a:cs typeface="+mn-cs"/>
                        </a:rPr>
                        <a:t>형</a:t>
                      </a:r>
                      <a:endParaRPr lang="en-US" altLang="ko-KR" sz="800" kern="1200" baseline="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서술형</a:t>
                      </a:r>
                      <a:endParaRPr lang="en-US" altLang="ko-KR" sz="800" kern="1200" baseline="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설문 보기 </a:t>
                      </a:r>
                      <a:r>
                        <a:rPr lang="en-US" altLang="ko-KR" sz="800" kern="1200" baseline="0" dirty="0" smtClean="0">
                          <a:solidFill>
                            <a:schemeClr val="tx1">
                              <a:lumMod val="75000"/>
                              <a:lumOff val="25000"/>
                            </a:schemeClr>
                          </a:solidFill>
                          <a:latin typeface="+mn-lt"/>
                          <a:ea typeface="+mn-ea"/>
                          <a:cs typeface="+mn-cs"/>
                        </a:rPr>
                        <a:t>: 2 ~ 10</a:t>
                      </a:r>
                      <a:r>
                        <a:rPr lang="ko-KR" altLang="en-US" sz="800" kern="1200" baseline="0" dirty="0" smtClean="0">
                          <a:solidFill>
                            <a:schemeClr val="tx1">
                              <a:lumMod val="75000"/>
                              <a:lumOff val="25000"/>
                            </a:schemeClr>
                          </a:solidFill>
                          <a:latin typeface="+mn-lt"/>
                          <a:ea typeface="+mn-ea"/>
                          <a:cs typeface="+mn-cs"/>
                        </a:rPr>
                        <a:t>개까지 가능</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설문 </a:t>
                      </a:r>
                      <a:r>
                        <a:rPr lang="en-US" altLang="ko-KR" sz="800" kern="1200" dirty="0" smtClean="0">
                          <a:solidFill>
                            <a:schemeClr val="tx1">
                              <a:lumMod val="75000"/>
                              <a:lumOff val="25000"/>
                            </a:schemeClr>
                          </a:solidFill>
                          <a:latin typeface="+mn-lt"/>
                          <a:ea typeface="+mn-ea"/>
                          <a:cs typeface="+mn-cs"/>
                        </a:rPr>
                        <a:t>2</a:t>
                      </a:r>
                      <a:r>
                        <a:rPr lang="ko-KR" altLang="en-US" sz="800" kern="1200" dirty="0" smtClean="0">
                          <a:solidFill>
                            <a:schemeClr val="tx1">
                              <a:lumMod val="75000"/>
                              <a:lumOff val="25000"/>
                            </a:schemeClr>
                          </a:solidFill>
                          <a:latin typeface="+mn-lt"/>
                          <a:ea typeface="+mn-ea"/>
                          <a:cs typeface="+mn-cs"/>
                        </a:rPr>
                        <a:t>페이지 </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타이틀 및 설문내용</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작성 저장</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팝업창 닫음</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02" name="직사각형 301"/>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303" name="직사각형 302"/>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전체설문</a:t>
            </a:r>
            <a:endParaRPr lang="ko-KR" altLang="en-US" sz="800" b="1" dirty="0">
              <a:solidFill>
                <a:srgbClr val="FF0000"/>
              </a:solidFill>
              <a:latin typeface="+mn-ea"/>
              <a:ea typeface="+mn-ea"/>
            </a:endParaRPr>
          </a:p>
        </p:txBody>
      </p:sp>
      <p:sp>
        <p:nvSpPr>
          <p:cNvPr id="304" name="모서리가 둥근 직사각형 303"/>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5" name="그룹 304"/>
          <p:cNvGrpSpPr/>
          <p:nvPr/>
        </p:nvGrpSpPr>
        <p:grpSpPr>
          <a:xfrm>
            <a:off x="2019008" y="2742828"/>
            <a:ext cx="2392552" cy="215444"/>
            <a:chOff x="2936776" y="2742828"/>
            <a:chExt cx="2392552" cy="215444"/>
          </a:xfrm>
        </p:grpSpPr>
        <p:grpSp>
          <p:nvGrpSpPr>
            <p:cNvPr id="306" name="그룹 305"/>
            <p:cNvGrpSpPr/>
            <p:nvPr/>
          </p:nvGrpSpPr>
          <p:grpSpPr>
            <a:xfrm>
              <a:off x="3853253" y="2765514"/>
              <a:ext cx="1476075" cy="180000"/>
              <a:chOff x="8094882" y="2394429"/>
              <a:chExt cx="1476075" cy="180000"/>
            </a:xfrm>
          </p:grpSpPr>
          <p:sp>
            <p:nvSpPr>
              <p:cNvPr id="308"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09"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307" name="직사각형 306"/>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aphicFrame>
        <p:nvGraphicFramePr>
          <p:cNvPr id="315" name="Group 37"/>
          <p:cNvGraphicFramePr>
            <a:graphicFrameLocks noGrp="1"/>
          </p:cNvGraphicFramePr>
          <p:nvPr>
            <p:extLst>
              <p:ext uri="{D42A27DB-BD31-4B8C-83A1-F6EECF244321}">
                <p14:modId xmlns:p14="http://schemas.microsoft.com/office/powerpoint/2010/main" val="637550299"/>
              </p:ext>
            </p:extLst>
          </p:nvPr>
        </p:nvGraphicFramePr>
        <p:xfrm>
          <a:off x="1975899" y="3681551"/>
          <a:ext cx="7441597" cy="921463"/>
        </p:xfrm>
        <a:graphic>
          <a:graphicData uri="http://schemas.openxmlformats.org/drawingml/2006/table">
            <a:tbl>
              <a:tblPr/>
              <a:tblGrid>
                <a:gridCol w="318222">
                  <a:extLst>
                    <a:ext uri="{9D8B030D-6E8A-4147-A177-3AD203B41FA5}">
                      <a16:colId xmlns="" xmlns:a16="http://schemas.microsoft.com/office/drawing/2014/main" val="20001"/>
                    </a:ext>
                  </a:extLst>
                </a:gridCol>
                <a:gridCol w="441392"/>
                <a:gridCol w="318222"/>
                <a:gridCol w="694215"/>
                <a:gridCol w="1637098"/>
                <a:gridCol w="1872208"/>
                <a:gridCol w="432048"/>
                <a:gridCol w="648072"/>
                <a:gridCol w="108012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과정</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설문명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설문기간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문항수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결과공개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전체설문전체설문전체설문</a:t>
                      </a:r>
                      <a:r>
                        <a:rPr lang="en-US" altLang="ko-KR" sz="800" b="0" kern="1200" dirty="0" smtClean="0">
                          <a:solidFill>
                            <a:schemeClr val="tx1">
                              <a:lumMod val="75000"/>
                              <a:lumOff val="25000"/>
                            </a:schemeClr>
                          </a:solidFill>
                          <a:latin typeface="+mn-ea"/>
                          <a:ea typeface="+mn-ea"/>
                          <a:cs typeface="+mn-cs"/>
                        </a:rPr>
                        <a:t>01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2026.08.01 09:00 ~ 2026.12.31 22:00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전체설문전체설문전체설문</a:t>
                      </a:r>
                      <a:r>
                        <a:rPr lang="en-US" altLang="ko-KR" sz="800" b="0" kern="1200" dirty="0" smtClean="0">
                          <a:solidFill>
                            <a:schemeClr val="tx1">
                              <a:lumMod val="75000"/>
                              <a:lumOff val="25000"/>
                            </a:schemeClr>
                          </a:solidFill>
                          <a:latin typeface="+mn-ea"/>
                          <a:ea typeface="+mn-ea"/>
                          <a:cs typeface="+mn-cs"/>
                        </a:rPr>
                        <a:t>02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2026.08.01 09:00 ~ 2026.12.31 22:00</a:t>
                      </a:r>
                      <a:endParaRPr lang="ko-KR" altLang="en-US" sz="800" b="0" dirty="0">
                        <a:solidFill>
                          <a:schemeClr val="tx1">
                            <a:lumMod val="75000"/>
                            <a:lumOff val="25000"/>
                          </a:schemeClr>
                        </a:solidFill>
                        <a:latin typeface="맑은 고딕" panose="020B0503020000020004" pitchFamily="50" charset="-127"/>
                        <a:ea typeface="맑은 고딕" panose="020B0503020000020004" pitchFamily="50" charset="-127"/>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공개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2025</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평생교육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전체설문전체설문전체설문</a:t>
                      </a:r>
                      <a:r>
                        <a:rPr lang="en-US" altLang="ko-KR" sz="800" b="0" kern="1200" dirty="0" smtClean="0">
                          <a:solidFill>
                            <a:schemeClr val="tx1">
                              <a:lumMod val="75000"/>
                              <a:lumOff val="25000"/>
                            </a:schemeClr>
                          </a:solidFill>
                          <a:latin typeface="+mn-ea"/>
                          <a:ea typeface="+mn-ea"/>
                          <a:cs typeface="+mn-cs"/>
                        </a:rPr>
                        <a:t>03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2026.08.01 09:00 ~ 2026.12.31 22:00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FF0000"/>
                          </a:solidFill>
                          <a:latin typeface="+mn-ea"/>
                          <a:ea typeface="+mn-ea"/>
                          <a:cs typeface="+mn-cs"/>
                        </a:rPr>
                        <a:t>비공개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317" name="직사각형 316"/>
          <p:cNvSpPr/>
          <p:nvPr/>
        </p:nvSpPr>
        <p:spPr>
          <a:xfrm>
            <a:off x="2432720"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3</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325" name="그룹 324"/>
          <p:cNvGrpSpPr/>
          <p:nvPr/>
        </p:nvGrpSpPr>
        <p:grpSpPr>
          <a:xfrm>
            <a:off x="2029247" y="3007057"/>
            <a:ext cx="4335338" cy="215444"/>
            <a:chOff x="2029247" y="3007057"/>
            <a:chExt cx="4335338" cy="215444"/>
          </a:xfrm>
        </p:grpSpPr>
        <p:grpSp>
          <p:nvGrpSpPr>
            <p:cNvPr id="326" name="그룹 325"/>
            <p:cNvGrpSpPr/>
            <p:nvPr/>
          </p:nvGrpSpPr>
          <p:grpSpPr>
            <a:xfrm>
              <a:off x="2029247" y="3007057"/>
              <a:ext cx="4335338" cy="215444"/>
              <a:chOff x="2936776" y="2752353"/>
              <a:chExt cx="4335338" cy="215444"/>
            </a:xfrm>
          </p:grpSpPr>
          <p:sp>
            <p:nvSpPr>
              <p:cNvPr id="328" name="Rectangle 122"/>
              <p:cNvSpPr>
                <a:spLocks noChangeArrowheads="1"/>
              </p:cNvSpPr>
              <p:nvPr/>
            </p:nvSpPr>
            <p:spPr bwMode="auto">
              <a:xfrm>
                <a:off x="4600914" y="2765514"/>
                <a:ext cx="26712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bg1">
                        <a:lumMod val="65000"/>
                      </a:schemeClr>
                    </a:solidFill>
                    <a:latin typeface="+mn-ea"/>
                    <a:ea typeface="+mn-ea"/>
                  </a:rPr>
                  <a:t>설문명 입력</a:t>
                </a:r>
                <a:endParaRPr lang="ko-KR" altLang="en-US" sz="800" kern="0" dirty="0">
                  <a:solidFill>
                    <a:schemeClr val="bg1">
                      <a:lumMod val="65000"/>
                    </a:schemeClr>
                  </a:solidFill>
                  <a:latin typeface="+mn-ea"/>
                  <a:ea typeface="+mn-ea"/>
                </a:endParaRPr>
              </a:p>
            </p:txBody>
          </p:sp>
          <p:sp>
            <p:nvSpPr>
              <p:cNvPr id="329" name="직사각형 328"/>
              <p:cNvSpPr/>
              <p:nvPr/>
            </p:nvSpPr>
            <p:spPr>
              <a:xfrm>
                <a:off x="2936776" y="2752353"/>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검색어</a:t>
                </a:r>
                <a:endParaRPr lang="ko-KR" altLang="en-US" sz="800" dirty="0">
                  <a:solidFill>
                    <a:srgbClr val="FF0000"/>
                  </a:solidFill>
                  <a:latin typeface="+mn-ea"/>
                  <a:ea typeface="+mn-ea"/>
                </a:endParaRPr>
              </a:p>
            </p:txBody>
          </p:sp>
        </p:grpSp>
        <p:sp>
          <p:nvSpPr>
            <p:cNvPr id="327" name="Rectangle 122"/>
            <p:cNvSpPr>
              <a:spLocks noChangeArrowheads="1"/>
            </p:cNvSpPr>
            <p:nvPr/>
          </p:nvSpPr>
          <p:spPr bwMode="auto">
            <a:xfrm>
              <a:off x="2936776" y="3023451"/>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과정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66" name="Rectangle 122"/>
          <p:cNvSpPr>
            <a:spLocks noChangeArrowheads="1"/>
          </p:cNvSpPr>
          <p:nvPr/>
        </p:nvSpPr>
        <p:spPr bwMode="auto">
          <a:xfrm>
            <a:off x="9050071" y="3436449"/>
            <a:ext cx="396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167" name="그룹 74"/>
          <p:cNvGrpSpPr>
            <a:grpSpLocks/>
          </p:cNvGrpSpPr>
          <p:nvPr/>
        </p:nvGrpSpPr>
        <p:grpSpPr bwMode="auto">
          <a:xfrm>
            <a:off x="4858228" y="4697149"/>
            <a:ext cx="1678948" cy="215444"/>
            <a:chOff x="5843761" y="3953547"/>
            <a:chExt cx="1769478" cy="256728"/>
          </a:xfrm>
        </p:grpSpPr>
        <p:sp>
          <p:nvSpPr>
            <p:cNvPr id="168"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70" name="그룹 86"/>
            <p:cNvGrpSpPr>
              <a:grpSpLocks/>
            </p:cNvGrpSpPr>
            <p:nvPr/>
          </p:nvGrpSpPr>
          <p:grpSpPr bwMode="auto">
            <a:xfrm>
              <a:off x="5889794" y="3953547"/>
              <a:ext cx="1723445" cy="256728"/>
              <a:chOff x="5889794" y="3953547"/>
              <a:chExt cx="1723445" cy="256728"/>
            </a:xfrm>
          </p:grpSpPr>
          <p:sp>
            <p:nvSpPr>
              <p:cNvPr id="17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7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2" name="그룹 1"/>
          <p:cNvGrpSpPr/>
          <p:nvPr/>
        </p:nvGrpSpPr>
        <p:grpSpPr>
          <a:xfrm>
            <a:off x="8387171" y="3913403"/>
            <a:ext cx="977367" cy="162603"/>
            <a:chOff x="8377646" y="3922928"/>
            <a:chExt cx="977367" cy="162603"/>
          </a:xfrm>
        </p:grpSpPr>
        <p:sp>
          <p:nvSpPr>
            <p:cNvPr id="177" name="Rectangle 122"/>
            <p:cNvSpPr>
              <a:spLocks noChangeArrowheads="1"/>
            </p:cNvSpPr>
            <p:nvPr/>
          </p:nvSpPr>
          <p:spPr bwMode="auto">
            <a:xfrm>
              <a:off x="8377646" y="3922928"/>
              <a:ext cx="468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설문참여</a:t>
              </a:r>
              <a:endParaRPr lang="ko-KR" altLang="en-US" sz="800" kern="0" dirty="0">
                <a:solidFill>
                  <a:schemeClr val="tx1">
                    <a:lumMod val="75000"/>
                    <a:lumOff val="25000"/>
                  </a:schemeClr>
                </a:solidFill>
                <a:latin typeface="+mn-ea"/>
                <a:ea typeface="+mn-ea"/>
              </a:endParaRPr>
            </a:p>
          </p:txBody>
        </p:sp>
        <p:sp>
          <p:nvSpPr>
            <p:cNvPr id="178" name="Rectangle 122"/>
            <p:cNvSpPr>
              <a:spLocks noChangeArrowheads="1"/>
            </p:cNvSpPr>
            <p:nvPr/>
          </p:nvSpPr>
          <p:spPr bwMode="auto">
            <a:xfrm>
              <a:off x="8887013" y="3923531"/>
              <a:ext cx="468000" cy="162000"/>
            </a:xfrm>
            <a:prstGeom prst="rect">
              <a:avLst/>
            </a:prstGeom>
            <a:solidFill>
              <a:schemeClr val="bg1">
                <a:lumMod val="7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제출현황</a:t>
              </a:r>
              <a:endParaRPr lang="ko-KR" altLang="en-US" sz="800" kern="0" dirty="0">
                <a:solidFill>
                  <a:schemeClr val="tx1">
                    <a:lumMod val="75000"/>
                    <a:lumOff val="25000"/>
                  </a:schemeClr>
                </a:solidFill>
                <a:latin typeface="+mn-ea"/>
                <a:ea typeface="+mn-ea"/>
              </a:endParaRPr>
            </a:p>
          </p:txBody>
        </p:sp>
      </p:grpSp>
      <p:grpSp>
        <p:nvGrpSpPr>
          <p:cNvPr id="179" name="그룹 178"/>
          <p:cNvGrpSpPr/>
          <p:nvPr/>
        </p:nvGrpSpPr>
        <p:grpSpPr>
          <a:xfrm>
            <a:off x="8387149" y="4164401"/>
            <a:ext cx="977389" cy="162603"/>
            <a:chOff x="7877782" y="3922928"/>
            <a:chExt cx="977389" cy="162603"/>
          </a:xfrm>
        </p:grpSpPr>
        <p:sp>
          <p:nvSpPr>
            <p:cNvPr id="180" name="Rectangle 122"/>
            <p:cNvSpPr>
              <a:spLocks noChangeArrowheads="1"/>
            </p:cNvSpPr>
            <p:nvPr/>
          </p:nvSpPr>
          <p:spPr bwMode="auto">
            <a:xfrm>
              <a:off x="8387171" y="3922928"/>
              <a:ext cx="468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제출현황</a:t>
              </a:r>
              <a:endParaRPr lang="ko-KR" altLang="en-US" sz="800" kern="0" dirty="0">
                <a:solidFill>
                  <a:schemeClr val="tx1">
                    <a:lumMod val="75000"/>
                    <a:lumOff val="25000"/>
                  </a:schemeClr>
                </a:solidFill>
                <a:latin typeface="+mn-ea"/>
                <a:ea typeface="+mn-ea"/>
              </a:endParaRPr>
            </a:p>
          </p:txBody>
        </p:sp>
        <p:sp>
          <p:nvSpPr>
            <p:cNvPr id="181" name="Rectangle 122"/>
            <p:cNvSpPr>
              <a:spLocks noChangeArrowheads="1"/>
            </p:cNvSpPr>
            <p:nvPr/>
          </p:nvSpPr>
          <p:spPr bwMode="auto">
            <a:xfrm>
              <a:off x="7877782" y="3923531"/>
              <a:ext cx="468000" cy="162000"/>
            </a:xfrm>
            <a:prstGeom prst="rect">
              <a:avLst/>
            </a:prstGeom>
            <a:solidFill>
              <a:schemeClr val="bg1">
                <a:lumMod val="7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설문참</a:t>
              </a:r>
              <a:r>
                <a:rPr lang="ko-KR" altLang="en-US" sz="800" kern="0" dirty="0">
                  <a:solidFill>
                    <a:schemeClr val="tx1">
                      <a:lumMod val="75000"/>
                      <a:lumOff val="25000"/>
                    </a:schemeClr>
                  </a:solidFill>
                  <a:latin typeface="+mn-ea"/>
                  <a:ea typeface="+mn-ea"/>
                </a:rPr>
                <a:t>여</a:t>
              </a:r>
            </a:p>
          </p:txBody>
        </p:sp>
      </p:grpSp>
      <p:grpSp>
        <p:nvGrpSpPr>
          <p:cNvPr id="182" name="그룹 181"/>
          <p:cNvGrpSpPr/>
          <p:nvPr/>
        </p:nvGrpSpPr>
        <p:grpSpPr>
          <a:xfrm>
            <a:off x="8390334" y="4399475"/>
            <a:ext cx="977367" cy="162603"/>
            <a:chOff x="8377646" y="3922928"/>
            <a:chExt cx="977367" cy="162603"/>
          </a:xfrm>
        </p:grpSpPr>
        <p:sp>
          <p:nvSpPr>
            <p:cNvPr id="183" name="Rectangle 122"/>
            <p:cNvSpPr>
              <a:spLocks noChangeArrowheads="1"/>
            </p:cNvSpPr>
            <p:nvPr/>
          </p:nvSpPr>
          <p:spPr bwMode="auto">
            <a:xfrm>
              <a:off x="8377646" y="3922928"/>
              <a:ext cx="468000" cy="162000"/>
            </a:xfrm>
            <a:prstGeom prst="rect">
              <a:avLst/>
            </a:prstGeom>
            <a:solidFill>
              <a:schemeClr val="bg1">
                <a:lumMod val="7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설문참여</a:t>
              </a:r>
              <a:endParaRPr lang="ko-KR" altLang="en-US" sz="800" kern="0" dirty="0">
                <a:solidFill>
                  <a:schemeClr val="tx1">
                    <a:lumMod val="75000"/>
                    <a:lumOff val="25000"/>
                  </a:schemeClr>
                </a:solidFill>
                <a:latin typeface="+mn-ea"/>
                <a:ea typeface="+mn-ea"/>
              </a:endParaRPr>
            </a:p>
          </p:txBody>
        </p:sp>
        <p:sp>
          <p:nvSpPr>
            <p:cNvPr id="184" name="Rectangle 122"/>
            <p:cNvSpPr>
              <a:spLocks noChangeArrowheads="1"/>
            </p:cNvSpPr>
            <p:nvPr/>
          </p:nvSpPr>
          <p:spPr bwMode="auto">
            <a:xfrm>
              <a:off x="8887013" y="3923531"/>
              <a:ext cx="468000" cy="162000"/>
            </a:xfrm>
            <a:prstGeom prst="rect">
              <a:avLst/>
            </a:prstGeom>
            <a:solidFill>
              <a:schemeClr val="bg1">
                <a:lumMod val="7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제출현황</a:t>
              </a:r>
              <a:endParaRPr lang="ko-KR" altLang="en-US" sz="800" kern="0" dirty="0">
                <a:solidFill>
                  <a:schemeClr val="tx1">
                    <a:lumMod val="75000"/>
                    <a:lumOff val="25000"/>
                  </a:schemeClr>
                </a:solidFill>
                <a:latin typeface="+mn-ea"/>
                <a:ea typeface="+mn-ea"/>
              </a:endParaRPr>
            </a:p>
          </p:txBody>
        </p:sp>
      </p:grpSp>
      <p:sp>
        <p:nvSpPr>
          <p:cNvPr id="191" name="직사각형 190"/>
          <p:cNvSpPr/>
          <p:nvPr/>
        </p:nvSpPr>
        <p:spPr bwMode="auto">
          <a:xfrm>
            <a:off x="406971" y="1492213"/>
            <a:ext cx="9079694" cy="9713651"/>
          </a:xfrm>
          <a:prstGeom prst="rect">
            <a:avLst/>
          </a:prstGeom>
          <a:solidFill>
            <a:schemeClr val="tx1">
              <a:alpha val="70000"/>
            </a:schemeClr>
          </a:solidFill>
          <a:ln w="3175" cap="flat" cmpd="sng" algn="ctr">
            <a:solidFill>
              <a:srgbClr val="D9D9D9"/>
            </a:solidFill>
            <a:prstDash val="solid"/>
            <a:round/>
            <a:headEnd type="none" w="med" len="med"/>
            <a:tailEnd type="none" w="med" len="med"/>
          </a:ln>
          <a:effectLst/>
        </p:spPr>
        <p:txBody>
          <a:bodyPr wrap="none" lIns="84701" tIns="42350" rIns="84701" bIns="42350" rtlCol="0" anchor="ctr">
            <a:noAutofit/>
          </a:bodyPr>
          <a:lstStyle/>
          <a:p>
            <a:pPr algn="ctr" defTabSz="914407" fontAlgn="base" latinLnBrk="0">
              <a:spcBef>
                <a:spcPct val="0"/>
              </a:spcBef>
              <a:spcAft>
                <a:spcPct val="0"/>
              </a:spcAft>
            </a:pPr>
            <a:endParaRPr kumimoji="1" lang="ko-KR" altLang="en-US" sz="1000" kern="0" dirty="0">
              <a:ln>
                <a:solidFill>
                  <a:schemeClr val="tx1">
                    <a:lumMod val="50000"/>
                    <a:lumOff val="50000"/>
                    <a:alpha val="0"/>
                  </a:schemeClr>
                </a:solidFill>
              </a:ln>
              <a:latin typeface="+mn-ea"/>
            </a:endParaRPr>
          </a:p>
        </p:txBody>
      </p:sp>
      <p:grpSp>
        <p:nvGrpSpPr>
          <p:cNvPr id="193" name="그룹 192"/>
          <p:cNvGrpSpPr/>
          <p:nvPr/>
        </p:nvGrpSpPr>
        <p:grpSpPr>
          <a:xfrm>
            <a:off x="1856656" y="2132856"/>
            <a:ext cx="6274221" cy="8640960"/>
            <a:chOff x="2774409" y="2481561"/>
            <a:chExt cx="6274221" cy="8640960"/>
          </a:xfrm>
        </p:grpSpPr>
        <p:grpSp>
          <p:nvGrpSpPr>
            <p:cNvPr id="223" name="그룹 222"/>
            <p:cNvGrpSpPr/>
            <p:nvPr/>
          </p:nvGrpSpPr>
          <p:grpSpPr>
            <a:xfrm>
              <a:off x="2809059" y="2481561"/>
              <a:ext cx="6239571" cy="8640960"/>
              <a:chOff x="2809059" y="2481561"/>
              <a:chExt cx="6239571" cy="8640960"/>
            </a:xfrm>
          </p:grpSpPr>
          <p:sp>
            <p:nvSpPr>
              <p:cNvPr id="231" name="직사각형 230"/>
              <p:cNvSpPr/>
              <p:nvPr/>
            </p:nvSpPr>
            <p:spPr>
              <a:xfrm>
                <a:off x="2809059" y="2492896"/>
                <a:ext cx="6224400" cy="862962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2" name="직사각형 231"/>
              <p:cNvSpPr/>
              <p:nvPr/>
            </p:nvSpPr>
            <p:spPr>
              <a:xfrm>
                <a:off x="2813299" y="2495865"/>
                <a:ext cx="6210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3" name="직사각형 232"/>
              <p:cNvSpPr/>
              <p:nvPr/>
            </p:nvSpPr>
            <p:spPr>
              <a:xfrm>
                <a:off x="8780608" y="2481561"/>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24" name="직사각형 223"/>
            <p:cNvSpPr/>
            <p:nvPr/>
          </p:nvSpPr>
          <p:spPr>
            <a:xfrm>
              <a:off x="2774409" y="2502471"/>
              <a:ext cx="492443" cy="215444"/>
            </a:xfrm>
            <a:prstGeom prst="rect">
              <a:avLst/>
            </a:prstGeom>
          </p:spPr>
          <p:txBody>
            <a:bodyPr wrap="none">
              <a:spAutoFit/>
            </a:bodyPr>
            <a:lstStyle/>
            <a:p>
              <a:r>
                <a:rPr lang="ko-KR" altLang="en-US" sz="800" dirty="0" smtClean="0">
                  <a:solidFill>
                    <a:schemeClr val="bg1"/>
                  </a:solidFill>
                  <a:latin typeface="+mn-ea"/>
                  <a:ea typeface="+mn-ea"/>
                </a:rPr>
                <a:t>설문지</a:t>
              </a:r>
              <a:endParaRPr lang="ko-KR" altLang="en-US" sz="800" dirty="0">
                <a:solidFill>
                  <a:schemeClr val="bg1"/>
                </a:solidFill>
                <a:latin typeface="+mn-ea"/>
                <a:ea typeface="+mn-ea"/>
              </a:endParaRPr>
            </a:p>
          </p:txBody>
        </p:sp>
      </p:grpSp>
      <p:sp>
        <p:nvSpPr>
          <p:cNvPr id="234" name="모서리가 둥근 직사각형 233"/>
          <p:cNvSpPr/>
          <p:nvPr/>
        </p:nvSpPr>
        <p:spPr>
          <a:xfrm>
            <a:off x="4557056" y="1044980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6" name="직사각형 235"/>
          <p:cNvSpPr/>
          <p:nvPr/>
        </p:nvSpPr>
        <p:spPr>
          <a:xfrm>
            <a:off x="1874207" y="2449513"/>
            <a:ext cx="2233304" cy="230832"/>
          </a:xfrm>
          <a:prstGeom prst="rect">
            <a:avLst/>
          </a:prstGeom>
        </p:spPr>
        <p:txBody>
          <a:bodyPr wrap="none">
            <a:spAutoFit/>
          </a:bodyPr>
          <a:lstStyle/>
          <a:p>
            <a:r>
              <a:rPr lang="en-US" altLang="ko-KR" sz="900" b="1" dirty="0">
                <a:solidFill>
                  <a:schemeClr val="tx1">
                    <a:lumMod val="75000"/>
                    <a:lumOff val="25000"/>
                  </a:schemeClr>
                </a:solidFill>
                <a:latin typeface="+mn-ea"/>
                <a:ea typeface="+mn-ea"/>
              </a:rPr>
              <a:t>• </a:t>
            </a:r>
            <a:r>
              <a:rPr lang="en-US" altLang="ko-KR" sz="900" b="1" dirty="0" smtClean="0">
                <a:solidFill>
                  <a:schemeClr val="tx1">
                    <a:lumMod val="75000"/>
                    <a:lumOff val="25000"/>
                  </a:schemeClr>
                </a:solidFill>
                <a:latin typeface="+mn-ea"/>
                <a:ea typeface="+mn-ea"/>
              </a:rPr>
              <a:t>          </a:t>
            </a:r>
            <a:r>
              <a:rPr lang="ko-KR" altLang="en-US" sz="900" b="1" dirty="0" smtClean="0">
                <a:solidFill>
                  <a:schemeClr val="tx1">
                    <a:lumMod val="75000"/>
                    <a:lumOff val="25000"/>
                  </a:schemeClr>
                </a:solidFill>
                <a:latin typeface="+mn-ea"/>
                <a:ea typeface="+mn-ea"/>
              </a:rPr>
              <a:t>전체설문전체설문전체설문</a:t>
            </a:r>
            <a:r>
              <a:rPr lang="en-US" altLang="ko-KR" sz="900" b="1" dirty="0" smtClean="0">
                <a:solidFill>
                  <a:schemeClr val="tx1">
                    <a:lumMod val="75000"/>
                    <a:lumOff val="25000"/>
                  </a:schemeClr>
                </a:solidFill>
                <a:latin typeface="+mn-ea"/>
                <a:ea typeface="+mn-ea"/>
              </a:rPr>
              <a:t>01</a:t>
            </a:r>
            <a:endParaRPr lang="ko-KR" altLang="en-US" sz="900" b="1" dirty="0">
              <a:solidFill>
                <a:schemeClr val="tx1">
                  <a:lumMod val="75000"/>
                  <a:lumOff val="25000"/>
                </a:schemeClr>
              </a:solidFill>
              <a:latin typeface="+mn-ea"/>
              <a:ea typeface="+mn-ea"/>
            </a:endParaRPr>
          </a:p>
        </p:txBody>
      </p:sp>
      <p:sp>
        <p:nvSpPr>
          <p:cNvPr id="237" name="직사각형 236"/>
          <p:cNvSpPr/>
          <p:nvPr/>
        </p:nvSpPr>
        <p:spPr>
          <a:xfrm>
            <a:off x="5724289" y="2420888"/>
            <a:ext cx="2656520" cy="276999"/>
          </a:xfrm>
          <a:prstGeom prst="rect">
            <a:avLst/>
          </a:prstGeom>
        </p:spPr>
        <p:txBody>
          <a:bodyPr wrap="square">
            <a:spAutoFit/>
          </a:bodyPr>
          <a:lstStyle/>
          <a:p>
            <a:pPr>
              <a:lnSpc>
                <a:spcPct val="150000"/>
              </a:lnSpc>
            </a:pPr>
            <a:r>
              <a:rPr lang="ko-KR" altLang="en-US" sz="800" dirty="0">
                <a:solidFill>
                  <a:schemeClr val="tx1">
                    <a:lumMod val="75000"/>
                    <a:lumOff val="25000"/>
                  </a:schemeClr>
                </a:solidFill>
                <a:latin typeface="+mn-ea"/>
                <a:ea typeface="+mn-ea"/>
              </a:rPr>
              <a:t>설문 기간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2026.08.01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2026.12.31 </a:t>
            </a:r>
            <a:r>
              <a:rPr lang="en-US" altLang="ko-KR" sz="800" dirty="0">
                <a:solidFill>
                  <a:schemeClr val="tx1">
                    <a:lumMod val="75000"/>
                    <a:lumOff val="25000"/>
                  </a:schemeClr>
                </a:solidFill>
                <a:latin typeface="+mn-ea"/>
                <a:ea typeface="+mn-ea"/>
              </a:rPr>
              <a:t>22:00 </a:t>
            </a:r>
          </a:p>
        </p:txBody>
      </p:sp>
      <p:grpSp>
        <p:nvGrpSpPr>
          <p:cNvPr id="238" name="그룹 237"/>
          <p:cNvGrpSpPr/>
          <p:nvPr/>
        </p:nvGrpSpPr>
        <p:grpSpPr>
          <a:xfrm>
            <a:off x="1731690" y="2470765"/>
            <a:ext cx="234360" cy="200055"/>
            <a:chOff x="1161795" y="11716364"/>
            <a:chExt cx="234360" cy="200055"/>
          </a:xfrm>
        </p:grpSpPr>
        <p:sp>
          <p:nvSpPr>
            <p:cNvPr id="240" name="모서리가 둥근 직사각형 23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1" name="직사각형 240"/>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44" name="그룹 243"/>
          <p:cNvGrpSpPr/>
          <p:nvPr/>
        </p:nvGrpSpPr>
        <p:grpSpPr>
          <a:xfrm>
            <a:off x="5601177" y="2468323"/>
            <a:ext cx="234360" cy="200055"/>
            <a:chOff x="1161795" y="11716364"/>
            <a:chExt cx="234360" cy="200055"/>
          </a:xfrm>
        </p:grpSpPr>
        <p:sp>
          <p:nvSpPr>
            <p:cNvPr id="246" name="모서리가 둥근 직사각형 24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7" name="직사각형 246"/>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48" name="직사각형 247"/>
          <p:cNvSpPr/>
          <p:nvPr/>
        </p:nvSpPr>
        <p:spPr>
          <a:xfrm>
            <a:off x="1943908" y="3021407"/>
            <a:ext cx="6122748" cy="691262"/>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ko-KR" altLang="en-US" sz="800" dirty="0" smtClean="0">
                <a:solidFill>
                  <a:schemeClr val="tx1">
                    <a:lumMod val="75000"/>
                    <a:lumOff val="25000"/>
                  </a:schemeClr>
                </a:solidFill>
                <a:latin typeface="+mn-ea"/>
              </a:rPr>
              <a:t>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a:solidFill>
                  <a:schemeClr val="tx1">
                    <a:lumMod val="75000"/>
                    <a:lumOff val="25000"/>
                  </a:schemeClr>
                </a:solidFill>
                <a:latin typeface="+mn-ea"/>
              </a:rPr>
              <a:t>11</a:t>
            </a:r>
          </a:p>
          <a:p>
            <a:pPr>
              <a:lnSpc>
                <a:spcPct val="150000"/>
              </a:lnSpc>
            </a:pPr>
            <a:r>
              <a:rPr lang="ko-KR" altLang="en-US" sz="800" dirty="0">
                <a:solidFill>
                  <a:schemeClr val="tx1">
                    <a:lumMod val="75000"/>
                    <a:lumOff val="25000"/>
                  </a:schemeClr>
                </a:solidFill>
                <a:latin typeface="+mn-ea"/>
              </a:rPr>
              <a:t>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p>
          <a:p>
            <a:pPr>
              <a:lnSpc>
                <a:spcPct val="150000"/>
              </a:lnSpc>
            </a:pPr>
            <a:r>
              <a:rPr lang="ko-KR" altLang="en-US" sz="800" dirty="0">
                <a:solidFill>
                  <a:schemeClr val="tx1">
                    <a:lumMod val="75000"/>
                    <a:lumOff val="25000"/>
                  </a:schemeClr>
                </a:solidFill>
                <a:latin typeface="+mn-ea"/>
              </a:rPr>
              <a:t>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11</a:t>
            </a:r>
            <a:r>
              <a:rPr lang="ko-KR" altLang="en-US" sz="800" dirty="0">
                <a:solidFill>
                  <a:schemeClr val="tx1">
                    <a:lumMod val="75000"/>
                    <a:lumOff val="25000"/>
                  </a:schemeClr>
                </a:solidFill>
                <a:latin typeface="+mn-ea"/>
              </a:rPr>
              <a:t> 설문 내용</a:t>
            </a:r>
            <a:r>
              <a:rPr lang="en-US" altLang="ko-KR" sz="800" dirty="0">
                <a:solidFill>
                  <a:schemeClr val="tx1">
                    <a:lumMod val="75000"/>
                    <a:lumOff val="25000"/>
                  </a:schemeClr>
                </a:solidFill>
                <a:latin typeface="+mn-ea"/>
              </a:rPr>
              <a:t>11</a:t>
            </a:r>
          </a:p>
        </p:txBody>
      </p:sp>
      <p:sp>
        <p:nvSpPr>
          <p:cNvPr id="316" name="직사각형 315"/>
          <p:cNvSpPr/>
          <p:nvPr/>
        </p:nvSpPr>
        <p:spPr>
          <a:xfrm>
            <a:off x="1856656" y="3805873"/>
            <a:ext cx="2244525"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1-1 </a:t>
            </a:r>
            <a:r>
              <a:rPr lang="ko-KR" altLang="en-US" sz="800" dirty="0" smtClean="0">
                <a:solidFill>
                  <a:schemeClr val="tx1">
                    <a:lumMod val="75000"/>
                    <a:lumOff val="25000"/>
                  </a:schemeClr>
                </a:solidFill>
                <a:latin typeface="+mn-ea"/>
                <a:ea typeface="+mn-ea"/>
              </a:rPr>
              <a:t>문제</a:t>
            </a:r>
            <a:r>
              <a:rPr lang="en-US" altLang="ko-KR" sz="800" dirty="0" smtClean="0">
                <a:solidFill>
                  <a:schemeClr val="tx1">
                    <a:lumMod val="75000"/>
                    <a:lumOff val="25000"/>
                  </a:schemeClr>
                </a:solidFill>
                <a:latin typeface="+mn-ea"/>
                <a:ea typeface="+mn-ea"/>
              </a:rPr>
              <a:t>11111111111111111111111111111 </a:t>
            </a:r>
            <a:endParaRPr lang="ko-KR" altLang="en-US" sz="800" dirty="0">
              <a:solidFill>
                <a:schemeClr val="tx1">
                  <a:lumMod val="75000"/>
                  <a:lumOff val="25000"/>
                </a:schemeClr>
              </a:solidFill>
              <a:latin typeface="+mn-ea"/>
              <a:ea typeface="+mn-ea"/>
            </a:endParaRPr>
          </a:p>
        </p:txBody>
      </p:sp>
      <p:grpSp>
        <p:nvGrpSpPr>
          <p:cNvPr id="318" name="그룹 317"/>
          <p:cNvGrpSpPr/>
          <p:nvPr/>
        </p:nvGrpSpPr>
        <p:grpSpPr>
          <a:xfrm>
            <a:off x="2141886" y="4099188"/>
            <a:ext cx="611639" cy="182760"/>
            <a:chOff x="4793334" y="9271173"/>
            <a:chExt cx="611639" cy="182760"/>
          </a:xfrm>
        </p:grpSpPr>
        <p:pic>
          <p:nvPicPr>
            <p:cNvPr id="319"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20" name="직사각형 319"/>
            <p:cNvSpPr/>
            <p:nvPr/>
          </p:nvSpPr>
          <p:spPr bwMode="auto">
            <a:xfrm>
              <a:off x="4922131" y="9271173"/>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1. </a:t>
              </a:r>
              <a:r>
                <a:rPr lang="ko-KR" altLang="en-US" sz="800" kern="0" dirty="0" smtClean="0">
                  <a:solidFill>
                    <a:srgbClr val="000000"/>
                  </a:solidFill>
                  <a:latin typeface="+mj-ea"/>
                  <a:ea typeface="+mj-ea"/>
                  <a:cs typeface="Arial" charset="0"/>
                </a:rPr>
                <a:t>강아</a:t>
              </a:r>
              <a:r>
                <a:rPr lang="ko-KR" altLang="en-US" sz="800" kern="0" dirty="0">
                  <a:solidFill>
                    <a:srgbClr val="000000"/>
                  </a:solidFill>
                  <a:latin typeface="+mj-ea"/>
                  <a:ea typeface="+mj-ea"/>
                  <a:cs typeface="Arial" charset="0"/>
                </a:rPr>
                <a:t>지</a:t>
              </a:r>
            </a:p>
          </p:txBody>
        </p:sp>
      </p:grpSp>
      <p:grpSp>
        <p:nvGrpSpPr>
          <p:cNvPr id="321" name="그룹 320"/>
          <p:cNvGrpSpPr/>
          <p:nvPr/>
        </p:nvGrpSpPr>
        <p:grpSpPr>
          <a:xfrm>
            <a:off x="2144688" y="4324737"/>
            <a:ext cx="611639" cy="182760"/>
            <a:chOff x="4793334" y="9271173"/>
            <a:chExt cx="611639" cy="182760"/>
          </a:xfrm>
        </p:grpSpPr>
        <p:pic>
          <p:nvPicPr>
            <p:cNvPr id="330"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31" name="직사각형 330"/>
            <p:cNvSpPr/>
            <p:nvPr/>
          </p:nvSpPr>
          <p:spPr bwMode="auto">
            <a:xfrm>
              <a:off x="4922131" y="9271173"/>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2. </a:t>
              </a:r>
              <a:r>
                <a:rPr lang="ko-KR" altLang="en-US" sz="800" kern="0" dirty="0" smtClean="0">
                  <a:solidFill>
                    <a:srgbClr val="000000"/>
                  </a:solidFill>
                  <a:latin typeface="+mj-ea"/>
                  <a:ea typeface="+mj-ea"/>
                  <a:cs typeface="Arial" charset="0"/>
                </a:rPr>
                <a:t>망아지</a:t>
              </a:r>
              <a:endParaRPr lang="ko-KR" altLang="en-US" sz="800" kern="0" dirty="0">
                <a:solidFill>
                  <a:srgbClr val="000000"/>
                </a:solidFill>
                <a:latin typeface="+mj-ea"/>
                <a:ea typeface="+mj-ea"/>
                <a:cs typeface="Arial" charset="0"/>
              </a:endParaRPr>
            </a:p>
          </p:txBody>
        </p:sp>
      </p:grpSp>
      <p:grpSp>
        <p:nvGrpSpPr>
          <p:cNvPr id="332" name="그룹 331"/>
          <p:cNvGrpSpPr/>
          <p:nvPr/>
        </p:nvGrpSpPr>
        <p:grpSpPr>
          <a:xfrm>
            <a:off x="2142592" y="4550286"/>
            <a:ext cx="611639" cy="182760"/>
            <a:chOff x="4793334" y="9271173"/>
            <a:chExt cx="611639" cy="182760"/>
          </a:xfrm>
        </p:grpSpPr>
        <p:pic>
          <p:nvPicPr>
            <p:cNvPr id="333"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35" name="직사각형 334"/>
            <p:cNvSpPr/>
            <p:nvPr/>
          </p:nvSpPr>
          <p:spPr bwMode="auto">
            <a:xfrm>
              <a:off x="4922131" y="9271173"/>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3. </a:t>
              </a:r>
              <a:r>
                <a:rPr lang="ko-KR" altLang="en-US" sz="800" kern="0" dirty="0" smtClean="0">
                  <a:solidFill>
                    <a:srgbClr val="000000"/>
                  </a:solidFill>
                  <a:latin typeface="+mj-ea"/>
                  <a:ea typeface="+mj-ea"/>
                  <a:cs typeface="Arial" charset="0"/>
                </a:rPr>
                <a:t>병아리</a:t>
              </a:r>
              <a:endParaRPr lang="ko-KR" altLang="en-US" sz="800" kern="0" dirty="0">
                <a:solidFill>
                  <a:srgbClr val="000000"/>
                </a:solidFill>
                <a:latin typeface="+mj-ea"/>
                <a:ea typeface="+mj-ea"/>
                <a:cs typeface="Arial" charset="0"/>
              </a:endParaRPr>
            </a:p>
          </p:txBody>
        </p:sp>
      </p:grpSp>
      <p:grpSp>
        <p:nvGrpSpPr>
          <p:cNvPr id="341" name="그룹 340"/>
          <p:cNvGrpSpPr/>
          <p:nvPr/>
        </p:nvGrpSpPr>
        <p:grpSpPr>
          <a:xfrm>
            <a:off x="2144688" y="4770999"/>
            <a:ext cx="611639" cy="182760"/>
            <a:chOff x="4793334" y="9271173"/>
            <a:chExt cx="611639" cy="182760"/>
          </a:xfrm>
        </p:grpSpPr>
        <p:pic>
          <p:nvPicPr>
            <p:cNvPr id="342"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43" name="직사각형 342"/>
            <p:cNvSpPr/>
            <p:nvPr/>
          </p:nvSpPr>
          <p:spPr bwMode="auto">
            <a:xfrm>
              <a:off x="4922131" y="9271173"/>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4. </a:t>
              </a:r>
              <a:r>
                <a:rPr lang="ko-KR" altLang="en-US" sz="800" kern="0" dirty="0" smtClean="0">
                  <a:solidFill>
                    <a:srgbClr val="000000"/>
                  </a:solidFill>
                  <a:latin typeface="+mj-ea"/>
                  <a:ea typeface="+mj-ea"/>
                  <a:cs typeface="Arial" charset="0"/>
                </a:rPr>
                <a:t>고라니</a:t>
              </a:r>
              <a:endParaRPr lang="ko-KR" altLang="en-US" sz="800" kern="0" dirty="0">
                <a:solidFill>
                  <a:srgbClr val="000000"/>
                </a:solidFill>
                <a:latin typeface="+mj-ea"/>
                <a:ea typeface="+mj-ea"/>
                <a:cs typeface="Arial" charset="0"/>
              </a:endParaRPr>
            </a:p>
          </p:txBody>
        </p:sp>
      </p:grpSp>
      <p:sp>
        <p:nvSpPr>
          <p:cNvPr id="344" name="직사각형 343"/>
          <p:cNvSpPr/>
          <p:nvPr/>
        </p:nvSpPr>
        <p:spPr>
          <a:xfrm>
            <a:off x="1856656" y="5065949"/>
            <a:ext cx="310533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1-2 </a:t>
            </a:r>
            <a:r>
              <a:rPr lang="ko-KR" altLang="en-US" sz="800" dirty="0" smtClean="0">
                <a:solidFill>
                  <a:schemeClr val="tx1">
                    <a:lumMod val="75000"/>
                    <a:lumOff val="25000"/>
                  </a:schemeClr>
                </a:solidFill>
                <a:latin typeface="+mn-ea"/>
                <a:ea typeface="+mn-ea"/>
              </a:rPr>
              <a:t>문제</a:t>
            </a:r>
            <a:r>
              <a:rPr lang="en-US" altLang="ko-KR" sz="800" dirty="0" smtClean="0">
                <a:solidFill>
                  <a:schemeClr val="tx1">
                    <a:lumMod val="75000"/>
                    <a:lumOff val="25000"/>
                  </a:schemeClr>
                </a:solidFill>
                <a:latin typeface="+mn-ea"/>
                <a:ea typeface="+mn-ea"/>
              </a:rPr>
              <a:t>222222222222222222222222222222222222222222222</a:t>
            </a:r>
            <a:endParaRPr lang="ko-KR" altLang="en-US" sz="800" dirty="0">
              <a:solidFill>
                <a:schemeClr val="tx1">
                  <a:lumMod val="75000"/>
                  <a:lumOff val="25000"/>
                </a:schemeClr>
              </a:solidFill>
              <a:latin typeface="+mn-ea"/>
              <a:ea typeface="+mn-ea"/>
            </a:endParaRPr>
          </a:p>
        </p:txBody>
      </p:sp>
      <p:grpSp>
        <p:nvGrpSpPr>
          <p:cNvPr id="345" name="그룹 344"/>
          <p:cNvGrpSpPr/>
          <p:nvPr/>
        </p:nvGrpSpPr>
        <p:grpSpPr>
          <a:xfrm>
            <a:off x="2134379" y="5333707"/>
            <a:ext cx="627642" cy="182760"/>
            <a:chOff x="1054259" y="5173502"/>
            <a:chExt cx="627642" cy="182760"/>
          </a:xfrm>
        </p:grpSpPr>
        <p:sp>
          <p:nvSpPr>
            <p:cNvPr id="346" name="직사각형 345"/>
            <p:cNvSpPr/>
            <p:nvPr/>
          </p:nvSpPr>
          <p:spPr>
            <a:xfrm>
              <a:off x="1054259" y="5195594"/>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47" name="직사각형 346"/>
            <p:cNvSpPr/>
            <p:nvPr/>
          </p:nvSpPr>
          <p:spPr bwMode="auto">
            <a:xfrm>
              <a:off x="1199059" y="5173502"/>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1. </a:t>
              </a:r>
              <a:r>
                <a:rPr lang="ko-KR" altLang="en-US" sz="800" kern="0" dirty="0" smtClean="0">
                  <a:solidFill>
                    <a:srgbClr val="000000"/>
                  </a:solidFill>
                  <a:latin typeface="+mj-ea"/>
                  <a:ea typeface="+mj-ea"/>
                  <a:cs typeface="Arial" charset="0"/>
                </a:rPr>
                <a:t>독수리</a:t>
              </a:r>
              <a:endParaRPr lang="ko-KR" altLang="en-US" sz="800" kern="0" dirty="0">
                <a:solidFill>
                  <a:srgbClr val="000000"/>
                </a:solidFill>
                <a:latin typeface="+mj-ea"/>
                <a:ea typeface="+mj-ea"/>
                <a:cs typeface="Arial" charset="0"/>
              </a:endParaRPr>
            </a:p>
          </p:txBody>
        </p:sp>
      </p:grpSp>
      <p:grpSp>
        <p:nvGrpSpPr>
          <p:cNvPr id="348" name="그룹 347"/>
          <p:cNvGrpSpPr/>
          <p:nvPr/>
        </p:nvGrpSpPr>
        <p:grpSpPr>
          <a:xfrm>
            <a:off x="2137259" y="5541444"/>
            <a:ext cx="627642" cy="182760"/>
            <a:chOff x="1054259" y="5173502"/>
            <a:chExt cx="627642" cy="182760"/>
          </a:xfrm>
        </p:grpSpPr>
        <p:sp>
          <p:nvSpPr>
            <p:cNvPr id="349" name="직사각형 348"/>
            <p:cNvSpPr/>
            <p:nvPr/>
          </p:nvSpPr>
          <p:spPr>
            <a:xfrm>
              <a:off x="1054259" y="5195594"/>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50" name="직사각형 349"/>
            <p:cNvSpPr/>
            <p:nvPr/>
          </p:nvSpPr>
          <p:spPr bwMode="auto">
            <a:xfrm>
              <a:off x="1199059" y="5173502"/>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2. </a:t>
              </a:r>
              <a:r>
                <a:rPr lang="ko-KR" altLang="en-US" sz="800" kern="0" dirty="0" smtClean="0">
                  <a:solidFill>
                    <a:srgbClr val="000000"/>
                  </a:solidFill>
                  <a:latin typeface="+mj-ea"/>
                  <a:ea typeface="+mj-ea"/>
                  <a:cs typeface="Arial" charset="0"/>
                </a:rPr>
                <a:t>부엉이</a:t>
              </a:r>
              <a:endParaRPr lang="ko-KR" altLang="en-US" sz="800" kern="0" dirty="0">
                <a:solidFill>
                  <a:srgbClr val="000000"/>
                </a:solidFill>
                <a:latin typeface="+mj-ea"/>
                <a:ea typeface="+mj-ea"/>
                <a:cs typeface="Arial" charset="0"/>
              </a:endParaRPr>
            </a:p>
          </p:txBody>
        </p:sp>
      </p:grpSp>
      <p:grpSp>
        <p:nvGrpSpPr>
          <p:cNvPr id="351" name="그룹 350"/>
          <p:cNvGrpSpPr/>
          <p:nvPr/>
        </p:nvGrpSpPr>
        <p:grpSpPr>
          <a:xfrm>
            <a:off x="2135163" y="5752632"/>
            <a:ext cx="627642" cy="182760"/>
            <a:chOff x="1054259" y="5173502"/>
            <a:chExt cx="627642" cy="182760"/>
          </a:xfrm>
        </p:grpSpPr>
        <p:sp>
          <p:nvSpPr>
            <p:cNvPr id="352" name="직사각형 351"/>
            <p:cNvSpPr/>
            <p:nvPr/>
          </p:nvSpPr>
          <p:spPr>
            <a:xfrm>
              <a:off x="1054259" y="5195594"/>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53" name="직사각형 352"/>
            <p:cNvSpPr/>
            <p:nvPr/>
          </p:nvSpPr>
          <p:spPr bwMode="auto">
            <a:xfrm>
              <a:off x="1199059" y="5173502"/>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3. </a:t>
              </a:r>
              <a:r>
                <a:rPr lang="ko-KR" altLang="en-US" sz="800" kern="0" dirty="0" smtClean="0">
                  <a:solidFill>
                    <a:srgbClr val="000000"/>
                  </a:solidFill>
                  <a:latin typeface="+mj-ea"/>
                  <a:ea typeface="+mj-ea"/>
                  <a:cs typeface="Arial" charset="0"/>
                </a:rPr>
                <a:t>비둘기</a:t>
              </a:r>
              <a:endParaRPr lang="ko-KR" altLang="en-US" sz="800" kern="0" dirty="0">
                <a:solidFill>
                  <a:srgbClr val="000000"/>
                </a:solidFill>
                <a:latin typeface="+mj-ea"/>
                <a:ea typeface="+mj-ea"/>
                <a:cs typeface="Arial" charset="0"/>
              </a:endParaRPr>
            </a:p>
          </p:txBody>
        </p:sp>
      </p:grpSp>
      <p:grpSp>
        <p:nvGrpSpPr>
          <p:cNvPr id="354" name="그룹 353"/>
          <p:cNvGrpSpPr/>
          <p:nvPr/>
        </p:nvGrpSpPr>
        <p:grpSpPr>
          <a:xfrm>
            <a:off x="2135163" y="5961871"/>
            <a:ext cx="525049" cy="182760"/>
            <a:chOff x="1054259" y="5173502"/>
            <a:chExt cx="525049" cy="182760"/>
          </a:xfrm>
        </p:grpSpPr>
        <p:sp>
          <p:nvSpPr>
            <p:cNvPr id="355" name="직사각형 354"/>
            <p:cNvSpPr/>
            <p:nvPr/>
          </p:nvSpPr>
          <p:spPr>
            <a:xfrm>
              <a:off x="1054259" y="5195594"/>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56" name="직사각형 355"/>
            <p:cNvSpPr/>
            <p:nvPr/>
          </p:nvSpPr>
          <p:spPr bwMode="auto">
            <a:xfrm>
              <a:off x="1199059" y="5173502"/>
              <a:ext cx="380249"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4. </a:t>
              </a:r>
              <a:r>
                <a:rPr lang="ko-KR" altLang="en-US" sz="800" kern="0" dirty="0" smtClean="0">
                  <a:solidFill>
                    <a:srgbClr val="000000"/>
                  </a:solidFill>
                  <a:latin typeface="+mj-ea"/>
                  <a:ea typeface="+mj-ea"/>
                  <a:cs typeface="Arial" charset="0"/>
                </a:rPr>
                <a:t>참새</a:t>
              </a:r>
              <a:endParaRPr lang="ko-KR" altLang="en-US" sz="800" kern="0" dirty="0">
                <a:solidFill>
                  <a:srgbClr val="000000"/>
                </a:solidFill>
                <a:latin typeface="+mj-ea"/>
                <a:ea typeface="+mj-ea"/>
                <a:cs typeface="Arial" charset="0"/>
              </a:endParaRPr>
            </a:p>
          </p:txBody>
        </p:sp>
      </p:grpSp>
      <p:grpSp>
        <p:nvGrpSpPr>
          <p:cNvPr id="357" name="그룹 356"/>
          <p:cNvGrpSpPr/>
          <p:nvPr/>
        </p:nvGrpSpPr>
        <p:grpSpPr>
          <a:xfrm>
            <a:off x="2135163" y="6167726"/>
            <a:ext cx="627642" cy="182760"/>
            <a:chOff x="1054259" y="5173502"/>
            <a:chExt cx="627642" cy="182760"/>
          </a:xfrm>
        </p:grpSpPr>
        <p:sp>
          <p:nvSpPr>
            <p:cNvPr id="358" name="직사각형 357"/>
            <p:cNvSpPr/>
            <p:nvPr/>
          </p:nvSpPr>
          <p:spPr>
            <a:xfrm>
              <a:off x="1054259" y="5195594"/>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59" name="직사각형 358"/>
            <p:cNvSpPr/>
            <p:nvPr/>
          </p:nvSpPr>
          <p:spPr bwMode="auto">
            <a:xfrm>
              <a:off x="1199059" y="5173502"/>
              <a:ext cx="48284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5. </a:t>
              </a:r>
              <a:r>
                <a:rPr lang="ko-KR" altLang="en-US" sz="800" kern="0" dirty="0" smtClean="0">
                  <a:solidFill>
                    <a:srgbClr val="000000"/>
                  </a:solidFill>
                  <a:latin typeface="+mj-ea"/>
                  <a:ea typeface="+mj-ea"/>
                  <a:cs typeface="Arial" charset="0"/>
                </a:rPr>
                <a:t>갈매기</a:t>
              </a:r>
              <a:endParaRPr lang="ko-KR" altLang="en-US" sz="800" kern="0" dirty="0">
                <a:solidFill>
                  <a:srgbClr val="000000"/>
                </a:solidFill>
                <a:latin typeface="+mj-ea"/>
                <a:ea typeface="+mj-ea"/>
                <a:cs typeface="Arial" charset="0"/>
              </a:endParaRPr>
            </a:p>
          </p:txBody>
        </p:sp>
      </p:grpSp>
      <p:grpSp>
        <p:nvGrpSpPr>
          <p:cNvPr id="360" name="그룹 359"/>
          <p:cNvGrpSpPr/>
          <p:nvPr/>
        </p:nvGrpSpPr>
        <p:grpSpPr>
          <a:xfrm>
            <a:off x="1722165" y="2799963"/>
            <a:ext cx="234360" cy="200055"/>
            <a:chOff x="1161795" y="11716364"/>
            <a:chExt cx="234360" cy="200055"/>
          </a:xfrm>
        </p:grpSpPr>
        <p:sp>
          <p:nvSpPr>
            <p:cNvPr id="361" name="모서리가 둥근 직사각형 3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2" name="직사각형 361"/>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63" name="그룹 362"/>
          <p:cNvGrpSpPr/>
          <p:nvPr/>
        </p:nvGrpSpPr>
        <p:grpSpPr>
          <a:xfrm>
            <a:off x="1722165" y="3811156"/>
            <a:ext cx="234360" cy="200055"/>
            <a:chOff x="1161795" y="11716364"/>
            <a:chExt cx="234360" cy="200055"/>
          </a:xfrm>
        </p:grpSpPr>
        <p:sp>
          <p:nvSpPr>
            <p:cNvPr id="364" name="모서리가 둥근 직사각형 36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5" name="직사각형 364"/>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66" name="그룹 365"/>
          <p:cNvGrpSpPr/>
          <p:nvPr/>
        </p:nvGrpSpPr>
        <p:grpSpPr>
          <a:xfrm>
            <a:off x="1893615" y="4098203"/>
            <a:ext cx="234360" cy="200055"/>
            <a:chOff x="1161795" y="11716364"/>
            <a:chExt cx="234360" cy="200055"/>
          </a:xfrm>
        </p:grpSpPr>
        <p:sp>
          <p:nvSpPr>
            <p:cNvPr id="367" name="모서리가 둥근 직사각형 3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8" name="직사각형 367"/>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369" name="직사각형 368"/>
          <p:cNvSpPr/>
          <p:nvPr/>
        </p:nvSpPr>
        <p:spPr>
          <a:xfrm>
            <a:off x="1856656" y="2790453"/>
            <a:ext cx="1608133"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1. </a:t>
            </a:r>
            <a:r>
              <a:rPr lang="ko-KR" altLang="en-US" sz="800" b="1" dirty="0" smtClean="0">
                <a:solidFill>
                  <a:schemeClr val="tx1">
                    <a:lumMod val="75000"/>
                    <a:lumOff val="25000"/>
                  </a:schemeClr>
                </a:solidFill>
                <a:latin typeface="+mn-ea"/>
                <a:ea typeface="+mn-ea"/>
              </a:rPr>
              <a:t>설문내용</a:t>
            </a:r>
            <a:r>
              <a:rPr lang="en-US" altLang="ko-KR" sz="800" b="1" dirty="0" smtClean="0">
                <a:solidFill>
                  <a:schemeClr val="tx1">
                    <a:lumMod val="75000"/>
                    <a:lumOff val="25000"/>
                  </a:schemeClr>
                </a:solidFill>
                <a:latin typeface="+mn-ea"/>
                <a:ea typeface="+mn-ea"/>
              </a:rPr>
              <a:t>111111111111111</a:t>
            </a:r>
            <a:endParaRPr lang="ko-KR" altLang="en-US" sz="800" b="1" dirty="0">
              <a:solidFill>
                <a:schemeClr val="tx1">
                  <a:lumMod val="75000"/>
                  <a:lumOff val="25000"/>
                </a:schemeClr>
              </a:solidFill>
              <a:latin typeface="+mn-ea"/>
              <a:ea typeface="+mn-ea"/>
            </a:endParaRPr>
          </a:p>
        </p:txBody>
      </p:sp>
      <p:sp>
        <p:nvSpPr>
          <p:cNvPr id="370" name="직사각형 369"/>
          <p:cNvSpPr/>
          <p:nvPr/>
        </p:nvSpPr>
        <p:spPr>
          <a:xfrm>
            <a:off x="1854080" y="6453336"/>
            <a:ext cx="1646605"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1-3 </a:t>
            </a:r>
            <a:r>
              <a:rPr lang="ko-KR" altLang="en-US" sz="800" dirty="0" smtClean="0">
                <a:solidFill>
                  <a:schemeClr val="tx1">
                    <a:lumMod val="75000"/>
                    <a:lumOff val="25000"/>
                  </a:schemeClr>
                </a:solidFill>
                <a:latin typeface="+mn-ea"/>
                <a:ea typeface="+mn-ea"/>
              </a:rPr>
              <a:t>문제</a:t>
            </a:r>
            <a:r>
              <a:rPr lang="en-US" altLang="ko-KR" sz="800" dirty="0" smtClean="0">
                <a:solidFill>
                  <a:schemeClr val="tx1">
                    <a:lumMod val="75000"/>
                    <a:lumOff val="25000"/>
                  </a:schemeClr>
                </a:solidFill>
                <a:latin typeface="+mn-ea"/>
                <a:ea typeface="+mn-ea"/>
              </a:rPr>
              <a:t>3333333333333333333</a:t>
            </a:r>
            <a:endParaRPr lang="ko-KR" altLang="en-US" sz="800" dirty="0">
              <a:solidFill>
                <a:schemeClr val="tx1">
                  <a:lumMod val="75000"/>
                  <a:lumOff val="25000"/>
                </a:schemeClr>
              </a:solidFill>
              <a:latin typeface="+mn-ea"/>
              <a:ea typeface="+mn-ea"/>
            </a:endParaRPr>
          </a:p>
        </p:txBody>
      </p:sp>
      <p:grpSp>
        <p:nvGrpSpPr>
          <p:cNvPr id="371" name="그룹 370"/>
          <p:cNvGrpSpPr/>
          <p:nvPr/>
        </p:nvGrpSpPr>
        <p:grpSpPr>
          <a:xfrm>
            <a:off x="2139310" y="6746651"/>
            <a:ext cx="384012" cy="182760"/>
            <a:chOff x="4793334" y="9271173"/>
            <a:chExt cx="384012" cy="182760"/>
          </a:xfrm>
        </p:grpSpPr>
        <p:pic>
          <p:nvPicPr>
            <p:cNvPr id="372"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75" name="직사각형 374"/>
            <p:cNvSpPr/>
            <p:nvPr/>
          </p:nvSpPr>
          <p:spPr bwMode="auto">
            <a:xfrm>
              <a:off x="4922131" y="9271173"/>
              <a:ext cx="255215"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1. </a:t>
              </a:r>
              <a:r>
                <a:rPr lang="en-US" altLang="ko-KR" sz="800" kern="0" dirty="0">
                  <a:solidFill>
                    <a:srgbClr val="000000"/>
                  </a:solidFill>
                  <a:latin typeface="+mj-ea"/>
                  <a:ea typeface="+mj-ea"/>
                  <a:cs typeface="Arial" charset="0"/>
                </a:rPr>
                <a:t>O</a:t>
              </a:r>
              <a:endParaRPr lang="ko-KR" altLang="en-US" sz="800" kern="0" dirty="0">
                <a:solidFill>
                  <a:srgbClr val="000000"/>
                </a:solidFill>
                <a:latin typeface="+mj-ea"/>
                <a:ea typeface="+mj-ea"/>
                <a:cs typeface="Arial" charset="0"/>
              </a:endParaRPr>
            </a:p>
          </p:txBody>
        </p:sp>
      </p:grpSp>
      <p:grpSp>
        <p:nvGrpSpPr>
          <p:cNvPr id="376" name="그룹 375"/>
          <p:cNvGrpSpPr/>
          <p:nvPr/>
        </p:nvGrpSpPr>
        <p:grpSpPr>
          <a:xfrm>
            <a:off x="2132587" y="6970104"/>
            <a:ext cx="364776" cy="182760"/>
            <a:chOff x="4793334" y="9271173"/>
            <a:chExt cx="364776" cy="182760"/>
          </a:xfrm>
        </p:grpSpPr>
        <p:pic>
          <p:nvPicPr>
            <p:cNvPr id="377"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78" name="직사각형 377"/>
            <p:cNvSpPr/>
            <p:nvPr/>
          </p:nvSpPr>
          <p:spPr bwMode="auto">
            <a:xfrm>
              <a:off x="4922131" y="9271173"/>
              <a:ext cx="235979"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2. X</a:t>
              </a:r>
              <a:endParaRPr lang="ko-KR" altLang="en-US" sz="800" kern="0" dirty="0">
                <a:solidFill>
                  <a:srgbClr val="000000"/>
                </a:solidFill>
                <a:latin typeface="+mj-ea"/>
                <a:ea typeface="+mj-ea"/>
                <a:cs typeface="Arial" charset="0"/>
              </a:endParaRPr>
            </a:p>
          </p:txBody>
        </p:sp>
      </p:grpSp>
      <p:sp>
        <p:nvSpPr>
          <p:cNvPr id="379" name="직사각형 378"/>
          <p:cNvSpPr/>
          <p:nvPr/>
        </p:nvSpPr>
        <p:spPr>
          <a:xfrm>
            <a:off x="1941332" y="7565340"/>
            <a:ext cx="6125324" cy="691262"/>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ko-KR" altLang="en-US" sz="800" dirty="0" smtClean="0">
                <a:solidFill>
                  <a:schemeClr val="tx1">
                    <a:lumMod val="75000"/>
                    <a:lumOff val="25000"/>
                  </a:schemeClr>
                </a:solidFill>
                <a:latin typeface="+mn-ea"/>
              </a:rPr>
              <a:t>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p>
          <a:p>
            <a:pPr>
              <a:lnSpc>
                <a:spcPct val="150000"/>
              </a:lnSpc>
            </a:pPr>
            <a:r>
              <a:rPr lang="ko-KR" altLang="en-US" sz="800" dirty="0">
                <a:solidFill>
                  <a:schemeClr val="tx1">
                    <a:lumMod val="75000"/>
                    <a:lumOff val="25000"/>
                  </a:schemeClr>
                </a:solidFill>
                <a:latin typeface="+mn-ea"/>
              </a:rPr>
              <a:t>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a:t>
            </a:r>
            <a:endParaRPr lang="en-US" altLang="ko-KR" sz="800" dirty="0" smtClean="0">
              <a:solidFill>
                <a:schemeClr val="tx1">
                  <a:lumMod val="75000"/>
                  <a:lumOff val="25000"/>
                </a:schemeClr>
              </a:solidFill>
              <a:latin typeface="+mn-ea"/>
            </a:endParaRPr>
          </a:p>
          <a:p>
            <a:pPr>
              <a:lnSpc>
                <a:spcPct val="150000"/>
              </a:lnSpc>
            </a:pPr>
            <a:r>
              <a:rPr lang="ko-KR" altLang="en-US" sz="800" dirty="0">
                <a:solidFill>
                  <a:schemeClr val="tx1">
                    <a:lumMod val="75000"/>
                    <a:lumOff val="25000"/>
                  </a:schemeClr>
                </a:solidFill>
                <a:latin typeface="+mn-ea"/>
              </a:rPr>
              <a:t>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smtClean="0">
                <a:solidFill>
                  <a:schemeClr val="tx1">
                    <a:lumMod val="75000"/>
                    <a:lumOff val="25000"/>
                  </a:schemeClr>
                </a:solidFill>
                <a:latin typeface="+mn-ea"/>
              </a:rPr>
              <a:t>22</a:t>
            </a:r>
            <a:r>
              <a:rPr lang="ko-KR" altLang="en-US" sz="800" dirty="0">
                <a:solidFill>
                  <a:schemeClr val="tx1">
                    <a:lumMod val="75000"/>
                    <a:lumOff val="25000"/>
                  </a:schemeClr>
                </a:solidFill>
                <a:latin typeface="+mn-ea"/>
              </a:rPr>
              <a:t> 설문 내용</a:t>
            </a:r>
            <a:r>
              <a:rPr lang="en-US" altLang="ko-KR" sz="800" dirty="0">
                <a:solidFill>
                  <a:schemeClr val="tx1">
                    <a:lumMod val="75000"/>
                    <a:lumOff val="25000"/>
                  </a:schemeClr>
                </a:solidFill>
                <a:latin typeface="+mn-ea"/>
              </a:rPr>
              <a:t>22</a:t>
            </a:r>
          </a:p>
        </p:txBody>
      </p:sp>
      <p:sp>
        <p:nvSpPr>
          <p:cNvPr id="380" name="직사각형 379"/>
          <p:cNvSpPr/>
          <p:nvPr/>
        </p:nvSpPr>
        <p:spPr>
          <a:xfrm>
            <a:off x="1854080" y="7334386"/>
            <a:ext cx="1726755"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2. </a:t>
            </a:r>
            <a:r>
              <a:rPr lang="ko-KR" altLang="en-US" sz="800" b="1" dirty="0" smtClean="0">
                <a:solidFill>
                  <a:schemeClr val="tx1">
                    <a:lumMod val="75000"/>
                    <a:lumOff val="25000"/>
                  </a:schemeClr>
                </a:solidFill>
                <a:latin typeface="+mn-ea"/>
                <a:ea typeface="+mn-ea"/>
              </a:rPr>
              <a:t>설문내용</a:t>
            </a:r>
            <a:r>
              <a:rPr lang="en-US" altLang="ko-KR" sz="800" b="1" dirty="0" smtClean="0">
                <a:solidFill>
                  <a:schemeClr val="tx1">
                    <a:lumMod val="75000"/>
                    <a:lumOff val="25000"/>
                  </a:schemeClr>
                </a:solidFill>
                <a:latin typeface="+mn-ea"/>
                <a:ea typeface="+mn-ea"/>
              </a:rPr>
              <a:t>22222222222222222</a:t>
            </a:r>
            <a:endParaRPr lang="ko-KR" altLang="en-US" sz="800" b="1" dirty="0">
              <a:solidFill>
                <a:schemeClr val="tx1">
                  <a:lumMod val="75000"/>
                  <a:lumOff val="25000"/>
                </a:schemeClr>
              </a:solidFill>
              <a:latin typeface="+mn-ea"/>
              <a:ea typeface="+mn-ea"/>
            </a:endParaRPr>
          </a:p>
        </p:txBody>
      </p:sp>
      <p:sp>
        <p:nvSpPr>
          <p:cNvPr id="381" name="직사각형 380"/>
          <p:cNvSpPr/>
          <p:nvPr/>
        </p:nvSpPr>
        <p:spPr>
          <a:xfrm>
            <a:off x="1854080" y="8363050"/>
            <a:ext cx="3778599"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2-1 </a:t>
            </a:r>
            <a:r>
              <a:rPr lang="ko-KR" altLang="en-US" sz="800" dirty="0" smtClean="0">
                <a:solidFill>
                  <a:schemeClr val="tx1">
                    <a:lumMod val="75000"/>
                    <a:lumOff val="25000"/>
                  </a:schemeClr>
                </a:solidFill>
                <a:latin typeface="+mn-ea"/>
                <a:ea typeface="+mn-ea"/>
              </a:rPr>
              <a:t>문제</a:t>
            </a:r>
            <a:r>
              <a:rPr lang="en-US" altLang="ko-KR" sz="800" dirty="0" smtClean="0">
                <a:solidFill>
                  <a:schemeClr val="tx1">
                    <a:lumMod val="75000"/>
                    <a:lumOff val="25000"/>
                  </a:schemeClr>
                </a:solidFill>
                <a:latin typeface="+mn-ea"/>
                <a:ea typeface="+mn-ea"/>
              </a:rPr>
              <a:t>444444444444444444444444444444444444444444444444444444444</a:t>
            </a:r>
            <a:endParaRPr lang="ko-KR" altLang="en-US" sz="800" dirty="0">
              <a:solidFill>
                <a:schemeClr val="tx1">
                  <a:lumMod val="75000"/>
                  <a:lumOff val="25000"/>
                </a:schemeClr>
              </a:solidFill>
              <a:latin typeface="+mn-ea"/>
              <a:ea typeface="+mn-ea"/>
            </a:endParaRPr>
          </a:p>
        </p:txBody>
      </p:sp>
      <p:grpSp>
        <p:nvGrpSpPr>
          <p:cNvPr id="382" name="그룹 381"/>
          <p:cNvGrpSpPr/>
          <p:nvPr/>
        </p:nvGrpSpPr>
        <p:grpSpPr>
          <a:xfrm>
            <a:off x="2139310" y="8656365"/>
            <a:ext cx="509046" cy="182760"/>
            <a:chOff x="4793334" y="9271173"/>
            <a:chExt cx="509046" cy="182760"/>
          </a:xfrm>
        </p:grpSpPr>
        <p:pic>
          <p:nvPicPr>
            <p:cNvPr id="383"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84" name="직사각형 383"/>
            <p:cNvSpPr/>
            <p:nvPr/>
          </p:nvSpPr>
          <p:spPr bwMode="auto">
            <a:xfrm>
              <a:off x="4922131" y="9271173"/>
              <a:ext cx="380249"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1. </a:t>
              </a:r>
              <a:r>
                <a:rPr lang="ko-KR" altLang="en-US" sz="800" kern="0" dirty="0" smtClean="0">
                  <a:solidFill>
                    <a:srgbClr val="000000"/>
                  </a:solidFill>
                  <a:latin typeface="+mj-ea"/>
                  <a:ea typeface="+mj-ea"/>
                  <a:cs typeface="Arial" charset="0"/>
                </a:rPr>
                <a:t>바다</a:t>
              </a:r>
              <a:endParaRPr lang="ko-KR" altLang="en-US" sz="800" kern="0" dirty="0">
                <a:solidFill>
                  <a:srgbClr val="000000"/>
                </a:solidFill>
                <a:latin typeface="+mj-ea"/>
                <a:ea typeface="+mj-ea"/>
                <a:cs typeface="Arial" charset="0"/>
              </a:endParaRPr>
            </a:p>
          </p:txBody>
        </p:sp>
      </p:grpSp>
      <p:grpSp>
        <p:nvGrpSpPr>
          <p:cNvPr id="385" name="그룹 384"/>
          <p:cNvGrpSpPr/>
          <p:nvPr/>
        </p:nvGrpSpPr>
        <p:grpSpPr>
          <a:xfrm>
            <a:off x="2132587" y="8878316"/>
            <a:ext cx="406454" cy="182760"/>
            <a:chOff x="4793334" y="9271173"/>
            <a:chExt cx="406454" cy="182760"/>
          </a:xfrm>
        </p:grpSpPr>
        <p:pic>
          <p:nvPicPr>
            <p:cNvPr id="386"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87" name="직사각형 386"/>
            <p:cNvSpPr/>
            <p:nvPr/>
          </p:nvSpPr>
          <p:spPr bwMode="auto">
            <a:xfrm>
              <a:off x="4922131" y="9271173"/>
              <a:ext cx="277657"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2. </a:t>
              </a:r>
              <a:r>
                <a:rPr lang="ko-KR" altLang="en-US" sz="800" kern="0" dirty="0" smtClean="0">
                  <a:solidFill>
                    <a:srgbClr val="000000"/>
                  </a:solidFill>
                  <a:latin typeface="+mj-ea"/>
                  <a:ea typeface="+mj-ea"/>
                  <a:cs typeface="Arial" charset="0"/>
                </a:rPr>
                <a:t>들</a:t>
              </a:r>
              <a:endParaRPr lang="ko-KR" altLang="en-US" sz="800" kern="0" dirty="0">
                <a:solidFill>
                  <a:srgbClr val="000000"/>
                </a:solidFill>
                <a:latin typeface="+mj-ea"/>
                <a:ea typeface="+mj-ea"/>
                <a:cs typeface="Arial" charset="0"/>
              </a:endParaRPr>
            </a:p>
          </p:txBody>
        </p:sp>
      </p:grpSp>
      <p:grpSp>
        <p:nvGrpSpPr>
          <p:cNvPr id="388" name="그룹 387"/>
          <p:cNvGrpSpPr/>
          <p:nvPr/>
        </p:nvGrpSpPr>
        <p:grpSpPr>
          <a:xfrm>
            <a:off x="2132587" y="9094340"/>
            <a:ext cx="406454" cy="182760"/>
            <a:chOff x="4793334" y="9271173"/>
            <a:chExt cx="406454" cy="182760"/>
          </a:xfrm>
        </p:grpSpPr>
        <p:pic>
          <p:nvPicPr>
            <p:cNvPr id="389"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90" name="직사각형 389"/>
            <p:cNvSpPr/>
            <p:nvPr/>
          </p:nvSpPr>
          <p:spPr bwMode="auto">
            <a:xfrm>
              <a:off x="4922131" y="9271173"/>
              <a:ext cx="277657"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3. </a:t>
              </a:r>
              <a:r>
                <a:rPr lang="ko-KR" altLang="en-US" sz="800" kern="0" dirty="0" smtClean="0">
                  <a:solidFill>
                    <a:srgbClr val="000000"/>
                  </a:solidFill>
                  <a:latin typeface="+mj-ea"/>
                  <a:ea typeface="+mj-ea"/>
                  <a:cs typeface="Arial" charset="0"/>
                </a:rPr>
                <a:t>산</a:t>
              </a:r>
              <a:endParaRPr lang="ko-KR" altLang="en-US" sz="800" kern="0" dirty="0">
                <a:solidFill>
                  <a:srgbClr val="000000"/>
                </a:solidFill>
                <a:latin typeface="+mj-ea"/>
                <a:ea typeface="+mj-ea"/>
                <a:cs typeface="Arial" charset="0"/>
              </a:endParaRPr>
            </a:p>
          </p:txBody>
        </p:sp>
      </p:grpSp>
      <p:grpSp>
        <p:nvGrpSpPr>
          <p:cNvPr id="391" name="그룹 390"/>
          <p:cNvGrpSpPr/>
          <p:nvPr/>
        </p:nvGrpSpPr>
        <p:grpSpPr>
          <a:xfrm>
            <a:off x="2134683" y="9319889"/>
            <a:ext cx="406454" cy="182760"/>
            <a:chOff x="4793334" y="9271173"/>
            <a:chExt cx="406454" cy="182760"/>
          </a:xfrm>
        </p:grpSpPr>
        <p:pic>
          <p:nvPicPr>
            <p:cNvPr id="392"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393" name="직사각형 392"/>
            <p:cNvSpPr/>
            <p:nvPr/>
          </p:nvSpPr>
          <p:spPr bwMode="auto">
            <a:xfrm>
              <a:off x="4922131" y="9271173"/>
              <a:ext cx="277657"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4. </a:t>
              </a:r>
              <a:r>
                <a:rPr lang="ko-KR" altLang="en-US" sz="800" kern="0" dirty="0" smtClean="0">
                  <a:solidFill>
                    <a:srgbClr val="000000"/>
                  </a:solidFill>
                  <a:latin typeface="+mj-ea"/>
                  <a:ea typeface="+mj-ea"/>
                  <a:cs typeface="Arial" charset="0"/>
                </a:rPr>
                <a:t>강</a:t>
              </a:r>
              <a:endParaRPr lang="ko-KR" altLang="en-US" sz="800" kern="0" dirty="0">
                <a:solidFill>
                  <a:srgbClr val="000000"/>
                </a:solidFill>
                <a:latin typeface="+mj-ea"/>
                <a:ea typeface="+mj-ea"/>
                <a:cs typeface="Arial" charset="0"/>
              </a:endParaRPr>
            </a:p>
          </p:txBody>
        </p:sp>
      </p:grpSp>
      <p:sp>
        <p:nvSpPr>
          <p:cNvPr id="394" name="직사각형 393"/>
          <p:cNvSpPr/>
          <p:nvPr/>
        </p:nvSpPr>
        <p:spPr>
          <a:xfrm>
            <a:off x="1854080" y="9602638"/>
            <a:ext cx="2375971"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2-2 </a:t>
            </a:r>
            <a:r>
              <a:rPr lang="ko-KR" altLang="en-US" sz="800" dirty="0" smtClean="0">
                <a:solidFill>
                  <a:schemeClr val="tx1">
                    <a:lumMod val="75000"/>
                    <a:lumOff val="25000"/>
                  </a:schemeClr>
                </a:solidFill>
                <a:latin typeface="+mn-ea"/>
                <a:ea typeface="+mn-ea"/>
              </a:rPr>
              <a:t>문제</a:t>
            </a:r>
            <a:r>
              <a:rPr lang="en-US" altLang="ko-KR" sz="800" dirty="0" smtClean="0">
                <a:solidFill>
                  <a:schemeClr val="tx1">
                    <a:lumMod val="75000"/>
                    <a:lumOff val="25000"/>
                  </a:schemeClr>
                </a:solidFill>
                <a:latin typeface="+mn-ea"/>
                <a:ea typeface="+mn-ea"/>
              </a:rPr>
              <a:t>55555555555555555555555555555555</a:t>
            </a:r>
            <a:endParaRPr lang="ko-KR" altLang="en-US" sz="800" dirty="0">
              <a:solidFill>
                <a:schemeClr val="tx1">
                  <a:lumMod val="75000"/>
                  <a:lumOff val="25000"/>
                </a:schemeClr>
              </a:solidFill>
              <a:latin typeface="+mn-ea"/>
              <a:ea typeface="+mn-ea"/>
            </a:endParaRPr>
          </a:p>
        </p:txBody>
      </p:sp>
      <p:grpSp>
        <p:nvGrpSpPr>
          <p:cNvPr id="395" name="그룹 394"/>
          <p:cNvGrpSpPr/>
          <p:nvPr/>
        </p:nvGrpSpPr>
        <p:grpSpPr>
          <a:xfrm>
            <a:off x="2139310" y="9895953"/>
            <a:ext cx="384012" cy="182760"/>
            <a:chOff x="4793334" y="9271173"/>
            <a:chExt cx="384012" cy="182760"/>
          </a:xfrm>
        </p:grpSpPr>
        <p:pic>
          <p:nvPicPr>
            <p:cNvPr id="401"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402" name="직사각형 401"/>
            <p:cNvSpPr/>
            <p:nvPr/>
          </p:nvSpPr>
          <p:spPr bwMode="auto">
            <a:xfrm>
              <a:off x="4922131" y="9271173"/>
              <a:ext cx="255215"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1. </a:t>
              </a:r>
              <a:r>
                <a:rPr lang="en-US" altLang="ko-KR" sz="800" kern="0" dirty="0">
                  <a:solidFill>
                    <a:srgbClr val="000000"/>
                  </a:solidFill>
                  <a:latin typeface="+mj-ea"/>
                  <a:ea typeface="+mj-ea"/>
                  <a:cs typeface="Arial" charset="0"/>
                </a:rPr>
                <a:t>O</a:t>
              </a:r>
              <a:endParaRPr lang="ko-KR" altLang="en-US" sz="800" kern="0" dirty="0">
                <a:solidFill>
                  <a:srgbClr val="000000"/>
                </a:solidFill>
                <a:latin typeface="+mj-ea"/>
                <a:ea typeface="+mj-ea"/>
                <a:cs typeface="Arial" charset="0"/>
              </a:endParaRPr>
            </a:p>
          </p:txBody>
        </p:sp>
      </p:grpSp>
      <p:grpSp>
        <p:nvGrpSpPr>
          <p:cNvPr id="403" name="그룹 402"/>
          <p:cNvGrpSpPr/>
          <p:nvPr/>
        </p:nvGrpSpPr>
        <p:grpSpPr>
          <a:xfrm>
            <a:off x="2142112" y="10121502"/>
            <a:ext cx="364776" cy="182760"/>
            <a:chOff x="4793334" y="9271173"/>
            <a:chExt cx="364776" cy="182760"/>
          </a:xfrm>
        </p:grpSpPr>
        <p:pic>
          <p:nvPicPr>
            <p:cNvPr id="404" name="Picture 525" descr="radio_off"/>
            <p:cNvPicPr>
              <a:picLocks noChangeAspect="1" noChangeArrowheads="1"/>
            </p:cNvPicPr>
            <p:nvPr/>
          </p:nvPicPr>
          <p:blipFill>
            <a:blip r:embed="rId18" cstate="print">
              <a:grayscl/>
            </a:blip>
            <a:srcRect/>
            <a:stretch>
              <a:fillRect/>
            </a:stretch>
          </p:blipFill>
          <p:spPr bwMode="auto">
            <a:xfrm>
              <a:off x="4793334" y="9306272"/>
              <a:ext cx="117480" cy="112308"/>
            </a:xfrm>
            <a:prstGeom prst="rect">
              <a:avLst/>
            </a:prstGeom>
            <a:noFill/>
            <a:ln w="9525">
              <a:noFill/>
              <a:miter lim="800000"/>
              <a:headEnd/>
              <a:tailEnd/>
            </a:ln>
          </p:spPr>
        </p:pic>
        <p:sp>
          <p:nvSpPr>
            <p:cNvPr id="405" name="직사각형 404"/>
            <p:cNvSpPr/>
            <p:nvPr/>
          </p:nvSpPr>
          <p:spPr bwMode="auto">
            <a:xfrm>
              <a:off x="4922131" y="9271173"/>
              <a:ext cx="235979"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en-US" altLang="ko-KR" sz="800" kern="0" dirty="0" smtClean="0">
                  <a:solidFill>
                    <a:srgbClr val="000000"/>
                  </a:solidFill>
                  <a:latin typeface="+mj-ea"/>
                  <a:ea typeface="+mj-ea"/>
                  <a:cs typeface="Arial" charset="0"/>
                </a:rPr>
                <a:t>2. X</a:t>
              </a:r>
              <a:endParaRPr lang="ko-KR" altLang="en-US" sz="800" kern="0" dirty="0">
                <a:solidFill>
                  <a:srgbClr val="000000"/>
                </a:solidFill>
                <a:latin typeface="+mj-ea"/>
                <a:ea typeface="+mj-ea"/>
                <a:cs typeface="Arial" charset="0"/>
              </a:endParaRPr>
            </a:p>
          </p:txBody>
        </p:sp>
      </p:grpSp>
      <p:grpSp>
        <p:nvGrpSpPr>
          <p:cNvPr id="406" name="그룹 405"/>
          <p:cNvGrpSpPr/>
          <p:nvPr/>
        </p:nvGrpSpPr>
        <p:grpSpPr>
          <a:xfrm>
            <a:off x="5260796" y="10288810"/>
            <a:ext cx="234360" cy="200055"/>
            <a:chOff x="1161795" y="11716364"/>
            <a:chExt cx="234360" cy="200055"/>
          </a:xfrm>
        </p:grpSpPr>
        <p:sp>
          <p:nvSpPr>
            <p:cNvPr id="407" name="모서리가 둥근 직사각형 4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8" name="직사각형 407"/>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409" name="그룹 408"/>
          <p:cNvGrpSpPr/>
          <p:nvPr/>
        </p:nvGrpSpPr>
        <p:grpSpPr>
          <a:xfrm>
            <a:off x="1728212" y="7342926"/>
            <a:ext cx="234360" cy="200055"/>
            <a:chOff x="1161795" y="11716364"/>
            <a:chExt cx="234360" cy="200055"/>
          </a:xfrm>
        </p:grpSpPr>
        <p:sp>
          <p:nvSpPr>
            <p:cNvPr id="410" name="모서리가 둥근 직사각형 4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1" name="직사각형 410"/>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412" name="순서도: 대체 처리 411"/>
          <p:cNvSpPr/>
          <p:nvPr/>
        </p:nvSpPr>
        <p:spPr bwMode="auto">
          <a:xfrm>
            <a:off x="2044105" y="2492896"/>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spTree>
    <p:extLst>
      <p:ext uri="{BB962C8B-B14F-4D97-AF65-F5344CB8AC3E}">
        <p14:creationId xmlns:p14="http://schemas.microsoft.com/office/powerpoint/2010/main" val="3667892027"/>
      </p:ext>
    </p:extLst>
  </p:cSld>
  <p:clrMapOvr>
    <a:masterClrMapping/>
  </p:clrMapOvr>
  <p:transition>
    <p:wipe dir="r"/>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330928"/>
            <a:ext cx="9082533" cy="8763368"/>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전체설문</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전체설문 </a:t>
            </a:r>
            <a:r>
              <a:rPr lang="en-US" altLang="ko-KR" sz="800" spc="-60" dirty="0" smtClean="0">
                <a:latin typeface="+mn-ea"/>
                <a:ea typeface="+mn-ea"/>
              </a:rPr>
              <a:t>: </a:t>
            </a:r>
            <a:r>
              <a:rPr lang="ko-KR" altLang="en-US" sz="800" spc="-60" dirty="0" smtClean="0">
                <a:latin typeface="+mn-ea"/>
                <a:ea typeface="+mn-ea"/>
              </a:rPr>
              <a:t>제출현황</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72</a:t>
            </a:fld>
            <a:endParaRPr lang="ko-KR" altLang="en-US" dirty="0">
              <a:latin typeface="맑은 고딕" panose="020B0503020000020004" pitchFamily="50" charset="-127"/>
              <a:ea typeface="맑은 고딕" panose="020B0503020000020004" pitchFamily="50" charset="-127"/>
            </a:endParaRPr>
          </a:p>
        </p:txBody>
      </p:sp>
      <p:sp>
        <p:nvSpPr>
          <p:cNvPr id="235" name="직사각형 234"/>
          <p:cNvSpPr/>
          <p:nvPr/>
        </p:nvSpPr>
        <p:spPr bwMode="auto">
          <a:xfrm>
            <a:off x="502221" y="1484784"/>
            <a:ext cx="1440160" cy="13185734"/>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전체설문</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전체설문</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KNOU_UI_C01021600_03</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전체설문</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022896"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2045221679"/>
              </p:ext>
            </p:extLst>
          </p:nvPr>
        </p:nvGraphicFramePr>
        <p:xfrm>
          <a:off x="9508554" y="1492213"/>
          <a:ext cx="1404156" cy="37266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191" name="직사각형 190"/>
          <p:cNvSpPr/>
          <p:nvPr/>
        </p:nvSpPr>
        <p:spPr>
          <a:xfrm>
            <a:off x="1870800" y="27095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제출현황</a:t>
            </a:r>
            <a:endParaRPr lang="ko-KR" altLang="en-US" sz="800" b="1" dirty="0">
              <a:solidFill>
                <a:srgbClr val="FF0000"/>
              </a:solidFill>
              <a:latin typeface="+mn-ea"/>
              <a:ea typeface="+mn-ea"/>
            </a:endParaRPr>
          </a:p>
        </p:txBody>
      </p:sp>
      <p:sp>
        <p:nvSpPr>
          <p:cNvPr id="193" name="직사각형 192"/>
          <p:cNvSpPr/>
          <p:nvPr/>
        </p:nvSpPr>
        <p:spPr>
          <a:xfrm>
            <a:off x="1981623" y="2924944"/>
            <a:ext cx="7460828" cy="2766633"/>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graphicFrame>
        <p:nvGraphicFramePr>
          <p:cNvPr id="223" name="차트 222"/>
          <p:cNvGraphicFramePr/>
          <p:nvPr>
            <p:extLst>
              <p:ext uri="{D42A27DB-BD31-4B8C-83A1-F6EECF244321}">
                <p14:modId xmlns:p14="http://schemas.microsoft.com/office/powerpoint/2010/main" val="3533973055"/>
              </p:ext>
            </p:extLst>
          </p:nvPr>
        </p:nvGraphicFramePr>
        <p:xfrm>
          <a:off x="2179549" y="3012696"/>
          <a:ext cx="3268662" cy="2520280"/>
        </p:xfrm>
        <a:graphic>
          <a:graphicData uri="http://schemas.openxmlformats.org/drawingml/2006/chart">
            <c:chart xmlns:c="http://schemas.openxmlformats.org/drawingml/2006/chart" xmlns:r="http://schemas.openxmlformats.org/officeDocument/2006/relationships" r:id="rId10"/>
          </a:graphicData>
        </a:graphic>
      </p:graphicFrame>
      <p:sp>
        <p:nvSpPr>
          <p:cNvPr id="224" name="직사각형 223"/>
          <p:cNvSpPr/>
          <p:nvPr/>
        </p:nvSpPr>
        <p:spPr>
          <a:xfrm>
            <a:off x="3499168" y="4558499"/>
            <a:ext cx="657552" cy="215444"/>
          </a:xfrm>
          <a:prstGeom prst="rect">
            <a:avLst/>
          </a:prstGeom>
        </p:spPr>
        <p:txBody>
          <a:bodyPr wrap="none">
            <a:spAutoFit/>
          </a:bodyPr>
          <a:lstStyle/>
          <a:p>
            <a:r>
              <a:rPr lang="en-US" altLang="ko-KR" sz="800" dirty="0" smtClean="0">
                <a:solidFill>
                  <a:schemeClr val="bg1"/>
                </a:solidFill>
                <a:latin typeface="+mn-ea"/>
                <a:ea typeface="+mn-ea"/>
              </a:rPr>
              <a:t>90%, 45</a:t>
            </a:r>
            <a:r>
              <a:rPr lang="ko-KR" altLang="en-US" sz="800" dirty="0" smtClean="0">
                <a:solidFill>
                  <a:schemeClr val="bg1"/>
                </a:solidFill>
                <a:latin typeface="+mn-ea"/>
                <a:ea typeface="+mn-ea"/>
              </a:rPr>
              <a:t>명</a:t>
            </a:r>
            <a:endParaRPr lang="ko-KR" altLang="en-US" sz="800" dirty="0">
              <a:solidFill>
                <a:schemeClr val="bg1"/>
              </a:solidFill>
              <a:latin typeface="+mn-ea"/>
              <a:ea typeface="+mn-ea"/>
            </a:endParaRPr>
          </a:p>
        </p:txBody>
      </p:sp>
      <p:sp>
        <p:nvSpPr>
          <p:cNvPr id="231" name="직사각형 230"/>
          <p:cNvSpPr/>
          <p:nvPr/>
        </p:nvSpPr>
        <p:spPr>
          <a:xfrm>
            <a:off x="3276766" y="3576866"/>
            <a:ext cx="601447" cy="215444"/>
          </a:xfrm>
          <a:prstGeom prst="rect">
            <a:avLst/>
          </a:prstGeom>
        </p:spPr>
        <p:txBody>
          <a:bodyPr wrap="none">
            <a:spAutoFit/>
          </a:bodyPr>
          <a:lstStyle/>
          <a:p>
            <a:r>
              <a:rPr lang="en-US" altLang="ko-KR" sz="800" dirty="0" smtClean="0">
                <a:solidFill>
                  <a:schemeClr val="bg1"/>
                </a:solidFill>
                <a:latin typeface="+mn-ea"/>
                <a:ea typeface="+mn-ea"/>
              </a:rPr>
              <a:t>10%, 5</a:t>
            </a:r>
            <a:r>
              <a:rPr lang="ko-KR" altLang="en-US" sz="800" dirty="0" smtClean="0">
                <a:solidFill>
                  <a:schemeClr val="bg1"/>
                </a:solidFill>
                <a:latin typeface="+mn-ea"/>
                <a:ea typeface="+mn-ea"/>
              </a:rPr>
              <a:t>명</a:t>
            </a:r>
            <a:endParaRPr lang="ko-KR" altLang="en-US" sz="800" dirty="0">
              <a:solidFill>
                <a:schemeClr val="bg1"/>
              </a:solidFill>
              <a:latin typeface="+mn-ea"/>
              <a:ea typeface="+mn-ea"/>
            </a:endParaRPr>
          </a:p>
        </p:txBody>
      </p:sp>
      <p:graphicFrame>
        <p:nvGraphicFramePr>
          <p:cNvPr id="232" name="차트 231"/>
          <p:cNvGraphicFramePr/>
          <p:nvPr>
            <p:extLst>
              <p:ext uri="{D42A27DB-BD31-4B8C-83A1-F6EECF244321}">
                <p14:modId xmlns:p14="http://schemas.microsoft.com/office/powerpoint/2010/main" val="3176427171"/>
              </p:ext>
            </p:extLst>
          </p:nvPr>
        </p:nvGraphicFramePr>
        <p:xfrm>
          <a:off x="5961112" y="3012696"/>
          <a:ext cx="3268662" cy="2520280"/>
        </p:xfrm>
        <a:graphic>
          <a:graphicData uri="http://schemas.openxmlformats.org/drawingml/2006/chart">
            <c:chart xmlns:c="http://schemas.openxmlformats.org/drawingml/2006/chart" xmlns:r="http://schemas.openxmlformats.org/officeDocument/2006/relationships" r:id="rId11"/>
          </a:graphicData>
        </a:graphic>
      </p:graphicFrame>
      <p:sp>
        <p:nvSpPr>
          <p:cNvPr id="233" name="직사각형 232"/>
          <p:cNvSpPr/>
          <p:nvPr/>
        </p:nvSpPr>
        <p:spPr>
          <a:xfrm>
            <a:off x="7704541" y="4272836"/>
            <a:ext cx="657552" cy="215444"/>
          </a:xfrm>
          <a:prstGeom prst="rect">
            <a:avLst/>
          </a:prstGeom>
        </p:spPr>
        <p:txBody>
          <a:bodyPr wrap="none">
            <a:spAutoFit/>
          </a:bodyPr>
          <a:lstStyle/>
          <a:p>
            <a:r>
              <a:rPr lang="en-US" altLang="ko-KR" sz="800" dirty="0" smtClean="0">
                <a:solidFill>
                  <a:schemeClr val="bg1"/>
                </a:solidFill>
                <a:latin typeface="+mn-ea"/>
                <a:ea typeface="+mn-ea"/>
              </a:rPr>
              <a:t>60%, 30</a:t>
            </a:r>
            <a:r>
              <a:rPr lang="ko-KR" altLang="en-US" sz="800" dirty="0" smtClean="0">
                <a:solidFill>
                  <a:schemeClr val="bg1"/>
                </a:solidFill>
                <a:latin typeface="+mn-ea"/>
                <a:ea typeface="+mn-ea"/>
              </a:rPr>
              <a:t>명</a:t>
            </a:r>
            <a:endParaRPr lang="ko-KR" altLang="en-US" sz="800" dirty="0">
              <a:solidFill>
                <a:schemeClr val="bg1"/>
              </a:solidFill>
              <a:latin typeface="+mn-ea"/>
              <a:ea typeface="+mn-ea"/>
            </a:endParaRPr>
          </a:p>
        </p:txBody>
      </p:sp>
      <p:sp>
        <p:nvSpPr>
          <p:cNvPr id="234" name="직사각형 233"/>
          <p:cNvSpPr/>
          <p:nvPr/>
        </p:nvSpPr>
        <p:spPr>
          <a:xfrm>
            <a:off x="6857705" y="4107401"/>
            <a:ext cx="657552" cy="215444"/>
          </a:xfrm>
          <a:prstGeom prst="rect">
            <a:avLst/>
          </a:prstGeom>
        </p:spPr>
        <p:txBody>
          <a:bodyPr wrap="none">
            <a:spAutoFit/>
          </a:bodyPr>
          <a:lstStyle/>
          <a:p>
            <a:r>
              <a:rPr lang="en-US" altLang="ko-KR" sz="800" dirty="0" smtClean="0">
                <a:solidFill>
                  <a:schemeClr val="bg1"/>
                </a:solidFill>
                <a:latin typeface="+mn-ea"/>
                <a:ea typeface="+mn-ea"/>
              </a:rPr>
              <a:t>40%, 20</a:t>
            </a:r>
            <a:r>
              <a:rPr lang="ko-KR" altLang="en-US" sz="800" dirty="0" smtClean="0">
                <a:solidFill>
                  <a:schemeClr val="bg1"/>
                </a:solidFill>
                <a:latin typeface="+mn-ea"/>
                <a:ea typeface="+mn-ea"/>
              </a:rPr>
              <a:t>명</a:t>
            </a:r>
            <a:endParaRPr lang="ko-KR" altLang="en-US" sz="800" dirty="0">
              <a:solidFill>
                <a:schemeClr val="bg1"/>
              </a:solidFill>
              <a:latin typeface="+mn-ea"/>
              <a:ea typeface="+mn-ea"/>
            </a:endParaRPr>
          </a:p>
        </p:txBody>
      </p:sp>
      <p:sp>
        <p:nvSpPr>
          <p:cNvPr id="383" name="직사각형 382"/>
          <p:cNvSpPr/>
          <p:nvPr/>
        </p:nvSpPr>
        <p:spPr>
          <a:xfrm>
            <a:off x="1985815" y="6165305"/>
            <a:ext cx="7456636" cy="1548171"/>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84" name="직사각형 383"/>
          <p:cNvSpPr/>
          <p:nvPr/>
        </p:nvSpPr>
        <p:spPr>
          <a:xfrm>
            <a:off x="1894756" y="5877272"/>
            <a:ext cx="1970411" cy="230832"/>
          </a:xfrm>
          <a:prstGeom prst="rect">
            <a:avLst/>
          </a:prstGeom>
        </p:spPr>
        <p:txBody>
          <a:bodyPr wrap="none">
            <a:spAutoFit/>
          </a:bodyPr>
          <a:lstStyle/>
          <a:p>
            <a:r>
              <a:rPr lang="en-US" altLang="ko-KR" sz="900" b="1" dirty="0" smtClean="0">
                <a:solidFill>
                  <a:schemeClr val="tx1">
                    <a:lumMod val="75000"/>
                    <a:lumOff val="25000"/>
                  </a:schemeClr>
                </a:solidFill>
                <a:latin typeface="+mn-ea"/>
              </a:rPr>
              <a:t>• </a:t>
            </a:r>
            <a:r>
              <a:rPr lang="en-US" altLang="ko-KR" sz="900" b="1" dirty="0" smtClean="0">
                <a:solidFill>
                  <a:schemeClr val="tx1">
                    <a:lumMod val="75000"/>
                    <a:lumOff val="25000"/>
                  </a:schemeClr>
                </a:solidFill>
                <a:latin typeface="+mn-ea"/>
                <a:ea typeface="+mn-ea"/>
              </a:rPr>
              <a:t>1/2 </a:t>
            </a:r>
            <a:r>
              <a:rPr lang="ko-KR" altLang="en-US" sz="900" b="1" dirty="0" smtClean="0">
                <a:solidFill>
                  <a:schemeClr val="tx1">
                    <a:lumMod val="75000"/>
                    <a:lumOff val="25000"/>
                  </a:schemeClr>
                </a:solidFill>
                <a:latin typeface="+mn-ea"/>
                <a:ea typeface="+mn-ea"/>
              </a:rPr>
              <a:t>설문내용</a:t>
            </a:r>
            <a:r>
              <a:rPr lang="en-US" altLang="ko-KR" sz="900" b="1" dirty="0" smtClean="0">
                <a:solidFill>
                  <a:schemeClr val="tx1">
                    <a:lumMod val="75000"/>
                    <a:lumOff val="25000"/>
                  </a:schemeClr>
                </a:solidFill>
                <a:latin typeface="+mn-ea"/>
                <a:ea typeface="+mn-ea"/>
              </a:rPr>
              <a:t>111111111111111</a:t>
            </a:r>
            <a:endParaRPr lang="ko-KR" altLang="en-US" sz="900" b="1" dirty="0">
              <a:solidFill>
                <a:schemeClr val="tx1">
                  <a:lumMod val="75000"/>
                  <a:lumOff val="25000"/>
                </a:schemeClr>
              </a:solidFill>
              <a:latin typeface="+mn-ea"/>
              <a:ea typeface="+mn-ea"/>
            </a:endParaRPr>
          </a:p>
        </p:txBody>
      </p:sp>
      <p:sp>
        <p:nvSpPr>
          <p:cNvPr id="385" name="직사각형 384"/>
          <p:cNvSpPr/>
          <p:nvPr/>
        </p:nvSpPr>
        <p:spPr>
          <a:xfrm>
            <a:off x="1985815" y="7785485"/>
            <a:ext cx="7457376" cy="169218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86" name="직사각형 385"/>
          <p:cNvSpPr/>
          <p:nvPr/>
        </p:nvSpPr>
        <p:spPr>
          <a:xfrm>
            <a:off x="2021818" y="7897737"/>
            <a:ext cx="310533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1-2 </a:t>
            </a:r>
            <a:r>
              <a:rPr lang="ko-KR" altLang="en-US" sz="800" dirty="0">
                <a:solidFill>
                  <a:schemeClr val="tx1">
                    <a:lumMod val="75000"/>
                    <a:lumOff val="25000"/>
                  </a:schemeClr>
                </a:solidFill>
                <a:latin typeface="+mn-ea"/>
                <a:ea typeface="+mn-ea"/>
              </a:rPr>
              <a:t>문제</a:t>
            </a:r>
            <a:r>
              <a:rPr lang="en-US" altLang="ko-KR" sz="800" dirty="0">
                <a:solidFill>
                  <a:schemeClr val="tx1">
                    <a:lumMod val="75000"/>
                    <a:lumOff val="25000"/>
                  </a:schemeClr>
                </a:solidFill>
                <a:latin typeface="+mn-ea"/>
                <a:ea typeface="+mn-ea"/>
              </a:rPr>
              <a:t>222222222222222222222222222222222222222222222</a:t>
            </a:r>
            <a:endParaRPr lang="ko-KR" altLang="en-US" sz="800" dirty="0">
              <a:solidFill>
                <a:schemeClr val="tx1">
                  <a:lumMod val="75000"/>
                  <a:lumOff val="25000"/>
                </a:schemeClr>
              </a:solidFill>
              <a:latin typeface="+mn-ea"/>
              <a:ea typeface="+mn-ea"/>
            </a:endParaRPr>
          </a:p>
        </p:txBody>
      </p:sp>
      <p:sp>
        <p:nvSpPr>
          <p:cNvPr id="387" name="직사각형 386"/>
          <p:cNvSpPr/>
          <p:nvPr/>
        </p:nvSpPr>
        <p:spPr>
          <a:xfrm>
            <a:off x="1985814" y="9549679"/>
            <a:ext cx="7457377" cy="1107413"/>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88" name="직사각형 387"/>
          <p:cNvSpPr/>
          <p:nvPr/>
        </p:nvSpPr>
        <p:spPr>
          <a:xfrm>
            <a:off x="2021818" y="9661932"/>
            <a:ext cx="1646605"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1-3 </a:t>
            </a:r>
            <a:r>
              <a:rPr lang="ko-KR" altLang="en-US" sz="800" dirty="0">
                <a:solidFill>
                  <a:schemeClr val="tx1">
                    <a:lumMod val="75000"/>
                    <a:lumOff val="25000"/>
                  </a:schemeClr>
                </a:solidFill>
                <a:latin typeface="+mn-ea"/>
                <a:ea typeface="+mn-ea"/>
              </a:rPr>
              <a:t>문제</a:t>
            </a:r>
            <a:r>
              <a:rPr lang="en-US" altLang="ko-KR" sz="800" dirty="0">
                <a:solidFill>
                  <a:schemeClr val="tx1">
                    <a:lumMod val="75000"/>
                    <a:lumOff val="25000"/>
                  </a:schemeClr>
                </a:solidFill>
                <a:latin typeface="+mn-ea"/>
                <a:ea typeface="+mn-ea"/>
              </a:rPr>
              <a:t>3333333333333333333</a:t>
            </a:r>
            <a:endParaRPr lang="ko-KR" altLang="en-US" sz="800" dirty="0">
              <a:solidFill>
                <a:schemeClr val="tx1">
                  <a:lumMod val="75000"/>
                  <a:lumOff val="25000"/>
                </a:schemeClr>
              </a:solidFill>
              <a:latin typeface="+mn-ea"/>
              <a:ea typeface="+mn-ea"/>
            </a:endParaRPr>
          </a:p>
        </p:txBody>
      </p:sp>
      <p:sp>
        <p:nvSpPr>
          <p:cNvPr id="389" name="직사각형 388"/>
          <p:cNvSpPr/>
          <p:nvPr/>
        </p:nvSpPr>
        <p:spPr>
          <a:xfrm>
            <a:off x="2021818" y="6235216"/>
            <a:ext cx="2244525"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1-1 </a:t>
            </a:r>
            <a:r>
              <a:rPr lang="ko-KR" altLang="en-US" sz="800" dirty="0" smtClean="0">
                <a:solidFill>
                  <a:schemeClr val="tx1">
                    <a:lumMod val="75000"/>
                    <a:lumOff val="25000"/>
                  </a:schemeClr>
                </a:solidFill>
                <a:latin typeface="+mn-ea"/>
                <a:ea typeface="+mn-ea"/>
              </a:rPr>
              <a:t>문제</a:t>
            </a:r>
            <a:r>
              <a:rPr lang="en-US" altLang="ko-KR" sz="800" dirty="0" smtClean="0">
                <a:solidFill>
                  <a:schemeClr val="tx1">
                    <a:lumMod val="75000"/>
                    <a:lumOff val="25000"/>
                  </a:schemeClr>
                </a:solidFill>
                <a:latin typeface="+mn-ea"/>
                <a:ea typeface="+mn-ea"/>
              </a:rPr>
              <a:t>11111111111111111111111111111 </a:t>
            </a:r>
            <a:endParaRPr lang="ko-KR" altLang="en-US" sz="800" dirty="0">
              <a:solidFill>
                <a:schemeClr val="tx1">
                  <a:lumMod val="75000"/>
                  <a:lumOff val="25000"/>
                </a:schemeClr>
              </a:solidFill>
              <a:latin typeface="+mn-ea"/>
              <a:ea typeface="+mn-ea"/>
            </a:endParaRPr>
          </a:p>
        </p:txBody>
      </p:sp>
      <p:graphicFrame>
        <p:nvGraphicFramePr>
          <p:cNvPr id="390" name="차트 389"/>
          <p:cNvGraphicFramePr/>
          <p:nvPr>
            <p:extLst>
              <p:ext uri="{D42A27DB-BD31-4B8C-83A1-F6EECF244321}">
                <p14:modId xmlns:p14="http://schemas.microsoft.com/office/powerpoint/2010/main" val="1731350200"/>
              </p:ext>
            </p:extLst>
          </p:nvPr>
        </p:nvGraphicFramePr>
        <p:xfrm>
          <a:off x="7432238" y="6372894"/>
          <a:ext cx="1754376" cy="1044104"/>
        </p:xfrm>
        <a:graphic>
          <a:graphicData uri="http://schemas.openxmlformats.org/drawingml/2006/chart">
            <c:chart xmlns:c="http://schemas.openxmlformats.org/drawingml/2006/chart" xmlns:r="http://schemas.openxmlformats.org/officeDocument/2006/relationships" r:id="rId12"/>
          </a:graphicData>
        </a:graphic>
      </p:graphicFrame>
      <p:pic>
        <p:nvPicPr>
          <p:cNvPr id="39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85228" y="7344266"/>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92" name="그룹 391"/>
          <p:cNvGrpSpPr/>
          <p:nvPr/>
        </p:nvGrpSpPr>
        <p:grpSpPr>
          <a:xfrm>
            <a:off x="2298229" y="6499956"/>
            <a:ext cx="1900783" cy="1068499"/>
            <a:chOff x="1360029" y="3356992"/>
            <a:chExt cx="1900783" cy="1068499"/>
          </a:xfrm>
        </p:grpSpPr>
        <p:sp>
          <p:nvSpPr>
            <p:cNvPr id="393" name="직사각형 392"/>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4" name="직사각형 393"/>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5" name="직사각형 394"/>
            <p:cNvSpPr/>
            <p:nvPr/>
          </p:nvSpPr>
          <p:spPr>
            <a:xfrm>
              <a:off x="1566719" y="393305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1" name="직사각형 400"/>
            <p:cNvSpPr/>
            <p:nvPr/>
          </p:nvSpPr>
          <p:spPr>
            <a:xfrm>
              <a:off x="1564623" y="41850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03" name="직사각형 402"/>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04" name="직사각형 403"/>
            <p:cNvSpPr/>
            <p:nvPr/>
          </p:nvSpPr>
          <p:spPr>
            <a:xfrm>
              <a:off x="1369554" y="3986026"/>
              <a:ext cx="116381" cy="108000"/>
            </a:xfrm>
            <a:prstGeom prst="rect">
              <a:avLst/>
            </a:prstGeom>
            <a:solidFill>
              <a:srgbClr val="7030A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05" name="직사각형 404"/>
            <p:cNvSpPr/>
            <p:nvPr/>
          </p:nvSpPr>
          <p:spPr>
            <a:xfrm>
              <a:off x="1371650" y="4228517"/>
              <a:ext cx="116381" cy="108000"/>
            </a:xfrm>
            <a:prstGeom prst="rect">
              <a:avLst/>
            </a:prstGeom>
            <a:solidFill>
              <a:schemeClr val="accent1">
                <a:lumMod val="60000"/>
                <a:lumOff val="4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406" name="그룹 405"/>
          <p:cNvGrpSpPr/>
          <p:nvPr/>
        </p:nvGrpSpPr>
        <p:grpSpPr>
          <a:xfrm>
            <a:off x="2317279" y="8229153"/>
            <a:ext cx="1900783" cy="1068499"/>
            <a:chOff x="1360029" y="3356992"/>
            <a:chExt cx="1900783" cy="1068499"/>
          </a:xfrm>
        </p:grpSpPr>
        <p:sp>
          <p:nvSpPr>
            <p:cNvPr id="407" name="직사각형 406"/>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산</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8" name="직사각형 407"/>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9" name="직사각형 408"/>
            <p:cNvSpPr/>
            <p:nvPr/>
          </p:nvSpPr>
          <p:spPr>
            <a:xfrm>
              <a:off x="1566719" y="393305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0" name="직사각형 409"/>
            <p:cNvSpPr/>
            <p:nvPr/>
          </p:nvSpPr>
          <p:spPr>
            <a:xfrm>
              <a:off x="1564623" y="41850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1" name="직사각형 410"/>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12" name="직사각형 411"/>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13" name="직사각형 412"/>
            <p:cNvSpPr/>
            <p:nvPr/>
          </p:nvSpPr>
          <p:spPr>
            <a:xfrm>
              <a:off x="1369554" y="3986026"/>
              <a:ext cx="116381" cy="108000"/>
            </a:xfrm>
            <a:prstGeom prst="rect">
              <a:avLst/>
            </a:prstGeom>
            <a:solidFill>
              <a:srgbClr val="7030A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14" name="직사각형 413"/>
            <p:cNvSpPr/>
            <p:nvPr/>
          </p:nvSpPr>
          <p:spPr>
            <a:xfrm>
              <a:off x="1371650" y="4228517"/>
              <a:ext cx="116381" cy="108000"/>
            </a:xfrm>
            <a:prstGeom prst="rect">
              <a:avLst/>
            </a:prstGeom>
            <a:solidFill>
              <a:schemeClr val="accent1">
                <a:lumMod val="60000"/>
                <a:lumOff val="4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15" name="차트 414"/>
          <p:cNvGraphicFramePr/>
          <p:nvPr>
            <p:extLst>
              <p:ext uri="{D42A27DB-BD31-4B8C-83A1-F6EECF244321}">
                <p14:modId xmlns:p14="http://schemas.microsoft.com/office/powerpoint/2010/main" val="2349280328"/>
              </p:ext>
            </p:extLst>
          </p:nvPr>
        </p:nvGraphicFramePr>
        <p:xfrm>
          <a:off x="7429847" y="8104163"/>
          <a:ext cx="1754376" cy="1044104"/>
        </p:xfrm>
        <a:graphic>
          <a:graphicData uri="http://schemas.openxmlformats.org/drawingml/2006/chart">
            <c:chart xmlns:c="http://schemas.openxmlformats.org/drawingml/2006/chart" xmlns:r="http://schemas.openxmlformats.org/officeDocument/2006/relationships" r:id="rId14"/>
          </a:graphicData>
        </a:graphic>
      </p:graphicFrame>
      <p:pic>
        <p:nvPicPr>
          <p:cNvPr id="416"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82837" y="9075535"/>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17" name="그룹 416"/>
          <p:cNvGrpSpPr/>
          <p:nvPr/>
        </p:nvGrpSpPr>
        <p:grpSpPr>
          <a:xfrm>
            <a:off x="2319375" y="9945724"/>
            <a:ext cx="1900783" cy="537964"/>
            <a:chOff x="1360029" y="3356992"/>
            <a:chExt cx="1900783" cy="537964"/>
          </a:xfrm>
        </p:grpSpPr>
        <p:sp>
          <p:nvSpPr>
            <p:cNvPr id="418" name="직사각형 417"/>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O</a:t>
              </a:r>
            </a:p>
          </p:txBody>
        </p:sp>
        <p:sp>
          <p:nvSpPr>
            <p:cNvPr id="419" name="직사각형 418"/>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X</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20" name="직사각형 419"/>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21" name="직사각형 420"/>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22" name="차트 421"/>
          <p:cNvGraphicFramePr/>
          <p:nvPr>
            <p:extLst>
              <p:ext uri="{D42A27DB-BD31-4B8C-83A1-F6EECF244321}">
                <p14:modId xmlns:p14="http://schemas.microsoft.com/office/powerpoint/2010/main" val="1316628036"/>
              </p:ext>
            </p:extLst>
          </p:nvPr>
        </p:nvGraphicFramePr>
        <p:xfrm>
          <a:off x="7458422" y="9477672"/>
          <a:ext cx="1754376" cy="1044104"/>
        </p:xfrm>
        <a:graphic>
          <a:graphicData uri="http://schemas.openxmlformats.org/drawingml/2006/chart">
            <c:chart xmlns:c="http://schemas.openxmlformats.org/drawingml/2006/chart" xmlns:r="http://schemas.openxmlformats.org/officeDocument/2006/relationships" r:id="rId15"/>
          </a:graphicData>
        </a:graphic>
      </p:graphicFrame>
      <p:pic>
        <p:nvPicPr>
          <p:cNvPr id="423"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977446" y="10477315"/>
            <a:ext cx="766012" cy="1797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24" name="직사각형 423"/>
          <p:cNvSpPr/>
          <p:nvPr/>
        </p:nvSpPr>
        <p:spPr>
          <a:xfrm>
            <a:off x="1985814" y="11109474"/>
            <a:ext cx="7457377" cy="1548171"/>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5" name="직사각형 424"/>
          <p:cNvSpPr/>
          <p:nvPr/>
        </p:nvSpPr>
        <p:spPr>
          <a:xfrm>
            <a:off x="1894756" y="10821441"/>
            <a:ext cx="2307042" cy="230832"/>
          </a:xfrm>
          <a:prstGeom prst="rect">
            <a:avLst/>
          </a:prstGeom>
        </p:spPr>
        <p:txBody>
          <a:bodyPr wrap="none">
            <a:spAutoFit/>
          </a:bodyPr>
          <a:lstStyle/>
          <a:p>
            <a:r>
              <a:rPr lang="en-US" altLang="ko-KR" sz="900" b="1" dirty="0">
                <a:solidFill>
                  <a:schemeClr val="tx1">
                    <a:lumMod val="75000"/>
                    <a:lumOff val="25000"/>
                  </a:schemeClr>
                </a:solidFill>
                <a:latin typeface="+mn-ea"/>
              </a:rPr>
              <a:t>• </a:t>
            </a:r>
            <a:r>
              <a:rPr lang="en-US" altLang="ko-KR" sz="900" b="1" dirty="0" smtClean="0">
                <a:solidFill>
                  <a:schemeClr val="tx1">
                    <a:lumMod val="75000"/>
                    <a:lumOff val="25000"/>
                  </a:schemeClr>
                </a:solidFill>
                <a:latin typeface="+mn-ea"/>
                <a:ea typeface="+mn-ea"/>
              </a:rPr>
              <a:t>2/2 </a:t>
            </a:r>
            <a:r>
              <a:rPr lang="ko-KR" altLang="en-US" sz="900" b="1" dirty="0" smtClean="0">
                <a:solidFill>
                  <a:schemeClr val="tx1">
                    <a:lumMod val="75000"/>
                    <a:lumOff val="25000"/>
                  </a:schemeClr>
                </a:solidFill>
                <a:latin typeface="+mn-ea"/>
                <a:ea typeface="+mn-ea"/>
              </a:rPr>
              <a:t>설문내용</a:t>
            </a:r>
            <a:r>
              <a:rPr lang="en-US" altLang="ko-KR" sz="900" b="1" dirty="0" smtClean="0">
                <a:solidFill>
                  <a:schemeClr val="tx1">
                    <a:lumMod val="75000"/>
                    <a:lumOff val="25000"/>
                  </a:schemeClr>
                </a:solidFill>
                <a:latin typeface="+mn-ea"/>
                <a:ea typeface="+mn-ea"/>
              </a:rPr>
              <a:t>22222222222222222222</a:t>
            </a:r>
            <a:endParaRPr lang="ko-KR" altLang="en-US" sz="900" b="1" dirty="0">
              <a:solidFill>
                <a:schemeClr val="tx1">
                  <a:lumMod val="75000"/>
                  <a:lumOff val="25000"/>
                </a:schemeClr>
              </a:solidFill>
              <a:latin typeface="+mn-ea"/>
              <a:ea typeface="+mn-ea"/>
            </a:endParaRPr>
          </a:p>
        </p:txBody>
      </p:sp>
      <p:sp>
        <p:nvSpPr>
          <p:cNvPr id="426" name="직사각형 425"/>
          <p:cNvSpPr/>
          <p:nvPr/>
        </p:nvSpPr>
        <p:spPr>
          <a:xfrm>
            <a:off x="2021818" y="11221727"/>
            <a:ext cx="3778599"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2-1 </a:t>
            </a:r>
            <a:r>
              <a:rPr lang="ko-KR" altLang="en-US" sz="800" dirty="0">
                <a:solidFill>
                  <a:schemeClr val="tx1">
                    <a:lumMod val="75000"/>
                    <a:lumOff val="25000"/>
                  </a:schemeClr>
                </a:solidFill>
                <a:latin typeface="+mn-ea"/>
                <a:ea typeface="+mn-ea"/>
              </a:rPr>
              <a:t>문제</a:t>
            </a:r>
            <a:r>
              <a:rPr lang="en-US" altLang="ko-KR" sz="800" dirty="0">
                <a:solidFill>
                  <a:schemeClr val="tx1">
                    <a:lumMod val="75000"/>
                    <a:lumOff val="25000"/>
                  </a:schemeClr>
                </a:solidFill>
                <a:latin typeface="+mn-ea"/>
                <a:ea typeface="+mn-ea"/>
              </a:rPr>
              <a:t>444444444444444444444444444444444444444444444444444444444</a:t>
            </a:r>
            <a:endParaRPr lang="ko-KR" altLang="en-US" sz="800" dirty="0">
              <a:solidFill>
                <a:schemeClr val="tx1">
                  <a:lumMod val="75000"/>
                  <a:lumOff val="25000"/>
                </a:schemeClr>
              </a:solidFill>
              <a:latin typeface="+mn-ea"/>
              <a:ea typeface="+mn-ea"/>
            </a:endParaRPr>
          </a:p>
        </p:txBody>
      </p:sp>
      <p:sp>
        <p:nvSpPr>
          <p:cNvPr id="427" name="직사각형 426"/>
          <p:cNvSpPr/>
          <p:nvPr/>
        </p:nvSpPr>
        <p:spPr>
          <a:xfrm>
            <a:off x="1995340" y="12729653"/>
            <a:ext cx="7447852"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8" name="직사각형 427"/>
          <p:cNvSpPr/>
          <p:nvPr/>
        </p:nvSpPr>
        <p:spPr>
          <a:xfrm>
            <a:off x="2031343" y="12841905"/>
            <a:ext cx="2375971"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2-2 </a:t>
            </a:r>
            <a:r>
              <a:rPr lang="ko-KR" altLang="en-US" sz="800" dirty="0">
                <a:solidFill>
                  <a:schemeClr val="tx1">
                    <a:lumMod val="75000"/>
                    <a:lumOff val="25000"/>
                  </a:schemeClr>
                </a:solidFill>
                <a:latin typeface="+mn-ea"/>
                <a:ea typeface="+mn-ea"/>
              </a:rPr>
              <a:t>문제</a:t>
            </a:r>
            <a:r>
              <a:rPr lang="en-US" altLang="ko-KR" sz="800" dirty="0">
                <a:solidFill>
                  <a:schemeClr val="tx1">
                    <a:lumMod val="75000"/>
                    <a:lumOff val="25000"/>
                  </a:schemeClr>
                </a:solidFill>
                <a:latin typeface="+mn-ea"/>
                <a:ea typeface="+mn-ea"/>
              </a:rPr>
              <a:t>55555555555555555555555555555555</a:t>
            </a:r>
            <a:endParaRPr lang="ko-KR" altLang="en-US" sz="800" dirty="0">
              <a:solidFill>
                <a:schemeClr val="tx1">
                  <a:lumMod val="75000"/>
                  <a:lumOff val="25000"/>
                </a:schemeClr>
              </a:solidFill>
              <a:latin typeface="+mn-ea"/>
              <a:ea typeface="+mn-ea"/>
            </a:endParaRPr>
          </a:p>
        </p:txBody>
      </p:sp>
      <p:grpSp>
        <p:nvGrpSpPr>
          <p:cNvPr id="429" name="그룹 428"/>
          <p:cNvGrpSpPr/>
          <p:nvPr/>
        </p:nvGrpSpPr>
        <p:grpSpPr>
          <a:xfrm>
            <a:off x="2317279" y="11501550"/>
            <a:ext cx="1900783" cy="1068499"/>
            <a:chOff x="1360029" y="3356992"/>
            <a:chExt cx="1900783" cy="1068499"/>
          </a:xfrm>
        </p:grpSpPr>
        <p:sp>
          <p:nvSpPr>
            <p:cNvPr id="430" name="직사각형 429"/>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비둘</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기</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1" name="직사각형 430"/>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참새</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2" name="직사각형 431"/>
            <p:cNvSpPr/>
            <p:nvPr/>
          </p:nvSpPr>
          <p:spPr>
            <a:xfrm>
              <a:off x="1566719" y="393305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잉꼬</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3" name="직사각형 432"/>
            <p:cNvSpPr/>
            <p:nvPr/>
          </p:nvSpPr>
          <p:spPr>
            <a:xfrm>
              <a:off x="1564623" y="41850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기러기</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4" name="직사각형 433"/>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35" name="직사각형 434"/>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36" name="직사각형 435"/>
            <p:cNvSpPr/>
            <p:nvPr/>
          </p:nvSpPr>
          <p:spPr>
            <a:xfrm>
              <a:off x="1369554" y="3986026"/>
              <a:ext cx="116381" cy="108000"/>
            </a:xfrm>
            <a:prstGeom prst="rect">
              <a:avLst/>
            </a:prstGeom>
            <a:solidFill>
              <a:srgbClr val="7030A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37" name="직사각형 436"/>
            <p:cNvSpPr/>
            <p:nvPr/>
          </p:nvSpPr>
          <p:spPr>
            <a:xfrm>
              <a:off x="1371650" y="4228517"/>
              <a:ext cx="116381" cy="108000"/>
            </a:xfrm>
            <a:prstGeom prst="rect">
              <a:avLst/>
            </a:prstGeom>
            <a:solidFill>
              <a:schemeClr val="accent1">
                <a:lumMod val="60000"/>
                <a:lumOff val="4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38" name="차트 437"/>
          <p:cNvGraphicFramePr/>
          <p:nvPr>
            <p:extLst>
              <p:ext uri="{D42A27DB-BD31-4B8C-83A1-F6EECF244321}">
                <p14:modId xmlns:p14="http://schemas.microsoft.com/office/powerpoint/2010/main" val="3847817019"/>
              </p:ext>
            </p:extLst>
          </p:nvPr>
        </p:nvGraphicFramePr>
        <p:xfrm>
          <a:off x="7429847" y="11289493"/>
          <a:ext cx="1754376" cy="1044104"/>
        </p:xfrm>
        <a:graphic>
          <a:graphicData uri="http://schemas.openxmlformats.org/drawingml/2006/chart">
            <c:chart xmlns:c="http://schemas.openxmlformats.org/drawingml/2006/chart" xmlns:r="http://schemas.openxmlformats.org/officeDocument/2006/relationships" r:id="rId17"/>
          </a:graphicData>
        </a:graphic>
      </p:graphicFrame>
      <p:pic>
        <p:nvPicPr>
          <p:cNvPr id="439"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90501" y="12282797"/>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40" name="그룹 439"/>
          <p:cNvGrpSpPr/>
          <p:nvPr/>
        </p:nvGrpSpPr>
        <p:grpSpPr>
          <a:xfrm>
            <a:off x="2321471" y="13120562"/>
            <a:ext cx="1900783" cy="537964"/>
            <a:chOff x="1360029" y="3356992"/>
            <a:chExt cx="1900783" cy="537964"/>
          </a:xfrm>
        </p:grpSpPr>
        <p:sp>
          <p:nvSpPr>
            <p:cNvPr id="441" name="직사각형 440"/>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O</a:t>
              </a:r>
            </a:p>
          </p:txBody>
        </p:sp>
        <p:sp>
          <p:nvSpPr>
            <p:cNvPr id="442" name="직사각형 441"/>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X</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43" name="직사각형 442"/>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44" name="직사각형 443"/>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45" name="차트 444"/>
          <p:cNvGraphicFramePr/>
          <p:nvPr>
            <p:extLst>
              <p:ext uri="{D42A27DB-BD31-4B8C-83A1-F6EECF244321}">
                <p14:modId xmlns:p14="http://schemas.microsoft.com/office/powerpoint/2010/main" val="1998336297"/>
              </p:ext>
            </p:extLst>
          </p:nvPr>
        </p:nvGraphicFramePr>
        <p:xfrm>
          <a:off x="7456031" y="12648120"/>
          <a:ext cx="1754376" cy="1044104"/>
        </p:xfrm>
        <a:graphic>
          <a:graphicData uri="http://schemas.openxmlformats.org/drawingml/2006/chart">
            <c:chart xmlns:c="http://schemas.openxmlformats.org/drawingml/2006/chart" xmlns:r="http://schemas.openxmlformats.org/officeDocument/2006/relationships" r:id="rId18"/>
          </a:graphicData>
        </a:graphic>
      </p:graphicFrame>
      <p:pic>
        <p:nvPicPr>
          <p:cNvPr id="446"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975055" y="13647763"/>
            <a:ext cx="766012" cy="1797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60" name="그룹 259"/>
          <p:cNvGrpSpPr/>
          <p:nvPr/>
        </p:nvGrpSpPr>
        <p:grpSpPr>
          <a:xfrm>
            <a:off x="507554" y="1602349"/>
            <a:ext cx="3075218" cy="252000"/>
            <a:chOff x="507554" y="1537742"/>
            <a:chExt cx="3075218" cy="252000"/>
          </a:xfrm>
        </p:grpSpPr>
        <p:pic>
          <p:nvPicPr>
            <p:cNvPr id="261" name="Picture 4"/>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2288704" y="1581175"/>
              <a:ext cx="1294068" cy="166725"/>
              <a:chOff x="2288704" y="1581175"/>
              <a:chExt cx="1294068" cy="166725"/>
            </a:xfrm>
          </p:grpSpPr>
          <p:sp>
            <p:nvSpPr>
              <p:cNvPr id="263" name="직사각형 2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4" name="직사각형 2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4" name="그룹 333"/>
          <p:cNvGrpSpPr/>
          <p:nvPr/>
        </p:nvGrpSpPr>
        <p:grpSpPr>
          <a:xfrm>
            <a:off x="416496" y="1466224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직사각형 254"/>
          <p:cNvSpPr/>
          <p:nvPr/>
        </p:nvSpPr>
        <p:spPr bwMode="auto">
          <a:xfrm>
            <a:off x="502221" y="1969789"/>
            <a:ext cx="1440160" cy="488069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256" name="그룹 255"/>
          <p:cNvGrpSpPr/>
          <p:nvPr/>
        </p:nvGrpSpPr>
        <p:grpSpPr>
          <a:xfrm>
            <a:off x="626748" y="2104281"/>
            <a:ext cx="1245456" cy="3960440"/>
            <a:chOff x="626748" y="2104281"/>
            <a:chExt cx="1245456" cy="3960440"/>
          </a:xfrm>
        </p:grpSpPr>
        <p:grpSp>
          <p:nvGrpSpPr>
            <p:cNvPr id="257" name="그룹 256"/>
            <p:cNvGrpSpPr/>
            <p:nvPr/>
          </p:nvGrpSpPr>
          <p:grpSpPr>
            <a:xfrm>
              <a:off x="629956" y="3318264"/>
              <a:ext cx="1188000" cy="180000"/>
              <a:chOff x="666428" y="3785432"/>
              <a:chExt cx="1188000" cy="180000"/>
            </a:xfrm>
          </p:grpSpPr>
          <p:sp>
            <p:nvSpPr>
              <p:cNvPr id="300" name="모서리가 둥근 직사각형 29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4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29956" y="3568824"/>
              <a:ext cx="1188000" cy="180000"/>
              <a:chOff x="666428" y="4310612"/>
              <a:chExt cx="1188000" cy="180000"/>
            </a:xfrm>
          </p:grpSpPr>
          <p:sp>
            <p:nvSpPr>
              <p:cNvPr id="298" name="모서리가 둥근 직사각형 29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99"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29955" y="3042501"/>
              <a:ext cx="1188000" cy="180000"/>
              <a:chOff x="666427" y="3266516"/>
              <a:chExt cx="1188000" cy="180000"/>
            </a:xfrm>
          </p:grpSpPr>
          <p:sp>
            <p:nvSpPr>
              <p:cNvPr id="296" name="모서리가 둥근 직사각형 29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297"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5" name="그룹 264"/>
            <p:cNvGrpSpPr/>
            <p:nvPr/>
          </p:nvGrpSpPr>
          <p:grpSpPr>
            <a:xfrm>
              <a:off x="629956" y="4106828"/>
              <a:ext cx="1188000" cy="180000"/>
              <a:chOff x="666428" y="4570824"/>
              <a:chExt cx="1188000" cy="180000"/>
            </a:xfrm>
          </p:grpSpPr>
          <p:sp>
            <p:nvSpPr>
              <p:cNvPr id="294" name="모서리가 둥근 직사각형 29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95"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9956" y="5568923"/>
              <a:ext cx="1188000" cy="180000"/>
              <a:chOff x="666428" y="5096004"/>
              <a:chExt cx="1188000" cy="180000"/>
            </a:xfrm>
          </p:grpSpPr>
          <p:sp>
            <p:nvSpPr>
              <p:cNvPr id="292" name="모서리가 둥근 직사각형 29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293" name="Picture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7" name="그룹 266"/>
            <p:cNvGrpSpPr/>
            <p:nvPr/>
          </p:nvGrpSpPr>
          <p:grpSpPr>
            <a:xfrm>
              <a:off x="631150" y="4387873"/>
              <a:ext cx="1188000" cy="180000"/>
              <a:chOff x="666428" y="4570824"/>
              <a:chExt cx="1188000" cy="180000"/>
            </a:xfrm>
          </p:grpSpPr>
          <p:sp>
            <p:nvSpPr>
              <p:cNvPr id="290" name="모서리가 둥근 직사각형 2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291"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29956" y="4675443"/>
              <a:ext cx="1188000" cy="180000"/>
              <a:chOff x="666428" y="4310612"/>
              <a:chExt cx="1188000" cy="180000"/>
            </a:xfrm>
          </p:grpSpPr>
          <p:sp>
            <p:nvSpPr>
              <p:cNvPr id="288" name="모서리가 둥근 직사각형 28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289"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9" name="그룹 268"/>
            <p:cNvGrpSpPr/>
            <p:nvPr/>
          </p:nvGrpSpPr>
          <p:grpSpPr>
            <a:xfrm>
              <a:off x="626748" y="2104281"/>
              <a:ext cx="1245456" cy="442923"/>
              <a:chOff x="468506" y="2320305"/>
              <a:chExt cx="1245456" cy="442923"/>
            </a:xfrm>
          </p:grpSpPr>
          <p:sp>
            <p:nvSpPr>
              <p:cNvPr id="285" name="직사각형 284"/>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286" name="Picture 2"/>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7" name="TextBox 286"/>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70" name="그룹 269"/>
            <p:cNvGrpSpPr/>
            <p:nvPr/>
          </p:nvGrpSpPr>
          <p:grpSpPr>
            <a:xfrm>
              <a:off x="632520" y="4975116"/>
              <a:ext cx="1188000" cy="180000"/>
              <a:chOff x="666428" y="4310612"/>
              <a:chExt cx="1188000" cy="180000"/>
            </a:xfrm>
          </p:grpSpPr>
          <p:sp>
            <p:nvSpPr>
              <p:cNvPr id="283" name="모서리가 둥근 직사각형 28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284"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1" name="그룹 270"/>
            <p:cNvGrpSpPr/>
            <p:nvPr/>
          </p:nvGrpSpPr>
          <p:grpSpPr>
            <a:xfrm>
              <a:off x="632520" y="2752353"/>
              <a:ext cx="1188000" cy="180000"/>
              <a:chOff x="666427" y="3266516"/>
              <a:chExt cx="1188000" cy="180000"/>
            </a:xfrm>
          </p:grpSpPr>
          <p:sp>
            <p:nvSpPr>
              <p:cNvPr id="281" name="모서리가 둥근 직사각형 28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282"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2" name="그룹 271"/>
            <p:cNvGrpSpPr/>
            <p:nvPr/>
          </p:nvGrpSpPr>
          <p:grpSpPr>
            <a:xfrm>
              <a:off x="632520" y="5257815"/>
              <a:ext cx="1188000" cy="180000"/>
              <a:chOff x="666428" y="4310612"/>
              <a:chExt cx="1188000" cy="180000"/>
            </a:xfrm>
          </p:grpSpPr>
          <p:sp>
            <p:nvSpPr>
              <p:cNvPr id="279" name="모서리가 둥근 직사각형 27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8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3" name="그룹 272"/>
            <p:cNvGrpSpPr/>
            <p:nvPr/>
          </p:nvGrpSpPr>
          <p:grpSpPr>
            <a:xfrm>
              <a:off x="632520" y="5884721"/>
              <a:ext cx="1188000" cy="180000"/>
              <a:chOff x="666428" y="4570824"/>
              <a:chExt cx="1188000" cy="180000"/>
            </a:xfrm>
          </p:grpSpPr>
          <p:sp>
            <p:nvSpPr>
              <p:cNvPr id="277" name="모서리가 둥근 직사각형 276"/>
              <p:cNvSpPr/>
              <p:nvPr/>
            </p:nvSpPr>
            <p:spPr bwMode="auto">
              <a:xfrm>
                <a:off x="666428" y="4570824"/>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전체설문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278"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4" name="그룹 273"/>
            <p:cNvGrpSpPr/>
            <p:nvPr/>
          </p:nvGrpSpPr>
          <p:grpSpPr>
            <a:xfrm>
              <a:off x="632520" y="3825064"/>
              <a:ext cx="1188000" cy="180000"/>
              <a:chOff x="666428" y="4310612"/>
              <a:chExt cx="1188000" cy="180000"/>
            </a:xfrm>
          </p:grpSpPr>
          <p:sp>
            <p:nvSpPr>
              <p:cNvPr id="275" name="모서리가 둥근 직사각형 2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76"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345" name="그룹 344"/>
          <p:cNvGrpSpPr/>
          <p:nvPr/>
        </p:nvGrpSpPr>
        <p:grpSpPr>
          <a:xfrm>
            <a:off x="624623" y="6165304"/>
            <a:ext cx="1188000" cy="180000"/>
            <a:chOff x="666428" y="3785432"/>
            <a:chExt cx="1188000" cy="180000"/>
          </a:xfrm>
        </p:grpSpPr>
        <p:sp>
          <p:nvSpPr>
            <p:cNvPr id="346" name="모서리가 둥근 직사각형 34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종합시험</a:t>
              </a:r>
              <a:endParaRPr kumimoji="1" lang="ko-KR" altLang="en-US" sz="800" dirty="0">
                <a:solidFill>
                  <a:schemeClr val="bg1"/>
                </a:solidFill>
                <a:latin typeface="+mn-ea"/>
                <a:ea typeface="+mn-ea"/>
                <a:cs typeface="Calibri" pitchFamily="34" charset="0"/>
              </a:endParaRPr>
            </a:p>
          </p:txBody>
        </p:sp>
        <p:pic>
          <p:nvPicPr>
            <p:cNvPr id="34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8" name="그룹 347"/>
          <p:cNvGrpSpPr/>
          <p:nvPr/>
        </p:nvGrpSpPr>
        <p:grpSpPr>
          <a:xfrm>
            <a:off x="610906" y="6407787"/>
            <a:ext cx="1188000" cy="180000"/>
            <a:chOff x="666428" y="5881828"/>
            <a:chExt cx="1188000" cy="180000"/>
          </a:xfrm>
        </p:grpSpPr>
        <p:sp>
          <p:nvSpPr>
            <p:cNvPr id="349" name="모서리가 둥근 직사각형 34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350" name="Picture 1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94184691"/>
      </p:ext>
    </p:extLst>
  </p:cSld>
  <p:clrMapOvr>
    <a:masterClrMapping/>
  </p:clrMapOvr>
  <p:transition>
    <p:wipe dir="r"/>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교수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대시보드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글로벌메뉴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종합시험</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46966786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105170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종합시험</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종합시험 </a:t>
            </a:r>
            <a:r>
              <a:rPr lang="en-US" altLang="ko-KR" sz="800" spc="-60" dirty="0" smtClean="0">
                <a:latin typeface="+mn-ea"/>
                <a:ea typeface="+mn-ea"/>
              </a:rPr>
              <a:t>: </a:t>
            </a:r>
            <a:r>
              <a:rPr lang="ko-KR" altLang="en-US" sz="800" spc="-60" dirty="0" smtClean="0">
                <a:latin typeface="+mn-ea"/>
                <a:ea typeface="+mn-ea"/>
              </a:rPr>
              <a:t>시험기간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69505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477157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종합시험</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종합시험</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KNOU_UI_C01021800_01</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종합시험</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214" name="그룹 213"/>
          <p:cNvGrpSpPr/>
          <p:nvPr/>
        </p:nvGrpSpPr>
        <p:grpSpPr>
          <a:xfrm>
            <a:off x="7022896" y="2041798"/>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996695914"/>
              </p:ext>
            </p:extLst>
          </p:nvPr>
        </p:nvGraphicFramePr>
        <p:xfrm>
          <a:off x="9508554" y="1492213"/>
          <a:ext cx="1404156" cy="57382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종합시험 기간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종합시험 성적처리기간에만 메뉴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종합시험기관</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성적처리기간은 관리자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수업운영도구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과정관리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수업일정관리에서 등록</a:t>
                      </a:r>
                      <a:r>
                        <a:rPr lang="ko-KR" altLang="en-US" sz="800" kern="1200" baseline="0" dirty="0" smtClean="0">
                          <a:solidFill>
                            <a:schemeClr val="tx1">
                              <a:lumMod val="75000"/>
                              <a:lumOff val="25000"/>
                            </a:schemeClr>
                          </a:solidFill>
                          <a:latin typeface="+mn-ea"/>
                          <a:ea typeface="+mn-ea"/>
                          <a:cs typeface="+mn-cs"/>
                        </a:rPr>
                        <a:t> 관리함</a:t>
                      </a:r>
                      <a:r>
                        <a:rPr lang="en-US" altLang="ko-KR" sz="800" kern="1200" baseline="0" dirty="0" smtClean="0">
                          <a:solidFill>
                            <a:schemeClr val="tx1">
                              <a:lumMod val="75000"/>
                              <a:lumOff val="25000"/>
                            </a:schemeClr>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종합시험 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시험구분 </a:t>
                      </a:r>
                      <a:r>
                        <a:rPr lang="en-US" altLang="ko-KR" sz="800" kern="1200" dirty="0" smtClean="0">
                          <a:solidFill>
                            <a:schemeClr val="tx1">
                              <a:lumMod val="75000"/>
                              <a:lumOff val="25000"/>
                            </a:schemeClr>
                          </a:solidFill>
                          <a:latin typeface="+mn-ea"/>
                          <a:ea typeface="+mn-ea"/>
                          <a:cs typeface="+mn-cs"/>
                        </a:rPr>
                        <a:t>: ON</a:t>
                      </a:r>
                      <a:r>
                        <a:rPr lang="ko-KR" altLang="en-US" sz="800" kern="1200" dirty="0" smtClean="0">
                          <a:solidFill>
                            <a:schemeClr val="tx1">
                              <a:lumMod val="75000"/>
                              <a:lumOff val="25000"/>
                            </a:schemeClr>
                          </a:solidFill>
                          <a:latin typeface="+mn-ea"/>
                          <a:ea typeface="+mn-ea"/>
                          <a:cs typeface="+mn-cs"/>
                        </a:rPr>
                        <a:t>인 경우 온라인실시간 시험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시험응시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시험구분 </a:t>
                      </a:r>
                      <a:r>
                        <a:rPr lang="en-US" altLang="ko-KR" sz="800" kern="1200" dirty="0" smtClean="0">
                          <a:solidFill>
                            <a:schemeClr val="tx1">
                              <a:lumMod val="75000"/>
                              <a:lumOff val="25000"/>
                            </a:schemeClr>
                          </a:solidFill>
                          <a:latin typeface="+mn-ea"/>
                          <a:ea typeface="+mn-ea"/>
                          <a:cs typeface="+mn-cs"/>
                        </a:rPr>
                        <a:t>: OFF</a:t>
                      </a:r>
                      <a:r>
                        <a:rPr lang="ko-KR" altLang="en-US" sz="800" kern="1200" dirty="0" smtClean="0">
                          <a:solidFill>
                            <a:schemeClr val="tx1">
                              <a:lumMod val="75000"/>
                              <a:lumOff val="25000"/>
                            </a:schemeClr>
                          </a:solidFill>
                          <a:latin typeface="+mn-ea"/>
                          <a:ea typeface="+mn-ea"/>
                          <a:cs typeface="+mn-cs"/>
                        </a:rPr>
                        <a:t>인 경우 오프라인 시험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시험응시 버튼 숨김</a:t>
                      </a: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191" name="그룹 190"/>
          <p:cNvGrpSpPr/>
          <p:nvPr/>
        </p:nvGrpSpPr>
        <p:grpSpPr>
          <a:xfrm>
            <a:off x="626748" y="2104281"/>
            <a:ext cx="1245456" cy="3960440"/>
            <a:chOff x="626748" y="2104281"/>
            <a:chExt cx="1245456" cy="3960440"/>
          </a:xfrm>
        </p:grpSpPr>
        <p:grpSp>
          <p:nvGrpSpPr>
            <p:cNvPr id="193" name="그룹 192"/>
            <p:cNvGrpSpPr/>
            <p:nvPr/>
          </p:nvGrpSpPr>
          <p:grpSpPr>
            <a:xfrm>
              <a:off x="629956" y="3318264"/>
              <a:ext cx="1188000" cy="180000"/>
              <a:chOff x="666428" y="3785432"/>
              <a:chExt cx="1188000" cy="180000"/>
            </a:xfrm>
          </p:grpSpPr>
          <p:sp>
            <p:nvSpPr>
              <p:cNvPr id="356" name="모서리가 둥근 직사각형 35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3568824"/>
              <a:ext cx="1188000" cy="180000"/>
              <a:chOff x="666428" y="4310612"/>
              <a:chExt cx="1188000" cy="180000"/>
            </a:xfrm>
          </p:grpSpPr>
          <p:sp>
            <p:nvSpPr>
              <p:cNvPr id="354" name="모서리가 둥근 직사각형 3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5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5" y="3042501"/>
              <a:ext cx="1188000" cy="180000"/>
              <a:chOff x="666427" y="3266516"/>
              <a:chExt cx="1188000" cy="180000"/>
            </a:xfrm>
          </p:grpSpPr>
          <p:sp>
            <p:nvSpPr>
              <p:cNvPr id="352" name="모서리가 둥근 직사각형 35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5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9956" y="4106828"/>
              <a:ext cx="1188000" cy="180000"/>
              <a:chOff x="666428" y="4570824"/>
              <a:chExt cx="1188000" cy="180000"/>
            </a:xfrm>
          </p:grpSpPr>
          <p:sp>
            <p:nvSpPr>
              <p:cNvPr id="350" name="모서리가 둥근 직사각형 34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51"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29956" y="5568923"/>
              <a:ext cx="1188000" cy="180000"/>
              <a:chOff x="666428" y="5096004"/>
              <a:chExt cx="1188000" cy="180000"/>
            </a:xfrm>
          </p:grpSpPr>
          <p:sp>
            <p:nvSpPr>
              <p:cNvPr id="348" name="모서리가 둥근 직사각형 34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349"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31150" y="4387873"/>
              <a:ext cx="1188000" cy="180000"/>
              <a:chOff x="666428" y="4570824"/>
              <a:chExt cx="1188000" cy="180000"/>
            </a:xfrm>
          </p:grpSpPr>
          <p:sp>
            <p:nvSpPr>
              <p:cNvPr id="344" name="모서리가 둥근 직사각형 34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45"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29956" y="4675443"/>
              <a:ext cx="1188000" cy="180000"/>
              <a:chOff x="666428" y="4310612"/>
              <a:chExt cx="1188000" cy="180000"/>
            </a:xfrm>
          </p:grpSpPr>
          <p:sp>
            <p:nvSpPr>
              <p:cNvPr id="342" name="모서리가 둥근 직사각형 34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43"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7" name="그룹 236"/>
            <p:cNvGrpSpPr/>
            <p:nvPr/>
          </p:nvGrpSpPr>
          <p:grpSpPr>
            <a:xfrm>
              <a:off x="626748" y="2104281"/>
              <a:ext cx="1245456" cy="442923"/>
              <a:chOff x="468506" y="2320305"/>
              <a:chExt cx="1245456" cy="442923"/>
            </a:xfrm>
          </p:grpSpPr>
          <p:sp>
            <p:nvSpPr>
              <p:cNvPr id="333" name="직사각형 33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3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41" name="TextBox 34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38" name="그룹 237"/>
            <p:cNvGrpSpPr/>
            <p:nvPr/>
          </p:nvGrpSpPr>
          <p:grpSpPr>
            <a:xfrm>
              <a:off x="632520" y="4975116"/>
              <a:ext cx="1188000" cy="180000"/>
              <a:chOff x="666428" y="4310612"/>
              <a:chExt cx="1188000" cy="180000"/>
            </a:xfrm>
          </p:grpSpPr>
          <p:sp>
            <p:nvSpPr>
              <p:cNvPr id="331" name="모서리가 둥근 직사각형 33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32"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2520" y="2752353"/>
              <a:ext cx="1188000" cy="180000"/>
              <a:chOff x="666427" y="3266516"/>
              <a:chExt cx="1188000" cy="180000"/>
            </a:xfrm>
          </p:grpSpPr>
          <p:sp>
            <p:nvSpPr>
              <p:cNvPr id="321" name="모서리가 둥근 직사각형 32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3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2520" y="5257815"/>
              <a:ext cx="1188000" cy="180000"/>
              <a:chOff x="666428" y="4310612"/>
              <a:chExt cx="1188000" cy="180000"/>
            </a:xfrm>
          </p:grpSpPr>
          <p:sp>
            <p:nvSpPr>
              <p:cNvPr id="319" name="모서리가 둥근 직사각형 31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20"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32520" y="5884721"/>
              <a:ext cx="1188000" cy="180000"/>
              <a:chOff x="666428" y="4570824"/>
              <a:chExt cx="1188000" cy="180000"/>
            </a:xfrm>
          </p:grpSpPr>
          <p:sp>
            <p:nvSpPr>
              <p:cNvPr id="316" name="모서리가 둥근 직사각형 31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318"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2520" y="3825064"/>
              <a:ext cx="1188000" cy="180000"/>
              <a:chOff x="666428" y="4310612"/>
              <a:chExt cx="1188000" cy="180000"/>
            </a:xfrm>
          </p:grpSpPr>
          <p:sp>
            <p:nvSpPr>
              <p:cNvPr id="247" name="모서리가 둥근 직사각형 2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60" name="그룹 259"/>
          <p:cNvGrpSpPr/>
          <p:nvPr/>
        </p:nvGrpSpPr>
        <p:grpSpPr>
          <a:xfrm>
            <a:off x="507554" y="1602349"/>
            <a:ext cx="3075218" cy="252000"/>
            <a:chOff x="507554" y="1537742"/>
            <a:chExt cx="3075218" cy="252000"/>
          </a:xfrm>
        </p:grpSpPr>
        <p:pic>
          <p:nvPicPr>
            <p:cNvPr id="261" name="Picture 4"/>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2288704" y="1581175"/>
              <a:ext cx="1294068" cy="166725"/>
              <a:chOff x="2288704" y="1581175"/>
              <a:chExt cx="1294068" cy="166725"/>
            </a:xfrm>
          </p:grpSpPr>
          <p:sp>
            <p:nvSpPr>
              <p:cNvPr id="263" name="직사각형 2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4" name="직사각형 2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55" name="그룹 254"/>
          <p:cNvGrpSpPr/>
          <p:nvPr/>
        </p:nvGrpSpPr>
        <p:grpSpPr>
          <a:xfrm>
            <a:off x="624623" y="6165304"/>
            <a:ext cx="1188000" cy="180000"/>
            <a:chOff x="666428" y="3785432"/>
            <a:chExt cx="1188000" cy="180000"/>
          </a:xfrm>
        </p:grpSpPr>
        <p:sp>
          <p:nvSpPr>
            <p:cNvPr id="256" name="모서리가 둥근 직사각형 255"/>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종합시험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10906" y="6407787"/>
            <a:ext cx="1188000" cy="180000"/>
            <a:chOff x="666428" y="5881828"/>
            <a:chExt cx="1188000" cy="180000"/>
          </a:xfrm>
        </p:grpSpPr>
        <p:sp>
          <p:nvSpPr>
            <p:cNvPr id="259" name="모서리가 둥근 직사각형 25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5"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1374661" y="6155779"/>
            <a:ext cx="234360" cy="200055"/>
            <a:chOff x="1152270" y="11706839"/>
            <a:chExt cx="234360" cy="200055"/>
          </a:xfrm>
        </p:grpSpPr>
        <p:sp>
          <p:nvSpPr>
            <p:cNvPr id="266" name="모서리가 둥근 직사각형 2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7" name="직사각형 2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268" name="직사각형 267"/>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270" name="모서리가 둥근 직사각형 269"/>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71" name="그룹 270"/>
          <p:cNvGrpSpPr/>
          <p:nvPr/>
        </p:nvGrpSpPr>
        <p:grpSpPr>
          <a:xfrm>
            <a:off x="2019008" y="2742828"/>
            <a:ext cx="2392552" cy="215444"/>
            <a:chOff x="2936776" y="2742828"/>
            <a:chExt cx="2392552" cy="215444"/>
          </a:xfrm>
        </p:grpSpPr>
        <p:grpSp>
          <p:nvGrpSpPr>
            <p:cNvPr id="272" name="그룹 271"/>
            <p:cNvGrpSpPr/>
            <p:nvPr/>
          </p:nvGrpSpPr>
          <p:grpSpPr>
            <a:xfrm>
              <a:off x="3853253" y="2765514"/>
              <a:ext cx="1476075" cy="180000"/>
              <a:chOff x="8094882" y="2394429"/>
              <a:chExt cx="1476075" cy="180000"/>
            </a:xfrm>
          </p:grpSpPr>
          <p:sp>
            <p:nvSpPr>
              <p:cNvPr id="274"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2026</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75"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73" name="직사각형 27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79" name="그룹 278"/>
          <p:cNvGrpSpPr/>
          <p:nvPr/>
        </p:nvGrpSpPr>
        <p:grpSpPr>
          <a:xfrm>
            <a:off x="2019722" y="3012390"/>
            <a:ext cx="4597216" cy="215444"/>
            <a:chOff x="2029247" y="3007057"/>
            <a:chExt cx="4597216" cy="215444"/>
          </a:xfrm>
        </p:grpSpPr>
        <p:sp>
          <p:nvSpPr>
            <p:cNvPr id="280" name="Rectangle 122"/>
            <p:cNvSpPr>
              <a:spLocks noChangeArrowheads="1"/>
            </p:cNvSpPr>
            <p:nvPr/>
          </p:nvSpPr>
          <p:spPr bwMode="auto">
            <a:xfrm>
              <a:off x="4826463" y="3010693"/>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81" name="직사각형 280"/>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82" name="Rectangle 122"/>
            <p:cNvSpPr>
              <a:spLocks noChangeArrowheads="1"/>
            </p:cNvSpPr>
            <p:nvPr/>
          </p:nvSpPr>
          <p:spPr bwMode="auto">
            <a:xfrm>
              <a:off x="2946301" y="3013926"/>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83"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57" name="직사각형 156"/>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목록</a:t>
            </a:r>
            <a:endParaRPr lang="ko-KR" altLang="en-US" sz="800" b="1" dirty="0">
              <a:solidFill>
                <a:srgbClr val="FF0000"/>
              </a:solidFill>
              <a:latin typeface="+mn-ea"/>
              <a:ea typeface="+mn-ea"/>
            </a:endParaRPr>
          </a:p>
        </p:txBody>
      </p:sp>
      <p:graphicFrame>
        <p:nvGraphicFramePr>
          <p:cNvPr id="158" name="Group 37"/>
          <p:cNvGraphicFramePr>
            <a:graphicFrameLocks noGrp="1"/>
          </p:cNvGraphicFramePr>
          <p:nvPr>
            <p:extLst>
              <p:ext uri="{D42A27DB-BD31-4B8C-83A1-F6EECF244321}">
                <p14:modId xmlns:p14="http://schemas.microsoft.com/office/powerpoint/2010/main" val="174184112"/>
              </p:ext>
            </p:extLst>
          </p:nvPr>
        </p:nvGraphicFramePr>
        <p:xfrm>
          <a:off x="1975899" y="3681551"/>
          <a:ext cx="7550850" cy="681050"/>
        </p:xfrm>
        <a:graphic>
          <a:graphicData uri="http://schemas.openxmlformats.org/drawingml/2006/table">
            <a:tbl>
              <a:tblPr/>
              <a:tblGrid>
                <a:gridCol w="311371">
                  <a:extLst>
                    <a:ext uri="{9D8B030D-6E8A-4147-A177-3AD203B41FA5}">
                      <a16:colId xmlns="" xmlns:a16="http://schemas.microsoft.com/office/drawing/2014/main" val="20001"/>
                    </a:ext>
                  </a:extLst>
                </a:gridCol>
                <a:gridCol w="431890"/>
                <a:gridCol w="311371"/>
                <a:gridCol w="514350"/>
                <a:gridCol w="717329"/>
                <a:gridCol w="1059875"/>
                <a:gridCol w="311372"/>
                <a:gridCol w="514913"/>
                <a:gridCol w="514913"/>
                <a:gridCol w="354575"/>
                <a:gridCol w="514913"/>
                <a:gridCol w="877490"/>
                <a:gridCol w="514912"/>
                <a:gridCol w="60157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출제교수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채점교수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이름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시험구분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종합시험 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시험시간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컴퓨터공학과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r>
                        <a:rPr lang="ko-KR" altLang="en-US" sz="800" b="0" kern="1200" dirty="0" smtClean="0">
                          <a:solidFill>
                            <a:schemeClr val="tx1">
                              <a:lumMod val="75000"/>
                              <a:lumOff val="25000"/>
                            </a:schemeClr>
                          </a:solidFill>
                          <a:latin typeface="+mn-ea"/>
                          <a:ea typeface="+mn-ea"/>
                          <a:cs typeface="+mn-cs"/>
                        </a:rPr>
                        <a:t>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ON</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2026.12.02</a:t>
                      </a:r>
                      <a:r>
                        <a:rPr lang="en-US" altLang="ko-KR" sz="800" b="0" baseline="0" dirty="0" smtClean="0">
                          <a:solidFill>
                            <a:schemeClr val="tx1">
                              <a:lumMod val="75000"/>
                              <a:lumOff val="25000"/>
                            </a:schemeClr>
                          </a:solidFill>
                          <a:latin typeface="+mn-ea"/>
                          <a:ea typeface="+mn-ea"/>
                        </a:rPr>
                        <a:t> 14:00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baseline="0" dirty="0" smtClean="0">
                          <a:solidFill>
                            <a:schemeClr val="tx1">
                              <a:lumMod val="75000"/>
                              <a:lumOff val="25000"/>
                            </a:schemeClr>
                          </a:solidFill>
                          <a:latin typeface="+mn-ea"/>
                          <a:ea typeface="+mn-ea"/>
                        </a:rPr>
                        <a:t>50</a:t>
                      </a:r>
                      <a:r>
                        <a:rPr lang="ko-KR" altLang="en-US" sz="800" b="0" baseline="0" dirty="0" smtClean="0">
                          <a:solidFill>
                            <a:schemeClr val="tx1">
                              <a:lumMod val="75000"/>
                              <a:lumOff val="25000"/>
                            </a:schemeClr>
                          </a:solidFill>
                          <a:latin typeface="+mn-ea"/>
                          <a:ea typeface="+mn-ea"/>
                        </a:rPr>
                        <a:t>분</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국어국문학과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국문학일반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r>
                        <a:rPr lang="ko-KR" altLang="en-US" sz="800" b="0" kern="1200" dirty="0" smtClean="0">
                          <a:solidFill>
                            <a:schemeClr val="tx1">
                              <a:lumMod val="75000"/>
                              <a:lumOff val="25000"/>
                            </a:schemeClr>
                          </a:solidFill>
                          <a:latin typeface="+mn-ea"/>
                          <a:ea typeface="+mn-ea"/>
                          <a:cs typeface="+mn-cs"/>
                        </a:rPr>
                        <a:t>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OFF</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2026.12.02</a:t>
                      </a:r>
                      <a:r>
                        <a:rPr lang="en-US" altLang="ko-KR" sz="800" b="0" baseline="0" dirty="0" smtClean="0">
                          <a:solidFill>
                            <a:schemeClr val="tx1">
                              <a:lumMod val="75000"/>
                              <a:lumOff val="25000"/>
                            </a:schemeClr>
                          </a:solidFill>
                          <a:latin typeface="+mn-ea"/>
                          <a:ea typeface="+mn-ea"/>
                        </a:rPr>
                        <a:t> 14:00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baseline="0" dirty="0" smtClean="0">
                          <a:solidFill>
                            <a:schemeClr val="tx1">
                              <a:lumMod val="75000"/>
                              <a:lumOff val="25000"/>
                            </a:schemeClr>
                          </a:solidFill>
                          <a:latin typeface="+mn-ea"/>
                          <a:ea typeface="+mn-ea"/>
                        </a:rPr>
                        <a:t>50</a:t>
                      </a:r>
                      <a:r>
                        <a:rPr lang="ko-KR" altLang="en-US" sz="800" b="0" baseline="0" dirty="0" smtClean="0">
                          <a:solidFill>
                            <a:schemeClr val="tx1">
                              <a:lumMod val="75000"/>
                              <a:lumOff val="25000"/>
                            </a:schemeClr>
                          </a:solidFill>
                          <a:latin typeface="+mn-ea"/>
                          <a:ea typeface="+mn-ea"/>
                        </a:rPr>
                        <a:t>분</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159" name="직사각형 158"/>
          <p:cNvSpPr/>
          <p:nvPr/>
        </p:nvSpPr>
        <p:spPr>
          <a:xfrm>
            <a:off x="2245271"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2</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sp>
        <p:nvSpPr>
          <p:cNvPr id="160" name="Rectangle 122"/>
          <p:cNvSpPr>
            <a:spLocks noChangeArrowheads="1"/>
          </p:cNvSpPr>
          <p:nvPr/>
        </p:nvSpPr>
        <p:spPr bwMode="auto">
          <a:xfrm>
            <a:off x="9050071" y="3436449"/>
            <a:ext cx="396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1" name="Rectangle 122"/>
          <p:cNvSpPr>
            <a:spLocks noChangeArrowheads="1"/>
          </p:cNvSpPr>
          <p:nvPr/>
        </p:nvSpPr>
        <p:spPr bwMode="auto">
          <a:xfrm>
            <a:off x="8949504" y="3921753"/>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시험응시</a:t>
            </a:r>
            <a:endParaRPr lang="ko-KR" altLang="en-US" sz="800" kern="0" dirty="0">
              <a:solidFill>
                <a:schemeClr val="tx1">
                  <a:lumMod val="75000"/>
                  <a:lumOff val="25000"/>
                </a:schemeClr>
              </a:solidFill>
              <a:latin typeface="+mn-ea"/>
              <a:ea typeface="+mn-ea"/>
            </a:endParaRPr>
          </a:p>
        </p:txBody>
      </p:sp>
      <p:grpSp>
        <p:nvGrpSpPr>
          <p:cNvPr id="172" name="그룹 171"/>
          <p:cNvGrpSpPr/>
          <p:nvPr/>
        </p:nvGrpSpPr>
        <p:grpSpPr>
          <a:xfrm>
            <a:off x="8897118" y="3755132"/>
            <a:ext cx="234360" cy="200055"/>
            <a:chOff x="1152270" y="11706839"/>
            <a:chExt cx="234360" cy="200055"/>
          </a:xfrm>
        </p:grpSpPr>
        <p:sp>
          <p:nvSpPr>
            <p:cNvPr id="173" name="모서리가 둥근 직사각형 17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4" name="직사각형 17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75" name="그룹 174"/>
          <p:cNvGrpSpPr/>
          <p:nvPr/>
        </p:nvGrpSpPr>
        <p:grpSpPr>
          <a:xfrm>
            <a:off x="8903915" y="4140666"/>
            <a:ext cx="234360" cy="200055"/>
            <a:chOff x="1152270" y="11706839"/>
            <a:chExt cx="234360" cy="200055"/>
          </a:xfrm>
        </p:grpSpPr>
        <p:sp>
          <p:nvSpPr>
            <p:cNvPr id="176" name="모서리가 둥근 직사각형 1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7" name="직사각형 17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2392685315"/>
      </p:ext>
    </p:extLst>
  </p:cSld>
  <p:clrMapOvr>
    <a:masterClrMapping/>
  </p:clrMapOvr>
  <p:transition>
    <p:wipe dir="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6409747"/>
            <a:ext cx="9082533" cy="1051701"/>
            <a:chOff x="406971" y="9045624"/>
            <a:chExt cx="7671600" cy="2318315"/>
          </a:xfrm>
        </p:grpSpPr>
        <p:sp>
          <p:nvSpPr>
            <p:cNvPr id="312" name="직사각형 311"/>
            <p:cNvSpPr/>
            <p:nvPr/>
          </p:nvSpPr>
          <p:spPr>
            <a:xfrm>
              <a:off x="406971" y="9045624"/>
              <a:ext cx="7671600" cy="2304256"/>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종합시험</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종합시험 </a:t>
            </a:r>
            <a:r>
              <a:rPr lang="en-US" altLang="ko-KR" sz="800" spc="-60" dirty="0" smtClean="0">
                <a:latin typeface="+mn-ea"/>
                <a:ea typeface="+mn-ea"/>
              </a:rPr>
              <a:t>: </a:t>
            </a:r>
            <a:r>
              <a:rPr lang="ko-KR" altLang="en-US" sz="800" spc="-60" dirty="0" smtClean="0">
                <a:latin typeface="+mn-ea"/>
                <a:ea typeface="+mn-ea"/>
              </a:rPr>
              <a:t>시험기간 종료 후 점수확인</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75</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69505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90"/>
            <a:ext cx="1440160" cy="477157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글로벌메뉴 </a:t>
            </a:r>
            <a:r>
              <a:rPr lang="en-US" altLang="ko-KR" sz="800" spc="-60" dirty="0" smtClean="0">
                <a:latin typeface="+mn-ea"/>
                <a:ea typeface="+mn-ea"/>
              </a:rPr>
              <a:t>&gt; </a:t>
            </a:r>
            <a:r>
              <a:rPr lang="ko-KR" altLang="en-US" sz="800" spc="-60" dirty="0" smtClean="0">
                <a:latin typeface="+mn-ea"/>
                <a:ea typeface="+mn-ea"/>
              </a:rPr>
              <a:t>종합시험</a:t>
            </a:r>
            <a:endParaRPr lang="ko-KR" altLang="en-US" sz="800" spc="-60" dirty="0">
              <a:latin typeface="+mn-ea"/>
              <a:ea typeface="+mn-ea"/>
            </a:endParaRPr>
          </a:p>
        </p:txBody>
      </p:sp>
      <p:grpSp>
        <p:nvGrpSpPr>
          <p:cNvPr id="396" name="그룹 395"/>
          <p:cNvGrpSpPr/>
          <p:nvPr/>
        </p:nvGrpSpPr>
        <p:grpSpPr>
          <a:xfrm>
            <a:off x="1972097" y="2358429"/>
            <a:ext cx="7488000" cy="216000"/>
            <a:chOff x="559370" y="2267347"/>
            <a:chExt cx="7488000" cy="216000"/>
          </a:xfrm>
        </p:grpSpPr>
        <p:sp>
          <p:nvSpPr>
            <p:cNvPr id="397" name="직사각형 396"/>
            <p:cNvSpPr/>
            <p:nvPr/>
          </p:nvSpPr>
          <p:spPr>
            <a:xfrm>
              <a:off x="559370" y="2267347"/>
              <a:ext cx="7488000" cy="216000"/>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596648" y="2286397"/>
              <a:ext cx="1188000" cy="180000"/>
              <a:chOff x="524640" y="2276872"/>
              <a:chExt cx="1188000" cy="180000"/>
            </a:xfrm>
          </p:grpSpPr>
          <p:sp>
            <p:nvSpPr>
              <p:cNvPr id="399" name="모서리가 둥근 직사각형 398"/>
              <p:cNvSpPr/>
              <p:nvPr/>
            </p:nvSpPr>
            <p:spPr bwMode="auto">
              <a:xfrm>
                <a:off x="524640" y="227687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900" dirty="0" smtClean="0">
                    <a:solidFill>
                      <a:schemeClr val="tx1">
                        <a:lumMod val="75000"/>
                        <a:lumOff val="25000"/>
                      </a:schemeClr>
                    </a:solidFill>
                    <a:latin typeface="+mn-ea"/>
                    <a:ea typeface="+mn-ea"/>
                    <a:cs typeface="Calibri" pitchFamily="34" charset="0"/>
                  </a:rPr>
                  <a:t>   종합시험</a:t>
                </a:r>
                <a:endParaRPr kumimoji="1" lang="ko-KR" altLang="en-US" sz="900" dirty="0">
                  <a:solidFill>
                    <a:schemeClr val="tx1">
                      <a:lumMod val="75000"/>
                      <a:lumOff val="25000"/>
                    </a:schemeClr>
                  </a:solidFill>
                  <a:latin typeface="+mn-ea"/>
                  <a:ea typeface="+mn-ea"/>
                  <a:cs typeface="Calibri" pitchFamily="34" charset="0"/>
                </a:endParaRPr>
              </a:p>
            </p:txBody>
          </p:sp>
          <p:pic>
            <p:nvPicPr>
              <p:cNvPr id="4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0" name="TextBox 2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KNOU_UI_C01021800_02</a:t>
            </a:r>
            <a:endParaRPr lang="ko-KR" altLang="en-US" sz="800" spc="-60" dirty="0">
              <a:latin typeface="+mn-ea"/>
            </a:endParaRPr>
          </a:p>
        </p:txBody>
      </p:sp>
      <p:grpSp>
        <p:nvGrpSpPr>
          <p:cNvPr id="136" name="그룹 135"/>
          <p:cNvGrpSpPr/>
          <p:nvPr/>
        </p:nvGrpSpPr>
        <p:grpSpPr>
          <a:xfrm>
            <a:off x="1967772" y="1979315"/>
            <a:ext cx="7489822" cy="326132"/>
            <a:chOff x="1967772" y="1979315"/>
            <a:chExt cx="7489822" cy="326132"/>
          </a:xfrm>
        </p:grpSpPr>
        <p:sp>
          <p:nvSpPr>
            <p:cNvPr id="137" name="직사각형 136"/>
            <p:cNvSpPr/>
            <p:nvPr/>
          </p:nvSpPr>
          <p:spPr>
            <a:xfrm>
              <a:off x="1967772" y="1979315"/>
              <a:ext cx="7488000" cy="288000"/>
            </a:xfrm>
            <a:prstGeom prst="rect">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38" name="그룹 137"/>
            <p:cNvGrpSpPr/>
            <p:nvPr/>
          </p:nvGrpSpPr>
          <p:grpSpPr>
            <a:xfrm>
              <a:off x="4290164" y="2031278"/>
              <a:ext cx="1040981" cy="215444"/>
              <a:chOff x="1618412" y="2762216"/>
              <a:chExt cx="1440000" cy="215444"/>
            </a:xfrm>
          </p:grpSpPr>
          <p:sp>
            <p:nvSpPr>
              <p:cNvPr id="212" name="직사각형 21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공지사항</a:t>
                </a:r>
                <a:endParaRPr lang="en-US" altLang="ko-KR" sz="800" dirty="0">
                  <a:solidFill>
                    <a:schemeClr val="tx1">
                      <a:lumMod val="75000"/>
                      <a:lumOff val="25000"/>
                    </a:schemeClr>
                  </a:solidFill>
                  <a:latin typeface="+mn-ea"/>
                </a:endParaRPr>
              </a:p>
            </p:txBody>
          </p:sp>
          <p:sp>
            <p:nvSpPr>
              <p:cNvPr id="213" name="직사각형 212"/>
              <p:cNvSpPr/>
              <p:nvPr/>
            </p:nvSpPr>
            <p:spPr>
              <a:xfrm>
                <a:off x="2774362"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39" name="그룹 138"/>
            <p:cNvGrpSpPr/>
            <p:nvPr/>
          </p:nvGrpSpPr>
          <p:grpSpPr>
            <a:xfrm>
              <a:off x="5351027" y="2031278"/>
              <a:ext cx="1040981" cy="215444"/>
              <a:chOff x="1618412" y="2762216"/>
              <a:chExt cx="1440000" cy="215444"/>
            </a:xfrm>
          </p:grpSpPr>
          <p:sp>
            <p:nvSpPr>
              <p:cNvPr id="210" name="직사각형 209"/>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강의계획서</a:t>
                </a:r>
                <a:endParaRPr lang="en-US" altLang="ko-KR" sz="800" dirty="0">
                  <a:solidFill>
                    <a:schemeClr val="tx1">
                      <a:lumMod val="75000"/>
                      <a:lumOff val="25000"/>
                    </a:schemeClr>
                  </a:solidFill>
                  <a:latin typeface="+mn-ea"/>
                </a:endParaRPr>
              </a:p>
            </p:txBody>
          </p:sp>
          <p:sp>
            <p:nvSpPr>
              <p:cNvPr id="211" name="직사각형 210"/>
              <p:cNvSpPr/>
              <p:nvPr/>
            </p:nvSpPr>
            <p:spPr>
              <a:xfrm>
                <a:off x="2775940"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0" name="그룹 139"/>
            <p:cNvGrpSpPr/>
            <p:nvPr/>
          </p:nvGrpSpPr>
          <p:grpSpPr>
            <a:xfrm>
              <a:off x="6413117" y="2031278"/>
              <a:ext cx="1040981" cy="215444"/>
              <a:chOff x="1618412" y="2762216"/>
              <a:chExt cx="1440000" cy="215444"/>
            </a:xfrm>
          </p:grpSpPr>
          <p:sp>
            <p:nvSpPr>
              <p:cNvPr id="208" name="직사각형 207"/>
              <p:cNvSpPr/>
              <p:nvPr/>
            </p:nvSpPr>
            <p:spPr>
              <a:xfrm>
                <a:off x="1618412" y="2780928"/>
                <a:ext cx="1440000" cy="1800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종합시험</a:t>
                </a:r>
                <a:endParaRPr lang="en-US" altLang="ko-KR" sz="800" dirty="0">
                  <a:solidFill>
                    <a:schemeClr val="tx1">
                      <a:lumMod val="75000"/>
                      <a:lumOff val="25000"/>
                    </a:schemeClr>
                  </a:solidFill>
                  <a:latin typeface="+mn-ea"/>
                </a:endParaRPr>
              </a:p>
            </p:txBody>
          </p:sp>
          <p:sp>
            <p:nvSpPr>
              <p:cNvPr id="209" name="직사각형 208"/>
              <p:cNvSpPr/>
              <p:nvPr/>
            </p:nvSpPr>
            <p:spPr>
              <a:xfrm>
                <a:off x="2777518"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1" name="그룹 140"/>
            <p:cNvGrpSpPr/>
            <p:nvPr/>
          </p:nvGrpSpPr>
          <p:grpSpPr>
            <a:xfrm>
              <a:off x="7474187" y="2031278"/>
              <a:ext cx="1040981" cy="215444"/>
              <a:chOff x="1618412" y="2762216"/>
              <a:chExt cx="1440000" cy="215444"/>
            </a:xfrm>
          </p:grpSpPr>
          <p:sp>
            <p:nvSpPr>
              <p:cNvPr id="206" name="직사각형 205"/>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학습진도관리</a:t>
                </a:r>
                <a:endParaRPr lang="en-US" altLang="ko-KR" sz="800" dirty="0">
                  <a:solidFill>
                    <a:schemeClr val="tx1">
                      <a:lumMod val="75000"/>
                      <a:lumOff val="25000"/>
                    </a:schemeClr>
                  </a:solidFill>
                  <a:latin typeface="+mn-ea"/>
                </a:endParaRPr>
              </a:p>
            </p:txBody>
          </p:sp>
          <p:sp>
            <p:nvSpPr>
              <p:cNvPr id="207" name="직사각형 206"/>
              <p:cNvSpPr/>
              <p:nvPr/>
            </p:nvSpPr>
            <p:spPr>
              <a:xfrm>
                <a:off x="2779097"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42" name="그룹 141"/>
            <p:cNvGrpSpPr/>
            <p:nvPr/>
          </p:nvGrpSpPr>
          <p:grpSpPr>
            <a:xfrm>
              <a:off x="3224705" y="2032273"/>
              <a:ext cx="1040982" cy="215444"/>
              <a:chOff x="1618412" y="2762216"/>
              <a:chExt cx="1440000" cy="215444"/>
            </a:xfrm>
          </p:grpSpPr>
          <p:sp>
            <p:nvSpPr>
              <p:cNvPr id="204" name="직사각형 203"/>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메시지함</a:t>
                </a:r>
                <a:endParaRPr lang="en-US" altLang="ko-KR" sz="800" dirty="0">
                  <a:solidFill>
                    <a:schemeClr val="tx1">
                      <a:lumMod val="75000"/>
                      <a:lumOff val="25000"/>
                    </a:schemeClr>
                  </a:solidFill>
                  <a:latin typeface="+mn-ea"/>
                </a:endParaRPr>
              </a:p>
            </p:txBody>
          </p:sp>
          <p:sp>
            <p:nvSpPr>
              <p:cNvPr id="205" name="직사각형 204"/>
              <p:cNvSpPr/>
              <p:nvPr/>
            </p:nvSpPr>
            <p:spPr>
              <a:xfrm>
                <a:off x="2772784"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grpSp>
          <p:nvGrpSpPr>
            <p:cNvPr id="192" name="그룹 191"/>
            <p:cNvGrpSpPr/>
            <p:nvPr/>
          </p:nvGrpSpPr>
          <p:grpSpPr>
            <a:xfrm>
              <a:off x="2172387" y="2026940"/>
              <a:ext cx="1040981" cy="215444"/>
              <a:chOff x="1618412" y="2762216"/>
              <a:chExt cx="1440000" cy="215444"/>
            </a:xfrm>
          </p:grpSpPr>
          <p:sp>
            <p:nvSpPr>
              <p:cNvPr id="202" name="직사각형 201"/>
              <p:cNvSpPr/>
              <p:nvPr/>
            </p:nvSpPr>
            <p:spPr>
              <a:xfrm>
                <a:off x="1618412" y="2780928"/>
                <a:ext cx="144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프로필</a:t>
                </a:r>
                <a:endParaRPr lang="en-US" altLang="ko-KR" sz="800" dirty="0">
                  <a:solidFill>
                    <a:schemeClr val="tx1">
                      <a:lumMod val="75000"/>
                      <a:lumOff val="25000"/>
                    </a:schemeClr>
                  </a:solidFill>
                  <a:latin typeface="+mn-ea"/>
                </a:endParaRPr>
              </a:p>
            </p:txBody>
          </p:sp>
          <p:sp>
            <p:nvSpPr>
              <p:cNvPr id="203" name="직사각형 202"/>
              <p:cNvSpPr/>
              <p:nvPr/>
            </p:nvSpPr>
            <p:spPr>
              <a:xfrm>
                <a:off x="2771205" y="2762216"/>
                <a:ext cx="251992"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X</a:t>
                </a:r>
                <a:endParaRPr lang="ko-KR" altLang="en-US" sz="800" b="1" dirty="0">
                  <a:solidFill>
                    <a:schemeClr val="tx1">
                      <a:lumMod val="75000"/>
                      <a:lumOff val="25000"/>
                    </a:schemeClr>
                  </a:solidFill>
                </a:endParaRPr>
              </a:p>
            </p:txBody>
          </p:sp>
        </p:grpSp>
        <p:sp>
          <p:nvSpPr>
            <p:cNvPr id="194" name="직사각형 193"/>
            <p:cNvSpPr/>
            <p:nvPr/>
          </p:nvSpPr>
          <p:spPr>
            <a:xfrm>
              <a:off x="6416380" y="2197447"/>
              <a:ext cx="1033200" cy="10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95" name="직사각형 194"/>
            <p:cNvSpPr/>
            <p:nvPr/>
          </p:nvSpPr>
          <p:spPr bwMode="auto">
            <a:xfrm>
              <a:off x="9295594" y="1980619"/>
              <a:ext cx="162000" cy="288000"/>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r>
                <a:rPr kumimoji="1" lang="en-US" altLang="ko-KR" sz="1000" b="1" dirty="0" smtClean="0">
                  <a:solidFill>
                    <a:schemeClr val="bg1"/>
                  </a:solidFill>
                  <a:latin typeface="+mn-ea"/>
                  <a:cs typeface="Calibri" pitchFamily="34" charset="0"/>
                </a:rPr>
                <a:t>X</a:t>
              </a:r>
              <a:endParaRPr kumimoji="1" lang="ko-KR" altLang="en-US" sz="1000" b="1" dirty="0">
                <a:solidFill>
                  <a:schemeClr val="bg1"/>
                </a:solidFill>
                <a:latin typeface="+mn-ea"/>
                <a:cs typeface="Calibri" pitchFamily="34" charset="0"/>
              </a:endParaRPr>
            </a:p>
          </p:txBody>
        </p:sp>
        <p:grpSp>
          <p:nvGrpSpPr>
            <p:cNvPr id="196" name="그룹 195"/>
            <p:cNvGrpSpPr/>
            <p:nvPr/>
          </p:nvGrpSpPr>
          <p:grpSpPr>
            <a:xfrm>
              <a:off x="9120844" y="1979315"/>
              <a:ext cx="162000" cy="288000"/>
              <a:chOff x="9447994" y="2133019"/>
              <a:chExt cx="162000" cy="288000"/>
            </a:xfrm>
          </p:grpSpPr>
          <p:sp>
            <p:nvSpPr>
              <p:cNvPr id="200" name="직사각형 199"/>
              <p:cNvSpPr/>
              <p:nvPr/>
            </p:nvSpPr>
            <p:spPr bwMode="auto">
              <a:xfrm>
                <a:off x="9447994" y="2133019"/>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201" name="1/2 액자 200"/>
              <p:cNvSpPr>
                <a:spLocks noChangeAspect="1"/>
              </p:cNvSpPr>
              <p:nvPr/>
            </p:nvSpPr>
            <p:spPr bwMode="auto">
              <a:xfrm rot="8100000">
                <a:off x="9473717" y="2234985"/>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0000"/>
                  </a:solidFill>
                  <a:latin typeface="+mj-ea"/>
                  <a:ea typeface="+mj-ea"/>
                  <a:cs typeface="Arial" charset="0"/>
                </a:endParaRPr>
              </a:p>
            </p:txBody>
          </p:sp>
        </p:grpSp>
        <p:grpSp>
          <p:nvGrpSpPr>
            <p:cNvPr id="197" name="그룹 196"/>
            <p:cNvGrpSpPr/>
            <p:nvPr/>
          </p:nvGrpSpPr>
          <p:grpSpPr>
            <a:xfrm>
              <a:off x="1973163" y="1979315"/>
              <a:ext cx="162000" cy="288000"/>
              <a:chOff x="10860" y="2122356"/>
              <a:chExt cx="162000" cy="288000"/>
            </a:xfrm>
          </p:grpSpPr>
          <p:sp>
            <p:nvSpPr>
              <p:cNvPr id="198" name="직사각형 197"/>
              <p:cNvSpPr/>
              <p:nvPr/>
            </p:nvSpPr>
            <p:spPr bwMode="auto">
              <a:xfrm>
                <a:off x="10860" y="2122356"/>
                <a:ext cx="162000" cy="288000"/>
              </a:xfrm>
              <a:prstGeom prst="rect">
                <a:avLst/>
              </a:prstGeom>
              <a:solidFill>
                <a:srgbClr val="6786AD"/>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1000" b="1" dirty="0">
                  <a:solidFill>
                    <a:schemeClr val="bg1"/>
                  </a:solidFill>
                  <a:latin typeface="+mn-ea"/>
                  <a:cs typeface="Calibri" pitchFamily="34" charset="0"/>
                </a:endParaRPr>
              </a:p>
            </p:txBody>
          </p:sp>
          <p:sp>
            <p:nvSpPr>
              <p:cNvPr id="199" name="1/2 액자 198"/>
              <p:cNvSpPr>
                <a:spLocks noChangeAspect="1"/>
              </p:cNvSpPr>
              <p:nvPr/>
            </p:nvSpPr>
            <p:spPr bwMode="auto">
              <a:xfrm rot="18900000">
                <a:off x="59719" y="2224970"/>
                <a:ext cx="94145" cy="90000"/>
              </a:xfrm>
              <a:prstGeom prst="halfFrame">
                <a:avLst>
                  <a:gd name="adj1" fmla="val 24074"/>
                  <a:gd name="adj2" fmla="val 24074"/>
                </a:avLst>
              </a:prstGeom>
              <a:solidFill>
                <a:schemeClr val="bg1"/>
              </a:solidFill>
              <a:ln w="3175" algn="ctr">
                <a:no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a:solidFill>
                    <a:srgbClr val="0070C0"/>
                  </a:solidFill>
                  <a:latin typeface="+mj-ea"/>
                  <a:ea typeface="+mj-ea"/>
                  <a:cs typeface="Arial" charset="0"/>
                </a:endParaRPr>
              </a:p>
            </p:txBody>
          </p:sp>
        </p:grpSp>
      </p:grpSp>
      <p:grpSp>
        <p:nvGrpSpPr>
          <p:cNvPr id="169" name="그룹 168"/>
          <p:cNvGrpSpPr/>
          <p:nvPr/>
        </p:nvGrpSpPr>
        <p:grpSpPr>
          <a:xfrm>
            <a:off x="5035151" y="1552259"/>
            <a:ext cx="3761110" cy="194393"/>
            <a:chOff x="5665911" y="1552259"/>
            <a:chExt cx="3761110" cy="194393"/>
          </a:xfrm>
        </p:grpSpPr>
        <p:pic>
          <p:nvPicPr>
            <p:cNvPr id="21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25587"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02259"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088365"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502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1" name="그룹 220"/>
            <p:cNvGrpSpPr/>
            <p:nvPr/>
          </p:nvGrpSpPr>
          <p:grpSpPr>
            <a:xfrm>
              <a:off x="5665911" y="1583291"/>
              <a:ext cx="648000" cy="162000"/>
              <a:chOff x="4953000" y="2780928"/>
              <a:chExt cx="648000" cy="162000"/>
            </a:xfrm>
          </p:grpSpPr>
          <p:sp>
            <p:nvSpPr>
              <p:cNvPr id="226" name="모서리가 둥근 직사각형 225"/>
              <p:cNvSpPr/>
              <p:nvPr userDrawn="1"/>
            </p:nvSpPr>
            <p:spPr bwMode="auto">
              <a:xfrm>
                <a:off x="4953000" y="2780928"/>
                <a:ext cx="648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위젯설정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10"/>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4992461" y="2821748"/>
                <a:ext cx="79200" cy="7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모서리가 둥근 직사각형 221"/>
            <p:cNvSpPr/>
            <p:nvPr/>
          </p:nvSpPr>
          <p:spPr bwMode="auto">
            <a:xfrm>
              <a:off x="6357416" y="1579923"/>
              <a:ext cx="2340000" cy="1620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이전로그인 </a:t>
              </a:r>
              <a:r>
                <a:rPr kumimoji="1" lang="en-US" altLang="ko-KR" sz="800" dirty="0" smtClean="0">
                  <a:solidFill>
                    <a:schemeClr val="tx1">
                      <a:lumMod val="75000"/>
                      <a:lumOff val="25000"/>
                    </a:schemeClr>
                  </a:solidFill>
                  <a:latin typeface="+mn-ea"/>
                  <a:ea typeface="+mn-ea"/>
                  <a:cs typeface="Calibri" pitchFamily="34" charset="0"/>
                </a:rPr>
                <a:t>2025.02.23 19:42  102.235.184.247 </a:t>
              </a:r>
            </a:p>
          </p:txBody>
        </p:sp>
        <p:sp>
          <p:nvSpPr>
            <p:cNvPr id="225" name="타원 224"/>
            <p:cNvSpPr/>
            <p:nvPr/>
          </p:nvSpPr>
          <p:spPr bwMode="auto">
            <a:xfrm>
              <a:off x="8790912" y="1552259"/>
              <a:ext cx="36000" cy="36000"/>
            </a:xfrm>
            <a:prstGeom prst="ellipse">
              <a:avLst/>
            </a:prstGeom>
            <a:solidFill>
              <a:srgbClr val="0070C0"/>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228" name="모서리가 둥근 직사각형 227"/>
          <p:cNvSpPr/>
          <p:nvPr/>
        </p:nvSpPr>
        <p:spPr bwMode="auto">
          <a:xfrm>
            <a:off x="8813547" y="1582241"/>
            <a:ext cx="648000" cy="154800"/>
          </a:xfrm>
          <a:prstGeom prst="roundRect">
            <a:avLst/>
          </a:prstGeom>
          <a:noFill/>
          <a:ln w="6350" cap="flat" cmpd="sng" algn="ctr">
            <a:solidFill>
              <a:schemeClr val="bg1">
                <a:lumMod val="75000"/>
              </a:schemeClr>
            </a:solid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통합관리자</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29" name="그룹 228"/>
          <p:cNvGrpSpPr/>
          <p:nvPr/>
        </p:nvGrpSpPr>
        <p:grpSpPr>
          <a:xfrm>
            <a:off x="8668462" y="1695475"/>
            <a:ext cx="849617" cy="276999"/>
            <a:chOff x="8563069" y="1695475"/>
            <a:chExt cx="849617" cy="276999"/>
          </a:xfrm>
        </p:grpSpPr>
        <p:grpSp>
          <p:nvGrpSpPr>
            <p:cNvPr id="239" name="그룹 238"/>
            <p:cNvGrpSpPr/>
            <p:nvPr/>
          </p:nvGrpSpPr>
          <p:grpSpPr>
            <a:xfrm>
              <a:off x="8563069" y="1761166"/>
              <a:ext cx="792000" cy="162000"/>
              <a:chOff x="8779069" y="1761166"/>
              <a:chExt cx="792000" cy="162000"/>
            </a:xfrm>
          </p:grpSpPr>
          <p:sp>
            <p:nvSpPr>
              <p:cNvPr id="253" name="직사각형 25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25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8728739" y="1695475"/>
              <a:ext cx="247184" cy="276999"/>
              <a:chOff x="7672972" y="1671999"/>
              <a:chExt cx="247184" cy="276999"/>
            </a:xfrm>
          </p:grpSpPr>
          <p:sp>
            <p:nvSpPr>
              <p:cNvPr id="251" name="타원 250"/>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2" name="직사각형 251"/>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243" name="그룹 242"/>
            <p:cNvGrpSpPr/>
            <p:nvPr/>
          </p:nvGrpSpPr>
          <p:grpSpPr>
            <a:xfrm>
              <a:off x="9138252" y="1714525"/>
              <a:ext cx="274434" cy="246221"/>
              <a:chOff x="7663447" y="1691049"/>
              <a:chExt cx="274434" cy="246221"/>
            </a:xfrm>
          </p:grpSpPr>
          <p:sp>
            <p:nvSpPr>
              <p:cNvPr id="249" name="타원 248"/>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250" name="직사각형 249"/>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245" name="직사각형 24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aphicFrame>
        <p:nvGraphicFramePr>
          <p:cNvPr id="301" name="Group 175"/>
          <p:cNvGraphicFramePr>
            <a:graphicFrameLocks noGrp="1"/>
          </p:cNvGraphicFramePr>
          <p:nvPr>
            <p:extLst>
              <p:ext uri="{D42A27DB-BD31-4B8C-83A1-F6EECF244321}">
                <p14:modId xmlns:p14="http://schemas.microsoft.com/office/powerpoint/2010/main" val="4147261571"/>
              </p:ext>
            </p:extLst>
          </p:nvPr>
        </p:nvGraphicFramePr>
        <p:xfrm>
          <a:off x="9508554" y="1492213"/>
          <a:ext cx="1404156" cy="44581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시험구분 </a:t>
                      </a:r>
                      <a:r>
                        <a:rPr lang="en-US" altLang="ko-KR" sz="800" kern="1200" dirty="0" smtClean="0">
                          <a:solidFill>
                            <a:schemeClr val="tx1">
                              <a:lumMod val="75000"/>
                              <a:lumOff val="25000"/>
                            </a:schemeClr>
                          </a:solidFill>
                          <a:latin typeface="+mn-ea"/>
                          <a:ea typeface="+mn-ea"/>
                          <a:cs typeface="+mn-cs"/>
                        </a:rPr>
                        <a:t>: ON/OFF </a:t>
                      </a:r>
                      <a:r>
                        <a:rPr lang="ko-KR" altLang="en-US" sz="800" kern="1200" dirty="0" smtClean="0">
                          <a:solidFill>
                            <a:schemeClr val="tx1">
                              <a:lumMod val="75000"/>
                              <a:lumOff val="25000"/>
                            </a:schemeClr>
                          </a:solidFill>
                          <a:latin typeface="+mn-ea"/>
                          <a:ea typeface="+mn-ea"/>
                          <a:cs typeface="+mn-cs"/>
                        </a:rPr>
                        <a:t>상관없이 점수확인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종합시험 성적처리기간 이후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191" name="그룹 190"/>
          <p:cNvGrpSpPr/>
          <p:nvPr/>
        </p:nvGrpSpPr>
        <p:grpSpPr>
          <a:xfrm>
            <a:off x="626748" y="2104281"/>
            <a:ext cx="1245456" cy="3960440"/>
            <a:chOff x="626748" y="2104281"/>
            <a:chExt cx="1245456" cy="3960440"/>
          </a:xfrm>
        </p:grpSpPr>
        <p:grpSp>
          <p:nvGrpSpPr>
            <p:cNvPr id="193" name="그룹 192"/>
            <p:cNvGrpSpPr/>
            <p:nvPr/>
          </p:nvGrpSpPr>
          <p:grpSpPr>
            <a:xfrm>
              <a:off x="629956" y="3318264"/>
              <a:ext cx="1188000" cy="180000"/>
              <a:chOff x="666428" y="3785432"/>
              <a:chExt cx="1188000" cy="180000"/>
            </a:xfrm>
          </p:grpSpPr>
          <p:sp>
            <p:nvSpPr>
              <p:cNvPr id="356" name="모서리가 둥근 직사각형 35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메시지함</a:t>
                </a:r>
                <a:endParaRPr kumimoji="1" lang="ko-KR" altLang="en-US" sz="800" dirty="0">
                  <a:solidFill>
                    <a:schemeClr val="bg1"/>
                  </a:solidFill>
                  <a:latin typeface="+mn-ea"/>
                  <a:ea typeface="+mn-ea"/>
                  <a:cs typeface="Calibri" pitchFamily="34" charset="0"/>
                </a:endParaRPr>
              </a:p>
            </p:txBody>
          </p:sp>
          <p:pic>
            <p:nvPicPr>
              <p:cNvPr id="3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3568824"/>
              <a:ext cx="1188000" cy="180000"/>
              <a:chOff x="666428" y="4310612"/>
              <a:chExt cx="1188000" cy="180000"/>
            </a:xfrm>
          </p:grpSpPr>
          <p:sp>
            <p:nvSpPr>
              <p:cNvPr id="354" name="모서리가 둥근 직사각형 3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35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5" y="3042501"/>
              <a:ext cx="1188000" cy="180000"/>
              <a:chOff x="666427" y="3266516"/>
              <a:chExt cx="1188000" cy="180000"/>
            </a:xfrm>
          </p:grpSpPr>
          <p:sp>
            <p:nvSpPr>
              <p:cNvPr id="352" name="모서리가 둥근 직사각형 35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프로</a:t>
                </a:r>
                <a:r>
                  <a:rPr lang="ko-KR" altLang="en-US" sz="800" dirty="0">
                    <a:solidFill>
                      <a:schemeClr val="bg1"/>
                    </a:solidFill>
                    <a:latin typeface="+mn-ea"/>
                    <a:ea typeface="+mn-ea"/>
                    <a:cs typeface="Calibri" pitchFamily="34" charset="0"/>
                  </a:rPr>
                  <a:t>필</a:t>
                </a:r>
                <a:endParaRPr kumimoji="1" lang="ko-KR" altLang="en-US" sz="800" dirty="0">
                  <a:solidFill>
                    <a:schemeClr val="bg1"/>
                  </a:solidFill>
                  <a:latin typeface="+mn-ea"/>
                  <a:ea typeface="+mn-ea"/>
                  <a:cs typeface="Calibri" pitchFamily="34" charset="0"/>
                </a:endParaRPr>
              </a:p>
            </p:txBody>
          </p:sp>
          <p:pic>
            <p:nvPicPr>
              <p:cNvPr id="35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9956" y="4106828"/>
              <a:ext cx="1188000" cy="180000"/>
              <a:chOff x="666428" y="4570824"/>
              <a:chExt cx="1188000" cy="180000"/>
            </a:xfrm>
          </p:grpSpPr>
          <p:sp>
            <p:nvSpPr>
              <p:cNvPr id="350" name="모서리가 둥근 직사각형 34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51"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29956" y="5568923"/>
              <a:ext cx="1188000" cy="180000"/>
              <a:chOff x="666428" y="5096004"/>
              <a:chExt cx="1188000" cy="180000"/>
            </a:xfrm>
          </p:grpSpPr>
          <p:sp>
            <p:nvSpPr>
              <p:cNvPr id="348" name="모서리가 둥근 직사각형 34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나의성적</a:t>
                </a:r>
                <a:endParaRPr kumimoji="1" lang="ko-KR" altLang="en-US" sz="800" dirty="0">
                  <a:solidFill>
                    <a:schemeClr val="bg1"/>
                  </a:solidFill>
                  <a:latin typeface="+mn-ea"/>
                  <a:ea typeface="+mn-ea"/>
                  <a:cs typeface="Calibri" pitchFamily="34" charset="0"/>
                </a:endParaRPr>
              </a:p>
            </p:txBody>
          </p:sp>
          <p:pic>
            <p:nvPicPr>
              <p:cNvPr id="349"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31150" y="4387873"/>
              <a:ext cx="1188000" cy="180000"/>
              <a:chOff x="666428" y="4570824"/>
              <a:chExt cx="1188000" cy="180000"/>
            </a:xfrm>
          </p:grpSpPr>
          <p:sp>
            <p:nvSpPr>
              <p:cNvPr id="344" name="모서리가 둥근 직사각형 34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강의자료</a:t>
                </a:r>
                <a:r>
                  <a:rPr lang="ko-KR" altLang="en-US" sz="800" dirty="0">
                    <a:solidFill>
                      <a:schemeClr val="bg1"/>
                    </a:solidFill>
                    <a:latin typeface="+mn-ea"/>
                    <a:ea typeface="+mn-ea"/>
                    <a:cs typeface="Calibri" pitchFamily="34" charset="0"/>
                  </a:rPr>
                  <a:t>실</a:t>
                </a:r>
                <a:endParaRPr kumimoji="1" lang="ko-KR" altLang="en-US" sz="800" dirty="0">
                  <a:solidFill>
                    <a:schemeClr val="bg1"/>
                  </a:solidFill>
                  <a:latin typeface="+mn-ea"/>
                  <a:ea typeface="+mn-ea"/>
                  <a:cs typeface="Calibri" pitchFamily="34" charset="0"/>
                </a:endParaRPr>
              </a:p>
            </p:txBody>
          </p:sp>
          <p:pic>
            <p:nvPicPr>
              <p:cNvPr id="345"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629956" y="4675443"/>
              <a:ext cx="1188000" cy="180000"/>
              <a:chOff x="666428" y="4310612"/>
              <a:chExt cx="1188000" cy="180000"/>
            </a:xfrm>
          </p:grpSpPr>
          <p:sp>
            <p:nvSpPr>
              <p:cNvPr id="342" name="모서리가 둥근 직사각형 34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강의계획서</a:t>
                </a:r>
                <a:endParaRPr kumimoji="1" lang="ko-KR" altLang="en-US" sz="800" dirty="0">
                  <a:solidFill>
                    <a:schemeClr val="bg1"/>
                  </a:solidFill>
                  <a:latin typeface="+mn-ea"/>
                  <a:ea typeface="+mn-ea"/>
                  <a:cs typeface="Calibri" pitchFamily="34" charset="0"/>
                </a:endParaRPr>
              </a:p>
            </p:txBody>
          </p:sp>
          <p:pic>
            <p:nvPicPr>
              <p:cNvPr id="343"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7" name="그룹 236"/>
            <p:cNvGrpSpPr/>
            <p:nvPr/>
          </p:nvGrpSpPr>
          <p:grpSpPr>
            <a:xfrm>
              <a:off x="626748" y="2104281"/>
              <a:ext cx="1245456" cy="442923"/>
              <a:chOff x="468506" y="2320305"/>
              <a:chExt cx="1245456" cy="442923"/>
            </a:xfrm>
          </p:grpSpPr>
          <p:sp>
            <p:nvSpPr>
              <p:cNvPr id="333" name="직사각형 332"/>
              <p:cNvSpPr/>
              <p:nvPr/>
            </p:nvSpPr>
            <p:spPr bwMode="auto">
              <a:xfrm>
                <a:off x="468506" y="2320305"/>
                <a:ext cx="1188000" cy="442923"/>
              </a:xfrm>
              <a:prstGeom prst="rect">
                <a:avLst/>
              </a:prstGeom>
              <a:solidFill>
                <a:srgbClr val="435C7A"/>
              </a:solidFill>
              <a:ln w="6350" cap="flat" cmpd="sng" algn="ctr">
                <a:no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pic>
            <p:nvPicPr>
              <p:cNvPr id="33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5564" y="2358405"/>
                <a:ext cx="324000" cy="3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41" name="TextBox 340"/>
              <p:cNvSpPr txBox="1"/>
              <p:nvPr/>
            </p:nvSpPr>
            <p:spPr>
              <a:xfrm>
                <a:off x="718877" y="2373157"/>
                <a:ext cx="995085" cy="300082"/>
              </a:xfrm>
              <a:prstGeom prst="rect">
                <a:avLst/>
              </a:prstGeom>
              <a:noFill/>
            </p:spPr>
            <p:txBody>
              <a:bodyPr wrap="square" rtlCol="0">
                <a:spAutoFit/>
              </a:bodyPr>
              <a:lstStyle/>
              <a:p>
                <a:pPr>
                  <a:lnSpc>
                    <a:spcPct val="150000"/>
                  </a:lnSpc>
                </a:pPr>
                <a:r>
                  <a:rPr lang="ko-KR" altLang="en-US" sz="900" b="1" dirty="0" smtClean="0">
                    <a:solidFill>
                      <a:schemeClr val="bg1"/>
                    </a:solidFill>
                    <a:latin typeface="맑은 고딕" panose="020B0503020000020004" pitchFamily="50" charset="-127"/>
                    <a:ea typeface="맑은 고딕" panose="020B0503020000020004" pitchFamily="50" charset="-127"/>
                  </a:rPr>
                  <a:t>나*송 </a:t>
                </a:r>
                <a:r>
                  <a:rPr lang="ko-KR" altLang="en-US" sz="700" b="1" dirty="0" smtClean="0">
                    <a:solidFill>
                      <a:schemeClr val="bg1"/>
                    </a:solidFill>
                    <a:latin typeface="맑은 고딕" panose="020B0503020000020004" pitchFamily="50" charset="-127"/>
                    <a:ea typeface="맑은 고딕" panose="020B0503020000020004" pitchFamily="50" charset="-127"/>
                  </a:rPr>
                  <a:t>학습자</a:t>
                </a:r>
                <a:r>
                  <a:rPr lang="ko-KR" altLang="en-US" sz="800" b="1" dirty="0" smtClean="0">
                    <a:solidFill>
                      <a:schemeClr val="bg1"/>
                    </a:solidFill>
                    <a:latin typeface="맑은 고딕" panose="020B0503020000020004" pitchFamily="50" charset="-127"/>
                    <a:ea typeface="맑은 고딕" panose="020B0503020000020004" pitchFamily="50" charset="-127"/>
                  </a:rPr>
                  <a:t>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nvGrpSpPr>
            <p:cNvPr id="238" name="그룹 237"/>
            <p:cNvGrpSpPr/>
            <p:nvPr/>
          </p:nvGrpSpPr>
          <p:grpSpPr>
            <a:xfrm>
              <a:off x="632520" y="4975116"/>
              <a:ext cx="1188000" cy="180000"/>
              <a:chOff x="666428" y="4310612"/>
              <a:chExt cx="1188000" cy="180000"/>
            </a:xfrm>
          </p:grpSpPr>
          <p:sp>
            <p:nvSpPr>
              <p:cNvPr id="331" name="모서리가 둥근 직사각형 33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나의학습현황</a:t>
                </a:r>
                <a:endParaRPr kumimoji="1" lang="ko-KR" altLang="en-US" sz="800" dirty="0">
                  <a:solidFill>
                    <a:schemeClr val="bg1"/>
                  </a:solidFill>
                  <a:latin typeface="+mn-ea"/>
                  <a:ea typeface="+mn-ea"/>
                  <a:cs typeface="Calibri" pitchFamily="34" charset="0"/>
                </a:endParaRPr>
              </a:p>
            </p:txBody>
          </p:sp>
          <p:pic>
            <p:nvPicPr>
              <p:cNvPr id="332"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2520" y="2752353"/>
              <a:ext cx="1188000" cy="180000"/>
              <a:chOff x="666427" y="3266516"/>
              <a:chExt cx="1188000" cy="180000"/>
            </a:xfrm>
          </p:grpSpPr>
          <p:sp>
            <p:nvSpPr>
              <p:cNvPr id="321" name="모서리가 둥근 직사각형 32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대시보드</a:t>
                </a:r>
                <a:endParaRPr kumimoji="1" lang="ko-KR" altLang="en-US" sz="800" dirty="0">
                  <a:solidFill>
                    <a:schemeClr val="bg1"/>
                  </a:solidFill>
                  <a:latin typeface="+mn-ea"/>
                  <a:ea typeface="+mn-ea"/>
                  <a:cs typeface="Calibri" pitchFamily="34" charset="0"/>
                </a:endParaRPr>
              </a:p>
            </p:txBody>
          </p:sp>
          <p:pic>
            <p:nvPicPr>
              <p:cNvPr id="33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2520" y="5257815"/>
              <a:ext cx="1188000" cy="180000"/>
              <a:chOff x="666428" y="4310612"/>
              <a:chExt cx="1188000" cy="180000"/>
            </a:xfrm>
          </p:grpSpPr>
          <p:sp>
            <p:nvSpPr>
              <p:cNvPr id="319" name="모서리가 둥근 직사각형 31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20"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32520" y="5884721"/>
              <a:ext cx="1188000" cy="180000"/>
              <a:chOff x="666428" y="4570824"/>
              <a:chExt cx="1188000" cy="180000"/>
            </a:xfrm>
          </p:grpSpPr>
          <p:sp>
            <p:nvSpPr>
              <p:cNvPr id="316" name="모서리가 둥근 직사각형 31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전체설문</a:t>
                </a:r>
                <a:endParaRPr kumimoji="1" lang="ko-KR" altLang="en-US" sz="800" dirty="0">
                  <a:solidFill>
                    <a:schemeClr val="bg1"/>
                  </a:solidFill>
                  <a:latin typeface="+mn-ea"/>
                  <a:ea typeface="+mn-ea"/>
                  <a:cs typeface="Calibri" pitchFamily="34" charset="0"/>
                </a:endParaRPr>
              </a:p>
            </p:txBody>
          </p:sp>
          <p:pic>
            <p:nvPicPr>
              <p:cNvPr id="318"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2520" y="3825064"/>
              <a:ext cx="1188000" cy="180000"/>
              <a:chOff x="666428" y="4310612"/>
              <a:chExt cx="1188000" cy="180000"/>
            </a:xfrm>
          </p:grpSpPr>
          <p:sp>
            <p:nvSpPr>
              <p:cNvPr id="247" name="모서리가 둥근 직사각형 2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과목</a:t>
                </a:r>
                <a:r>
                  <a:rPr lang="ko-KR" altLang="en-US" sz="800" dirty="0" smtClean="0">
                    <a:solidFill>
                      <a:schemeClr val="bg1"/>
                    </a:solidFill>
                    <a:latin typeface="+mn-ea"/>
                    <a:ea typeface="+mn-ea"/>
                    <a:cs typeface="Calibri" pitchFamily="34" charset="0"/>
                  </a:rPr>
                  <a:t>공지사항</a:t>
                </a:r>
                <a:endParaRPr kumimoji="1" lang="ko-KR" altLang="en-US" sz="800" dirty="0">
                  <a:solidFill>
                    <a:schemeClr val="bg1"/>
                  </a:solidFill>
                  <a:latin typeface="+mn-ea"/>
                  <a:ea typeface="+mn-ea"/>
                  <a:cs typeface="Calibri" pitchFamily="34" charset="0"/>
                </a:endParaRPr>
              </a:p>
            </p:txBody>
          </p:sp>
          <p:pic>
            <p:nvPicPr>
              <p:cNvPr id="2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60" name="그룹 259"/>
          <p:cNvGrpSpPr/>
          <p:nvPr/>
        </p:nvGrpSpPr>
        <p:grpSpPr>
          <a:xfrm>
            <a:off x="507554" y="1602349"/>
            <a:ext cx="3075218" cy="252000"/>
            <a:chOff x="507554" y="1537742"/>
            <a:chExt cx="3075218" cy="252000"/>
          </a:xfrm>
        </p:grpSpPr>
        <p:pic>
          <p:nvPicPr>
            <p:cNvPr id="261" name="Picture 4"/>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2" name="그룹 261"/>
            <p:cNvGrpSpPr/>
            <p:nvPr/>
          </p:nvGrpSpPr>
          <p:grpSpPr>
            <a:xfrm>
              <a:off x="2288704" y="1581175"/>
              <a:ext cx="1294068" cy="166725"/>
              <a:chOff x="2288704" y="1581175"/>
              <a:chExt cx="1294068" cy="166725"/>
            </a:xfrm>
          </p:grpSpPr>
          <p:sp>
            <p:nvSpPr>
              <p:cNvPr id="263" name="직사각형 26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전체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64" name="직사각형 26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255" name="그룹 254"/>
          <p:cNvGrpSpPr/>
          <p:nvPr/>
        </p:nvGrpSpPr>
        <p:grpSpPr>
          <a:xfrm>
            <a:off x="624623" y="6165304"/>
            <a:ext cx="1188000" cy="180000"/>
            <a:chOff x="666428" y="3785432"/>
            <a:chExt cx="1188000" cy="180000"/>
          </a:xfrm>
        </p:grpSpPr>
        <p:sp>
          <p:nvSpPr>
            <p:cNvPr id="256" name="모서리가 둥근 직사각형 255"/>
            <p:cNvSpPr/>
            <p:nvPr/>
          </p:nvSpPr>
          <p:spPr bwMode="auto">
            <a:xfrm>
              <a:off x="666428" y="3785432"/>
              <a:ext cx="1188000" cy="180000"/>
            </a:xfrm>
            <a:prstGeom prst="roundRect">
              <a:avLst/>
            </a:prstGeom>
            <a:solidFill>
              <a:schemeClr val="bg1"/>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smtClean="0">
                  <a:solidFill>
                    <a:schemeClr val="tx1">
                      <a:lumMod val="75000"/>
                      <a:lumOff val="25000"/>
                    </a:schemeClr>
                  </a:solidFill>
                  <a:latin typeface="+mn-ea"/>
                  <a:ea typeface="+mn-ea"/>
                  <a:cs typeface="Calibri" pitchFamily="34" charset="0"/>
                </a:rPr>
                <a:t>종합시험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10906" y="6407787"/>
            <a:ext cx="1188000" cy="180000"/>
            <a:chOff x="666428" y="5881828"/>
            <a:chExt cx="1188000" cy="180000"/>
          </a:xfrm>
        </p:grpSpPr>
        <p:sp>
          <p:nvSpPr>
            <p:cNvPr id="259" name="모서리가 둥근 직사각형 258"/>
            <p:cNvSpPr/>
            <p:nvPr/>
          </p:nvSpPr>
          <p:spPr bwMode="auto">
            <a:xfrm>
              <a:off x="666428" y="5881828"/>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en-US" altLang="ko-KR" sz="800" dirty="0" smtClean="0">
                  <a:solidFill>
                    <a:schemeClr val="bg1"/>
                  </a:solidFill>
                  <a:latin typeface="+mn-ea"/>
                  <a:ea typeface="+mn-ea"/>
                  <a:cs typeface="Calibri" pitchFamily="34" charset="0"/>
                </a:rPr>
                <a:t>   </a:t>
              </a:r>
              <a:r>
                <a:rPr lang="en-US" altLang="ko-KR" sz="800" dirty="0" smtClean="0">
                  <a:solidFill>
                    <a:schemeClr val="bg1"/>
                  </a:solidFill>
                  <a:latin typeface="+mn-ea"/>
                  <a:cs typeface="Calibri" pitchFamily="34" charset="0"/>
                </a:rPr>
                <a:t>U-KNOU</a:t>
              </a:r>
              <a:endParaRPr kumimoji="1" lang="ko-KR" altLang="en-US" sz="800" dirty="0">
                <a:solidFill>
                  <a:schemeClr val="bg1"/>
                </a:solidFill>
                <a:latin typeface="+mn-ea"/>
                <a:ea typeface="+mn-ea"/>
                <a:cs typeface="Calibri" pitchFamily="34" charset="0"/>
              </a:endParaRPr>
            </a:p>
          </p:txBody>
        </p:sp>
        <p:pic>
          <p:nvPicPr>
            <p:cNvPr id="265"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2054" y="5922393"/>
              <a:ext cx="115200" cy="104727"/>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8" name="직사각형 267"/>
          <p:cNvSpPr/>
          <p:nvPr/>
        </p:nvSpPr>
        <p:spPr>
          <a:xfrm>
            <a:off x="1969327" y="2675011"/>
            <a:ext cx="7477200" cy="612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270" name="모서리가 둥근 직사각형 269"/>
          <p:cNvSpPr/>
          <p:nvPr/>
        </p:nvSpPr>
        <p:spPr>
          <a:xfrm>
            <a:off x="8483588" y="302345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71" name="그룹 270"/>
          <p:cNvGrpSpPr/>
          <p:nvPr/>
        </p:nvGrpSpPr>
        <p:grpSpPr>
          <a:xfrm>
            <a:off x="2019008" y="2742828"/>
            <a:ext cx="2392552" cy="215444"/>
            <a:chOff x="2936776" y="2742828"/>
            <a:chExt cx="2392552" cy="215444"/>
          </a:xfrm>
        </p:grpSpPr>
        <p:grpSp>
          <p:nvGrpSpPr>
            <p:cNvPr id="272" name="그룹 271"/>
            <p:cNvGrpSpPr/>
            <p:nvPr/>
          </p:nvGrpSpPr>
          <p:grpSpPr>
            <a:xfrm>
              <a:off x="3853253" y="2765514"/>
              <a:ext cx="1476075" cy="180000"/>
              <a:chOff x="8094882" y="2394429"/>
              <a:chExt cx="1476075" cy="180000"/>
            </a:xfrm>
          </p:grpSpPr>
          <p:sp>
            <p:nvSpPr>
              <p:cNvPr id="274" name="Rectangle 122"/>
              <p:cNvSpPr>
                <a:spLocks noChangeArrowheads="1"/>
              </p:cNvSpPr>
              <p:nvPr/>
            </p:nvSpPr>
            <p:spPr bwMode="auto">
              <a:xfrm>
                <a:off x="8094882"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2026</a:t>
                </a:r>
                <a:r>
                  <a:rPr lang="ko-KR" altLang="en-US" sz="800" kern="0" dirty="0" smtClean="0">
                    <a:solidFill>
                      <a:schemeClr val="tx1">
                        <a:lumMod val="75000"/>
                        <a:lumOff val="25000"/>
                      </a:schemeClr>
                    </a:solidFill>
                    <a:latin typeface="+mn-ea"/>
                    <a:ea typeface="+mn-ea"/>
                  </a:rPr>
                  <a:t>년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75" name="Rectangle 122"/>
              <p:cNvSpPr>
                <a:spLocks noChangeArrowheads="1"/>
              </p:cNvSpPr>
              <p:nvPr/>
            </p:nvSpPr>
            <p:spPr bwMode="auto">
              <a:xfrm>
                <a:off x="8850957" y="2394429"/>
                <a:ext cx="72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a:t>
                </a:r>
                <a:r>
                  <a:rPr lang="ko-KR" altLang="en-US" sz="800" kern="0" dirty="0" smtClean="0">
                    <a:solidFill>
                      <a:schemeClr val="tx1">
                        <a:lumMod val="75000"/>
                        <a:lumOff val="25000"/>
                      </a:schemeClr>
                    </a:solidFill>
                    <a:latin typeface="+mn-ea"/>
                    <a:ea typeface="+mn-ea"/>
                  </a:rPr>
                  <a:t>학기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273" name="직사각형 272"/>
            <p:cNvSpPr/>
            <p:nvPr/>
          </p:nvSpPr>
          <p:spPr>
            <a:xfrm>
              <a:off x="2936776" y="2742828"/>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학사년도</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학기</a:t>
              </a:r>
              <a:endParaRPr lang="ko-KR" altLang="en-US" sz="800" dirty="0">
                <a:solidFill>
                  <a:srgbClr val="FF0000"/>
                </a:solidFill>
                <a:latin typeface="+mn-ea"/>
                <a:ea typeface="+mn-ea"/>
              </a:endParaRPr>
            </a:p>
          </p:txBody>
        </p:sp>
      </p:grpSp>
      <p:grpSp>
        <p:nvGrpSpPr>
          <p:cNvPr id="279" name="그룹 278"/>
          <p:cNvGrpSpPr/>
          <p:nvPr/>
        </p:nvGrpSpPr>
        <p:grpSpPr>
          <a:xfrm>
            <a:off x="2019722" y="3012390"/>
            <a:ext cx="4597216" cy="215444"/>
            <a:chOff x="2029247" y="3007057"/>
            <a:chExt cx="4597216" cy="215444"/>
          </a:xfrm>
        </p:grpSpPr>
        <p:sp>
          <p:nvSpPr>
            <p:cNvPr id="280" name="Rectangle 122"/>
            <p:cNvSpPr>
              <a:spLocks noChangeArrowheads="1"/>
            </p:cNvSpPr>
            <p:nvPr/>
          </p:nvSpPr>
          <p:spPr bwMode="auto">
            <a:xfrm>
              <a:off x="4826463" y="3010693"/>
              <a:ext cx="180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과목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81" name="직사각형 280"/>
            <p:cNvSpPr/>
            <p:nvPr/>
          </p:nvSpPr>
          <p:spPr>
            <a:xfrm>
              <a:off x="2029247" y="3007057"/>
              <a:ext cx="944491"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수강과목</a:t>
              </a:r>
              <a:endParaRPr lang="ko-KR" altLang="en-US" sz="800" dirty="0">
                <a:solidFill>
                  <a:srgbClr val="FF0000"/>
                </a:solidFill>
                <a:latin typeface="+mn-ea"/>
                <a:ea typeface="+mn-ea"/>
              </a:endParaRPr>
            </a:p>
          </p:txBody>
        </p:sp>
        <p:sp>
          <p:nvSpPr>
            <p:cNvPr id="282" name="Rectangle 122"/>
            <p:cNvSpPr>
              <a:spLocks noChangeArrowheads="1"/>
            </p:cNvSpPr>
            <p:nvPr/>
          </p:nvSpPr>
          <p:spPr bwMode="auto">
            <a:xfrm>
              <a:off x="2946301" y="3013926"/>
              <a:ext cx="72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기관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83" name="Rectangle 122"/>
            <p:cNvSpPr>
              <a:spLocks noChangeArrowheads="1"/>
            </p:cNvSpPr>
            <p:nvPr/>
          </p:nvSpPr>
          <p:spPr bwMode="auto">
            <a:xfrm>
              <a:off x="3709814" y="3016002"/>
              <a:ext cx="1080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학과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sp>
        <p:nvSpPr>
          <p:cNvPr id="157" name="직사각형 156"/>
          <p:cNvSpPr/>
          <p:nvPr/>
        </p:nvSpPr>
        <p:spPr>
          <a:xfrm>
            <a:off x="1870800" y="3429000"/>
            <a:ext cx="1080000"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목록</a:t>
            </a:r>
            <a:endParaRPr lang="ko-KR" altLang="en-US" sz="800" b="1" dirty="0">
              <a:solidFill>
                <a:srgbClr val="FF0000"/>
              </a:solidFill>
              <a:latin typeface="+mn-ea"/>
              <a:ea typeface="+mn-ea"/>
            </a:endParaRPr>
          </a:p>
        </p:txBody>
      </p:sp>
      <p:graphicFrame>
        <p:nvGraphicFramePr>
          <p:cNvPr id="158" name="Group 37"/>
          <p:cNvGraphicFramePr>
            <a:graphicFrameLocks noGrp="1"/>
          </p:cNvGraphicFramePr>
          <p:nvPr>
            <p:extLst>
              <p:ext uri="{D42A27DB-BD31-4B8C-83A1-F6EECF244321}">
                <p14:modId xmlns:p14="http://schemas.microsoft.com/office/powerpoint/2010/main" val="1884295936"/>
              </p:ext>
            </p:extLst>
          </p:nvPr>
        </p:nvGraphicFramePr>
        <p:xfrm>
          <a:off x="1975899" y="3681551"/>
          <a:ext cx="7550850" cy="681050"/>
        </p:xfrm>
        <a:graphic>
          <a:graphicData uri="http://schemas.openxmlformats.org/drawingml/2006/table">
            <a:tbl>
              <a:tblPr/>
              <a:tblGrid>
                <a:gridCol w="311371">
                  <a:extLst>
                    <a:ext uri="{9D8B030D-6E8A-4147-A177-3AD203B41FA5}">
                      <a16:colId xmlns="" xmlns:a16="http://schemas.microsoft.com/office/drawing/2014/main" val="20001"/>
                    </a:ext>
                  </a:extLst>
                </a:gridCol>
                <a:gridCol w="431890"/>
                <a:gridCol w="311371"/>
                <a:gridCol w="514350"/>
                <a:gridCol w="717329"/>
                <a:gridCol w="1059875"/>
                <a:gridCol w="311372"/>
                <a:gridCol w="514913"/>
                <a:gridCol w="514913"/>
                <a:gridCol w="354575"/>
                <a:gridCol w="514913"/>
                <a:gridCol w="877490"/>
                <a:gridCol w="514912"/>
                <a:gridCol w="60157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년도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기관</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출제교수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채점교수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이름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시험구분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종합시험 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시험시간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대학원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컴퓨터공학과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r>
                        <a:rPr lang="ko-KR" altLang="en-US" sz="800" b="0" kern="1200" dirty="0" smtClean="0">
                          <a:solidFill>
                            <a:schemeClr val="tx1">
                              <a:lumMod val="75000"/>
                              <a:lumOff val="25000"/>
                            </a:schemeClr>
                          </a:solidFill>
                          <a:latin typeface="+mn-ea"/>
                          <a:ea typeface="+mn-ea"/>
                          <a:cs typeface="+mn-cs"/>
                        </a:rPr>
                        <a:t>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ON</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2026.12.02</a:t>
                      </a:r>
                      <a:r>
                        <a:rPr lang="en-US" altLang="ko-KR" sz="800" b="0" baseline="0" dirty="0" smtClean="0">
                          <a:solidFill>
                            <a:schemeClr val="tx1">
                              <a:lumMod val="75000"/>
                              <a:lumOff val="25000"/>
                            </a:schemeClr>
                          </a:solidFill>
                          <a:latin typeface="+mn-ea"/>
                          <a:ea typeface="+mn-ea"/>
                        </a:rPr>
                        <a:t> 14:00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baseline="0" dirty="0" smtClean="0">
                          <a:solidFill>
                            <a:schemeClr val="tx1">
                              <a:lumMod val="75000"/>
                              <a:lumOff val="25000"/>
                            </a:schemeClr>
                          </a:solidFill>
                          <a:latin typeface="+mn-ea"/>
                          <a:ea typeface="+mn-ea"/>
                        </a:rPr>
                        <a:t>50</a:t>
                      </a:r>
                      <a:r>
                        <a:rPr lang="ko-KR" altLang="en-US" sz="800" b="0" baseline="0" dirty="0" smtClean="0">
                          <a:solidFill>
                            <a:schemeClr val="tx1">
                              <a:lumMod val="75000"/>
                              <a:lumOff val="25000"/>
                            </a:schemeClr>
                          </a:solidFill>
                          <a:latin typeface="+mn-ea"/>
                          <a:ea typeface="+mn-ea"/>
                        </a:rPr>
                        <a:t>분</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E1F2FF"/>
                    </a:solidFill>
                  </a:tcPr>
                </a:tc>
                <a:extLst>
                  <a:ext uri="{0D108BD9-81ED-4DB2-BD59-A6C34878D82A}">
                    <a16:rowId xmlns="" xmlns:a16="http://schemas.microsoft.com/office/drawing/2014/main"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a:t>
                      </a:r>
                      <a:r>
                        <a:rPr lang="ko-KR" altLang="en-US" sz="800" b="0" kern="1200" dirty="0" smtClean="0">
                          <a:solidFill>
                            <a:schemeClr val="tx1">
                              <a:lumMod val="75000"/>
                              <a:lumOff val="25000"/>
                            </a:schemeClr>
                          </a:solidFill>
                          <a:latin typeface="+mn-ea"/>
                          <a:ea typeface="+mn-ea"/>
                          <a:cs typeface="+mn-cs"/>
                        </a:rPr>
                        <a:t>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학위과정</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국어국문학과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국문학일반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r>
                        <a:rPr lang="ko-KR" altLang="en-US" sz="800" b="0" kern="1200" dirty="0" smtClean="0">
                          <a:solidFill>
                            <a:schemeClr val="tx1">
                              <a:lumMod val="75000"/>
                              <a:lumOff val="25000"/>
                            </a:schemeClr>
                          </a:solidFill>
                          <a:latin typeface="+mn-ea"/>
                          <a:ea typeface="+mn-ea"/>
                          <a:cs typeface="+mn-cs"/>
                        </a:rPr>
                        <a:t>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OFF</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2026.12.02</a:t>
                      </a:r>
                      <a:r>
                        <a:rPr lang="en-US" altLang="ko-KR" sz="800" b="0" baseline="0" dirty="0" smtClean="0">
                          <a:solidFill>
                            <a:schemeClr val="tx1">
                              <a:lumMod val="75000"/>
                              <a:lumOff val="25000"/>
                            </a:schemeClr>
                          </a:solidFill>
                          <a:latin typeface="+mn-ea"/>
                          <a:ea typeface="+mn-ea"/>
                        </a:rPr>
                        <a:t> 14:00</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baseline="0" dirty="0" smtClean="0">
                          <a:solidFill>
                            <a:schemeClr val="tx1">
                              <a:lumMod val="75000"/>
                              <a:lumOff val="25000"/>
                            </a:schemeClr>
                          </a:solidFill>
                          <a:latin typeface="+mn-ea"/>
                          <a:ea typeface="+mn-ea"/>
                        </a:rPr>
                        <a:t>50</a:t>
                      </a:r>
                      <a:r>
                        <a:rPr lang="ko-KR" altLang="en-US" sz="800" b="0" baseline="0" dirty="0" smtClean="0">
                          <a:solidFill>
                            <a:schemeClr val="tx1">
                              <a:lumMod val="75000"/>
                              <a:lumOff val="25000"/>
                            </a:schemeClr>
                          </a:solidFill>
                          <a:latin typeface="+mn-ea"/>
                          <a:ea typeface="+mn-ea"/>
                        </a:rPr>
                        <a:t>분</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159" name="직사각형 158"/>
          <p:cNvSpPr/>
          <p:nvPr/>
        </p:nvSpPr>
        <p:spPr>
          <a:xfrm>
            <a:off x="2245271" y="3430682"/>
            <a:ext cx="922047"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2</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sp>
        <p:nvSpPr>
          <p:cNvPr id="160" name="Rectangle 122"/>
          <p:cNvSpPr>
            <a:spLocks noChangeArrowheads="1"/>
          </p:cNvSpPr>
          <p:nvPr/>
        </p:nvSpPr>
        <p:spPr bwMode="auto">
          <a:xfrm>
            <a:off x="9050071" y="3436449"/>
            <a:ext cx="396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1" name="Rectangle 122"/>
          <p:cNvSpPr>
            <a:spLocks noChangeArrowheads="1"/>
          </p:cNvSpPr>
          <p:nvPr/>
        </p:nvSpPr>
        <p:spPr bwMode="auto">
          <a:xfrm>
            <a:off x="8949504" y="3921753"/>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점수확인</a:t>
            </a:r>
            <a:endParaRPr lang="ko-KR" altLang="en-US" sz="800" kern="0" dirty="0">
              <a:solidFill>
                <a:schemeClr val="tx1">
                  <a:lumMod val="75000"/>
                  <a:lumOff val="25000"/>
                </a:schemeClr>
              </a:solidFill>
              <a:latin typeface="+mn-ea"/>
              <a:ea typeface="+mn-ea"/>
            </a:endParaRPr>
          </a:p>
        </p:txBody>
      </p:sp>
      <p:grpSp>
        <p:nvGrpSpPr>
          <p:cNvPr id="172" name="그룹 171"/>
          <p:cNvGrpSpPr/>
          <p:nvPr/>
        </p:nvGrpSpPr>
        <p:grpSpPr>
          <a:xfrm>
            <a:off x="8897118" y="3755132"/>
            <a:ext cx="234360" cy="200055"/>
            <a:chOff x="1152270" y="11706839"/>
            <a:chExt cx="234360" cy="200055"/>
          </a:xfrm>
        </p:grpSpPr>
        <p:sp>
          <p:nvSpPr>
            <p:cNvPr id="173" name="모서리가 둥근 직사각형 17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4" name="직사각형 17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55" name="Rectangle 122"/>
          <p:cNvSpPr>
            <a:spLocks noChangeArrowheads="1"/>
          </p:cNvSpPr>
          <p:nvPr/>
        </p:nvSpPr>
        <p:spPr bwMode="auto">
          <a:xfrm>
            <a:off x="8956873" y="415860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점수확인</a:t>
            </a:r>
            <a:endParaRPr lang="ko-KR" altLang="en-US" sz="800" kern="0" dirty="0">
              <a:solidFill>
                <a:schemeClr val="tx1">
                  <a:lumMod val="75000"/>
                  <a:lumOff val="25000"/>
                </a:schemeClr>
              </a:solidFill>
              <a:latin typeface="+mn-ea"/>
              <a:ea typeface="+mn-ea"/>
            </a:endParaRPr>
          </a:p>
        </p:txBody>
      </p:sp>
      <p:sp>
        <p:nvSpPr>
          <p:cNvPr id="162" name="직사각형 161"/>
          <p:cNvSpPr/>
          <p:nvPr/>
        </p:nvSpPr>
        <p:spPr>
          <a:xfrm>
            <a:off x="1972491" y="4581128"/>
            <a:ext cx="74700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800" dirty="0" smtClean="0">
                <a:solidFill>
                  <a:schemeClr val="tx1">
                    <a:lumMod val="75000"/>
                    <a:lumOff val="25000"/>
                  </a:schemeClr>
                </a:solidFill>
              </a:rPr>
              <a:t>종합시험 성적처리기간 </a:t>
            </a:r>
            <a:r>
              <a:rPr lang="en-US" altLang="ko-KR" sz="800" dirty="0" smtClean="0">
                <a:solidFill>
                  <a:schemeClr val="tx1">
                    <a:lumMod val="75000"/>
                    <a:lumOff val="25000"/>
                  </a:schemeClr>
                </a:solidFill>
              </a:rPr>
              <a:t>: 2026.12.05 09:00 ~ 2026.12.10 23:59</a:t>
            </a:r>
            <a:endParaRPr lang="ko-KR" altLang="en-US" sz="800" dirty="0">
              <a:solidFill>
                <a:schemeClr val="tx1">
                  <a:lumMod val="75000"/>
                  <a:lumOff val="25000"/>
                </a:schemeClr>
              </a:solidFill>
            </a:endParaRPr>
          </a:p>
        </p:txBody>
      </p:sp>
      <p:cxnSp>
        <p:nvCxnSpPr>
          <p:cNvPr id="163" name="꺾인 연결선 162"/>
          <p:cNvCxnSpPr>
            <a:stCxn id="161" idx="1"/>
            <a:endCxn id="164" idx="0"/>
          </p:cNvCxnSpPr>
          <p:nvPr/>
        </p:nvCxnSpPr>
        <p:spPr>
          <a:xfrm rot="10800000" flipV="1">
            <a:off x="5706184" y="4000953"/>
            <a:ext cx="3243321" cy="1098396"/>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164" name="Group 37"/>
          <p:cNvGraphicFramePr>
            <a:graphicFrameLocks noGrp="1"/>
          </p:cNvGraphicFramePr>
          <p:nvPr>
            <p:extLst>
              <p:ext uri="{D42A27DB-BD31-4B8C-83A1-F6EECF244321}">
                <p14:modId xmlns:p14="http://schemas.microsoft.com/office/powerpoint/2010/main" val="2603030623"/>
              </p:ext>
            </p:extLst>
          </p:nvPr>
        </p:nvGraphicFramePr>
        <p:xfrm>
          <a:off x="1975899" y="5099349"/>
          <a:ext cx="7460569" cy="440637"/>
        </p:xfrm>
        <a:graphic>
          <a:graphicData uri="http://schemas.openxmlformats.org/drawingml/2006/table">
            <a:tbl>
              <a:tblPr/>
              <a:tblGrid>
                <a:gridCol w="312805">
                  <a:extLst>
                    <a:ext uri="{9D8B030D-6E8A-4147-A177-3AD203B41FA5}">
                      <a16:colId xmlns="" xmlns:a16="http://schemas.microsoft.com/office/drawing/2014/main" val="20001"/>
                    </a:ext>
                  </a:extLst>
                </a:gridCol>
                <a:gridCol w="1191294"/>
                <a:gridCol w="1191294"/>
                <a:gridCol w="1191294"/>
                <a:gridCol w="1191294"/>
                <a:gridCol w="1191294"/>
                <a:gridCol w="1191294"/>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번호</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대표</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ID</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학번</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이름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시험구분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최종점수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50</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컴퓨터공학과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err="1" smtClean="0">
                          <a:solidFill>
                            <a:schemeClr val="tx1">
                              <a:lumMod val="75000"/>
                              <a:lumOff val="25000"/>
                            </a:schemeClr>
                          </a:solidFill>
                          <a:latin typeface="+mn-ea"/>
                          <a:ea typeface="+mn-ea"/>
                          <a:cs typeface="+mn-cs"/>
                        </a:rPr>
                        <a:t>Testid</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나</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송</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kumimoji="1" lang="en-US" altLang="ko-KR" sz="800" b="0" i="0" u="none" strike="noStrike" cap="none" normalizeH="0" baseline="0" smtClean="0">
                          <a:ln>
                            <a:noFill/>
                          </a:ln>
                          <a:solidFill>
                            <a:schemeClr val="tx1">
                              <a:lumMod val="75000"/>
                              <a:lumOff val="25000"/>
                            </a:schemeClr>
                          </a:solidFill>
                          <a:effectLst/>
                          <a:latin typeface="+mn-ea"/>
                          <a:ea typeface="+mn-ea"/>
                        </a:rPr>
                        <a:t>ON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90.00</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bl>
          </a:graphicData>
        </a:graphic>
      </p:graphicFrame>
      <p:sp>
        <p:nvSpPr>
          <p:cNvPr id="165" name="직사각형 164"/>
          <p:cNvSpPr/>
          <p:nvPr/>
        </p:nvSpPr>
        <p:spPr>
          <a:xfrm>
            <a:off x="1870800" y="4869160"/>
            <a:ext cx="1296518" cy="215444"/>
          </a:xfrm>
          <a:prstGeom prst="rect">
            <a:avLst/>
          </a:prstGeom>
        </p:spPr>
        <p:txBody>
          <a:bodyPr wrap="squar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점수확인</a:t>
            </a:r>
            <a:endParaRPr lang="ko-KR" altLang="en-US" sz="800" b="1" dirty="0">
              <a:solidFill>
                <a:srgbClr val="FF0000"/>
              </a:solidFill>
              <a:latin typeface="+mn-ea"/>
              <a:ea typeface="+mn-ea"/>
            </a:endParaRPr>
          </a:p>
        </p:txBody>
      </p:sp>
      <p:grpSp>
        <p:nvGrpSpPr>
          <p:cNvPr id="166" name="그룹 165"/>
          <p:cNvGrpSpPr/>
          <p:nvPr/>
        </p:nvGrpSpPr>
        <p:grpSpPr>
          <a:xfrm>
            <a:off x="9489504" y="4572633"/>
            <a:ext cx="3289335" cy="1107665"/>
            <a:chOff x="10921809" y="3789759"/>
            <a:chExt cx="3289335" cy="1107665"/>
          </a:xfrm>
        </p:grpSpPr>
        <p:grpSp>
          <p:nvGrpSpPr>
            <p:cNvPr id="167" name="그룹 166"/>
            <p:cNvGrpSpPr/>
            <p:nvPr/>
          </p:nvGrpSpPr>
          <p:grpSpPr>
            <a:xfrm>
              <a:off x="10921809" y="3789759"/>
              <a:ext cx="3289335" cy="1107665"/>
              <a:chOff x="-692625" y="294998"/>
              <a:chExt cx="3289335" cy="1107665"/>
            </a:xfrm>
          </p:grpSpPr>
          <p:grpSp>
            <p:nvGrpSpPr>
              <p:cNvPr id="170" name="그룹 169"/>
              <p:cNvGrpSpPr/>
              <p:nvPr/>
            </p:nvGrpSpPr>
            <p:grpSpPr>
              <a:xfrm>
                <a:off x="-692625" y="294998"/>
                <a:ext cx="3289335" cy="1107665"/>
                <a:chOff x="1061816" y="3176972"/>
                <a:chExt cx="3289335" cy="1107665"/>
              </a:xfrm>
            </p:grpSpPr>
            <p:sp>
              <p:nvSpPr>
                <p:cNvPr id="178" name="직사각형 177"/>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9" name="직사각형 178"/>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0" name="직사각형 179"/>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181" name="직사각형 180"/>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171" name="직사각형 170"/>
              <p:cNvSpPr/>
              <p:nvPr/>
            </p:nvSpPr>
            <p:spPr>
              <a:xfrm>
                <a:off x="-19749" y="529042"/>
                <a:ext cx="1996059" cy="461665"/>
              </a:xfrm>
              <a:prstGeom prst="rect">
                <a:avLst/>
              </a:prstGeom>
            </p:spPr>
            <p:txBody>
              <a:bodyPr wrap="none">
                <a:spAutoFit/>
              </a:bodyPr>
              <a:lstStyle/>
              <a:p>
                <a:pPr algn="ctr">
                  <a:lnSpc>
                    <a:spcPct val="150000"/>
                  </a:lnSpc>
                </a:pPr>
                <a:r>
                  <a:rPr lang="ko-KR" altLang="en-US" sz="800" dirty="0" smtClean="0">
                    <a:solidFill>
                      <a:schemeClr val="tx1">
                        <a:lumMod val="75000"/>
                        <a:lumOff val="25000"/>
                      </a:schemeClr>
                    </a:solidFill>
                    <a:latin typeface="+mn-ea"/>
                    <a:ea typeface="+mn-ea"/>
                  </a:rPr>
                  <a:t>종합시험 성적처리 중입니다</a:t>
                </a:r>
                <a:r>
                  <a:rPr lang="en-US" altLang="ko-KR" sz="800" dirty="0" smtClean="0">
                    <a:solidFill>
                      <a:schemeClr val="tx1">
                        <a:lumMod val="75000"/>
                        <a:lumOff val="25000"/>
                      </a:schemeClr>
                    </a:solidFill>
                    <a:latin typeface="+mn-ea"/>
                    <a:ea typeface="+mn-ea"/>
                  </a:rPr>
                  <a:t>. </a:t>
                </a:r>
              </a:p>
              <a:p>
                <a:pPr algn="ctr">
                  <a:lnSpc>
                    <a:spcPct val="150000"/>
                  </a:lnSpc>
                </a:pPr>
                <a:r>
                  <a:rPr lang="ko-KR" altLang="en-US" sz="800" dirty="0" smtClean="0">
                    <a:solidFill>
                      <a:schemeClr val="tx1">
                        <a:lumMod val="75000"/>
                        <a:lumOff val="25000"/>
                      </a:schemeClr>
                    </a:solidFill>
                    <a:latin typeface="+mn-ea"/>
                    <a:ea typeface="+mn-ea"/>
                  </a:rPr>
                  <a:t>성적처리기간 이후에 확인 가능합니다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168" name="모서리가 둥근 직사각형 167"/>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cxnSp>
        <p:nvCxnSpPr>
          <p:cNvPr id="182" name="꺾인 연결선 181"/>
          <p:cNvCxnSpPr>
            <a:stCxn id="161" idx="3"/>
            <a:endCxn id="179" idx="0"/>
          </p:cNvCxnSpPr>
          <p:nvPr/>
        </p:nvCxnSpPr>
        <p:spPr>
          <a:xfrm>
            <a:off x="9489504" y="4000953"/>
            <a:ext cx="1659281" cy="57252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7535983"/>
      </p:ext>
    </p:extLst>
  </p:cSld>
  <p:clrMapOvr>
    <a:masterClrMapping/>
  </p:clrMapOvr>
  <p:transition>
    <p:wipe dir="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a16="http://schemas.microsoft.com/office/drawing/2014/main" xmlns="" id="{8DE003C0-9934-45A4-9E6C-20CA63A95B6F}"/>
              </a:ext>
            </a:extLst>
          </p:cNvPr>
          <p:cNvSpPr txBox="1">
            <a:spLocks/>
          </p:cNvSpPr>
          <p:nvPr/>
        </p:nvSpPr>
        <p:spPr>
          <a:xfrm>
            <a:off x="528357" y="2952294"/>
            <a:ext cx="6944923" cy="910929"/>
          </a:xfrm>
          <a:prstGeom prst="rect">
            <a:avLst/>
          </a:prstGeom>
        </p:spPr>
        <p:txBody>
          <a:bodyPr/>
          <a:lstStyle/>
          <a:p>
            <a:pPr defTabSz="614302">
              <a:defRPr/>
            </a:pPr>
            <a:r>
              <a:rPr lang="ko-KR" altLang="en-US" sz="2957" b="1" dirty="0" smtClean="0">
                <a:latin typeface="맑은 고딕" panose="020B0503020000020004" pitchFamily="50" charset="-127"/>
                <a:ea typeface="맑은 고딕" panose="020B0503020000020004" pitchFamily="50" charset="-127"/>
                <a:cs typeface="+mj-cs"/>
              </a:rPr>
              <a:t>학습자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423180771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26868510"/>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690" name="직사각형 689"/>
          <p:cNvSpPr/>
          <p:nvPr/>
        </p:nvSpPr>
        <p:spPr>
          <a:xfrm>
            <a:off x="2047783" y="4831060"/>
            <a:ext cx="7416000" cy="23224676"/>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49" name="직사각형 948"/>
          <p:cNvSpPr/>
          <p:nvPr/>
        </p:nvSpPr>
        <p:spPr>
          <a:xfrm>
            <a:off x="2105064" y="24593916"/>
            <a:ext cx="7237203" cy="1584175"/>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77</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2833695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8"/>
            <a:ext cx="1440160" cy="26085947"/>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aphicFrame>
        <p:nvGraphicFramePr>
          <p:cNvPr id="524" name="Group 175"/>
          <p:cNvGraphicFramePr>
            <a:graphicFrameLocks noGrp="1"/>
          </p:cNvGraphicFramePr>
          <p:nvPr>
            <p:extLst>
              <p:ext uri="{D42A27DB-BD31-4B8C-83A1-F6EECF244321}">
                <p14:modId xmlns:p14="http://schemas.microsoft.com/office/powerpoint/2010/main" val="1179910613"/>
              </p:ext>
            </p:extLst>
          </p:nvPr>
        </p:nvGraphicFramePr>
        <p:xfrm>
          <a:off x="9499029" y="1494927"/>
          <a:ext cx="1404156" cy="60205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35" name="직사각형 34"/>
          <p:cNvSpPr/>
          <p:nvPr/>
        </p:nvSpPr>
        <p:spPr>
          <a:xfrm>
            <a:off x="9940602" y="-3001"/>
            <a:ext cx="3522869" cy="1200329"/>
          </a:xfrm>
          <a:prstGeom prst="rect">
            <a:avLst/>
          </a:prstGeom>
          <a:solidFill>
            <a:srgbClr val="FFC000"/>
          </a:solidFill>
        </p:spPr>
        <p:txBody>
          <a:bodyPr wrap="square" lIns="36000" rIns="36000">
            <a:spAutoFit/>
          </a:bodyPr>
          <a:lstStyle/>
          <a:p>
            <a:pPr>
              <a:lnSpc>
                <a:spcPct val="150000"/>
              </a:lnSpc>
            </a:pP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튜터 실적 이력저장 정책</a:t>
            </a:r>
            <a:endParaRPr lang="en-US" altLang="ko-KR" sz="800" b="1"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튜터의 로그인부터 모든 메뉴</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버튼 </a:t>
            </a:r>
            <a:r>
              <a:rPr lang="en-US" altLang="ko-KR" sz="800" dirty="0">
                <a:solidFill>
                  <a:schemeClr val="tx1">
                    <a:lumMod val="75000"/>
                    <a:lumOff val="25000"/>
                  </a:schemeClr>
                </a:solidFill>
                <a:latin typeface="+mn-ea"/>
                <a:ea typeface="+mn-ea"/>
              </a:rPr>
              <a:t>action </a:t>
            </a:r>
            <a:r>
              <a:rPr lang="ko-KR" altLang="en-US" sz="800" dirty="0">
                <a:solidFill>
                  <a:schemeClr val="tx1">
                    <a:lumMod val="75000"/>
                    <a:lumOff val="25000"/>
                  </a:schemeClr>
                </a:solidFill>
                <a:latin typeface="+mn-ea"/>
                <a:ea typeface="+mn-ea"/>
              </a:rPr>
              <a:t>발생할때마다 이력 저장</a:t>
            </a:r>
            <a:r>
              <a:rPr lang="en-US" altLang="ko-KR" sz="800" dirty="0">
                <a:solidFill>
                  <a:schemeClr val="tx1">
                    <a:lumMod val="75000"/>
                    <a:lumOff val="25000"/>
                  </a:schemeClr>
                </a:solidFill>
                <a:latin typeface="+mn-ea"/>
                <a:ea typeface="+mn-ea"/>
              </a:rPr>
              <a:t>.</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자동 알림 등 튜터의 직접적인 </a:t>
            </a:r>
            <a:r>
              <a:rPr lang="en-US" altLang="ko-KR" sz="800" dirty="0">
                <a:solidFill>
                  <a:schemeClr val="tx1">
                    <a:lumMod val="75000"/>
                    <a:lumOff val="25000"/>
                  </a:schemeClr>
                </a:solidFill>
                <a:latin typeface="+mn-ea"/>
                <a:ea typeface="+mn-ea"/>
              </a:rPr>
              <a:t>LMS</a:t>
            </a:r>
            <a:r>
              <a:rPr lang="ko-KR" altLang="en-US" sz="800" dirty="0">
                <a:solidFill>
                  <a:schemeClr val="tx1">
                    <a:lumMod val="75000"/>
                    <a:lumOff val="25000"/>
                  </a:schemeClr>
                </a:solidFill>
                <a:latin typeface="+mn-ea"/>
                <a:ea typeface="+mn-ea"/>
              </a:rPr>
              <a:t>활동이 아닌 경우는 튜터 실적이 안님</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교수</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조교</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학습자에도 동일하게 </a:t>
            </a:r>
            <a:r>
              <a:rPr lang="en-US" altLang="ko-KR" sz="800" dirty="0">
                <a:solidFill>
                  <a:schemeClr val="tx1">
                    <a:lumMod val="75000"/>
                    <a:lumOff val="25000"/>
                  </a:schemeClr>
                </a:solidFill>
                <a:latin typeface="+mn-ea"/>
                <a:ea typeface="+mn-ea"/>
              </a:rPr>
              <a:t>LMS </a:t>
            </a:r>
            <a:r>
              <a:rPr lang="ko-KR" altLang="en-US" sz="800" dirty="0">
                <a:solidFill>
                  <a:schemeClr val="tx1">
                    <a:lumMod val="75000"/>
                    <a:lumOff val="25000"/>
                  </a:schemeClr>
                </a:solidFill>
                <a:latin typeface="+mn-ea"/>
                <a:ea typeface="+mn-ea"/>
              </a:rPr>
              <a:t>활동이력 저장</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튜터의 </a:t>
            </a:r>
            <a:r>
              <a:rPr lang="ko-KR" altLang="en-US" sz="800" dirty="0">
                <a:solidFill>
                  <a:schemeClr val="tx1">
                    <a:lumMod val="75000"/>
                    <a:lumOff val="25000"/>
                  </a:schemeClr>
                </a:solidFill>
                <a:latin typeface="+mn-ea"/>
                <a:ea typeface="+mn-ea"/>
              </a:rPr>
              <a:t>경우 여러 강의실을 동시 운영할 경우 튜터 실적내역에 </a:t>
            </a:r>
            <a:endParaRPr lang="en-US" altLang="ko-KR" sz="800" dirty="0" smtClean="0">
              <a:solidFill>
                <a:schemeClr val="tx1">
                  <a:lumMod val="75000"/>
                  <a:lumOff val="25000"/>
                </a:schemeClr>
              </a:solidFill>
              <a:latin typeface="+mn-ea"/>
              <a:ea typeface="+mn-ea"/>
            </a:endParaRPr>
          </a:p>
          <a:p>
            <a:pPr>
              <a:lnSpc>
                <a:spcPct val="150000"/>
              </a:lnSpc>
            </a:pPr>
            <a:r>
              <a:rPr lang="ko-KR" altLang="en-US" sz="800" dirty="0" smtClean="0">
                <a:solidFill>
                  <a:schemeClr val="tx1">
                    <a:lumMod val="75000"/>
                    <a:lumOff val="25000"/>
                  </a:schemeClr>
                </a:solidFill>
                <a:latin typeface="+mn-ea"/>
                <a:ea typeface="+mn-ea"/>
              </a:rPr>
              <a:t>  어떻게 </a:t>
            </a:r>
            <a:r>
              <a:rPr lang="ko-KR" altLang="en-US" sz="800" dirty="0">
                <a:solidFill>
                  <a:schemeClr val="tx1">
                    <a:lumMod val="75000"/>
                    <a:lumOff val="25000"/>
                  </a:schemeClr>
                </a:solidFill>
                <a:latin typeface="+mn-ea"/>
                <a:ea typeface="+mn-ea"/>
              </a:rPr>
              <a:t>적용할 것인지 정책이 필요함</a:t>
            </a:r>
          </a:p>
        </p:txBody>
      </p:sp>
      <p:sp>
        <p:nvSpPr>
          <p:cNvPr id="366" name="직사각형 365"/>
          <p:cNvSpPr/>
          <p:nvPr/>
        </p:nvSpPr>
        <p:spPr>
          <a:xfrm>
            <a:off x="2109256" y="9121825"/>
            <a:ext cx="7237203" cy="791668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27" name="직사각형 626"/>
          <p:cNvSpPr/>
          <p:nvPr/>
        </p:nvSpPr>
        <p:spPr>
          <a:xfrm>
            <a:off x="2118781" y="17158146"/>
            <a:ext cx="7237203" cy="549699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65" name="그룹 864"/>
          <p:cNvGrpSpPr/>
          <p:nvPr/>
        </p:nvGrpSpPr>
        <p:grpSpPr>
          <a:xfrm>
            <a:off x="2276411" y="19568317"/>
            <a:ext cx="6893999" cy="2922690"/>
            <a:chOff x="2276411" y="10639325"/>
            <a:chExt cx="6893999" cy="2922690"/>
          </a:xfrm>
        </p:grpSpPr>
        <p:sp>
          <p:nvSpPr>
            <p:cNvPr id="866" name="직사각형 865"/>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867" name="직사각형 866"/>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원활히 진행되지 않을 경우  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868" name="직사각형 867"/>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869" name="그룹 868"/>
            <p:cNvGrpSpPr/>
            <p:nvPr/>
          </p:nvGrpSpPr>
          <p:grpSpPr>
            <a:xfrm>
              <a:off x="2276411" y="10639325"/>
              <a:ext cx="6893999" cy="2922690"/>
              <a:chOff x="1374577" y="9305081"/>
              <a:chExt cx="6375058" cy="2922690"/>
            </a:xfrm>
          </p:grpSpPr>
          <p:pic>
            <p:nvPicPr>
              <p:cNvPr id="882" name="Picture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3" name="Picture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870" name="직선 연결선 869"/>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71" name="직선 연결선 870"/>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872" name="그룹 871"/>
            <p:cNvGrpSpPr/>
            <p:nvPr/>
          </p:nvGrpSpPr>
          <p:grpSpPr>
            <a:xfrm>
              <a:off x="2341662" y="10691091"/>
              <a:ext cx="2131465" cy="215444"/>
              <a:chOff x="1473374" y="5614171"/>
              <a:chExt cx="2131465" cy="215444"/>
            </a:xfrm>
          </p:grpSpPr>
          <p:sp>
            <p:nvSpPr>
              <p:cNvPr id="880" name="직사각형 87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881" name="순서도: 대체 처리 880"/>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874" name="직사각형 873"/>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87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6" name="직사각형 875"/>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51" name="그룹 50"/>
          <p:cNvGrpSpPr/>
          <p:nvPr/>
        </p:nvGrpSpPr>
        <p:grpSpPr>
          <a:xfrm>
            <a:off x="2102288" y="22751527"/>
            <a:ext cx="7243200" cy="468000"/>
            <a:chOff x="2102288" y="23731168"/>
            <a:chExt cx="7243200" cy="468000"/>
          </a:xfrm>
        </p:grpSpPr>
        <p:sp>
          <p:nvSpPr>
            <p:cNvPr id="893" name="직사각형 892"/>
            <p:cNvSpPr/>
            <p:nvPr/>
          </p:nvSpPr>
          <p:spPr>
            <a:xfrm>
              <a:off x="2102288" y="237311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98" name="순서도: 대체 처리 897"/>
            <p:cNvSpPr/>
            <p:nvPr/>
          </p:nvSpPr>
          <p:spPr bwMode="auto">
            <a:xfrm>
              <a:off x="3675954" y="23797739"/>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89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78488" y="23935519"/>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5" name="TextBox 914"/>
            <p:cNvSpPr txBox="1"/>
            <p:nvPr/>
          </p:nvSpPr>
          <p:spPr>
            <a:xfrm>
              <a:off x="2360712" y="23754306"/>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수동태 뒤집기</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16" name="TextBox 915"/>
            <p:cNvSpPr txBox="1"/>
            <p:nvPr/>
          </p:nvSpPr>
          <p:spPr>
            <a:xfrm>
              <a:off x="2369476" y="2397091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2025.04.16 ~ 2025.04.26 / </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105</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분</a:t>
              </a:r>
              <a:endParaRPr lang="ko-KR" altLang="en-US" sz="75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3" name="그룹 52"/>
          <p:cNvGrpSpPr/>
          <p:nvPr/>
        </p:nvGrpSpPr>
        <p:grpSpPr>
          <a:xfrm>
            <a:off x="2110781" y="17153953"/>
            <a:ext cx="7243200" cy="468000"/>
            <a:chOff x="2110781" y="17816131"/>
            <a:chExt cx="7243200" cy="468000"/>
          </a:xfrm>
        </p:grpSpPr>
        <p:sp>
          <p:nvSpPr>
            <p:cNvPr id="628" name="직사각형 627"/>
            <p:cNvSpPr/>
            <p:nvPr/>
          </p:nvSpPr>
          <p:spPr>
            <a:xfrm>
              <a:off x="2110781" y="17816131"/>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29" name="TextBox 628"/>
            <p:cNvSpPr txBox="1"/>
            <p:nvPr/>
          </p:nvSpPr>
          <p:spPr>
            <a:xfrm>
              <a:off x="2366636" y="17845490"/>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대명사 지우기</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30" name="TextBox 629"/>
            <p:cNvSpPr txBox="1"/>
            <p:nvPr/>
          </p:nvSpPr>
          <p:spPr>
            <a:xfrm>
              <a:off x="2375400" y="1806209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2025.04.03 ~ 2025.04.15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644" name="그룹 643"/>
            <p:cNvGrpSpPr/>
            <p:nvPr/>
          </p:nvGrpSpPr>
          <p:grpSpPr>
            <a:xfrm>
              <a:off x="8544945" y="17920906"/>
              <a:ext cx="675407" cy="246221"/>
              <a:chOff x="7048468" y="5075659"/>
              <a:chExt cx="675407" cy="246221"/>
            </a:xfrm>
          </p:grpSpPr>
          <p:sp>
            <p:nvSpPr>
              <p:cNvPr id="652" name="순서도: 대체 처리 651"/>
              <p:cNvSpPr/>
              <p:nvPr/>
            </p:nvSpPr>
            <p:spPr bwMode="auto">
              <a:xfrm>
                <a:off x="7048468" y="51192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b="1" dirty="0" smtClean="0">
                    <a:solidFill>
                      <a:schemeClr val="bg1"/>
                    </a:solidFill>
                    <a:latin typeface="+mn-ea"/>
                    <a:ea typeface="+mn-ea"/>
                    <a:cs typeface="Calibri" pitchFamily="34" charset="0"/>
                  </a:rPr>
                  <a:t>  강의보기 </a:t>
                </a:r>
                <a:endParaRPr kumimoji="1" lang="ko-KR" altLang="en-US" sz="750" b="1" dirty="0">
                  <a:solidFill>
                    <a:schemeClr val="bg1"/>
                  </a:solidFill>
                  <a:latin typeface="+mn-ea"/>
                  <a:ea typeface="+mn-ea"/>
                  <a:cs typeface="Calibri" pitchFamily="34" charset="0"/>
                </a:endParaRPr>
              </a:p>
            </p:txBody>
          </p:sp>
          <p:sp>
            <p:nvSpPr>
              <p:cNvPr id="653" name="직사각형 652"/>
              <p:cNvSpPr/>
              <p:nvPr/>
            </p:nvSpPr>
            <p:spPr>
              <a:xfrm>
                <a:off x="7446235" y="5075659"/>
                <a:ext cx="277640" cy="246221"/>
              </a:xfrm>
              <a:prstGeom prst="rect">
                <a:avLst/>
              </a:prstGeom>
            </p:spPr>
            <p:txBody>
              <a:bodyPr wrap="none">
                <a:spAutoFit/>
              </a:bodyPr>
              <a:lstStyle/>
              <a:p>
                <a:r>
                  <a:rPr lang="en-US" altLang="ko-KR" sz="1000" b="1" dirty="0">
                    <a:solidFill>
                      <a:schemeClr val="bg1"/>
                    </a:solidFill>
                    <a:latin typeface="+mn-ea"/>
                    <a:cs typeface="Calibri" pitchFamily="34" charset="0"/>
                  </a:rPr>
                  <a:t>&gt;</a:t>
                </a:r>
                <a:endParaRPr lang="ko-KR" altLang="en-US" sz="1000" b="1" dirty="0"/>
              </a:p>
            </p:txBody>
          </p:sp>
        </p:grpSp>
        <p:pic>
          <p:nvPicPr>
            <p:cNvPr id="675" name="Picture 11"/>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92314" y="1802560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76" name="그룹 675"/>
            <p:cNvGrpSpPr/>
            <p:nvPr/>
          </p:nvGrpSpPr>
          <p:grpSpPr>
            <a:xfrm>
              <a:off x="3690593" y="17874559"/>
              <a:ext cx="974375" cy="133200"/>
              <a:chOff x="3690593" y="6266381"/>
              <a:chExt cx="974375" cy="133200"/>
            </a:xfrm>
          </p:grpSpPr>
          <p:grpSp>
            <p:nvGrpSpPr>
              <p:cNvPr id="677" name="그룹 676"/>
              <p:cNvGrpSpPr/>
              <p:nvPr/>
            </p:nvGrpSpPr>
            <p:grpSpPr>
              <a:xfrm>
                <a:off x="4052812" y="6266381"/>
                <a:ext cx="612156" cy="133200"/>
                <a:chOff x="2214512" y="5085184"/>
                <a:chExt cx="612156" cy="133200"/>
              </a:xfrm>
            </p:grpSpPr>
            <p:sp>
              <p:nvSpPr>
                <p:cNvPr id="679" name="순서도: 대체 처리 678"/>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697" name="순서도: 대체 처리 69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678" name="순서도: 대체 처리 677"/>
              <p:cNvSpPr/>
              <p:nvPr/>
            </p:nvSpPr>
            <p:spPr bwMode="auto">
              <a:xfrm>
                <a:off x="3690593" y="627249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grpSp>
      <p:grpSp>
        <p:nvGrpSpPr>
          <p:cNvPr id="48" name="그룹 47"/>
          <p:cNvGrpSpPr/>
          <p:nvPr/>
        </p:nvGrpSpPr>
        <p:grpSpPr>
          <a:xfrm>
            <a:off x="2101255" y="23329635"/>
            <a:ext cx="7243200" cy="468000"/>
            <a:chOff x="2101255" y="24309276"/>
            <a:chExt cx="7243200" cy="468000"/>
          </a:xfrm>
        </p:grpSpPr>
        <p:sp>
          <p:nvSpPr>
            <p:cNvPr id="902" name="직사각형 901"/>
            <p:cNvSpPr/>
            <p:nvPr/>
          </p:nvSpPr>
          <p:spPr>
            <a:xfrm>
              <a:off x="2101255" y="24309276"/>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06" name="그룹 905"/>
            <p:cNvGrpSpPr/>
            <p:nvPr/>
          </p:nvGrpSpPr>
          <p:grpSpPr>
            <a:xfrm>
              <a:off x="8535419" y="24414051"/>
              <a:ext cx="675407" cy="246221"/>
              <a:chOff x="7048468" y="5075659"/>
              <a:chExt cx="675407" cy="246221"/>
            </a:xfrm>
          </p:grpSpPr>
          <p:sp>
            <p:nvSpPr>
              <p:cNvPr id="910" name="순서도: 대체 처리 909"/>
              <p:cNvSpPr/>
              <p:nvPr/>
            </p:nvSpPr>
            <p:spPr bwMode="auto">
              <a:xfrm>
                <a:off x="7048468" y="51192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b="1" dirty="0" smtClean="0">
                    <a:solidFill>
                      <a:schemeClr val="bg1"/>
                    </a:solidFill>
                    <a:latin typeface="+mn-ea"/>
                    <a:ea typeface="+mn-ea"/>
                    <a:cs typeface="Calibri" pitchFamily="34" charset="0"/>
                  </a:rPr>
                  <a:t>  강의보기 </a:t>
                </a:r>
                <a:endParaRPr kumimoji="1" lang="ko-KR" altLang="en-US" sz="750" b="1" dirty="0">
                  <a:solidFill>
                    <a:schemeClr val="bg1"/>
                  </a:solidFill>
                  <a:latin typeface="+mn-ea"/>
                  <a:ea typeface="+mn-ea"/>
                  <a:cs typeface="Calibri" pitchFamily="34" charset="0"/>
                </a:endParaRPr>
              </a:p>
            </p:txBody>
          </p:sp>
          <p:sp>
            <p:nvSpPr>
              <p:cNvPr id="912" name="직사각형 911"/>
              <p:cNvSpPr/>
              <p:nvPr/>
            </p:nvSpPr>
            <p:spPr>
              <a:xfrm>
                <a:off x="7446235" y="5075659"/>
                <a:ext cx="277640" cy="246221"/>
              </a:xfrm>
              <a:prstGeom prst="rect">
                <a:avLst/>
              </a:prstGeom>
            </p:spPr>
            <p:txBody>
              <a:bodyPr wrap="none">
                <a:spAutoFit/>
              </a:bodyPr>
              <a:lstStyle/>
              <a:p>
                <a:r>
                  <a:rPr lang="en-US" altLang="ko-KR" sz="1000" b="1" dirty="0">
                    <a:solidFill>
                      <a:schemeClr val="bg1"/>
                    </a:solidFill>
                    <a:latin typeface="+mn-ea"/>
                    <a:cs typeface="Calibri" pitchFamily="34" charset="0"/>
                  </a:rPr>
                  <a:t>&gt;</a:t>
                </a:r>
                <a:endParaRPr lang="ko-KR" altLang="en-US" sz="1000" b="1" dirty="0"/>
              </a:p>
            </p:txBody>
          </p:sp>
        </p:grpSp>
        <p:sp>
          <p:nvSpPr>
            <p:cNvPr id="909" name="순서도: 대체 처리 908"/>
            <p:cNvSpPr/>
            <p:nvPr/>
          </p:nvSpPr>
          <p:spPr bwMode="auto">
            <a:xfrm>
              <a:off x="3935363" y="2436427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90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77455" y="24513627"/>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7" name="TextBox 916"/>
            <p:cNvSpPr txBox="1"/>
            <p:nvPr/>
          </p:nvSpPr>
          <p:spPr>
            <a:xfrm>
              <a:off x="2360712" y="24330370"/>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일치 강박 벗어나기</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18" name="TextBox 917"/>
            <p:cNvSpPr txBox="1"/>
            <p:nvPr/>
          </p:nvSpPr>
          <p:spPr>
            <a:xfrm>
              <a:off x="2369476" y="24546974"/>
              <a:ext cx="2880000" cy="207749"/>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2025.04.27 ~ 2025.05.06 / 75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922" name="그룹 921"/>
            <p:cNvGrpSpPr/>
            <p:nvPr/>
          </p:nvGrpSpPr>
          <p:grpSpPr>
            <a:xfrm>
              <a:off x="8003867" y="24455916"/>
              <a:ext cx="468000" cy="215444"/>
              <a:chOff x="7113344" y="5132809"/>
              <a:chExt cx="468000" cy="215444"/>
            </a:xfrm>
          </p:grpSpPr>
          <p:sp>
            <p:nvSpPr>
              <p:cNvPr id="923" name="TextBox 922"/>
              <p:cNvSpPr txBox="1"/>
              <p:nvPr/>
            </p:nvSpPr>
            <p:spPr>
              <a:xfrm>
                <a:off x="7113344" y="5132809"/>
                <a:ext cx="468000" cy="215444"/>
              </a:xfrm>
              <a:prstGeom prst="rect">
                <a:avLst/>
              </a:prstGeom>
              <a:noFill/>
            </p:spPr>
            <p:txBody>
              <a:bodyPr wrap="square" lIns="0" rIns="0" rtlCol="0">
                <a:spAutoFit/>
              </a:bodyPr>
              <a:lstStyle/>
              <a:p>
                <a:pPr algn="ctr"/>
                <a:r>
                  <a:rPr lang="ko-KR" altLang="en-US" sz="750" b="1" dirty="0" smtClean="0">
                    <a:solidFill>
                      <a:srgbClr val="FF0000"/>
                    </a:solidFill>
                    <a:latin typeface="맑은 고딕" panose="020B0503020000020004" pitchFamily="50" charset="-127"/>
                    <a:ea typeface="맑은 고딕" panose="020B0503020000020004" pitchFamily="50" charset="-127"/>
                  </a:rPr>
                  <a:t>음성</a:t>
                </a:r>
                <a:endParaRPr lang="ko-KR" altLang="en-US" sz="750" b="1" dirty="0">
                  <a:solidFill>
                    <a:srgbClr val="FF0000"/>
                  </a:solidFill>
                  <a:latin typeface="맑은 고딕" panose="020B0503020000020004" pitchFamily="50" charset="-127"/>
                  <a:ea typeface="맑은 고딕" panose="020B0503020000020004" pitchFamily="50" charset="-127"/>
                </a:endParaRPr>
              </a:p>
            </p:txBody>
          </p:sp>
          <p:pic>
            <p:nvPicPr>
              <p:cNvPr id="92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53196"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925" name="자유형 924"/>
          <p:cNvSpPr/>
          <p:nvPr/>
        </p:nvSpPr>
        <p:spPr>
          <a:xfrm flipV="1">
            <a:off x="2648744" y="23971143"/>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grpSp>
        <p:nvGrpSpPr>
          <p:cNvPr id="1032" name="그룹 1031"/>
          <p:cNvGrpSpPr/>
          <p:nvPr/>
        </p:nvGrpSpPr>
        <p:grpSpPr>
          <a:xfrm>
            <a:off x="2279179" y="25016470"/>
            <a:ext cx="6885361" cy="288000"/>
            <a:chOff x="2279178" y="6784597"/>
            <a:chExt cx="6885361" cy="288000"/>
          </a:xfrm>
        </p:grpSpPr>
        <p:grpSp>
          <p:nvGrpSpPr>
            <p:cNvPr id="1033" name="그룹 1032"/>
            <p:cNvGrpSpPr/>
            <p:nvPr/>
          </p:nvGrpSpPr>
          <p:grpSpPr>
            <a:xfrm>
              <a:off x="2279178" y="6784597"/>
              <a:ext cx="6885361" cy="288000"/>
              <a:chOff x="2279178" y="6784597"/>
              <a:chExt cx="6885361" cy="288000"/>
            </a:xfrm>
          </p:grpSpPr>
          <p:sp>
            <p:nvSpPr>
              <p:cNvPr id="1035" name="모서리가 둥근 직사각형 1034"/>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1036" name="직사각형 1035"/>
              <p:cNvSpPr/>
              <p:nvPr/>
            </p:nvSpPr>
            <p:spPr>
              <a:xfrm>
                <a:off x="2730477" y="6824745"/>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중간평가 안내</a:t>
                </a:r>
                <a:endParaRPr lang="ko-KR" altLang="en-US" sz="800" dirty="0">
                  <a:solidFill>
                    <a:schemeClr val="tx1">
                      <a:lumMod val="75000"/>
                      <a:lumOff val="25000"/>
                    </a:schemeClr>
                  </a:solidFill>
                  <a:latin typeface="+mn-ea"/>
                  <a:ea typeface="+mn-ea"/>
                </a:endParaRPr>
              </a:p>
            </p:txBody>
          </p:sp>
        </p:grpSp>
        <p:sp>
          <p:nvSpPr>
            <p:cNvPr id="1034" name="순서도: 대체 처리 1033"/>
            <p:cNvSpPr/>
            <p:nvPr/>
          </p:nvSpPr>
          <p:spPr bwMode="auto">
            <a:xfrm>
              <a:off x="2341662" y="6866334"/>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텍스트</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0" name="그룹 49"/>
          <p:cNvGrpSpPr/>
          <p:nvPr/>
        </p:nvGrpSpPr>
        <p:grpSpPr>
          <a:xfrm>
            <a:off x="2102288" y="24449899"/>
            <a:ext cx="7243200" cy="468000"/>
            <a:chOff x="2102288" y="25319432"/>
            <a:chExt cx="7243200" cy="468000"/>
          </a:xfrm>
        </p:grpSpPr>
        <p:sp>
          <p:nvSpPr>
            <p:cNvPr id="926" name="직사각형 925"/>
            <p:cNvSpPr/>
            <p:nvPr/>
          </p:nvSpPr>
          <p:spPr>
            <a:xfrm>
              <a:off x="2102288" y="25319432"/>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32" name="순서도: 대체 처리 931"/>
            <p:cNvSpPr/>
            <p:nvPr/>
          </p:nvSpPr>
          <p:spPr bwMode="auto">
            <a:xfrm>
              <a:off x="3450357" y="25383959"/>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934" name="TextBox 933"/>
            <p:cNvSpPr txBox="1"/>
            <p:nvPr/>
          </p:nvSpPr>
          <p:spPr>
            <a:xfrm>
              <a:off x="2361745" y="25350051"/>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[8</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8</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중간평가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35" name="TextBox 934"/>
            <p:cNvSpPr txBox="1"/>
            <p:nvPr/>
          </p:nvSpPr>
          <p:spPr>
            <a:xfrm>
              <a:off x="2370509" y="2555713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2025.05.25 ~ 2025.06.03 / -</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3" name="순서도: 대체 처리 942"/>
            <p:cNvSpPr/>
            <p:nvPr/>
          </p:nvSpPr>
          <p:spPr bwMode="auto">
            <a:xfrm>
              <a:off x="8102302" y="25468064"/>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b="1" dirty="0" smtClean="0">
                  <a:solidFill>
                    <a:schemeClr val="bg1"/>
                  </a:solidFill>
                  <a:latin typeface="+mn-ea"/>
                  <a:ea typeface="+mn-ea"/>
                  <a:cs typeface="Calibri" pitchFamily="34" charset="0"/>
                </a:rPr>
                <a:t>장애인</a:t>
              </a:r>
              <a:r>
                <a:rPr kumimoji="1" lang="en-US" altLang="ko-KR" sz="750" b="1" dirty="0" smtClean="0">
                  <a:solidFill>
                    <a:schemeClr val="bg1"/>
                  </a:solidFill>
                  <a:latin typeface="+mn-ea"/>
                  <a:ea typeface="+mn-ea"/>
                  <a:cs typeface="Calibri" pitchFamily="34" charset="0"/>
                </a:rPr>
                <a:t>/</a:t>
              </a:r>
              <a:r>
                <a:rPr kumimoji="1" lang="ko-KR" altLang="en-US" sz="750" b="1" dirty="0" smtClean="0">
                  <a:solidFill>
                    <a:schemeClr val="bg1"/>
                  </a:solidFill>
                  <a:latin typeface="+mn-ea"/>
                  <a:ea typeface="+mn-ea"/>
                  <a:cs typeface="Calibri" pitchFamily="34" charset="0"/>
                </a:rPr>
                <a:t>고령자 지원신청</a:t>
              </a:r>
              <a:endParaRPr kumimoji="1" lang="ko-KR" altLang="en-US" sz="750" b="1" dirty="0">
                <a:solidFill>
                  <a:schemeClr val="bg1"/>
                </a:solidFill>
                <a:latin typeface="+mn-ea"/>
                <a:ea typeface="+mn-ea"/>
                <a:cs typeface="Calibri" pitchFamily="34" charset="0"/>
              </a:endParaRPr>
            </a:p>
          </p:txBody>
        </p:sp>
        <p:sp>
          <p:nvSpPr>
            <p:cNvPr id="944" name="순서도: 대체 처리 943"/>
            <p:cNvSpPr/>
            <p:nvPr/>
          </p:nvSpPr>
          <p:spPr bwMode="auto">
            <a:xfrm>
              <a:off x="7276306" y="25470897"/>
              <a:ext cx="792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b="1" dirty="0" err="1" smtClean="0">
                  <a:solidFill>
                    <a:schemeClr val="bg1"/>
                  </a:solidFill>
                  <a:latin typeface="+mn-ea"/>
                  <a:ea typeface="+mn-ea"/>
                  <a:cs typeface="Calibri" pitchFamily="34" charset="0"/>
                </a:rPr>
                <a:t>결시신청</a:t>
              </a:r>
              <a:endParaRPr kumimoji="1" lang="ko-KR" altLang="en-US" sz="750" b="1" dirty="0">
                <a:solidFill>
                  <a:schemeClr val="bg1"/>
                </a:solidFill>
                <a:latin typeface="+mn-ea"/>
                <a:ea typeface="+mn-ea"/>
                <a:cs typeface="Calibri" pitchFamily="34" charset="0"/>
              </a:endParaRPr>
            </a:p>
          </p:txBody>
        </p:sp>
        <p:pic>
          <p:nvPicPr>
            <p:cNvPr id="1046" name="Picture 11"/>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88121" y="25516414"/>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 name="그룹 48"/>
          <p:cNvGrpSpPr/>
          <p:nvPr/>
        </p:nvGrpSpPr>
        <p:grpSpPr>
          <a:xfrm>
            <a:off x="2102288" y="26279919"/>
            <a:ext cx="7243200" cy="468000"/>
            <a:chOff x="2102288" y="27506203"/>
            <a:chExt cx="7243200" cy="468000"/>
          </a:xfrm>
        </p:grpSpPr>
        <p:sp>
          <p:nvSpPr>
            <p:cNvPr id="1057" name="직사각형 1056"/>
            <p:cNvSpPr/>
            <p:nvPr/>
          </p:nvSpPr>
          <p:spPr>
            <a:xfrm>
              <a:off x="2102288" y="2750620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058" name="그룹 1057"/>
            <p:cNvGrpSpPr/>
            <p:nvPr/>
          </p:nvGrpSpPr>
          <p:grpSpPr>
            <a:xfrm>
              <a:off x="8536452" y="27610978"/>
              <a:ext cx="675407" cy="246221"/>
              <a:chOff x="7048468" y="5075659"/>
              <a:chExt cx="675407" cy="246221"/>
            </a:xfrm>
          </p:grpSpPr>
          <p:sp>
            <p:nvSpPr>
              <p:cNvPr id="1068" name="순서도: 대체 처리 1067"/>
              <p:cNvSpPr/>
              <p:nvPr/>
            </p:nvSpPr>
            <p:spPr bwMode="auto">
              <a:xfrm>
                <a:off x="7048468" y="51192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b="1" dirty="0" smtClean="0">
                    <a:solidFill>
                      <a:schemeClr val="bg1"/>
                    </a:solidFill>
                    <a:latin typeface="+mn-ea"/>
                    <a:ea typeface="+mn-ea"/>
                    <a:cs typeface="Calibri" pitchFamily="34" charset="0"/>
                  </a:rPr>
                  <a:t>  강의보기 </a:t>
                </a:r>
                <a:endParaRPr kumimoji="1" lang="ko-KR" altLang="en-US" sz="750" b="1" dirty="0">
                  <a:solidFill>
                    <a:schemeClr val="bg1"/>
                  </a:solidFill>
                  <a:latin typeface="+mn-ea"/>
                  <a:ea typeface="+mn-ea"/>
                  <a:cs typeface="Calibri" pitchFamily="34" charset="0"/>
                </a:endParaRPr>
              </a:p>
            </p:txBody>
          </p:sp>
          <p:sp>
            <p:nvSpPr>
              <p:cNvPr id="1069" name="직사각형 1068"/>
              <p:cNvSpPr/>
              <p:nvPr/>
            </p:nvSpPr>
            <p:spPr>
              <a:xfrm>
                <a:off x="7446235" y="5075659"/>
                <a:ext cx="277640" cy="246221"/>
              </a:xfrm>
              <a:prstGeom prst="rect">
                <a:avLst/>
              </a:prstGeom>
            </p:spPr>
            <p:txBody>
              <a:bodyPr wrap="none">
                <a:spAutoFit/>
              </a:bodyPr>
              <a:lstStyle/>
              <a:p>
                <a:r>
                  <a:rPr lang="en-US" altLang="ko-KR" sz="1000" b="1" dirty="0">
                    <a:solidFill>
                      <a:schemeClr val="bg1"/>
                    </a:solidFill>
                    <a:latin typeface="+mn-ea"/>
                    <a:cs typeface="Calibri" pitchFamily="34" charset="0"/>
                  </a:rPr>
                  <a:t>&gt;</a:t>
                </a:r>
                <a:endParaRPr lang="ko-KR" altLang="en-US" sz="1000" b="1" dirty="0"/>
              </a:p>
            </p:txBody>
          </p:sp>
        </p:grpSp>
        <p:sp>
          <p:nvSpPr>
            <p:cNvPr id="1061" name="순서도: 대체 처리 1060"/>
            <p:cNvSpPr/>
            <p:nvPr/>
          </p:nvSpPr>
          <p:spPr bwMode="auto">
            <a:xfrm>
              <a:off x="3594373" y="27561205"/>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6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78488" y="27710554"/>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3" name="TextBox 1062"/>
            <p:cNvSpPr txBox="1"/>
            <p:nvPr/>
          </p:nvSpPr>
          <p:spPr>
            <a:xfrm>
              <a:off x="2361745" y="27527297"/>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[9</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9</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자상한 보충</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64" name="TextBox 1063"/>
            <p:cNvSpPr txBox="1"/>
            <p:nvPr/>
          </p:nvSpPr>
          <p:spPr>
            <a:xfrm>
              <a:off x="2370509" y="27743901"/>
              <a:ext cx="2880000" cy="207749"/>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2025.04.27 ~ 2025.05.06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1065" name="그룹 1064"/>
            <p:cNvGrpSpPr/>
            <p:nvPr/>
          </p:nvGrpSpPr>
          <p:grpSpPr>
            <a:xfrm>
              <a:off x="7941384" y="27652843"/>
              <a:ext cx="468000" cy="215444"/>
              <a:chOff x="7049828" y="5132809"/>
              <a:chExt cx="468000" cy="215444"/>
            </a:xfrm>
          </p:grpSpPr>
          <p:sp>
            <p:nvSpPr>
              <p:cNvPr id="1066" name="TextBox 1065"/>
              <p:cNvSpPr txBox="1"/>
              <p:nvPr/>
            </p:nvSpPr>
            <p:spPr>
              <a:xfrm>
                <a:off x="7049828" y="5132809"/>
                <a:ext cx="468000" cy="215444"/>
              </a:xfrm>
              <a:prstGeom prst="rect">
                <a:avLst/>
              </a:prstGeom>
              <a:noFill/>
            </p:spPr>
            <p:txBody>
              <a:bodyPr wrap="square" lIns="0" rIns="0" rtlCol="0">
                <a:spAutoFit/>
              </a:bodyPr>
              <a:lstStyle/>
              <a:p>
                <a:pPr algn="ctr"/>
                <a:r>
                  <a:rPr lang="ko-KR" altLang="en-US" sz="750" b="1" dirty="0" smtClean="0">
                    <a:solidFill>
                      <a:srgbClr val="FF0000"/>
                    </a:solidFill>
                    <a:latin typeface="맑은 고딕" panose="020B0503020000020004" pitchFamily="50" charset="-127"/>
                    <a:ea typeface="맑은 고딕" panose="020B0503020000020004" pitchFamily="50" charset="-127"/>
                  </a:rPr>
                  <a:t>음성</a:t>
                </a:r>
                <a:endParaRPr lang="ko-KR" altLang="en-US" sz="750" b="1" dirty="0">
                  <a:solidFill>
                    <a:srgbClr val="FF0000"/>
                  </a:solidFill>
                  <a:latin typeface="맑은 고딕" panose="020B0503020000020004" pitchFamily="50" charset="-127"/>
                  <a:ea typeface="맑은 고딕" panose="020B0503020000020004" pitchFamily="50" charset="-127"/>
                </a:endParaRPr>
              </a:p>
            </p:txBody>
          </p:sp>
          <p:pic>
            <p:nvPicPr>
              <p:cNvPr id="1067"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389680"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070" name="자유형 1069"/>
          <p:cNvSpPr/>
          <p:nvPr/>
        </p:nvSpPr>
        <p:spPr>
          <a:xfrm flipV="1">
            <a:off x="2648744" y="2703686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grpSp>
        <p:nvGrpSpPr>
          <p:cNvPr id="61" name="그룹 60"/>
          <p:cNvGrpSpPr/>
          <p:nvPr/>
        </p:nvGrpSpPr>
        <p:grpSpPr>
          <a:xfrm>
            <a:off x="2101255" y="27441572"/>
            <a:ext cx="7243200" cy="468000"/>
            <a:chOff x="2101255" y="28667856"/>
            <a:chExt cx="7243200" cy="468000"/>
          </a:xfrm>
        </p:grpSpPr>
        <p:grpSp>
          <p:nvGrpSpPr>
            <p:cNvPr id="1071" name="그룹 1070"/>
            <p:cNvGrpSpPr/>
            <p:nvPr/>
          </p:nvGrpSpPr>
          <p:grpSpPr>
            <a:xfrm>
              <a:off x="2101255" y="28667856"/>
              <a:ext cx="7243200" cy="468000"/>
              <a:chOff x="2102288" y="27506203"/>
              <a:chExt cx="7243200" cy="468000"/>
            </a:xfrm>
          </p:grpSpPr>
          <p:sp>
            <p:nvSpPr>
              <p:cNvPr id="1072" name="직사각형 1071"/>
              <p:cNvSpPr/>
              <p:nvPr/>
            </p:nvSpPr>
            <p:spPr>
              <a:xfrm>
                <a:off x="2102288" y="2750620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76" name="순서도: 대체 처리 1075"/>
              <p:cNvSpPr/>
              <p:nvPr/>
            </p:nvSpPr>
            <p:spPr bwMode="auto">
              <a:xfrm>
                <a:off x="3594373" y="27561205"/>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7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78488" y="27710554"/>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78" name="TextBox 1077"/>
              <p:cNvSpPr txBox="1"/>
              <p:nvPr/>
            </p:nvSpPr>
            <p:spPr>
              <a:xfrm>
                <a:off x="2361745" y="27527297"/>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기말평가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79" name="TextBox 1078"/>
              <p:cNvSpPr txBox="1"/>
              <p:nvPr/>
            </p:nvSpPr>
            <p:spPr>
              <a:xfrm>
                <a:off x="2370509" y="27743901"/>
                <a:ext cx="2880000" cy="207749"/>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2025.04.27 ~ 2025.05.06 / 86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endParaRPr lang="ko-KR" altLang="en-US" sz="750" b="1"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1085" name="순서도: 대체 처리 1084"/>
            <p:cNvSpPr/>
            <p:nvPr/>
          </p:nvSpPr>
          <p:spPr bwMode="auto">
            <a:xfrm>
              <a:off x="8102302" y="28809007"/>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b="1" dirty="0" smtClean="0">
                  <a:solidFill>
                    <a:schemeClr val="bg1"/>
                  </a:solidFill>
                  <a:latin typeface="+mn-ea"/>
                  <a:ea typeface="+mn-ea"/>
                  <a:cs typeface="Calibri" pitchFamily="34" charset="0"/>
                </a:rPr>
                <a:t>장애인</a:t>
              </a:r>
              <a:r>
                <a:rPr kumimoji="1" lang="en-US" altLang="ko-KR" sz="750" b="1" dirty="0" smtClean="0">
                  <a:solidFill>
                    <a:schemeClr val="bg1"/>
                  </a:solidFill>
                  <a:latin typeface="+mn-ea"/>
                  <a:ea typeface="+mn-ea"/>
                  <a:cs typeface="Calibri" pitchFamily="34" charset="0"/>
                </a:rPr>
                <a:t>/</a:t>
              </a:r>
              <a:r>
                <a:rPr kumimoji="1" lang="ko-KR" altLang="en-US" sz="750" b="1" dirty="0" smtClean="0">
                  <a:solidFill>
                    <a:schemeClr val="bg1"/>
                  </a:solidFill>
                  <a:latin typeface="+mn-ea"/>
                  <a:ea typeface="+mn-ea"/>
                  <a:cs typeface="Calibri" pitchFamily="34" charset="0"/>
                </a:rPr>
                <a:t>고령자 지원현황</a:t>
              </a:r>
              <a:endParaRPr kumimoji="1" lang="ko-KR" altLang="en-US" sz="750" b="1" dirty="0">
                <a:solidFill>
                  <a:schemeClr val="bg1"/>
                </a:solidFill>
                <a:latin typeface="+mn-ea"/>
                <a:ea typeface="+mn-ea"/>
                <a:cs typeface="Calibri" pitchFamily="34" charset="0"/>
              </a:endParaRPr>
            </a:p>
          </p:txBody>
        </p:sp>
        <p:sp>
          <p:nvSpPr>
            <p:cNvPr id="1086" name="순서도: 대체 처리 1085"/>
            <p:cNvSpPr/>
            <p:nvPr/>
          </p:nvSpPr>
          <p:spPr bwMode="auto">
            <a:xfrm>
              <a:off x="7276306" y="28811840"/>
              <a:ext cx="792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b="1" dirty="0" err="1" smtClean="0">
                  <a:solidFill>
                    <a:schemeClr val="bg1"/>
                  </a:solidFill>
                  <a:latin typeface="+mn-ea"/>
                  <a:ea typeface="+mn-ea"/>
                  <a:cs typeface="Calibri" pitchFamily="34" charset="0"/>
                </a:rPr>
                <a:t>결시신청</a:t>
              </a:r>
              <a:r>
                <a:rPr kumimoji="1" lang="ko-KR" altLang="en-US" sz="750" b="1" dirty="0" smtClean="0">
                  <a:solidFill>
                    <a:schemeClr val="bg1"/>
                  </a:solidFill>
                  <a:latin typeface="+mn-ea"/>
                  <a:ea typeface="+mn-ea"/>
                  <a:cs typeface="Calibri" pitchFamily="34" charset="0"/>
                </a:rPr>
                <a:t> </a:t>
              </a:r>
              <a:r>
                <a:rPr lang="ko-KR" altLang="en-US" sz="750" b="1" dirty="0" smtClean="0">
                  <a:solidFill>
                    <a:schemeClr val="bg1"/>
                  </a:solidFill>
                  <a:latin typeface="+mn-ea"/>
                  <a:ea typeface="+mn-ea"/>
                  <a:cs typeface="Calibri" pitchFamily="34" charset="0"/>
                </a:rPr>
                <a:t>현</a:t>
              </a:r>
              <a:r>
                <a:rPr lang="ko-KR" altLang="en-US" sz="750" b="1" dirty="0">
                  <a:solidFill>
                    <a:schemeClr val="bg1"/>
                  </a:solidFill>
                  <a:latin typeface="+mn-ea"/>
                  <a:ea typeface="+mn-ea"/>
                  <a:cs typeface="Calibri" pitchFamily="34" charset="0"/>
                </a:rPr>
                <a:t>황</a:t>
              </a:r>
              <a:endParaRPr kumimoji="1" lang="ko-KR" altLang="en-US" sz="750" b="1" dirty="0">
                <a:solidFill>
                  <a:schemeClr val="bg1"/>
                </a:solidFill>
                <a:latin typeface="+mn-ea"/>
                <a:ea typeface="+mn-ea"/>
                <a:cs typeface="Calibri" pitchFamily="34" charset="0"/>
              </a:endParaRPr>
            </a:p>
          </p:txBody>
        </p:sp>
      </p:grpSp>
      <p:sp>
        <p:nvSpPr>
          <p:cNvPr id="829" name="TextBox 828"/>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30" name="TextBox 829"/>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KNOU_UI_C02020000_01</a:t>
            </a:r>
            <a:endParaRPr lang="ko-KR" altLang="en-US" sz="800" spc="-60" dirty="0">
              <a:latin typeface="+mn-ea"/>
            </a:endParaRPr>
          </a:p>
        </p:txBody>
      </p:sp>
      <p:sp>
        <p:nvSpPr>
          <p:cNvPr id="831" name="TextBox 830"/>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목록형</a:t>
            </a:r>
            <a:r>
              <a:rPr lang="ko-KR" altLang="en-US" sz="800" spc="-60" dirty="0" smtClean="0">
                <a:latin typeface="+mn-ea"/>
                <a:ea typeface="+mn-ea"/>
              </a:rPr>
              <a:t> </a:t>
            </a:r>
            <a:r>
              <a:rPr lang="en-US" altLang="ko-KR" sz="800" spc="-60" dirty="0" smtClean="0">
                <a:latin typeface="+mn-ea"/>
                <a:ea typeface="+mn-ea"/>
              </a:rPr>
              <a:t>: </a:t>
            </a:r>
            <a:r>
              <a:rPr lang="ko-KR" altLang="en-US" sz="800" spc="-60" dirty="0" smtClean="0">
                <a:latin typeface="+mn-ea"/>
                <a:ea typeface="+mn-ea"/>
              </a:rPr>
              <a:t>학습목차</a:t>
            </a:r>
            <a:r>
              <a:rPr lang="en-US" altLang="ko-KR" sz="800" spc="-60" dirty="0" smtClean="0">
                <a:latin typeface="+mn-ea"/>
                <a:ea typeface="+mn-ea"/>
              </a:rPr>
              <a:t>(</a:t>
            </a:r>
            <a:r>
              <a:rPr lang="ko-KR" altLang="en-US" sz="800" spc="-60" dirty="0" smtClean="0">
                <a:latin typeface="+mn-ea"/>
                <a:ea typeface="+mn-ea"/>
              </a:rPr>
              <a:t>저작동구</a:t>
            </a:r>
            <a:r>
              <a:rPr lang="en-US" altLang="ko-KR" sz="800" spc="-60" dirty="0" smtClean="0">
                <a:latin typeface="+mn-ea"/>
                <a:ea typeface="+mn-ea"/>
              </a:rPr>
              <a:t>) </a:t>
            </a:r>
            <a:r>
              <a:rPr lang="ko-KR" altLang="en-US" sz="800" spc="-60" dirty="0" smtClean="0">
                <a:latin typeface="+mn-ea"/>
                <a:ea typeface="+mn-ea"/>
              </a:rPr>
              <a:t>연동형</a:t>
            </a:r>
            <a:endParaRPr lang="ko-KR" altLang="en-US" sz="800" spc="-60" dirty="0">
              <a:latin typeface="+mn-ea"/>
              <a:ea typeface="+mn-ea"/>
            </a:endParaRPr>
          </a:p>
        </p:txBody>
      </p:sp>
      <p:sp>
        <p:nvSpPr>
          <p:cNvPr id="832" name="TextBox 831"/>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834" name="직사각형 833"/>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836" name="그룹 835"/>
          <p:cNvGrpSpPr/>
          <p:nvPr/>
        </p:nvGrpSpPr>
        <p:grpSpPr>
          <a:xfrm>
            <a:off x="5640844" y="2041798"/>
            <a:ext cx="2994089" cy="162517"/>
            <a:chOff x="6384100" y="2032273"/>
            <a:chExt cx="2994089" cy="162517"/>
          </a:xfrm>
        </p:grpSpPr>
        <p:sp>
          <p:nvSpPr>
            <p:cNvPr id="884" name="직사각형 883"/>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885" name="순서도: 대체 처리 884"/>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886" name="직사각형 885"/>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grpSp>
        <p:nvGrpSpPr>
          <p:cNvPr id="887" name="그룹 886"/>
          <p:cNvGrpSpPr/>
          <p:nvPr/>
        </p:nvGrpSpPr>
        <p:grpSpPr>
          <a:xfrm>
            <a:off x="1894756" y="1987218"/>
            <a:ext cx="2074980" cy="246221"/>
            <a:chOff x="4290070" y="1958643"/>
            <a:chExt cx="2074980" cy="246221"/>
          </a:xfrm>
        </p:grpSpPr>
        <p:sp>
          <p:nvSpPr>
            <p:cNvPr id="888" name="직사각형 88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889" name="TextBox 888"/>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890" name="그룹 889"/>
          <p:cNvGrpSpPr/>
          <p:nvPr/>
        </p:nvGrpSpPr>
        <p:grpSpPr>
          <a:xfrm>
            <a:off x="7943024" y="1552259"/>
            <a:ext cx="1575055" cy="300582"/>
            <a:chOff x="7943024" y="1552259"/>
            <a:chExt cx="1575055" cy="300582"/>
          </a:xfrm>
        </p:grpSpPr>
        <p:grpSp>
          <p:nvGrpSpPr>
            <p:cNvPr id="891" name="그룹 890"/>
            <p:cNvGrpSpPr/>
            <p:nvPr/>
          </p:nvGrpSpPr>
          <p:grpSpPr>
            <a:xfrm>
              <a:off x="8668462" y="1575842"/>
              <a:ext cx="849617" cy="276999"/>
              <a:chOff x="8563069" y="1695475"/>
              <a:chExt cx="849617" cy="276999"/>
            </a:xfrm>
          </p:grpSpPr>
          <p:grpSp>
            <p:nvGrpSpPr>
              <p:cNvPr id="905" name="그룹 904"/>
              <p:cNvGrpSpPr/>
              <p:nvPr/>
            </p:nvGrpSpPr>
            <p:grpSpPr>
              <a:xfrm>
                <a:off x="8563069" y="1770691"/>
                <a:ext cx="792000" cy="158400"/>
                <a:chOff x="8779069" y="1770691"/>
                <a:chExt cx="792000" cy="158400"/>
              </a:xfrm>
            </p:grpSpPr>
            <p:sp>
              <p:nvSpPr>
                <p:cNvPr id="933" name="직사각형 932"/>
                <p:cNvSpPr/>
                <p:nvPr/>
              </p:nvSpPr>
              <p:spPr>
                <a:xfrm>
                  <a:off x="8779069" y="1770691"/>
                  <a:ext cx="792000" cy="1584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93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13" name="그룹 912"/>
              <p:cNvGrpSpPr/>
              <p:nvPr/>
            </p:nvGrpSpPr>
            <p:grpSpPr>
              <a:xfrm>
                <a:off x="8728739" y="1695475"/>
                <a:ext cx="247184" cy="276999"/>
                <a:chOff x="7672972" y="1671999"/>
                <a:chExt cx="247184" cy="276999"/>
              </a:xfrm>
            </p:grpSpPr>
            <p:sp>
              <p:nvSpPr>
                <p:cNvPr id="930" name="타원 929"/>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931" name="직사각형 930"/>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914" name="그룹 913"/>
              <p:cNvGrpSpPr/>
              <p:nvPr/>
            </p:nvGrpSpPr>
            <p:grpSpPr>
              <a:xfrm>
                <a:off x="9138252" y="1714525"/>
                <a:ext cx="274434" cy="246221"/>
                <a:chOff x="7663447" y="1691049"/>
                <a:chExt cx="274434" cy="246221"/>
              </a:xfrm>
            </p:grpSpPr>
            <p:sp>
              <p:nvSpPr>
                <p:cNvPr id="928" name="타원 92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929" name="직사각형 928"/>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927" name="직사각형 926"/>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894" name="그룹 893"/>
            <p:cNvGrpSpPr/>
            <p:nvPr/>
          </p:nvGrpSpPr>
          <p:grpSpPr>
            <a:xfrm>
              <a:off x="7943024" y="1552259"/>
              <a:ext cx="701434" cy="261068"/>
              <a:chOff x="8008484" y="1485584"/>
              <a:chExt cx="701434" cy="261068"/>
            </a:xfrm>
          </p:grpSpPr>
          <p:pic>
            <p:nvPicPr>
              <p:cNvPr id="89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0"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04" name="타원 903"/>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937" name="그룹 936"/>
          <p:cNvGrpSpPr/>
          <p:nvPr/>
        </p:nvGrpSpPr>
        <p:grpSpPr>
          <a:xfrm>
            <a:off x="1969801" y="2331127"/>
            <a:ext cx="7454075" cy="813600"/>
            <a:chOff x="1969801" y="2331127"/>
            <a:chExt cx="7454075" cy="813600"/>
          </a:xfrm>
        </p:grpSpPr>
        <p:sp>
          <p:nvSpPr>
            <p:cNvPr id="938" name="직사각형 937"/>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39" name="순서도: 대체 처리 938"/>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940" name="순서도: 대체 처리 939"/>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942" name="그룹 941"/>
            <p:cNvGrpSpPr/>
            <p:nvPr/>
          </p:nvGrpSpPr>
          <p:grpSpPr>
            <a:xfrm>
              <a:off x="6283052" y="2423180"/>
              <a:ext cx="828000" cy="636637"/>
              <a:chOff x="6824083" y="2423180"/>
              <a:chExt cx="828000" cy="636637"/>
            </a:xfrm>
          </p:grpSpPr>
          <p:sp>
            <p:nvSpPr>
              <p:cNvPr id="959" name="직사각형 958"/>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960" name="Picture 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2" name="직사각형 961"/>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945" name="그룹 944"/>
            <p:cNvGrpSpPr/>
            <p:nvPr/>
          </p:nvGrpSpPr>
          <p:grpSpPr>
            <a:xfrm>
              <a:off x="7146269" y="2420888"/>
              <a:ext cx="845962" cy="636637"/>
              <a:chOff x="7687300" y="2420888"/>
              <a:chExt cx="845962" cy="636637"/>
            </a:xfrm>
          </p:grpSpPr>
          <p:sp>
            <p:nvSpPr>
              <p:cNvPr id="956" name="직사각형 955"/>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95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8" name="직사각형 95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947" name="그룹 946"/>
            <p:cNvGrpSpPr/>
            <p:nvPr/>
          </p:nvGrpSpPr>
          <p:grpSpPr>
            <a:xfrm>
              <a:off x="1969801" y="2382788"/>
              <a:ext cx="2281804" cy="398140"/>
              <a:chOff x="1969801" y="2411363"/>
              <a:chExt cx="2281804" cy="398140"/>
            </a:xfrm>
          </p:grpSpPr>
          <p:sp>
            <p:nvSpPr>
              <p:cNvPr id="954" name="TextBox 953"/>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950" name="그룹 949"/>
            <p:cNvGrpSpPr/>
            <p:nvPr/>
          </p:nvGrpSpPr>
          <p:grpSpPr>
            <a:xfrm>
              <a:off x="8011245" y="2413380"/>
              <a:ext cx="1371989" cy="637200"/>
              <a:chOff x="8011245" y="2413380"/>
              <a:chExt cx="1371989" cy="637200"/>
            </a:xfrm>
          </p:grpSpPr>
          <p:pic>
            <p:nvPicPr>
              <p:cNvPr id="951"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2" name="직사각형 951"/>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953" name="직사각형 952"/>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964" name="그룹 963"/>
          <p:cNvGrpSpPr/>
          <p:nvPr/>
        </p:nvGrpSpPr>
        <p:grpSpPr>
          <a:xfrm>
            <a:off x="4467994" y="3262892"/>
            <a:ext cx="2444392" cy="1447394"/>
            <a:chOff x="4467994" y="3262892"/>
            <a:chExt cx="2444392" cy="1447394"/>
          </a:xfrm>
        </p:grpSpPr>
        <p:grpSp>
          <p:nvGrpSpPr>
            <p:cNvPr id="965" name="그룹 964"/>
            <p:cNvGrpSpPr/>
            <p:nvPr/>
          </p:nvGrpSpPr>
          <p:grpSpPr>
            <a:xfrm>
              <a:off x="4467994" y="3262892"/>
              <a:ext cx="2444392" cy="1447394"/>
              <a:chOff x="4458469" y="1960265"/>
              <a:chExt cx="2444392" cy="1447394"/>
            </a:xfrm>
          </p:grpSpPr>
          <p:grpSp>
            <p:nvGrpSpPr>
              <p:cNvPr id="967" name="그룹 966"/>
              <p:cNvGrpSpPr/>
              <p:nvPr/>
            </p:nvGrpSpPr>
            <p:grpSpPr>
              <a:xfrm>
                <a:off x="4458469" y="1960265"/>
                <a:ext cx="2444392" cy="1447394"/>
                <a:chOff x="4458469" y="4024114"/>
                <a:chExt cx="2444392" cy="1447394"/>
              </a:xfrm>
            </p:grpSpPr>
            <p:grpSp>
              <p:nvGrpSpPr>
                <p:cNvPr id="974" name="그룹 973"/>
                <p:cNvGrpSpPr/>
                <p:nvPr/>
              </p:nvGrpSpPr>
              <p:grpSpPr>
                <a:xfrm>
                  <a:off x="4458469" y="4024114"/>
                  <a:ext cx="2444392" cy="1447394"/>
                  <a:chOff x="6925810" y="3897247"/>
                  <a:chExt cx="2444392" cy="1447394"/>
                </a:xfrm>
              </p:grpSpPr>
              <p:sp>
                <p:nvSpPr>
                  <p:cNvPr id="976" name="직사각형 975"/>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977" name="TextBox 976"/>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978" name="직사각형 977"/>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979" name="직사각형 978"/>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980" name="직사각형 979"/>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981" name="그룹 980"/>
                  <p:cNvGrpSpPr/>
                  <p:nvPr/>
                </p:nvGrpSpPr>
                <p:grpSpPr>
                  <a:xfrm>
                    <a:off x="7141834" y="4253425"/>
                    <a:ext cx="2025653" cy="307777"/>
                    <a:chOff x="5734311" y="2286397"/>
                    <a:chExt cx="2025653" cy="307777"/>
                  </a:xfrm>
                </p:grpSpPr>
                <p:sp>
                  <p:nvSpPr>
                    <p:cNvPr id="988" name="TextBox 987"/>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989" name="순서도: 대체 처리 988"/>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982" name="그룹 981"/>
                  <p:cNvGrpSpPr/>
                  <p:nvPr/>
                </p:nvGrpSpPr>
                <p:grpSpPr>
                  <a:xfrm>
                    <a:off x="7141930" y="4579557"/>
                    <a:ext cx="2025653" cy="307777"/>
                    <a:chOff x="5734311" y="2286397"/>
                    <a:chExt cx="2025653" cy="307777"/>
                  </a:xfrm>
                </p:grpSpPr>
                <p:sp>
                  <p:nvSpPr>
                    <p:cNvPr id="986" name="TextBox 985"/>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987" name="순서도: 대체 처리 986"/>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983" name="그룹 982"/>
                  <p:cNvGrpSpPr/>
                  <p:nvPr/>
                </p:nvGrpSpPr>
                <p:grpSpPr>
                  <a:xfrm>
                    <a:off x="7141930" y="4894939"/>
                    <a:ext cx="2025653" cy="307777"/>
                    <a:chOff x="5734311" y="2286397"/>
                    <a:chExt cx="2025653" cy="307777"/>
                  </a:xfrm>
                </p:grpSpPr>
                <p:sp>
                  <p:nvSpPr>
                    <p:cNvPr id="984" name="TextBox 983"/>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985" name="순서도: 대체 처리 984"/>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975" name="직사각형 974"/>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968" name="그룹 967"/>
              <p:cNvGrpSpPr/>
              <p:nvPr/>
            </p:nvGrpSpPr>
            <p:grpSpPr>
              <a:xfrm>
                <a:off x="5203646" y="2000454"/>
                <a:ext cx="234360" cy="200055"/>
                <a:chOff x="5213171" y="2009979"/>
                <a:chExt cx="234360" cy="200055"/>
              </a:xfrm>
            </p:grpSpPr>
            <p:sp>
              <p:nvSpPr>
                <p:cNvPr id="972" name="타원 971"/>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973" name="직사각형 972"/>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969" name="타원 968"/>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970" name="타원 969"/>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971" name="타원 97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966" name="타원 965"/>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056" name="그룹 1055"/>
          <p:cNvGrpSpPr/>
          <p:nvPr/>
        </p:nvGrpSpPr>
        <p:grpSpPr>
          <a:xfrm>
            <a:off x="1962572" y="3265479"/>
            <a:ext cx="2451592" cy="1447200"/>
            <a:chOff x="1962572" y="3265479"/>
            <a:chExt cx="2451592" cy="1447200"/>
          </a:xfrm>
        </p:grpSpPr>
        <p:grpSp>
          <p:nvGrpSpPr>
            <p:cNvPr id="1073" name="그룹 1072"/>
            <p:cNvGrpSpPr/>
            <p:nvPr/>
          </p:nvGrpSpPr>
          <p:grpSpPr>
            <a:xfrm>
              <a:off x="1962572" y="3265479"/>
              <a:ext cx="2451592" cy="1447200"/>
              <a:chOff x="1962572" y="3265479"/>
              <a:chExt cx="2451592" cy="1447200"/>
            </a:xfrm>
          </p:grpSpPr>
          <p:grpSp>
            <p:nvGrpSpPr>
              <p:cNvPr id="1080" name="그룹 1079"/>
              <p:cNvGrpSpPr/>
              <p:nvPr/>
            </p:nvGrpSpPr>
            <p:grpSpPr>
              <a:xfrm>
                <a:off x="1962572" y="3265479"/>
                <a:ext cx="2451592" cy="1447200"/>
                <a:chOff x="1973294" y="4993571"/>
                <a:chExt cx="2451592" cy="1447200"/>
              </a:xfrm>
            </p:grpSpPr>
            <p:grpSp>
              <p:nvGrpSpPr>
                <p:cNvPr id="1084" name="그룹 1083"/>
                <p:cNvGrpSpPr/>
                <p:nvPr/>
              </p:nvGrpSpPr>
              <p:grpSpPr>
                <a:xfrm>
                  <a:off x="1973294" y="4993571"/>
                  <a:ext cx="2451592" cy="1447200"/>
                  <a:chOff x="6925791" y="2502421"/>
                  <a:chExt cx="2451592" cy="1447200"/>
                </a:xfrm>
              </p:grpSpPr>
              <p:grpSp>
                <p:nvGrpSpPr>
                  <p:cNvPr id="1125" name="그룹 1124"/>
                  <p:cNvGrpSpPr/>
                  <p:nvPr/>
                </p:nvGrpSpPr>
                <p:grpSpPr>
                  <a:xfrm>
                    <a:off x="6925791" y="2502421"/>
                    <a:ext cx="2451592" cy="1447200"/>
                    <a:chOff x="1976289" y="3438525"/>
                    <a:chExt cx="2451592" cy="1447200"/>
                  </a:xfrm>
                </p:grpSpPr>
                <p:sp>
                  <p:nvSpPr>
                    <p:cNvPr id="1127" name="직사각형 1126"/>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128" name="TextBox 1127"/>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129" name="그룹 1128"/>
                    <p:cNvGrpSpPr/>
                    <p:nvPr/>
                  </p:nvGrpSpPr>
                  <p:grpSpPr>
                    <a:xfrm>
                      <a:off x="2088727" y="3738512"/>
                      <a:ext cx="2286000" cy="1080000"/>
                      <a:chOff x="4709384" y="2912571"/>
                      <a:chExt cx="2286000" cy="1080000"/>
                    </a:xfrm>
                  </p:grpSpPr>
                  <p:sp>
                    <p:nvSpPr>
                      <p:cNvPr id="1133" name="직사각형 1132"/>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1134" name="직사각형 1133"/>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1135" name="직사각형 1134"/>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1130" name="TextBox 1129"/>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1131" name="TextBox 1130"/>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1132" name="TextBox 1131"/>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1126" name="직사각형 1125"/>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1122" name="순서도: 대체 처리 1121"/>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1123" name="순서도: 대체 처리 1122"/>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1124" name="순서도: 대체 처리 1123"/>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1081" name="직사각형 108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1082" name="직사각형 108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1083" name="직사각형 108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1074" name="타원 1073"/>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36" name="그룹 1135"/>
          <p:cNvGrpSpPr/>
          <p:nvPr/>
        </p:nvGrpSpPr>
        <p:grpSpPr>
          <a:xfrm>
            <a:off x="6975429" y="3260601"/>
            <a:ext cx="2451592" cy="1447394"/>
            <a:chOff x="6975429" y="3260601"/>
            <a:chExt cx="2451592" cy="1447394"/>
          </a:xfrm>
        </p:grpSpPr>
        <p:sp>
          <p:nvSpPr>
            <p:cNvPr id="1137" name="직사각형 1136"/>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138" name="TextBox 1137"/>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139" name="직사각형 1138"/>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1140" name="직사각형 1139"/>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1141" name="직사각형 1140"/>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1142" name="직사각형 114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143" name="그룹 1142"/>
            <p:cNvGrpSpPr/>
            <p:nvPr/>
          </p:nvGrpSpPr>
          <p:grpSpPr>
            <a:xfrm>
              <a:off x="7057972" y="3609482"/>
              <a:ext cx="2186885" cy="330462"/>
              <a:chOff x="7057972" y="3609482"/>
              <a:chExt cx="2186885" cy="330462"/>
            </a:xfrm>
          </p:grpSpPr>
          <p:sp>
            <p:nvSpPr>
              <p:cNvPr id="1153" name="TextBox 1152"/>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1154" name="순서도: 대체 처리 1153"/>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1155" name="직사각형 1154"/>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1144" name="그룹 1143"/>
            <p:cNvGrpSpPr/>
            <p:nvPr/>
          </p:nvGrpSpPr>
          <p:grpSpPr>
            <a:xfrm>
              <a:off x="7058020" y="3938251"/>
              <a:ext cx="2186885" cy="330462"/>
              <a:chOff x="7057972" y="3609482"/>
              <a:chExt cx="2186885" cy="330462"/>
            </a:xfrm>
          </p:grpSpPr>
          <p:sp>
            <p:nvSpPr>
              <p:cNvPr id="1150" name="TextBox 1149"/>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1151" name="순서도: 대체 처리 1150"/>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1152" name="직사각형 1151"/>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1145" name="그룹 1144"/>
            <p:cNvGrpSpPr/>
            <p:nvPr/>
          </p:nvGrpSpPr>
          <p:grpSpPr>
            <a:xfrm>
              <a:off x="7065615" y="4275049"/>
              <a:ext cx="2186885" cy="330462"/>
              <a:chOff x="7057972" y="3609482"/>
              <a:chExt cx="2186885" cy="330462"/>
            </a:xfrm>
          </p:grpSpPr>
          <p:sp>
            <p:nvSpPr>
              <p:cNvPr id="1147" name="TextBox 1146"/>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1148" name="순서도: 대체 처리 1147"/>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1149" name="직사각형 114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1146" name="타원 114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aphicFrame>
        <p:nvGraphicFramePr>
          <p:cNvPr id="1177" name="표 1176"/>
          <p:cNvGraphicFramePr>
            <a:graphicFrameLocks noGrp="1"/>
          </p:cNvGraphicFramePr>
          <p:nvPr>
            <p:extLst>
              <p:ext uri="{D42A27DB-BD31-4B8C-83A1-F6EECF244321}">
                <p14:modId xmlns:p14="http://schemas.microsoft.com/office/powerpoint/2010/main" val="53806940"/>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pic>
        <p:nvPicPr>
          <p:cNvPr id="1178" name="Picture 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9"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0" name="Picture 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1"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2" name="Picture 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3" name="Picture 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4" name="Picture 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5" name="Picture 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6"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7"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8"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9"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91" name="직사각형 119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grpSp>
        <p:nvGrpSpPr>
          <p:cNvPr id="1192" name="그룹 1191"/>
          <p:cNvGrpSpPr/>
          <p:nvPr/>
        </p:nvGrpSpPr>
        <p:grpSpPr>
          <a:xfrm>
            <a:off x="2106588" y="5949280"/>
            <a:ext cx="7263479" cy="249932"/>
            <a:chOff x="2106588" y="5949280"/>
            <a:chExt cx="7263479" cy="249932"/>
          </a:xfrm>
        </p:grpSpPr>
        <p:grpSp>
          <p:nvGrpSpPr>
            <p:cNvPr id="1193" name="그룹 1192"/>
            <p:cNvGrpSpPr/>
            <p:nvPr/>
          </p:nvGrpSpPr>
          <p:grpSpPr>
            <a:xfrm>
              <a:off x="2106588" y="5968380"/>
              <a:ext cx="1659836" cy="230832"/>
              <a:chOff x="2577276" y="4906034"/>
              <a:chExt cx="1659836" cy="230832"/>
            </a:xfrm>
          </p:grpSpPr>
          <p:sp>
            <p:nvSpPr>
              <p:cNvPr id="1197" name="TextBox 1196"/>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98" name="Picture 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194" name="직사각형 1193"/>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95"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96" name="Picture 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19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212" name="그룹 1211"/>
          <p:cNvGrpSpPr/>
          <p:nvPr/>
        </p:nvGrpSpPr>
        <p:grpSpPr>
          <a:xfrm>
            <a:off x="2125638" y="4880162"/>
            <a:ext cx="3312368" cy="370373"/>
            <a:chOff x="2125638" y="4880162"/>
            <a:chExt cx="3312368" cy="370373"/>
          </a:xfrm>
        </p:grpSpPr>
        <p:pic>
          <p:nvPicPr>
            <p:cNvPr id="1213" name="Picture 2"/>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4" name="직사각형 1213"/>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215" name="직사각형 1214"/>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1216" name="직사각형 1215"/>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1217" name="직사각형 1216"/>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2" name="그룹 11"/>
          <p:cNvGrpSpPr/>
          <p:nvPr/>
        </p:nvGrpSpPr>
        <p:grpSpPr>
          <a:xfrm>
            <a:off x="2101256" y="9117632"/>
            <a:ext cx="7243200" cy="468000"/>
            <a:chOff x="2101256" y="9410245"/>
            <a:chExt cx="7243200" cy="468000"/>
          </a:xfrm>
        </p:grpSpPr>
        <p:sp>
          <p:nvSpPr>
            <p:cNvPr id="367" name="직사각형 366"/>
            <p:cNvSpPr/>
            <p:nvPr/>
          </p:nvSpPr>
          <p:spPr>
            <a:xfrm>
              <a:off x="2101256" y="94102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68" name="TextBox 367"/>
            <p:cNvSpPr txBox="1"/>
            <p:nvPr/>
          </p:nvSpPr>
          <p:spPr>
            <a:xfrm>
              <a:off x="2357111" y="9439604"/>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무생물주어의 처리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04" name="Picture 11"/>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82789" y="9619722"/>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05" name="그룹 404"/>
            <p:cNvGrpSpPr/>
            <p:nvPr/>
          </p:nvGrpSpPr>
          <p:grpSpPr>
            <a:xfrm>
              <a:off x="3878042" y="9468673"/>
              <a:ext cx="974375" cy="133200"/>
              <a:chOff x="3690593" y="6266381"/>
              <a:chExt cx="974375" cy="133200"/>
            </a:xfrm>
          </p:grpSpPr>
          <p:grpSp>
            <p:nvGrpSpPr>
              <p:cNvPr id="406" name="그룹 405"/>
              <p:cNvGrpSpPr/>
              <p:nvPr/>
            </p:nvGrpSpPr>
            <p:grpSpPr>
              <a:xfrm>
                <a:off x="4052812" y="6266381"/>
                <a:ext cx="612156" cy="133200"/>
                <a:chOff x="2214512" y="5085184"/>
                <a:chExt cx="612156" cy="133200"/>
              </a:xfrm>
            </p:grpSpPr>
            <p:sp>
              <p:nvSpPr>
                <p:cNvPr id="408" name="순서도: 대체 처리 407"/>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409" name="순서도: 대체 처리 408"/>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407" name="순서도: 대체 처리 406"/>
              <p:cNvSpPr/>
              <p:nvPr/>
            </p:nvSpPr>
            <p:spPr bwMode="auto">
              <a:xfrm>
                <a:off x="3690593" y="627249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grpSp>
          <p:nvGrpSpPr>
            <p:cNvPr id="1275" name="그룹 1274"/>
            <p:cNvGrpSpPr/>
            <p:nvPr/>
          </p:nvGrpSpPr>
          <p:grpSpPr>
            <a:xfrm>
              <a:off x="7041352" y="9527802"/>
              <a:ext cx="2235318" cy="237902"/>
              <a:chOff x="7041472" y="6318845"/>
              <a:chExt cx="2235318" cy="237902"/>
            </a:xfrm>
          </p:grpSpPr>
          <p:grpSp>
            <p:nvGrpSpPr>
              <p:cNvPr id="1276" name="그룹 1275"/>
              <p:cNvGrpSpPr/>
              <p:nvPr/>
            </p:nvGrpSpPr>
            <p:grpSpPr>
              <a:xfrm>
                <a:off x="7941504" y="6341303"/>
                <a:ext cx="587513" cy="215444"/>
                <a:chOff x="6245128" y="5123284"/>
                <a:chExt cx="587513" cy="215444"/>
              </a:xfrm>
            </p:grpSpPr>
            <p:sp>
              <p:nvSpPr>
                <p:cNvPr id="1281" name="TextBox 1280"/>
                <p:cNvSpPr txBox="1"/>
                <p:nvPr/>
              </p:nvSpPr>
              <p:spPr>
                <a:xfrm>
                  <a:off x="6245128" y="5123284"/>
                  <a:ext cx="468000" cy="215444"/>
                </a:xfrm>
                <a:prstGeom prst="rect">
                  <a:avLst/>
                </a:prstGeom>
                <a:noFill/>
              </p:spPr>
              <p:txBody>
                <a:bodyPr wrap="square" lIns="0" rIns="0" rtlCol="0">
                  <a:spAutoFit/>
                </a:bodyPr>
                <a:lstStyle/>
                <a:p>
                  <a:pPr algn="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282"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277" name="모서리가 둥근 직사각형 1276"/>
              <p:cNvSpPr/>
              <p:nvPr/>
            </p:nvSpPr>
            <p:spPr>
              <a:xfrm>
                <a:off x="704147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1278" name="그룹 1277"/>
              <p:cNvGrpSpPr/>
              <p:nvPr/>
            </p:nvGrpSpPr>
            <p:grpSpPr>
              <a:xfrm>
                <a:off x="8606358" y="6318845"/>
                <a:ext cx="670432" cy="215444"/>
                <a:chOff x="8319296" y="6816784"/>
                <a:chExt cx="670432" cy="215444"/>
              </a:xfrm>
            </p:grpSpPr>
            <p:sp>
              <p:nvSpPr>
                <p:cNvPr id="1279" name="순서도: 대체 처리 1278"/>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1280" name="직사각형 1279"/>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sp>
          <p:nvSpPr>
            <p:cNvPr id="1289" name="TextBox 1288"/>
            <p:cNvSpPr txBox="1"/>
            <p:nvPr/>
          </p:nvSpPr>
          <p:spPr>
            <a:xfrm>
              <a:off x="2341662" y="9641318"/>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1290" name="그룹 1289"/>
          <p:cNvGrpSpPr/>
          <p:nvPr/>
        </p:nvGrpSpPr>
        <p:grpSpPr>
          <a:xfrm>
            <a:off x="2273846" y="16227374"/>
            <a:ext cx="6886800" cy="288000"/>
            <a:chOff x="2273846" y="7868361"/>
            <a:chExt cx="6886800" cy="288000"/>
          </a:xfrm>
        </p:grpSpPr>
        <p:grpSp>
          <p:nvGrpSpPr>
            <p:cNvPr id="1291" name="그룹 1290"/>
            <p:cNvGrpSpPr/>
            <p:nvPr/>
          </p:nvGrpSpPr>
          <p:grpSpPr>
            <a:xfrm>
              <a:off x="2273846" y="7868361"/>
              <a:ext cx="6886800" cy="288000"/>
              <a:chOff x="2273846" y="7868361"/>
              <a:chExt cx="6886800" cy="288000"/>
            </a:xfrm>
          </p:grpSpPr>
          <p:sp>
            <p:nvSpPr>
              <p:cNvPr id="1293" name="모서리가 둥근 직사각형 1292"/>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294" name="그룹 1293"/>
              <p:cNvGrpSpPr/>
              <p:nvPr/>
            </p:nvGrpSpPr>
            <p:grpSpPr>
              <a:xfrm>
                <a:off x="2341662" y="7906429"/>
                <a:ext cx="2131465" cy="215444"/>
                <a:chOff x="1473374" y="5614171"/>
                <a:chExt cx="2131465" cy="215444"/>
              </a:xfrm>
            </p:grpSpPr>
            <p:sp>
              <p:nvSpPr>
                <p:cNvPr id="1297" name="직사각형 1296"/>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1298" name="순서도: 대체 처리 1297"/>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1295" name="TextBox 1294"/>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296" name="순서도: 대체 처리 1295"/>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1292" name="직사각형 1291"/>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1299" name="그룹 1298"/>
          <p:cNvGrpSpPr/>
          <p:nvPr/>
        </p:nvGrpSpPr>
        <p:grpSpPr>
          <a:xfrm>
            <a:off x="2269654" y="16596939"/>
            <a:ext cx="6886800" cy="288000"/>
            <a:chOff x="2269654" y="8218876"/>
            <a:chExt cx="6886800" cy="288000"/>
          </a:xfrm>
        </p:grpSpPr>
        <p:grpSp>
          <p:nvGrpSpPr>
            <p:cNvPr id="1300" name="그룹 1299"/>
            <p:cNvGrpSpPr/>
            <p:nvPr/>
          </p:nvGrpSpPr>
          <p:grpSpPr>
            <a:xfrm>
              <a:off x="2269654" y="8218876"/>
              <a:ext cx="6886800" cy="288000"/>
              <a:chOff x="2269654" y="8218876"/>
              <a:chExt cx="6886800" cy="288000"/>
            </a:xfrm>
          </p:grpSpPr>
          <p:sp>
            <p:nvSpPr>
              <p:cNvPr id="1302" name="모서리가 둥근 직사각형 1301"/>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303" name="그룹 1302"/>
              <p:cNvGrpSpPr/>
              <p:nvPr/>
            </p:nvGrpSpPr>
            <p:grpSpPr>
              <a:xfrm>
                <a:off x="2337470" y="8256944"/>
                <a:ext cx="2981095" cy="215444"/>
                <a:chOff x="1473374" y="5614171"/>
                <a:chExt cx="2981095" cy="215444"/>
              </a:xfrm>
            </p:grpSpPr>
            <p:sp>
              <p:nvSpPr>
                <p:cNvPr id="1305" name="직사각형 1304"/>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1306" name="순서도: 대체 처리 1305"/>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1304" name="순서도: 대체 처리 1303"/>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1301"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307" name="모서리가 둥근 직사각형 1306"/>
          <p:cNvSpPr/>
          <p:nvPr/>
        </p:nvSpPr>
        <p:spPr>
          <a:xfrm>
            <a:off x="7329384" y="17298218"/>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1308" name="그룹 1307"/>
          <p:cNvGrpSpPr/>
          <p:nvPr/>
        </p:nvGrpSpPr>
        <p:grpSpPr>
          <a:xfrm>
            <a:off x="2273676" y="25386035"/>
            <a:ext cx="6886800" cy="288000"/>
            <a:chOff x="2273676" y="16357308"/>
            <a:chExt cx="6886800" cy="288000"/>
          </a:xfrm>
        </p:grpSpPr>
        <p:grpSp>
          <p:nvGrpSpPr>
            <p:cNvPr id="1309" name="그룹 1308"/>
            <p:cNvGrpSpPr/>
            <p:nvPr/>
          </p:nvGrpSpPr>
          <p:grpSpPr>
            <a:xfrm>
              <a:off x="2273676" y="16357308"/>
              <a:ext cx="6886800" cy="288000"/>
              <a:chOff x="2273846" y="7508321"/>
              <a:chExt cx="6886800" cy="288000"/>
            </a:xfrm>
          </p:grpSpPr>
          <p:sp>
            <p:nvSpPr>
              <p:cNvPr id="1313" name="모서리가 둥근 직사각형 1312"/>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314" name="그룹 1313"/>
              <p:cNvGrpSpPr/>
              <p:nvPr/>
            </p:nvGrpSpPr>
            <p:grpSpPr>
              <a:xfrm>
                <a:off x="2341662" y="7546389"/>
                <a:ext cx="2131465" cy="215444"/>
                <a:chOff x="1473374" y="5614171"/>
                <a:chExt cx="2131465" cy="215444"/>
              </a:xfrm>
            </p:grpSpPr>
            <p:sp>
              <p:nvSpPr>
                <p:cNvPr id="1316" name="직사각형 1315"/>
                <p:cNvSpPr/>
                <p:nvPr/>
              </p:nvSpPr>
              <p:spPr>
                <a:xfrm>
                  <a:off x="1804839" y="5614171"/>
                  <a:ext cx="1800000" cy="215444"/>
                </a:xfrm>
                <a:prstGeom prst="rect">
                  <a:avLst/>
                </a:prstGeom>
              </p:spPr>
              <p:txBody>
                <a:bodyPr wrap="square">
                  <a:spAutoFit/>
                </a:bodyPr>
                <a:lstStyle/>
                <a:p>
                  <a:r>
                    <a:rPr lang="ko-KR" altLang="en-US" sz="800" dirty="0" err="1" smtClean="0">
                      <a:solidFill>
                        <a:schemeClr val="tx1">
                          <a:lumMod val="75000"/>
                          <a:lumOff val="25000"/>
                        </a:schemeClr>
                      </a:solidFill>
                      <a:latin typeface="+mn-ea"/>
                      <a:ea typeface="+mn-ea"/>
                    </a:rPr>
                    <a:t>실시간시험</a:t>
                  </a:r>
                  <a:r>
                    <a:rPr lang="ko-KR" altLang="en-US" sz="800" dirty="0" smtClean="0">
                      <a:solidFill>
                        <a:schemeClr val="tx1">
                          <a:lumMod val="75000"/>
                          <a:lumOff val="25000"/>
                        </a:schemeClr>
                      </a:solidFill>
                      <a:latin typeface="+mn-ea"/>
                      <a:ea typeface="+mn-ea"/>
                    </a:rPr>
                    <a:t> 중간고사</a:t>
                  </a:r>
                  <a:endParaRPr lang="ko-KR" altLang="en-US" sz="800" dirty="0">
                    <a:solidFill>
                      <a:schemeClr val="tx1">
                        <a:lumMod val="75000"/>
                        <a:lumOff val="25000"/>
                      </a:schemeClr>
                    </a:solidFill>
                    <a:latin typeface="+mn-ea"/>
                    <a:ea typeface="+mn-ea"/>
                  </a:endParaRPr>
                </a:p>
              </p:txBody>
            </p:sp>
            <p:sp>
              <p:nvSpPr>
                <p:cNvPr id="1317" name="순서도: 대체 처리 1316"/>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315" name="TextBox 1314"/>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310" name="그룹 1309"/>
            <p:cNvGrpSpPr/>
            <p:nvPr/>
          </p:nvGrpSpPr>
          <p:grpSpPr>
            <a:xfrm>
              <a:off x="8361759" y="16391020"/>
              <a:ext cx="675594" cy="215444"/>
              <a:chOff x="8514159" y="8046476"/>
              <a:chExt cx="675594" cy="215444"/>
            </a:xfrm>
          </p:grpSpPr>
          <p:sp>
            <p:nvSpPr>
              <p:cNvPr id="1311" name="순서도: 대체 처리 1310"/>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312" name="직사각형 1311"/>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1318" name="그룹 1317"/>
          <p:cNvGrpSpPr/>
          <p:nvPr/>
        </p:nvGrpSpPr>
        <p:grpSpPr>
          <a:xfrm>
            <a:off x="2273676" y="25746075"/>
            <a:ext cx="6886800" cy="288000"/>
            <a:chOff x="2273676" y="16717348"/>
            <a:chExt cx="6886800" cy="288000"/>
          </a:xfrm>
        </p:grpSpPr>
        <p:grpSp>
          <p:nvGrpSpPr>
            <p:cNvPr id="1319" name="그룹 1318"/>
            <p:cNvGrpSpPr/>
            <p:nvPr/>
          </p:nvGrpSpPr>
          <p:grpSpPr>
            <a:xfrm>
              <a:off x="2273676" y="16717348"/>
              <a:ext cx="6886800" cy="288000"/>
              <a:chOff x="2273846" y="7868361"/>
              <a:chExt cx="6886800" cy="288000"/>
            </a:xfrm>
          </p:grpSpPr>
          <p:sp>
            <p:nvSpPr>
              <p:cNvPr id="1323" name="모서리가 둥근 직사각형 1322"/>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324" name="그룹 1323"/>
              <p:cNvGrpSpPr/>
              <p:nvPr/>
            </p:nvGrpSpPr>
            <p:grpSpPr>
              <a:xfrm>
                <a:off x="2341662" y="7915954"/>
                <a:ext cx="2131465" cy="215444"/>
                <a:chOff x="1473374" y="5623696"/>
                <a:chExt cx="2131465" cy="215444"/>
              </a:xfrm>
            </p:grpSpPr>
            <p:sp>
              <p:nvSpPr>
                <p:cNvPr id="1326" name="직사각형 1325"/>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327" name="순서도: 대체 처리 1326"/>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325" name="TextBox 1324"/>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320" name="그룹 1319"/>
            <p:cNvGrpSpPr/>
            <p:nvPr/>
          </p:nvGrpSpPr>
          <p:grpSpPr>
            <a:xfrm>
              <a:off x="8362812" y="16741535"/>
              <a:ext cx="675594" cy="215444"/>
              <a:chOff x="8514159" y="8046476"/>
              <a:chExt cx="675594" cy="215444"/>
            </a:xfrm>
          </p:grpSpPr>
          <p:sp>
            <p:nvSpPr>
              <p:cNvPr id="1321" name="순서도: 대체 처리 1320"/>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322" name="직사각형 1321"/>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sp>
        <p:nvSpPr>
          <p:cNvPr id="426" name="순서도: 대체 처리 425"/>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27" name="직사각형 426"/>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28" name="모서리가 둥근 직사각형 427"/>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29" name="모서리가 둥근 직사각형 428"/>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430" name="직사각형 429"/>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431" name="Picture 11"/>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2" name="그룹 431"/>
          <p:cNvGrpSpPr/>
          <p:nvPr/>
        </p:nvGrpSpPr>
        <p:grpSpPr>
          <a:xfrm>
            <a:off x="2273846" y="7508321"/>
            <a:ext cx="6886800" cy="288000"/>
            <a:chOff x="2273846" y="7508321"/>
            <a:chExt cx="6886800" cy="288000"/>
          </a:xfrm>
        </p:grpSpPr>
        <p:grpSp>
          <p:nvGrpSpPr>
            <p:cNvPr id="433" name="그룹 432"/>
            <p:cNvGrpSpPr/>
            <p:nvPr/>
          </p:nvGrpSpPr>
          <p:grpSpPr>
            <a:xfrm>
              <a:off x="2273846" y="7508321"/>
              <a:ext cx="6886800" cy="288000"/>
              <a:chOff x="2273846" y="7508321"/>
              <a:chExt cx="6886800" cy="288000"/>
            </a:xfrm>
          </p:grpSpPr>
          <p:sp>
            <p:nvSpPr>
              <p:cNvPr id="435" name="모서리가 둥근 직사각형 434"/>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436" name="그룹 435"/>
              <p:cNvGrpSpPr/>
              <p:nvPr/>
            </p:nvGrpSpPr>
            <p:grpSpPr>
              <a:xfrm>
                <a:off x="2341662" y="7546389"/>
                <a:ext cx="2131465" cy="215444"/>
                <a:chOff x="1473374" y="5614171"/>
                <a:chExt cx="2131465" cy="215444"/>
              </a:xfrm>
            </p:grpSpPr>
            <p:sp>
              <p:nvSpPr>
                <p:cNvPr id="439" name="직사각형 438"/>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440" name="순서도: 대체 처리 43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437" name="순서도: 대체 처리 436"/>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438" name="TextBox 437"/>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34" name="직사각형 433"/>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441" name="그룹 440"/>
          <p:cNvGrpSpPr/>
          <p:nvPr/>
        </p:nvGrpSpPr>
        <p:grpSpPr>
          <a:xfrm>
            <a:off x="2273846" y="7868361"/>
            <a:ext cx="6886800" cy="288000"/>
            <a:chOff x="2273846" y="7868361"/>
            <a:chExt cx="6886800" cy="288000"/>
          </a:xfrm>
        </p:grpSpPr>
        <p:grpSp>
          <p:nvGrpSpPr>
            <p:cNvPr id="442" name="그룹 441"/>
            <p:cNvGrpSpPr/>
            <p:nvPr/>
          </p:nvGrpSpPr>
          <p:grpSpPr>
            <a:xfrm>
              <a:off x="2273846" y="7868361"/>
              <a:ext cx="6886800" cy="288000"/>
              <a:chOff x="2273846" y="7868361"/>
              <a:chExt cx="6886800" cy="288000"/>
            </a:xfrm>
          </p:grpSpPr>
          <p:sp>
            <p:nvSpPr>
              <p:cNvPr id="444" name="모서리가 둥근 직사각형 443"/>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445" name="그룹 444"/>
              <p:cNvGrpSpPr/>
              <p:nvPr/>
            </p:nvGrpSpPr>
            <p:grpSpPr>
              <a:xfrm>
                <a:off x="2341662" y="7906429"/>
                <a:ext cx="2131465" cy="215444"/>
                <a:chOff x="1473374" y="5614171"/>
                <a:chExt cx="2131465" cy="215444"/>
              </a:xfrm>
            </p:grpSpPr>
            <p:sp>
              <p:nvSpPr>
                <p:cNvPr id="448" name="직사각형 447"/>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449" name="순서도: 대체 처리 448"/>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446" name="TextBox 445"/>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47" name="순서도: 대체 처리 446"/>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443" name="직사각형 442"/>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450" name="그룹 449"/>
          <p:cNvGrpSpPr/>
          <p:nvPr/>
        </p:nvGrpSpPr>
        <p:grpSpPr>
          <a:xfrm>
            <a:off x="2269654" y="8218876"/>
            <a:ext cx="6886800" cy="288000"/>
            <a:chOff x="2269654" y="8218876"/>
            <a:chExt cx="6886800" cy="288000"/>
          </a:xfrm>
        </p:grpSpPr>
        <p:grpSp>
          <p:nvGrpSpPr>
            <p:cNvPr id="451" name="그룹 450"/>
            <p:cNvGrpSpPr/>
            <p:nvPr/>
          </p:nvGrpSpPr>
          <p:grpSpPr>
            <a:xfrm>
              <a:off x="2269654" y="8218876"/>
              <a:ext cx="6886800" cy="288000"/>
              <a:chOff x="2269654" y="8218876"/>
              <a:chExt cx="6886800" cy="288000"/>
            </a:xfrm>
          </p:grpSpPr>
          <p:sp>
            <p:nvSpPr>
              <p:cNvPr id="453" name="모서리가 둥근 직사각형 452"/>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454" name="그룹 453"/>
              <p:cNvGrpSpPr/>
              <p:nvPr/>
            </p:nvGrpSpPr>
            <p:grpSpPr>
              <a:xfrm>
                <a:off x="2337470" y="8256944"/>
                <a:ext cx="2981095" cy="215444"/>
                <a:chOff x="1473374" y="5614171"/>
                <a:chExt cx="2981095" cy="215444"/>
              </a:xfrm>
            </p:grpSpPr>
            <p:sp>
              <p:nvSpPr>
                <p:cNvPr id="456" name="직사각형 455"/>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458" name="순서도: 대체 처리 457"/>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455" name="순서도: 대체 처리 454"/>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452"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9" name="그룹 458"/>
          <p:cNvGrpSpPr/>
          <p:nvPr/>
        </p:nvGrpSpPr>
        <p:grpSpPr>
          <a:xfrm>
            <a:off x="2269654" y="8569391"/>
            <a:ext cx="6886800" cy="288000"/>
            <a:chOff x="2269654" y="8569391"/>
            <a:chExt cx="6886800" cy="288000"/>
          </a:xfrm>
        </p:grpSpPr>
        <p:grpSp>
          <p:nvGrpSpPr>
            <p:cNvPr id="460" name="그룹 459"/>
            <p:cNvGrpSpPr/>
            <p:nvPr/>
          </p:nvGrpSpPr>
          <p:grpSpPr>
            <a:xfrm>
              <a:off x="2269654" y="8569391"/>
              <a:ext cx="6886800" cy="288000"/>
              <a:chOff x="2269654" y="8569391"/>
              <a:chExt cx="6886800" cy="288000"/>
            </a:xfrm>
          </p:grpSpPr>
          <p:sp>
            <p:nvSpPr>
              <p:cNvPr id="462" name="모서리가 둥근 직사각형 461"/>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463" name="그룹 462"/>
              <p:cNvGrpSpPr/>
              <p:nvPr/>
            </p:nvGrpSpPr>
            <p:grpSpPr>
              <a:xfrm>
                <a:off x="2337470" y="8607459"/>
                <a:ext cx="2981095" cy="215444"/>
                <a:chOff x="1473374" y="5614171"/>
                <a:chExt cx="2981095" cy="215444"/>
              </a:xfrm>
            </p:grpSpPr>
            <p:sp>
              <p:nvSpPr>
                <p:cNvPr id="465" name="직사각형 464"/>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466" name="순서도: 대체 처리 465"/>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464" name="순서도: 대체 처리 463"/>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461" name="Picture 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67" name="모서리가 둥근 직사각형 466"/>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68" name="모서리가 둥근 직사각형 467"/>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69" name="그룹 468"/>
          <p:cNvGrpSpPr/>
          <p:nvPr/>
        </p:nvGrpSpPr>
        <p:grpSpPr>
          <a:xfrm>
            <a:off x="7041232" y="6318845"/>
            <a:ext cx="2235558" cy="237902"/>
            <a:chOff x="7041232" y="6318845"/>
            <a:chExt cx="2235558" cy="237902"/>
          </a:xfrm>
        </p:grpSpPr>
        <p:grpSp>
          <p:nvGrpSpPr>
            <p:cNvPr id="470" name="그룹 469"/>
            <p:cNvGrpSpPr/>
            <p:nvPr/>
          </p:nvGrpSpPr>
          <p:grpSpPr>
            <a:xfrm>
              <a:off x="7941384" y="6341303"/>
              <a:ext cx="587633" cy="215444"/>
              <a:chOff x="6245008" y="5123284"/>
              <a:chExt cx="587633" cy="215444"/>
            </a:xfrm>
          </p:grpSpPr>
          <p:sp>
            <p:nvSpPr>
              <p:cNvPr id="475" name="TextBox 474"/>
              <p:cNvSpPr txBox="1"/>
              <p:nvPr/>
            </p:nvSpPr>
            <p:spPr>
              <a:xfrm>
                <a:off x="624500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76"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71" name="모서리가 둥근 직사각형 470"/>
            <p:cNvSpPr/>
            <p:nvPr/>
          </p:nvSpPr>
          <p:spPr>
            <a:xfrm>
              <a:off x="704123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2" name="그룹 471"/>
            <p:cNvGrpSpPr/>
            <p:nvPr/>
          </p:nvGrpSpPr>
          <p:grpSpPr>
            <a:xfrm>
              <a:off x="8606358" y="6318845"/>
              <a:ext cx="670432" cy="215444"/>
              <a:chOff x="8319296" y="6816784"/>
              <a:chExt cx="670432" cy="215444"/>
            </a:xfrm>
          </p:grpSpPr>
          <p:sp>
            <p:nvSpPr>
              <p:cNvPr id="473" name="순서도: 대체 처리 472"/>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4" name="직사각형 473"/>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sp>
        <p:nvSpPr>
          <p:cNvPr id="495" name="직사각형 494"/>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학습개요</a:t>
            </a:r>
            <a:endParaRPr lang="ko-KR" altLang="en-US" sz="800" dirty="0">
              <a:solidFill>
                <a:schemeClr val="tx1">
                  <a:lumMod val="75000"/>
                  <a:lumOff val="25000"/>
                </a:schemeClr>
              </a:solidFill>
              <a:latin typeface="+mn-ea"/>
              <a:ea typeface="+mn-ea"/>
            </a:endParaRPr>
          </a:p>
        </p:txBody>
      </p:sp>
      <p:sp>
        <p:nvSpPr>
          <p:cNvPr id="496" name="순서도: 대체 처리 495"/>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텍스트</a:t>
            </a:r>
            <a:endParaRPr kumimoji="1" lang="ko-KR" altLang="en-US" sz="750" dirty="0">
              <a:solidFill>
                <a:schemeClr val="tx1">
                  <a:lumMod val="75000"/>
                  <a:lumOff val="25000"/>
                </a:schemeClr>
              </a:solidFill>
              <a:latin typeface="+mn-ea"/>
              <a:ea typeface="+mn-ea"/>
              <a:cs typeface="Calibri" pitchFamily="34" charset="0"/>
            </a:endParaRPr>
          </a:p>
        </p:txBody>
      </p:sp>
      <p:sp>
        <p:nvSpPr>
          <p:cNvPr id="497" name="직사각형 496"/>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학습하기</a:t>
            </a:r>
            <a:endParaRPr lang="ko-KR" altLang="en-US" sz="800" dirty="0">
              <a:solidFill>
                <a:schemeClr val="tx1">
                  <a:lumMod val="75000"/>
                  <a:lumOff val="25000"/>
                </a:schemeClr>
              </a:solidFill>
              <a:latin typeface="+mn-ea"/>
              <a:ea typeface="+mn-ea"/>
            </a:endParaRPr>
          </a:p>
        </p:txBody>
      </p:sp>
      <p:sp>
        <p:nvSpPr>
          <p:cNvPr id="498" name="순서도: 대체 처리 497"/>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99" name="TextBox 498"/>
          <p:cNvSpPr txBox="1"/>
          <p:nvPr/>
        </p:nvSpPr>
        <p:spPr>
          <a:xfrm>
            <a:off x="2357281" y="6237312"/>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번역입문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00" name="그룹 499"/>
          <p:cNvGrpSpPr/>
          <p:nvPr/>
        </p:nvGrpSpPr>
        <p:grpSpPr>
          <a:xfrm>
            <a:off x="3512840" y="6266381"/>
            <a:ext cx="974375" cy="133200"/>
            <a:chOff x="3690593" y="6266381"/>
            <a:chExt cx="974375" cy="133200"/>
          </a:xfrm>
        </p:grpSpPr>
        <p:grpSp>
          <p:nvGrpSpPr>
            <p:cNvPr id="501" name="그룹 500"/>
            <p:cNvGrpSpPr/>
            <p:nvPr/>
          </p:nvGrpSpPr>
          <p:grpSpPr>
            <a:xfrm>
              <a:off x="4052812" y="6266381"/>
              <a:ext cx="612156" cy="133200"/>
              <a:chOff x="2214512" y="5085184"/>
              <a:chExt cx="612156" cy="133200"/>
            </a:xfrm>
          </p:grpSpPr>
          <p:sp>
            <p:nvSpPr>
              <p:cNvPr id="503" name="순서도: 대체 처리 502"/>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504" name="순서도: 대체 처리 503"/>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502" name="순서도: 대체 처리 501"/>
            <p:cNvSpPr/>
            <p:nvPr/>
          </p:nvSpPr>
          <p:spPr bwMode="auto">
            <a:xfrm>
              <a:off x="3690593" y="627249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sp>
        <p:nvSpPr>
          <p:cNvPr id="505" name="TextBox 504"/>
          <p:cNvSpPr txBox="1"/>
          <p:nvPr/>
        </p:nvSpPr>
        <p:spPr>
          <a:xfrm>
            <a:off x="2360712" y="645391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2279179" y="9674646"/>
            <a:ext cx="6885361" cy="288000"/>
            <a:chOff x="2279178" y="6784597"/>
            <a:chExt cx="6885361" cy="288000"/>
          </a:xfrm>
        </p:grpSpPr>
        <p:grpSp>
          <p:nvGrpSpPr>
            <p:cNvPr id="507" name="그룹 506"/>
            <p:cNvGrpSpPr/>
            <p:nvPr/>
          </p:nvGrpSpPr>
          <p:grpSpPr>
            <a:xfrm>
              <a:off x="2279178" y="6784597"/>
              <a:ext cx="6885361" cy="288000"/>
              <a:chOff x="2279178" y="6784597"/>
              <a:chExt cx="6885361" cy="288000"/>
            </a:xfrm>
          </p:grpSpPr>
          <p:sp>
            <p:nvSpPr>
              <p:cNvPr id="509" name="모서리가 둥근 직사각형 508"/>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10" name="직사각형 509"/>
              <p:cNvSpPr/>
              <p:nvPr/>
            </p:nvSpPr>
            <p:spPr>
              <a:xfrm>
                <a:off x="2730477" y="6824745"/>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학습개요</a:t>
                </a:r>
                <a:endParaRPr lang="ko-KR" altLang="en-US" sz="800" dirty="0">
                  <a:solidFill>
                    <a:schemeClr val="tx1">
                      <a:lumMod val="75000"/>
                      <a:lumOff val="25000"/>
                    </a:schemeClr>
                  </a:solidFill>
                  <a:latin typeface="+mn-ea"/>
                  <a:ea typeface="+mn-ea"/>
                </a:endParaRPr>
              </a:p>
            </p:txBody>
          </p:sp>
        </p:grpSp>
        <p:sp>
          <p:nvSpPr>
            <p:cNvPr id="508" name="순서도: 대체 처리 507"/>
            <p:cNvSpPr/>
            <p:nvPr/>
          </p:nvSpPr>
          <p:spPr bwMode="auto">
            <a:xfrm>
              <a:off x="2341662" y="6866334"/>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텍스트</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11" name="그룹 510"/>
          <p:cNvGrpSpPr/>
          <p:nvPr/>
        </p:nvGrpSpPr>
        <p:grpSpPr>
          <a:xfrm>
            <a:off x="2279179" y="10034686"/>
            <a:ext cx="6885361" cy="288000"/>
            <a:chOff x="2279178" y="6784597"/>
            <a:chExt cx="6885361" cy="288000"/>
          </a:xfrm>
        </p:grpSpPr>
        <p:grpSp>
          <p:nvGrpSpPr>
            <p:cNvPr id="512" name="그룹 511"/>
            <p:cNvGrpSpPr/>
            <p:nvPr/>
          </p:nvGrpSpPr>
          <p:grpSpPr>
            <a:xfrm>
              <a:off x="2279178" y="6784597"/>
              <a:ext cx="6885361" cy="288000"/>
              <a:chOff x="2279178" y="6784597"/>
              <a:chExt cx="6885361" cy="288000"/>
            </a:xfrm>
          </p:grpSpPr>
          <p:sp>
            <p:nvSpPr>
              <p:cNvPr id="514" name="모서리가 둥근 직사각형 513"/>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15" name="직사각형 514"/>
              <p:cNvSpPr/>
              <p:nvPr/>
            </p:nvSpPr>
            <p:spPr>
              <a:xfrm>
                <a:off x="2730477" y="6824745"/>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오늘의 학습</a:t>
                </a:r>
                <a:endParaRPr lang="ko-KR" altLang="en-US" sz="800" dirty="0">
                  <a:solidFill>
                    <a:schemeClr val="tx1">
                      <a:lumMod val="75000"/>
                      <a:lumOff val="25000"/>
                    </a:schemeClr>
                  </a:solidFill>
                  <a:latin typeface="+mn-ea"/>
                  <a:ea typeface="+mn-ea"/>
                </a:endParaRPr>
              </a:p>
            </p:txBody>
          </p:sp>
        </p:grpSp>
        <p:sp>
          <p:nvSpPr>
            <p:cNvPr id="513" name="순서도: 대체 처리 512"/>
            <p:cNvSpPr/>
            <p:nvPr/>
          </p:nvSpPr>
          <p:spPr bwMode="auto">
            <a:xfrm>
              <a:off x="2341662" y="6866334"/>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16" name="그룹 515"/>
          <p:cNvGrpSpPr/>
          <p:nvPr/>
        </p:nvGrpSpPr>
        <p:grpSpPr>
          <a:xfrm>
            <a:off x="2279179" y="10398918"/>
            <a:ext cx="6885361" cy="288000"/>
            <a:chOff x="2279178" y="6784597"/>
            <a:chExt cx="6885361" cy="288000"/>
          </a:xfrm>
        </p:grpSpPr>
        <p:grpSp>
          <p:nvGrpSpPr>
            <p:cNvPr id="517" name="그룹 516"/>
            <p:cNvGrpSpPr/>
            <p:nvPr/>
          </p:nvGrpSpPr>
          <p:grpSpPr>
            <a:xfrm>
              <a:off x="2279178" y="6784597"/>
              <a:ext cx="6885361" cy="288000"/>
              <a:chOff x="2279178" y="6784597"/>
              <a:chExt cx="6885361" cy="288000"/>
            </a:xfrm>
          </p:grpSpPr>
          <p:sp>
            <p:nvSpPr>
              <p:cNvPr id="519" name="모서리가 둥근 직사각형 518"/>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20" name="직사각형 519"/>
              <p:cNvSpPr/>
              <p:nvPr/>
            </p:nvSpPr>
            <p:spPr>
              <a:xfrm>
                <a:off x="2730477" y="6824745"/>
                <a:ext cx="1800000" cy="215444"/>
              </a:xfrm>
              <a:prstGeom prst="rect">
                <a:avLst/>
              </a:prstGeom>
            </p:spPr>
            <p:txBody>
              <a:bodyPr wrap="square" lIns="36000">
                <a:spAutoFit/>
              </a:bodyPr>
              <a:lstStyle/>
              <a:p>
                <a:r>
                  <a:rPr lang="ko-KR" altLang="en-US" sz="800" dirty="0" err="1" smtClean="0">
                    <a:solidFill>
                      <a:schemeClr val="tx1">
                        <a:lumMod val="75000"/>
                        <a:lumOff val="25000"/>
                      </a:schemeClr>
                    </a:solidFill>
                    <a:latin typeface="+mn-ea"/>
                    <a:ea typeface="+mn-ea"/>
                  </a:rPr>
                  <a:t>구글</a:t>
                </a:r>
                <a:r>
                  <a:rPr lang="ko-KR" altLang="en-US"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클래스룸</a:t>
                </a:r>
                <a:r>
                  <a:rPr lang="ko-KR" altLang="en-US" sz="800" dirty="0" smtClean="0">
                    <a:solidFill>
                      <a:schemeClr val="tx1">
                        <a:lumMod val="75000"/>
                        <a:lumOff val="25000"/>
                      </a:schemeClr>
                    </a:solidFill>
                    <a:latin typeface="+mn-ea"/>
                    <a:ea typeface="+mn-ea"/>
                  </a:rPr>
                  <a:t> 사용법</a:t>
                </a:r>
                <a:endParaRPr lang="ko-KR" altLang="en-US" sz="800" dirty="0">
                  <a:solidFill>
                    <a:schemeClr val="tx1">
                      <a:lumMod val="75000"/>
                      <a:lumOff val="25000"/>
                    </a:schemeClr>
                  </a:solidFill>
                  <a:latin typeface="+mn-ea"/>
                  <a:ea typeface="+mn-ea"/>
                </a:endParaRPr>
              </a:p>
            </p:txBody>
          </p:sp>
        </p:grpSp>
        <p:sp>
          <p:nvSpPr>
            <p:cNvPr id="518" name="순서도: 대체 처리 517"/>
            <p:cNvSpPr/>
            <p:nvPr/>
          </p:nvSpPr>
          <p:spPr bwMode="auto">
            <a:xfrm>
              <a:off x="2341662" y="6866334"/>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텍스트</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21" name="그룹 520"/>
          <p:cNvGrpSpPr/>
          <p:nvPr/>
        </p:nvGrpSpPr>
        <p:grpSpPr>
          <a:xfrm>
            <a:off x="2279179" y="10764291"/>
            <a:ext cx="6885361" cy="288000"/>
            <a:chOff x="2279179" y="7144873"/>
            <a:chExt cx="6885361" cy="288000"/>
          </a:xfrm>
        </p:grpSpPr>
        <p:grpSp>
          <p:nvGrpSpPr>
            <p:cNvPr id="522" name="그룹 521"/>
            <p:cNvGrpSpPr/>
            <p:nvPr/>
          </p:nvGrpSpPr>
          <p:grpSpPr>
            <a:xfrm>
              <a:off x="2279179" y="7144873"/>
              <a:ext cx="6885361" cy="288000"/>
              <a:chOff x="2279178" y="6784597"/>
              <a:chExt cx="6885361" cy="288000"/>
            </a:xfrm>
          </p:grpSpPr>
          <p:sp>
            <p:nvSpPr>
              <p:cNvPr id="525" name="모서리가 둥근 직사각형 524"/>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26" name="직사각형 525"/>
              <p:cNvSpPr/>
              <p:nvPr/>
            </p:nvSpPr>
            <p:spPr>
              <a:xfrm>
                <a:off x="2730476" y="6815220"/>
                <a:ext cx="4975538"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학습하기 </a:t>
                </a:r>
                <a:r>
                  <a:rPr lang="ko-KR" altLang="en-US" sz="900" dirty="0" smtClean="0">
                    <a:solidFill>
                      <a:schemeClr val="tx1">
                        <a:lumMod val="75000"/>
                        <a:lumOff val="25000"/>
                      </a:schemeClr>
                    </a:solidFill>
                    <a:latin typeface="+mn-ea"/>
                    <a:ea typeface="+mn-ea"/>
                  </a:rPr>
                  <a:t>① </a:t>
                </a:r>
                <a:r>
                  <a:rPr lang="en-US" altLang="ko-KR" sz="900" dirty="0" smtClean="0">
                    <a:solidFill>
                      <a:schemeClr val="tx1">
                        <a:lumMod val="75000"/>
                        <a:lumOff val="25000"/>
                      </a:schemeClr>
                    </a:solidFill>
                    <a:latin typeface="+mn-ea"/>
                    <a:ea typeface="+mn-ea"/>
                  </a:rPr>
                  <a:t>- make</a:t>
                </a:r>
                <a:r>
                  <a:rPr lang="ko-KR" altLang="en-US" sz="900" dirty="0" smtClean="0">
                    <a:solidFill>
                      <a:schemeClr val="tx1">
                        <a:lumMod val="75000"/>
                        <a:lumOff val="25000"/>
                      </a:schemeClr>
                    </a:solidFill>
                    <a:latin typeface="+mn-ea"/>
                    <a:ea typeface="+mn-ea"/>
                  </a:rPr>
                  <a:t>를 활용한 무생물주어</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27" name="직사각형 526"/>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23" name="순서도: 대체 처리 522"/>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32" name="그룹 531"/>
          <p:cNvGrpSpPr/>
          <p:nvPr/>
        </p:nvGrpSpPr>
        <p:grpSpPr>
          <a:xfrm>
            <a:off x="2279179" y="11493864"/>
            <a:ext cx="6885361" cy="288000"/>
            <a:chOff x="2279179" y="7144873"/>
            <a:chExt cx="6885361" cy="288000"/>
          </a:xfrm>
        </p:grpSpPr>
        <p:grpSp>
          <p:nvGrpSpPr>
            <p:cNvPr id="533" name="그룹 532"/>
            <p:cNvGrpSpPr/>
            <p:nvPr/>
          </p:nvGrpSpPr>
          <p:grpSpPr>
            <a:xfrm>
              <a:off x="2279179" y="7144873"/>
              <a:ext cx="6885361" cy="288000"/>
              <a:chOff x="2279178" y="6784597"/>
              <a:chExt cx="6885361" cy="288000"/>
            </a:xfrm>
          </p:grpSpPr>
          <p:sp>
            <p:nvSpPr>
              <p:cNvPr id="535" name="모서리가 둥근 직사각형 534"/>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36" name="직사각형 535"/>
              <p:cNvSpPr/>
              <p:nvPr/>
            </p:nvSpPr>
            <p:spPr>
              <a:xfrm>
                <a:off x="2730476" y="6815220"/>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복습하기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구글</a:t>
                </a:r>
                <a:r>
                  <a:rPr lang="ko-KR" altLang="en-US"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클래스룸</a:t>
                </a:r>
                <a:r>
                  <a:rPr lang="ko-KR" altLang="en-US"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①</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37" name="직사각형 536"/>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34" name="순서도: 대체 처리 533"/>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en-US" altLang="ko-KR" sz="750" dirty="0" smtClean="0">
                  <a:solidFill>
                    <a:schemeClr val="tx1">
                      <a:lumMod val="75000"/>
                      <a:lumOff val="25000"/>
                    </a:schemeClr>
                  </a:solidFill>
                  <a:latin typeface="+mn-ea"/>
                  <a:ea typeface="+mn-ea"/>
                  <a:cs typeface="Calibri" pitchFamily="34" charset="0"/>
                </a:rPr>
                <a:t>LTI</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38" name="그룹 537"/>
          <p:cNvGrpSpPr/>
          <p:nvPr/>
        </p:nvGrpSpPr>
        <p:grpSpPr>
          <a:xfrm>
            <a:off x="2279179" y="11133824"/>
            <a:ext cx="6885361" cy="288000"/>
            <a:chOff x="2279179" y="7144873"/>
            <a:chExt cx="6885361" cy="288000"/>
          </a:xfrm>
        </p:grpSpPr>
        <p:grpSp>
          <p:nvGrpSpPr>
            <p:cNvPr id="539" name="그룹 538"/>
            <p:cNvGrpSpPr/>
            <p:nvPr/>
          </p:nvGrpSpPr>
          <p:grpSpPr>
            <a:xfrm>
              <a:off x="2279179" y="7144873"/>
              <a:ext cx="6885361" cy="288000"/>
              <a:chOff x="2279178" y="6784597"/>
              <a:chExt cx="6885361" cy="288000"/>
            </a:xfrm>
          </p:grpSpPr>
          <p:sp>
            <p:nvSpPr>
              <p:cNvPr id="541" name="모서리가 둥근 직사각형 540"/>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42" name="직사각형 541"/>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연습문제 </a:t>
                </a:r>
                <a:r>
                  <a:rPr lang="ko-KR" altLang="en-US" sz="900" dirty="0">
                    <a:solidFill>
                      <a:schemeClr val="tx1">
                        <a:lumMod val="75000"/>
                        <a:lumOff val="25000"/>
                      </a:schemeClr>
                    </a:solidFill>
                    <a:latin typeface="+mn-ea"/>
                    <a:ea typeface="+mn-ea"/>
                  </a:rPr>
                  <a:t>①</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43" name="직사각형 542"/>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40" name="순서도: 대체 처리 539"/>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시험지</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45" name="그룹 544"/>
          <p:cNvGrpSpPr/>
          <p:nvPr/>
        </p:nvGrpSpPr>
        <p:grpSpPr>
          <a:xfrm>
            <a:off x="2279179" y="11859301"/>
            <a:ext cx="6885361" cy="288000"/>
            <a:chOff x="2279179" y="7144873"/>
            <a:chExt cx="6885361" cy="288000"/>
          </a:xfrm>
        </p:grpSpPr>
        <p:grpSp>
          <p:nvGrpSpPr>
            <p:cNvPr id="546" name="그룹 545"/>
            <p:cNvGrpSpPr/>
            <p:nvPr/>
          </p:nvGrpSpPr>
          <p:grpSpPr>
            <a:xfrm>
              <a:off x="2279179" y="7144873"/>
              <a:ext cx="6885361" cy="288000"/>
              <a:chOff x="2279178" y="6784597"/>
              <a:chExt cx="6885361" cy="288000"/>
            </a:xfrm>
          </p:grpSpPr>
          <p:sp>
            <p:nvSpPr>
              <p:cNvPr id="548" name="모서리가 둥근 직사각형 547"/>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49" name="직사각형 548"/>
              <p:cNvSpPr/>
              <p:nvPr/>
            </p:nvSpPr>
            <p:spPr>
              <a:xfrm>
                <a:off x="2730476" y="6815220"/>
                <a:ext cx="4975538"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학습하기 </a:t>
                </a:r>
                <a:r>
                  <a:rPr lang="ko-KR" altLang="en-US" sz="900" dirty="0" smtClean="0">
                    <a:latin typeface="+mn-ea"/>
                    <a:ea typeface="+mn-ea"/>
                  </a:rPr>
                  <a:t>②</a:t>
                </a:r>
                <a:r>
                  <a:rPr lang="ko-KR" altLang="en-US" sz="900" dirty="0" smtClean="0">
                    <a:solidFill>
                      <a:schemeClr val="tx1">
                        <a:lumMod val="75000"/>
                        <a:lumOff val="25000"/>
                      </a:schemeClr>
                    </a:solidFill>
                    <a:latin typeface="+mn-ea"/>
                    <a:ea typeface="+mn-ea"/>
                  </a:rPr>
                  <a:t> </a:t>
                </a:r>
                <a:r>
                  <a:rPr lang="en-US" altLang="ko-KR" sz="900" dirty="0" smtClean="0">
                    <a:solidFill>
                      <a:schemeClr val="tx1">
                        <a:lumMod val="75000"/>
                        <a:lumOff val="25000"/>
                      </a:schemeClr>
                    </a:solidFill>
                    <a:latin typeface="+mn-ea"/>
                    <a:ea typeface="+mn-ea"/>
                  </a:rPr>
                  <a:t>- </a:t>
                </a:r>
                <a:r>
                  <a:rPr lang="ko-KR" altLang="en-US" sz="900" dirty="0" smtClean="0">
                    <a:solidFill>
                      <a:schemeClr val="tx1">
                        <a:lumMod val="75000"/>
                        <a:lumOff val="25000"/>
                      </a:schemeClr>
                    </a:solidFill>
                    <a:latin typeface="+mn-ea"/>
                    <a:ea typeface="+mn-ea"/>
                  </a:rPr>
                  <a:t>소유격이 포함된 무생물주어</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50" name="직사각형 549"/>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47" name="순서도: 대체 처리 546"/>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51" name="그룹 550"/>
          <p:cNvGrpSpPr/>
          <p:nvPr/>
        </p:nvGrpSpPr>
        <p:grpSpPr>
          <a:xfrm>
            <a:off x="2279179" y="12588874"/>
            <a:ext cx="6885361" cy="288000"/>
            <a:chOff x="2279179" y="7144873"/>
            <a:chExt cx="6885361" cy="288000"/>
          </a:xfrm>
        </p:grpSpPr>
        <p:grpSp>
          <p:nvGrpSpPr>
            <p:cNvPr id="552" name="그룹 551"/>
            <p:cNvGrpSpPr/>
            <p:nvPr/>
          </p:nvGrpSpPr>
          <p:grpSpPr>
            <a:xfrm>
              <a:off x="2279179" y="7144873"/>
              <a:ext cx="6885361" cy="288000"/>
              <a:chOff x="2279178" y="6784597"/>
              <a:chExt cx="6885361" cy="288000"/>
            </a:xfrm>
          </p:grpSpPr>
          <p:sp>
            <p:nvSpPr>
              <p:cNvPr id="554" name="모서리가 둥근 직사각형 553"/>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55" name="직사각형 554"/>
              <p:cNvSpPr/>
              <p:nvPr/>
            </p:nvSpPr>
            <p:spPr>
              <a:xfrm>
                <a:off x="2730476" y="6815220"/>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복습하기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구글</a:t>
                </a:r>
                <a:r>
                  <a:rPr lang="ko-KR" altLang="en-US"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클래스룸</a:t>
                </a:r>
                <a:r>
                  <a:rPr lang="ko-KR" altLang="en-US" sz="800" dirty="0" smtClean="0">
                    <a:solidFill>
                      <a:schemeClr val="tx1">
                        <a:lumMod val="75000"/>
                        <a:lumOff val="25000"/>
                      </a:schemeClr>
                    </a:solidFill>
                    <a:latin typeface="+mn-ea"/>
                    <a:ea typeface="+mn-ea"/>
                  </a:rPr>
                  <a:t> </a:t>
                </a:r>
                <a:r>
                  <a:rPr lang="ko-KR" altLang="en-US" sz="800" dirty="0">
                    <a:latin typeface="+mn-ea"/>
                    <a:ea typeface="+mn-ea"/>
                  </a:rPr>
                  <a:t>②</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56" name="직사각형 555"/>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53" name="순서도: 대체 처리 552"/>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en-US" altLang="ko-KR" sz="750" dirty="0" smtClean="0">
                  <a:solidFill>
                    <a:schemeClr val="tx1">
                      <a:lumMod val="75000"/>
                      <a:lumOff val="25000"/>
                    </a:schemeClr>
                  </a:solidFill>
                  <a:latin typeface="+mn-ea"/>
                  <a:ea typeface="+mn-ea"/>
                  <a:cs typeface="Calibri" pitchFamily="34" charset="0"/>
                </a:rPr>
                <a:t>LTI</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57" name="그룹 556"/>
          <p:cNvGrpSpPr/>
          <p:nvPr/>
        </p:nvGrpSpPr>
        <p:grpSpPr>
          <a:xfrm>
            <a:off x="2279179" y="12228834"/>
            <a:ext cx="6885361" cy="288000"/>
            <a:chOff x="2279179" y="7144873"/>
            <a:chExt cx="6885361" cy="288000"/>
          </a:xfrm>
        </p:grpSpPr>
        <p:grpSp>
          <p:nvGrpSpPr>
            <p:cNvPr id="558" name="그룹 557"/>
            <p:cNvGrpSpPr/>
            <p:nvPr/>
          </p:nvGrpSpPr>
          <p:grpSpPr>
            <a:xfrm>
              <a:off x="2279179" y="7144873"/>
              <a:ext cx="6885361" cy="288000"/>
              <a:chOff x="2279178" y="6784597"/>
              <a:chExt cx="6885361" cy="288000"/>
            </a:xfrm>
          </p:grpSpPr>
          <p:sp>
            <p:nvSpPr>
              <p:cNvPr id="560" name="모서리가 둥근 직사각형 5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61" name="직사각형 560"/>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연습문제 </a:t>
                </a:r>
                <a:r>
                  <a:rPr lang="ko-KR" altLang="en-US" sz="900" dirty="0">
                    <a:latin typeface="+mn-ea"/>
                    <a:ea typeface="+mn-ea"/>
                  </a:rPr>
                  <a:t>②</a:t>
                </a:r>
                <a:r>
                  <a:rPr lang="ko-KR" altLang="en-US" sz="800" dirty="0">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62" name="직사각형 561"/>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59" name="순서도: 대체 처리 558"/>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시험지</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63" name="그룹 562"/>
          <p:cNvGrpSpPr/>
          <p:nvPr/>
        </p:nvGrpSpPr>
        <p:grpSpPr>
          <a:xfrm>
            <a:off x="2279179" y="12948946"/>
            <a:ext cx="6885361" cy="288000"/>
            <a:chOff x="2279179" y="7144873"/>
            <a:chExt cx="6885361" cy="288000"/>
          </a:xfrm>
        </p:grpSpPr>
        <p:grpSp>
          <p:nvGrpSpPr>
            <p:cNvPr id="564" name="그룹 563"/>
            <p:cNvGrpSpPr/>
            <p:nvPr/>
          </p:nvGrpSpPr>
          <p:grpSpPr>
            <a:xfrm>
              <a:off x="2279179" y="7144873"/>
              <a:ext cx="6885361" cy="288000"/>
              <a:chOff x="2279178" y="6784597"/>
              <a:chExt cx="6885361" cy="288000"/>
            </a:xfrm>
          </p:grpSpPr>
          <p:sp>
            <p:nvSpPr>
              <p:cNvPr id="566" name="모서리가 둥근 직사각형 565"/>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67" name="직사각형 566"/>
              <p:cNvSpPr/>
              <p:nvPr/>
            </p:nvSpPr>
            <p:spPr>
              <a:xfrm>
                <a:off x="2730476" y="6815220"/>
                <a:ext cx="4975538"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학습하기 </a:t>
                </a:r>
                <a:r>
                  <a:rPr lang="ko-KR" altLang="en-US" sz="900" dirty="0" smtClean="0">
                    <a:latin typeface="+mn-ea"/>
                    <a:ea typeface="+mn-ea"/>
                  </a:rPr>
                  <a:t>③</a:t>
                </a:r>
                <a:r>
                  <a:rPr lang="ko-KR" altLang="en-US" sz="900" dirty="0" smtClean="0">
                    <a:solidFill>
                      <a:schemeClr val="tx1">
                        <a:lumMod val="75000"/>
                        <a:lumOff val="25000"/>
                      </a:schemeClr>
                    </a:solidFill>
                    <a:latin typeface="+mn-ea"/>
                    <a:ea typeface="+mn-ea"/>
                  </a:rPr>
                  <a:t> </a:t>
                </a:r>
                <a:r>
                  <a:rPr lang="en-US" altLang="ko-KR" sz="900" dirty="0" smtClean="0">
                    <a:solidFill>
                      <a:schemeClr val="tx1">
                        <a:lumMod val="75000"/>
                        <a:lumOff val="25000"/>
                      </a:schemeClr>
                    </a:solidFill>
                    <a:latin typeface="+mn-ea"/>
                    <a:ea typeface="+mn-ea"/>
                  </a:rPr>
                  <a:t>- </a:t>
                </a:r>
                <a:r>
                  <a:rPr lang="ko-KR" altLang="en-US" sz="900" dirty="0" smtClean="0">
                    <a:solidFill>
                      <a:schemeClr val="tx1">
                        <a:lumMod val="75000"/>
                        <a:lumOff val="25000"/>
                      </a:schemeClr>
                    </a:solidFill>
                    <a:latin typeface="+mn-ea"/>
                    <a:ea typeface="+mn-ea"/>
                  </a:rPr>
                  <a:t>시간을 나타내는 무생물주어</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68" name="직사각형 567"/>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65" name="순서도: 대체 처리 564"/>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69" name="그룹 568"/>
          <p:cNvGrpSpPr/>
          <p:nvPr/>
        </p:nvGrpSpPr>
        <p:grpSpPr>
          <a:xfrm>
            <a:off x="2279179" y="13678519"/>
            <a:ext cx="6885361" cy="288000"/>
            <a:chOff x="2279179" y="7144873"/>
            <a:chExt cx="6885361" cy="288000"/>
          </a:xfrm>
        </p:grpSpPr>
        <p:grpSp>
          <p:nvGrpSpPr>
            <p:cNvPr id="570" name="그룹 569"/>
            <p:cNvGrpSpPr/>
            <p:nvPr/>
          </p:nvGrpSpPr>
          <p:grpSpPr>
            <a:xfrm>
              <a:off x="2279179" y="7144873"/>
              <a:ext cx="6885361" cy="288000"/>
              <a:chOff x="2279178" y="6784597"/>
              <a:chExt cx="6885361" cy="288000"/>
            </a:xfrm>
          </p:grpSpPr>
          <p:sp>
            <p:nvSpPr>
              <p:cNvPr id="579" name="모서리가 둥근 직사각형 578"/>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82" name="직사각형 581"/>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복습하기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구글</a:t>
                </a:r>
                <a:r>
                  <a:rPr lang="ko-KR" altLang="en-US"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클래스룸</a:t>
                </a:r>
                <a:r>
                  <a:rPr lang="ko-KR" altLang="en-US" sz="800" dirty="0" smtClean="0">
                    <a:solidFill>
                      <a:schemeClr val="tx1">
                        <a:lumMod val="75000"/>
                        <a:lumOff val="25000"/>
                      </a:schemeClr>
                    </a:solidFill>
                    <a:latin typeface="+mn-ea"/>
                    <a:ea typeface="+mn-ea"/>
                  </a:rPr>
                  <a:t> </a:t>
                </a:r>
                <a:r>
                  <a:rPr lang="ko-KR" altLang="en-US" sz="900" dirty="0">
                    <a:latin typeface="+mn-ea"/>
                    <a:ea typeface="+mn-ea"/>
                  </a:rPr>
                  <a:t>③</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83" name="직사각형 582"/>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78" name="순서도: 대체 처리 577"/>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en-US" altLang="ko-KR" sz="750" dirty="0" smtClean="0">
                  <a:solidFill>
                    <a:schemeClr val="tx1">
                      <a:lumMod val="75000"/>
                      <a:lumOff val="25000"/>
                    </a:schemeClr>
                  </a:solidFill>
                  <a:latin typeface="+mn-ea"/>
                  <a:ea typeface="+mn-ea"/>
                  <a:cs typeface="Calibri" pitchFamily="34" charset="0"/>
                </a:rPr>
                <a:t>LTI</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84" name="그룹 583"/>
          <p:cNvGrpSpPr/>
          <p:nvPr/>
        </p:nvGrpSpPr>
        <p:grpSpPr>
          <a:xfrm>
            <a:off x="2279179" y="13318479"/>
            <a:ext cx="6885361" cy="288000"/>
            <a:chOff x="2279179" y="7144873"/>
            <a:chExt cx="6885361" cy="288000"/>
          </a:xfrm>
        </p:grpSpPr>
        <p:grpSp>
          <p:nvGrpSpPr>
            <p:cNvPr id="585" name="그룹 584"/>
            <p:cNvGrpSpPr/>
            <p:nvPr/>
          </p:nvGrpSpPr>
          <p:grpSpPr>
            <a:xfrm>
              <a:off x="2279179" y="7144873"/>
              <a:ext cx="6885361" cy="288000"/>
              <a:chOff x="2279178" y="6784597"/>
              <a:chExt cx="6885361" cy="288000"/>
            </a:xfrm>
          </p:grpSpPr>
          <p:sp>
            <p:nvSpPr>
              <p:cNvPr id="587" name="모서리가 둥근 직사각형 586"/>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88" name="직사각형 587"/>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연습문제 </a:t>
                </a:r>
                <a:r>
                  <a:rPr lang="ko-KR" altLang="en-US" sz="900" dirty="0">
                    <a:latin typeface="+mn-ea"/>
                    <a:ea typeface="+mn-ea"/>
                  </a:rPr>
                  <a:t>③</a:t>
                </a:r>
                <a:r>
                  <a:rPr lang="ko-KR" altLang="en-US" sz="800" dirty="0" smtClean="0">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89" name="직사각형 588"/>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86" name="순서도: 대체 처리 585"/>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시험지</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90" name="그룹 589"/>
          <p:cNvGrpSpPr/>
          <p:nvPr/>
        </p:nvGrpSpPr>
        <p:grpSpPr>
          <a:xfrm>
            <a:off x="2279179" y="14048052"/>
            <a:ext cx="6885361" cy="288000"/>
            <a:chOff x="2279179" y="7144873"/>
            <a:chExt cx="6885361" cy="288000"/>
          </a:xfrm>
        </p:grpSpPr>
        <p:grpSp>
          <p:nvGrpSpPr>
            <p:cNvPr id="591" name="그룹 590"/>
            <p:cNvGrpSpPr/>
            <p:nvPr/>
          </p:nvGrpSpPr>
          <p:grpSpPr>
            <a:xfrm>
              <a:off x="2279179" y="7144873"/>
              <a:ext cx="6885361" cy="288000"/>
              <a:chOff x="2279178" y="6784597"/>
              <a:chExt cx="6885361" cy="288000"/>
            </a:xfrm>
          </p:grpSpPr>
          <p:sp>
            <p:nvSpPr>
              <p:cNvPr id="593" name="모서리가 둥근 직사각형 592"/>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94" name="직사각형 593"/>
              <p:cNvSpPr/>
              <p:nvPr/>
            </p:nvSpPr>
            <p:spPr>
              <a:xfrm>
                <a:off x="2730476" y="6815220"/>
                <a:ext cx="4975538"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학습하기 </a:t>
                </a:r>
                <a:r>
                  <a:rPr lang="ko-KR" altLang="en-US" sz="900" dirty="0">
                    <a:latin typeface="+mn-ea"/>
                    <a:ea typeface="+mn-ea"/>
                  </a:rPr>
                  <a:t>④ </a:t>
                </a:r>
                <a:r>
                  <a:rPr lang="en-US" altLang="ko-KR" sz="900" dirty="0" smtClean="0">
                    <a:solidFill>
                      <a:schemeClr val="tx1">
                        <a:lumMod val="75000"/>
                        <a:lumOff val="25000"/>
                      </a:schemeClr>
                    </a:solidFill>
                    <a:latin typeface="+mn-ea"/>
                    <a:ea typeface="+mn-ea"/>
                  </a:rPr>
                  <a:t>- </a:t>
                </a:r>
                <a:r>
                  <a:rPr lang="ko-KR" altLang="en-US" sz="900" dirty="0">
                    <a:solidFill>
                      <a:schemeClr val="tx1">
                        <a:lumMod val="75000"/>
                        <a:lumOff val="25000"/>
                      </a:schemeClr>
                    </a:solidFill>
                    <a:latin typeface="+mn-ea"/>
                    <a:ea typeface="+mn-ea"/>
                  </a:rPr>
                  <a:t>감정 변화를 나타내는 동사 구문</a:t>
                </a:r>
                <a:r>
                  <a:rPr lang="ko-KR" altLang="en-US" sz="800" dirty="0">
                    <a:solidFill>
                      <a:schemeClr val="tx1">
                        <a:lumMod val="75000"/>
                        <a:lumOff val="25000"/>
                      </a:schemeClr>
                    </a:solidFill>
                    <a:latin typeface="+mn-ea"/>
                    <a:ea typeface="+mn-ea"/>
                  </a:rPr>
                  <a:t> </a:t>
                </a:r>
              </a:p>
            </p:txBody>
          </p:sp>
          <p:sp>
            <p:nvSpPr>
              <p:cNvPr id="595" name="직사각형 594"/>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92" name="순서도: 대체 처리 591"/>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596" name="그룹 595"/>
          <p:cNvGrpSpPr/>
          <p:nvPr/>
        </p:nvGrpSpPr>
        <p:grpSpPr>
          <a:xfrm>
            <a:off x="2279179" y="14417585"/>
            <a:ext cx="6885361" cy="288000"/>
            <a:chOff x="2279179" y="7144873"/>
            <a:chExt cx="6885361" cy="288000"/>
          </a:xfrm>
        </p:grpSpPr>
        <p:grpSp>
          <p:nvGrpSpPr>
            <p:cNvPr id="597" name="그룹 596"/>
            <p:cNvGrpSpPr/>
            <p:nvPr/>
          </p:nvGrpSpPr>
          <p:grpSpPr>
            <a:xfrm>
              <a:off x="2279179" y="7144873"/>
              <a:ext cx="6885361" cy="288000"/>
              <a:chOff x="2279178" y="6784597"/>
              <a:chExt cx="6885361" cy="288000"/>
            </a:xfrm>
          </p:grpSpPr>
          <p:sp>
            <p:nvSpPr>
              <p:cNvPr id="599" name="모서리가 둥근 직사각형 598"/>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00" name="직사각형 599"/>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연습문제 </a:t>
                </a:r>
                <a:r>
                  <a:rPr lang="ko-KR" altLang="en-US" sz="900" dirty="0" smtClean="0">
                    <a:latin typeface="+mn-ea"/>
                    <a:ea typeface="+mn-ea"/>
                  </a:rPr>
                  <a:t>④</a:t>
                </a:r>
                <a:r>
                  <a:rPr lang="ko-KR" altLang="en-US" sz="800" dirty="0" smtClean="0">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601" name="직사각형 600"/>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598" name="순서도: 대체 처리 597"/>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시험지</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602" name="그룹 601"/>
          <p:cNvGrpSpPr/>
          <p:nvPr/>
        </p:nvGrpSpPr>
        <p:grpSpPr>
          <a:xfrm>
            <a:off x="2279179" y="14777689"/>
            <a:ext cx="6885361" cy="288000"/>
            <a:chOff x="2279179" y="7144873"/>
            <a:chExt cx="6885361" cy="288000"/>
          </a:xfrm>
        </p:grpSpPr>
        <p:grpSp>
          <p:nvGrpSpPr>
            <p:cNvPr id="603" name="그룹 602"/>
            <p:cNvGrpSpPr/>
            <p:nvPr/>
          </p:nvGrpSpPr>
          <p:grpSpPr>
            <a:xfrm>
              <a:off x="2279179" y="7144873"/>
              <a:ext cx="6885361" cy="288000"/>
              <a:chOff x="2279178" y="6784597"/>
              <a:chExt cx="6885361" cy="288000"/>
            </a:xfrm>
          </p:grpSpPr>
          <p:sp>
            <p:nvSpPr>
              <p:cNvPr id="605" name="모서리가 둥근 직사각형 604"/>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복습하기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구글</a:t>
                </a:r>
                <a:r>
                  <a:rPr lang="ko-KR" altLang="en-US"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클래스룸</a:t>
                </a:r>
                <a:r>
                  <a:rPr lang="ko-KR" altLang="en-US" sz="800" dirty="0" smtClean="0">
                    <a:solidFill>
                      <a:schemeClr val="tx1">
                        <a:lumMod val="75000"/>
                        <a:lumOff val="25000"/>
                      </a:schemeClr>
                    </a:solidFill>
                    <a:latin typeface="+mn-ea"/>
                    <a:ea typeface="+mn-ea"/>
                  </a:rPr>
                  <a:t> </a:t>
                </a:r>
                <a:r>
                  <a:rPr lang="ko-KR" altLang="en-US" sz="900" dirty="0" smtClean="0">
                    <a:latin typeface="+mn-ea"/>
                    <a:ea typeface="+mn-ea"/>
                  </a:rPr>
                  <a:t>④</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607" name="직사각형 606"/>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604" name="순서도: 대체 처리 603"/>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en-US" altLang="ko-KR" sz="750" dirty="0" smtClean="0">
                  <a:solidFill>
                    <a:schemeClr val="tx1">
                      <a:lumMod val="75000"/>
                      <a:lumOff val="25000"/>
                    </a:schemeClr>
                  </a:solidFill>
                  <a:latin typeface="+mn-ea"/>
                  <a:ea typeface="+mn-ea"/>
                  <a:cs typeface="Calibri" pitchFamily="34" charset="0"/>
                </a:rPr>
                <a:t>LTI</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608" name="그룹 607"/>
          <p:cNvGrpSpPr/>
          <p:nvPr/>
        </p:nvGrpSpPr>
        <p:grpSpPr>
          <a:xfrm>
            <a:off x="2279179" y="15137697"/>
            <a:ext cx="6885361" cy="288000"/>
            <a:chOff x="2279179" y="7144873"/>
            <a:chExt cx="6885361" cy="288000"/>
          </a:xfrm>
        </p:grpSpPr>
        <p:grpSp>
          <p:nvGrpSpPr>
            <p:cNvPr id="609" name="그룹 608"/>
            <p:cNvGrpSpPr/>
            <p:nvPr/>
          </p:nvGrpSpPr>
          <p:grpSpPr>
            <a:xfrm>
              <a:off x="2279179" y="7144873"/>
              <a:ext cx="6885361" cy="288000"/>
              <a:chOff x="2279178" y="6784597"/>
              <a:chExt cx="6885361" cy="288000"/>
            </a:xfrm>
          </p:grpSpPr>
          <p:sp>
            <p:nvSpPr>
              <p:cNvPr id="611" name="모서리가 둥근 직사각형 610"/>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12" name="직사각형 611"/>
              <p:cNvSpPr/>
              <p:nvPr/>
            </p:nvSpPr>
            <p:spPr>
              <a:xfrm>
                <a:off x="2730476" y="6815220"/>
                <a:ext cx="4975538"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학습하기 </a:t>
                </a:r>
                <a:r>
                  <a:rPr lang="ko-KR" altLang="en-US" sz="900" dirty="0" smtClean="0">
                    <a:latin typeface="+mn-ea"/>
                    <a:ea typeface="+mn-ea"/>
                  </a:rPr>
                  <a:t>⑤ </a:t>
                </a:r>
                <a:r>
                  <a:rPr lang="en-US" altLang="ko-KR" sz="900" dirty="0" smtClean="0">
                    <a:solidFill>
                      <a:schemeClr val="tx1">
                        <a:lumMod val="75000"/>
                        <a:lumOff val="25000"/>
                      </a:schemeClr>
                    </a:solidFill>
                    <a:latin typeface="+mn-ea"/>
                    <a:ea typeface="+mn-ea"/>
                  </a:rPr>
                  <a:t>- </a:t>
                </a:r>
                <a:r>
                  <a:rPr lang="ko-KR" altLang="en-US" sz="900" dirty="0" smtClean="0">
                    <a:solidFill>
                      <a:schemeClr val="tx1">
                        <a:lumMod val="75000"/>
                        <a:lumOff val="25000"/>
                      </a:schemeClr>
                    </a:solidFill>
                    <a:latin typeface="+mn-ea"/>
                    <a:ea typeface="+mn-ea"/>
                  </a:rPr>
                  <a:t>기타 무생물주어 구문</a:t>
                </a:r>
                <a:endParaRPr lang="ko-KR" altLang="en-US" sz="800" dirty="0">
                  <a:solidFill>
                    <a:schemeClr val="tx1">
                      <a:lumMod val="75000"/>
                      <a:lumOff val="25000"/>
                    </a:schemeClr>
                  </a:solidFill>
                  <a:latin typeface="+mn-ea"/>
                  <a:ea typeface="+mn-ea"/>
                </a:endParaRPr>
              </a:p>
            </p:txBody>
          </p:sp>
          <p:sp>
            <p:nvSpPr>
              <p:cNvPr id="613" name="직사각형 612"/>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610" name="순서도: 대체 처리 609"/>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614" name="그룹 613"/>
          <p:cNvGrpSpPr/>
          <p:nvPr/>
        </p:nvGrpSpPr>
        <p:grpSpPr>
          <a:xfrm>
            <a:off x="2279179" y="15507230"/>
            <a:ext cx="6885361" cy="288000"/>
            <a:chOff x="2279179" y="7144873"/>
            <a:chExt cx="6885361" cy="288000"/>
          </a:xfrm>
        </p:grpSpPr>
        <p:grpSp>
          <p:nvGrpSpPr>
            <p:cNvPr id="615" name="그룹 614"/>
            <p:cNvGrpSpPr/>
            <p:nvPr/>
          </p:nvGrpSpPr>
          <p:grpSpPr>
            <a:xfrm>
              <a:off x="2279179" y="7144873"/>
              <a:ext cx="6885361" cy="288000"/>
              <a:chOff x="2279178" y="6784597"/>
              <a:chExt cx="6885361" cy="288000"/>
            </a:xfrm>
          </p:grpSpPr>
          <p:sp>
            <p:nvSpPr>
              <p:cNvPr id="617" name="모서리가 둥근 직사각형 616"/>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18" name="직사각형 617"/>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연습문제 </a:t>
                </a:r>
                <a:r>
                  <a:rPr lang="ko-KR" altLang="en-US" sz="900" dirty="0" smtClean="0">
                    <a:latin typeface="+mn-ea"/>
                    <a:ea typeface="+mn-ea"/>
                  </a:rPr>
                  <a:t>⑤</a:t>
                </a:r>
                <a:r>
                  <a:rPr lang="ko-KR" altLang="en-US" sz="800" dirty="0" smtClean="0">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619" name="직사각형 618"/>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616" name="순서도: 대체 처리 615"/>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시험지</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620" name="그룹 619"/>
          <p:cNvGrpSpPr/>
          <p:nvPr/>
        </p:nvGrpSpPr>
        <p:grpSpPr>
          <a:xfrm>
            <a:off x="2279179" y="15867334"/>
            <a:ext cx="6885361" cy="288000"/>
            <a:chOff x="2279179" y="7144873"/>
            <a:chExt cx="6885361" cy="288000"/>
          </a:xfrm>
        </p:grpSpPr>
        <p:grpSp>
          <p:nvGrpSpPr>
            <p:cNvPr id="621" name="그룹 620"/>
            <p:cNvGrpSpPr/>
            <p:nvPr/>
          </p:nvGrpSpPr>
          <p:grpSpPr>
            <a:xfrm>
              <a:off x="2279179" y="7144873"/>
              <a:ext cx="6885361" cy="288000"/>
              <a:chOff x="2279178" y="6784597"/>
              <a:chExt cx="6885361" cy="288000"/>
            </a:xfrm>
          </p:grpSpPr>
          <p:sp>
            <p:nvSpPr>
              <p:cNvPr id="623" name="모서리가 둥근 직사각형 622"/>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24" name="직사각형 623"/>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복습하기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구글</a:t>
                </a:r>
                <a:r>
                  <a:rPr lang="ko-KR" altLang="en-US"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클래스룸</a:t>
                </a:r>
                <a:r>
                  <a:rPr lang="ko-KR" altLang="en-US" sz="800" dirty="0" smtClean="0">
                    <a:solidFill>
                      <a:schemeClr val="tx1">
                        <a:lumMod val="75000"/>
                        <a:lumOff val="25000"/>
                      </a:schemeClr>
                    </a:solidFill>
                    <a:latin typeface="+mn-ea"/>
                    <a:ea typeface="+mn-ea"/>
                  </a:rPr>
                  <a:t> </a:t>
                </a:r>
                <a:r>
                  <a:rPr lang="ko-KR" altLang="en-US" sz="900" dirty="0" smtClean="0">
                    <a:latin typeface="+mn-ea"/>
                    <a:ea typeface="+mn-ea"/>
                  </a:rPr>
                  <a:t>⑤</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625" name="직사각형 624"/>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622" name="순서도: 대체 처리 621"/>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en-US" altLang="ko-KR" sz="750" dirty="0" smtClean="0">
                  <a:solidFill>
                    <a:schemeClr val="tx1">
                      <a:lumMod val="75000"/>
                      <a:lumOff val="25000"/>
                    </a:schemeClr>
                  </a:solidFill>
                  <a:latin typeface="+mn-ea"/>
                  <a:ea typeface="+mn-ea"/>
                  <a:cs typeface="Calibri" pitchFamily="34" charset="0"/>
                </a:rPr>
                <a:t>LTI</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6" name="모서리가 둥근 직사각형 625"/>
          <p:cNvSpPr/>
          <p:nvPr/>
        </p:nvSpPr>
        <p:spPr>
          <a:xfrm>
            <a:off x="7924378" y="10817466"/>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631" name="모서리가 둥근 직사각형 630"/>
          <p:cNvSpPr/>
          <p:nvPr/>
        </p:nvSpPr>
        <p:spPr>
          <a:xfrm>
            <a:off x="7924378" y="1191638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632" name="모서리가 둥근 직사각형 631"/>
          <p:cNvSpPr/>
          <p:nvPr/>
        </p:nvSpPr>
        <p:spPr>
          <a:xfrm>
            <a:off x="7924378" y="13006281"/>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633" name="모서리가 둥근 직사각형 632"/>
          <p:cNvSpPr/>
          <p:nvPr/>
        </p:nvSpPr>
        <p:spPr>
          <a:xfrm>
            <a:off x="7924378" y="14095926"/>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643" name="모서리가 둥근 직사각형 642"/>
          <p:cNvSpPr/>
          <p:nvPr/>
        </p:nvSpPr>
        <p:spPr>
          <a:xfrm>
            <a:off x="7924378" y="15190655"/>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651" name="모서리가 둥근 직사각형 650"/>
          <p:cNvSpPr/>
          <p:nvPr/>
        </p:nvSpPr>
        <p:spPr>
          <a:xfrm>
            <a:off x="7939236" y="1008761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672" name="그룹 671"/>
          <p:cNvGrpSpPr/>
          <p:nvPr/>
        </p:nvGrpSpPr>
        <p:grpSpPr>
          <a:xfrm>
            <a:off x="2279179" y="17724716"/>
            <a:ext cx="6885361" cy="288000"/>
            <a:chOff x="2279178" y="6784597"/>
            <a:chExt cx="6885361" cy="288000"/>
          </a:xfrm>
        </p:grpSpPr>
        <p:grpSp>
          <p:nvGrpSpPr>
            <p:cNvPr id="673" name="그룹 672"/>
            <p:cNvGrpSpPr/>
            <p:nvPr/>
          </p:nvGrpSpPr>
          <p:grpSpPr>
            <a:xfrm>
              <a:off x="2279178" y="6784597"/>
              <a:ext cx="6885361" cy="288000"/>
              <a:chOff x="2279178" y="6784597"/>
              <a:chExt cx="6885361" cy="288000"/>
            </a:xfrm>
          </p:grpSpPr>
          <p:sp>
            <p:nvSpPr>
              <p:cNvPr id="681" name="모서리가 둥근 직사각형 680"/>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82" name="직사각형 681"/>
              <p:cNvSpPr/>
              <p:nvPr/>
            </p:nvSpPr>
            <p:spPr>
              <a:xfrm>
                <a:off x="2730477" y="6824745"/>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학습개요</a:t>
                </a:r>
                <a:endParaRPr lang="ko-KR" altLang="en-US" sz="800" dirty="0">
                  <a:solidFill>
                    <a:schemeClr val="tx1">
                      <a:lumMod val="75000"/>
                      <a:lumOff val="25000"/>
                    </a:schemeClr>
                  </a:solidFill>
                  <a:latin typeface="+mn-ea"/>
                  <a:ea typeface="+mn-ea"/>
                </a:endParaRPr>
              </a:p>
            </p:txBody>
          </p:sp>
        </p:grpSp>
        <p:sp>
          <p:nvSpPr>
            <p:cNvPr id="680" name="순서도: 대체 처리 679"/>
            <p:cNvSpPr/>
            <p:nvPr/>
          </p:nvSpPr>
          <p:spPr bwMode="auto">
            <a:xfrm>
              <a:off x="2341662" y="6866334"/>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텍스트</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683" name="그룹 682"/>
          <p:cNvGrpSpPr/>
          <p:nvPr/>
        </p:nvGrpSpPr>
        <p:grpSpPr>
          <a:xfrm>
            <a:off x="2279179" y="18084756"/>
            <a:ext cx="6885361" cy="288000"/>
            <a:chOff x="2279178" y="6784597"/>
            <a:chExt cx="6885361" cy="288000"/>
          </a:xfrm>
        </p:grpSpPr>
        <p:grpSp>
          <p:nvGrpSpPr>
            <p:cNvPr id="684" name="그룹 683"/>
            <p:cNvGrpSpPr/>
            <p:nvPr/>
          </p:nvGrpSpPr>
          <p:grpSpPr>
            <a:xfrm>
              <a:off x="2279178" y="6784597"/>
              <a:ext cx="6885361" cy="288000"/>
              <a:chOff x="2279178" y="6784597"/>
              <a:chExt cx="6885361" cy="288000"/>
            </a:xfrm>
          </p:grpSpPr>
          <p:sp>
            <p:nvSpPr>
              <p:cNvPr id="686" name="모서리가 둥근 직사각형 685"/>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87" name="직사각형 686"/>
              <p:cNvSpPr/>
              <p:nvPr/>
            </p:nvSpPr>
            <p:spPr>
              <a:xfrm>
                <a:off x="2730477" y="6824745"/>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오늘의 학습</a:t>
                </a:r>
                <a:endParaRPr lang="ko-KR" altLang="en-US" sz="800" dirty="0">
                  <a:solidFill>
                    <a:schemeClr val="tx1">
                      <a:lumMod val="75000"/>
                      <a:lumOff val="25000"/>
                    </a:schemeClr>
                  </a:solidFill>
                  <a:latin typeface="+mn-ea"/>
                  <a:ea typeface="+mn-ea"/>
                </a:endParaRPr>
              </a:p>
            </p:txBody>
          </p:sp>
        </p:grpSp>
        <p:sp>
          <p:nvSpPr>
            <p:cNvPr id="685" name="순서도: 대체 처리 684"/>
            <p:cNvSpPr/>
            <p:nvPr/>
          </p:nvSpPr>
          <p:spPr bwMode="auto">
            <a:xfrm>
              <a:off x="2341662" y="6866334"/>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텍스트</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688" name="그룹 687"/>
          <p:cNvGrpSpPr/>
          <p:nvPr/>
        </p:nvGrpSpPr>
        <p:grpSpPr>
          <a:xfrm>
            <a:off x="2279179" y="18450161"/>
            <a:ext cx="6885361" cy="288000"/>
            <a:chOff x="2279179" y="7144873"/>
            <a:chExt cx="6885361" cy="288000"/>
          </a:xfrm>
        </p:grpSpPr>
        <p:grpSp>
          <p:nvGrpSpPr>
            <p:cNvPr id="689" name="그룹 688"/>
            <p:cNvGrpSpPr/>
            <p:nvPr/>
          </p:nvGrpSpPr>
          <p:grpSpPr>
            <a:xfrm>
              <a:off x="2279179" y="7144873"/>
              <a:ext cx="6885361" cy="288000"/>
              <a:chOff x="2279178" y="6784597"/>
              <a:chExt cx="6885361" cy="288000"/>
            </a:xfrm>
          </p:grpSpPr>
          <p:sp>
            <p:nvSpPr>
              <p:cNvPr id="692" name="모서리가 둥근 직사각형 691"/>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693" name="직사각형 692"/>
              <p:cNvSpPr/>
              <p:nvPr/>
            </p:nvSpPr>
            <p:spPr>
              <a:xfrm>
                <a:off x="2730476" y="6815220"/>
                <a:ext cx="4975538"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학습하기 </a:t>
                </a:r>
                <a:r>
                  <a:rPr lang="ko-KR" altLang="en-US" sz="900" dirty="0" smtClean="0">
                    <a:solidFill>
                      <a:schemeClr val="tx1">
                        <a:lumMod val="75000"/>
                        <a:lumOff val="25000"/>
                      </a:schemeClr>
                    </a:solidFill>
                    <a:latin typeface="+mn-ea"/>
                    <a:ea typeface="+mn-ea"/>
                  </a:rPr>
                  <a:t>① </a:t>
                </a:r>
                <a:r>
                  <a:rPr lang="en-US" altLang="ko-KR" sz="900" dirty="0" smtClean="0">
                    <a:solidFill>
                      <a:schemeClr val="tx1">
                        <a:lumMod val="75000"/>
                        <a:lumOff val="25000"/>
                      </a:schemeClr>
                    </a:solidFill>
                    <a:latin typeface="+mn-ea"/>
                    <a:ea typeface="+mn-ea"/>
                  </a:rPr>
                  <a:t>- make</a:t>
                </a:r>
                <a:r>
                  <a:rPr lang="ko-KR" altLang="en-US" sz="900" dirty="0" smtClean="0">
                    <a:solidFill>
                      <a:schemeClr val="tx1">
                        <a:lumMod val="75000"/>
                        <a:lumOff val="25000"/>
                      </a:schemeClr>
                    </a:solidFill>
                    <a:latin typeface="+mn-ea"/>
                    <a:ea typeface="+mn-ea"/>
                  </a:rPr>
                  <a:t>를 활용한 무생물주어</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694" name="직사각형 693"/>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691" name="순서도: 대체 처리 690"/>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695" name="그룹 694"/>
          <p:cNvGrpSpPr/>
          <p:nvPr/>
        </p:nvGrpSpPr>
        <p:grpSpPr>
          <a:xfrm>
            <a:off x="2279179" y="19179734"/>
            <a:ext cx="6885361" cy="288000"/>
            <a:chOff x="2279179" y="7144873"/>
            <a:chExt cx="6885361" cy="288000"/>
          </a:xfrm>
        </p:grpSpPr>
        <p:grpSp>
          <p:nvGrpSpPr>
            <p:cNvPr id="696" name="그룹 695"/>
            <p:cNvGrpSpPr/>
            <p:nvPr/>
          </p:nvGrpSpPr>
          <p:grpSpPr>
            <a:xfrm>
              <a:off x="2279179" y="7144873"/>
              <a:ext cx="6885361" cy="288000"/>
              <a:chOff x="2279178" y="6784597"/>
              <a:chExt cx="6885361" cy="288000"/>
            </a:xfrm>
          </p:grpSpPr>
          <p:sp>
            <p:nvSpPr>
              <p:cNvPr id="699" name="모서리가 둥근 직사각형 698"/>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700" name="직사각형 699"/>
              <p:cNvSpPr/>
              <p:nvPr/>
            </p:nvSpPr>
            <p:spPr>
              <a:xfrm>
                <a:off x="2730476" y="6815220"/>
                <a:ext cx="1800000" cy="215444"/>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복습하기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구글</a:t>
                </a:r>
                <a:r>
                  <a:rPr lang="ko-KR" altLang="en-US"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클래스룸</a:t>
                </a:r>
                <a:r>
                  <a:rPr lang="ko-KR" altLang="en-US"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①</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701" name="직사각형 700"/>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698" name="순서도: 대체 처리 697"/>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en-US" altLang="ko-KR" sz="750" dirty="0" smtClean="0">
                  <a:solidFill>
                    <a:schemeClr val="tx1">
                      <a:lumMod val="75000"/>
                      <a:lumOff val="25000"/>
                    </a:schemeClr>
                  </a:solidFill>
                  <a:latin typeface="+mn-ea"/>
                  <a:ea typeface="+mn-ea"/>
                  <a:cs typeface="Calibri" pitchFamily="34" charset="0"/>
                </a:rPr>
                <a:t>LTI</a:t>
              </a:r>
              <a:endParaRPr kumimoji="1" lang="ko-KR" altLang="en-US" sz="750" dirty="0">
                <a:solidFill>
                  <a:schemeClr val="tx1">
                    <a:lumMod val="75000"/>
                    <a:lumOff val="25000"/>
                  </a:schemeClr>
                </a:solidFill>
                <a:latin typeface="+mn-ea"/>
                <a:ea typeface="+mn-ea"/>
                <a:cs typeface="Calibri" pitchFamily="34" charset="0"/>
              </a:endParaRPr>
            </a:p>
          </p:txBody>
        </p:sp>
      </p:grpSp>
      <p:grpSp>
        <p:nvGrpSpPr>
          <p:cNvPr id="702" name="그룹 701"/>
          <p:cNvGrpSpPr/>
          <p:nvPr/>
        </p:nvGrpSpPr>
        <p:grpSpPr>
          <a:xfrm>
            <a:off x="2279179" y="18819694"/>
            <a:ext cx="6885361" cy="288000"/>
            <a:chOff x="2279179" y="7144873"/>
            <a:chExt cx="6885361" cy="288000"/>
          </a:xfrm>
        </p:grpSpPr>
        <p:grpSp>
          <p:nvGrpSpPr>
            <p:cNvPr id="703" name="그룹 702"/>
            <p:cNvGrpSpPr/>
            <p:nvPr/>
          </p:nvGrpSpPr>
          <p:grpSpPr>
            <a:xfrm>
              <a:off x="2279179" y="7144873"/>
              <a:ext cx="6885361" cy="288000"/>
              <a:chOff x="2279178" y="6784597"/>
              <a:chExt cx="6885361" cy="288000"/>
            </a:xfrm>
          </p:grpSpPr>
          <p:sp>
            <p:nvSpPr>
              <p:cNvPr id="705" name="모서리가 둥근 직사각형 704"/>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706" name="직사각형 705"/>
              <p:cNvSpPr/>
              <p:nvPr/>
            </p:nvSpPr>
            <p:spPr>
              <a:xfrm>
                <a:off x="2730476" y="6815220"/>
                <a:ext cx="1800000" cy="230832"/>
              </a:xfrm>
              <a:prstGeom prst="rect">
                <a:avLst/>
              </a:prstGeom>
            </p:spPr>
            <p:txBody>
              <a:bodyPr wrap="square" lIns="36000">
                <a:spAutoFit/>
              </a:bodyPr>
              <a:lstStyle/>
              <a:p>
                <a:r>
                  <a:rPr lang="ko-KR" altLang="en-US" sz="800" dirty="0" smtClean="0">
                    <a:solidFill>
                      <a:schemeClr val="tx1">
                        <a:lumMod val="75000"/>
                        <a:lumOff val="25000"/>
                      </a:schemeClr>
                    </a:solidFill>
                    <a:latin typeface="+mn-ea"/>
                    <a:ea typeface="+mn-ea"/>
                  </a:rPr>
                  <a:t>연습문제 </a:t>
                </a:r>
                <a:r>
                  <a:rPr lang="ko-KR" altLang="en-US" sz="900" dirty="0">
                    <a:solidFill>
                      <a:schemeClr val="tx1">
                        <a:lumMod val="75000"/>
                        <a:lumOff val="25000"/>
                      </a:schemeClr>
                    </a:solidFill>
                    <a:latin typeface="+mn-ea"/>
                    <a:ea typeface="+mn-ea"/>
                  </a:rPr>
                  <a:t>①</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707" name="직사각형 706"/>
              <p:cNvSpPr/>
              <p:nvPr/>
            </p:nvSpPr>
            <p:spPr>
              <a:xfrm>
                <a:off x="8780002"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704" name="순서도: 대체 처리 703"/>
            <p:cNvSpPr/>
            <p:nvPr/>
          </p:nvSpPr>
          <p:spPr bwMode="auto">
            <a:xfrm>
              <a:off x="2346995" y="7229532"/>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시험지</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708" name="모서리가 둥근 직사각형 707"/>
          <p:cNvSpPr/>
          <p:nvPr/>
        </p:nvSpPr>
        <p:spPr>
          <a:xfrm>
            <a:off x="7929711" y="18497971"/>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err="1"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656" name="순서도: 대체 처리 655"/>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659" name="순서도: 대체 처리 658"/>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2" name="사각형 설명선 1"/>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660" name="사각형 설명선 659"/>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654" name="순서도: 대체 처리 653"/>
          <p:cNvSpPr/>
          <p:nvPr/>
        </p:nvSpPr>
        <p:spPr bwMode="auto">
          <a:xfrm>
            <a:off x="4024353" y="2568073"/>
            <a:ext cx="252000" cy="126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복습</a:t>
            </a:r>
            <a:endParaRPr kumimoji="1" lang="ko-KR" altLang="en-US" sz="750" dirty="0">
              <a:solidFill>
                <a:schemeClr val="tx1">
                  <a:lumMod val="75000"/>
                  <a:lumOff val="25000"/>
                </a:schemeClr>
              </a:solidFill>
              <a:latin typeface="+mn-ea"/>
              <a:ea typeface="+mn-ea"/>
              <a:cs typeface="Calibri" pitchFamily="34" charset="0"/>
            </a:endParaRPr>
          </a:p>
        </p:txBody>
      </p:sp>
      <p:sp>
        <p:nvSpPr>
          <p:cNvPr id="655" name="TextBox 654"/>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754" name="그룹 753"/>
          <p:cNvGrpSpPr/>
          <p:nvPr/>
        </p:nvGrpSpPr>
        <p:grpSpPr>
          <a:xfrm>
            <a:off x="507554" y="1602349"/>
            <a:ext cx="3075218" cy="252000"/>
            <a:chOff x="507554" y="1537742"/>
            <a:chExt cx="3075218" cy="252000"/>
          </a:xfrm>
        </p:grpSpPr>
        <p:pic>
          <p:nvPicPr>
            <p:cNvPr id="755" name="Picture 4"/>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56" name="그룹 755"/>
            <p:cNvGrpSpPr/>
            <p:nvPr/>
          </p:nvGrpSpPr>
          <p:grpSpPr>
            <a:xfrm>
              <a:off x="2288704" y="1581175"/>
              <a:ext cx="1294068" cy="166725"/>
              <a:chOff x="2288704" y="1581175"/>
              <a:chExt cx="1294068" cy="166725"/>
            </a:xfrm>
          </p:grpSpPr>
          <p:sp>
            <p:nvSpPr>
              <p:cNvPr id="757" name="직사각형 756"/>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758" name="직사각형 75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4" name="자유형 573"/>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73" name="그룹 572"/>
          <p:cNvGrpSpPr/>
          <p:nvPr/>
        </p:nvGrpSpPr>
        <p:grpSpPr>
          <a:xfrm>
            <a:off x="579562" y="2166658"/>
            <a:ext cx="1384958" cy="5317057"/>
            <a:chOff x="579562" y="2166658"/>
            <a:chExt cx="1384958" cy="5317057"/>
          </a:xfrm>
        </p:grpSpPr>
        <p:grpSp>
          <p:nvGrpSpPr>
            <p:cNvPr id="575" name="그룹 574"/>
            <p:cNvGrpSpPr/>
            <p:nvPr/>
          </p:nvGrpSpPr>
          <p:grpSpPr>
            <a:xfrm>
              <a:off x="629956" y="3318264"/>
              <a:ext cx="1188000" cy="180000"/>
              <a:chOff x="666428" y="3785432"/>
              <a:chExt cx="1188000" cy="180000"/>
            </a:xfrm>
          </p:grpSpPr>
          <p:sp>
            <p:nvSpPr>
              <p:cNvPr id="789" name="모서리가 둥근 직사각형 78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90"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3568824"/>
              <a:ext cx="1188000" cy="180000"/>
              <a:chOff x="666428" y="4310612"/>
              <a:chExt cx="1188000" cy="180000"/>
            </a:xfrm>
          </p:grpSpPr>
          <p:sp>
            <p:nvSpPr>
              <p:cNvPr id="787" name="모서리가 둥근 직사각형 78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788"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5" y="3042501"/>
              <a:ext cx="1188000" cy="180000"/>
              <a:chOff x="666427" y="3266516"/>
              <a:chExt cx="1188000" cy="180000"/>
            </a:xfrm>
          </p:grpSpPr>
          <p:sp>
            <p:nvSpPr>
              <p:cNvPr id="785" name="모서리가 둥근 직사각형 78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786"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29956" y="3854780"/>
              <a:ext cx="1188000" cy="180000"/>
              <a:chOff x="666428" y="4570824"/>
              <a:chExt cx="1188000" cy="180000"/>
            </a:xfrm>
          </p:grpSpPr>
          <p:sp>
            <p:nvSpPr>
              <p:cNvPr id="783" name="모서리가 둥근 직사각형 78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784"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29956" y="5316875"/>
              <a:ext cx="1188000" cy="180000"/>
              <a:chOff x="666428" y="5096004"/>
              <a:chExt cx="1188000" cy="180000"/>
            </a:xfrm>
          </p:grpSpPr>
          <p:sp>
            <p:nvSpPr>
              <p:cNvPr id="781" name="모서리가 둥근 직사각형 780"/>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782" name="Picture 11"/>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34148" y="5634789"/>
              <a:ext cx="1188000" cy="180000"/>
              <a:chOff x="666428" y="3785432"/>
              <a:chExt cx="1188000" cy="180000"/>
            </a:xfrm>
          </p:grpSpPr>
          <p:sp>
            <p:nvSpPr>
              <p:cNvPr id="779" name="모서리가 둥근 직사각형 77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780"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5" name="그룹 634"/>
            <p:cNvGrpSpPr/>
            <p:nvPr/>
          </p:nvGrpSpPr>
          <p:grpSpPr>
            <a:xfrm>
              <a:off x="631150" y="4135825"/>
              <a:ext cx="1188000" cy="180000"/>
              <a:chOff x="666428" y="4570824"/>
              <a:chExt cx="1188000" cy="180000"/>
            </a:xfrm>
          </p:grpSpPr>
          <p:sp>
            <p:nvSpPr>
              <p:cNvPr id="777" name="모서리가 둥근 직사각형 77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778"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6" name="그룹 635"/>
            <p:cNvGrpSpPr/>
            <p:nvPr/>
          </p:nvGrpSpPr>
          <p:grpSpPr>
            <a:xfrm>
              <a:off x="629956" y="4423395"/>
              <a:ext cx="1188000" cy="180000"/>
              <a:chOff x="666428" y="4310612"/>
              <a:chExt cx="1188000" cy="180000"/>
            </a:xfrm>
          </p:grpSpPr>
          <p:sp>
            <p:nvSpPr>
              <p:cNvPr id="775" name="모서리가 둥근 직사각형 7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776"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37" name="TextBox 63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8" name="그룹 637"/>
            <p:cNvGrpSpPr/>
            <p:nvPr/>
          </p:nvGrpSpPr>
          <p:grpSpPr>
            <a:xfrm>
              <a:off x="632520" y="4723068"/>
              <a:ext cx="1188000" cy="180000"/>
              <a:chOff x="666428" y="4310612"/>
              <a:chExt cx="1188000" cy="180000"/>
            </a:xfrm>
          </p:grpSpPr>
          <p:sp>
            <p:nvSpPr>
              <p:cNvPr id="773" name="모서리가 둥근 직사각형 77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774"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9" name="그룹 638"/>
            <p:cNvGrpSpPr/>
            <p:nvPr/>
          </p:nvGrpSpPr>
          <p:grpSpPr>
            <a:xfrm>
              <a:off x="632520" y="2752353"/>
              <a:ext cx="1332000" cy="180000"/>
              <a:chOff x="666427" y="3266516"/>
              <a:chExt cx="1332000" cy="180000"/>
            </a:xfrm>
          </p:grpSpPr>
          <p:sp>
            <p:nvSpPr>
              <p:cNvPr id="771" name="모서리가 둥근 직사각형 770"/>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72"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5005767"/>
              <a:ext cx="1188000" cy="180000"/>
              <a:chOff x="666428" y="4310612"/>
              <a:chExt cx="1188000" cy="180000"/>
            </a:xfrm>
          </p:grpSpPr>
          <p:sp>
            <p:nvSpPr>
              <p:cNvPr id="769" name="모서리가 둥근 직사각형 76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770"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1" name="그룹 640"/>
            <p:cNvGrpSpPr/>
            <p:nvPr/>
          </p:nvGrpSpPr>
          <p:grpSpPr>
            <a:xfrm>
              <a:off x="632520" y="6227787"/>
              <a:ext cx="1188000" cy="180000"/>
              <a:chOff x="666428" y="3785432"/>
              <a:chExt cx="1188000" cy="180000"/>
            </a:xfrm>
          </p:grpSpPr>
          <p:sp>
            <p:nvSpPr>
              <p:cNvPr id="767" name="모서리가 둥근 직사각형 76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768"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2" name="그룹 641"/>
            <p:cNvGrpSpPr/>
            <p:nvPr/>
          </p:nvGrpSpPr>
          <p:grpSpPr>
            <a:xfrm>
              <a:off x="632520" y="6487872"/>
              <a:ext cx="1188000" cy="180000"/>
              <a:chOff x="666428" y="4310612"/>
              <a:chExt cx="1188000" cy="180000"/>
            </a:xfrm>
          </p:grpSpPr>
          <p:sp>
            <p:nvSpPr>
              <p:cNvPr id="765" name="모서리가 둥근 직사각형 76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766"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5" name="그룹 644"/>
            <p:cNvGrpSpPr/>
            <p:nvPr/>
          </p:nvGrpSpPr>
          <p:grpSpPr>
            <a:xfrm>
              <a:off x="632520" y="6773828"/>
              <a:ext cx="1188000" cy="180000"/>
              <a:chOff x="666428" y="4570824"/>
              <a:chExt cx="1188000" cy="180000"/>
            </a:xfrm>
          </p:grpSpPr>
          <p:sp>
            <p:nvSpPr>
              <p:cNvPr id="763" name="모서리가 둥근 직사각형 76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764"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6" name="그룹 645"/>
            <p:cNvGrpSpPr/>
            <p:nvPr/>
          </p:nvGrpSpPr>
          <p:grpSpPr>
            <a:xfrm>
              <a:off x="632520" y="7053155"/>
              <a:ext cx="1188000" cy="180000"/>
              <a:chOff x="666428" y="3785432"/>
              <a:chExt cx="1188000" cy="180000"/>
            </a:xfrm>
          </p:grpSpPr>
          <p:sp>
            <p:nvSpPr>
              <p:cNvPr id="761" name="모서리가 둥근 직사각형 76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762"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7" name="그룹 646"/>
            <p:cNvGrpSpPr/>
            <p:nvPr/>
          </p:nvGrpSpPr>
          <p:grpSpPr>
            <a:xfrm>
              <a:off x="632520" y="7303715"/>
              <a:ext cx="1224000" cy="180000"/>
              <a:chOff x="666428" y="4310612"/>
              <a:chExt cx="1224000" cy="180000"/>
            </a:xfrm>
          </p:grpSpPr>
          <p:sp>
            <p:nvSpPr>
              <p:cNvPr id="759" name="모서리가 둥근 직사각형 758"/>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760"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9" name="그룹 648"/>
            <p:cNvGrpSpPr/>
            <p:nvPr/>
          </p:nvGrpSpPr>
          <p:grpSpPr>
            <a:xfrm>
              <a:off x="622995" y="5922821"/>
              <a:ext cx="1188000" cy="180000"/>
              <a:chOff x="666427" y="3266516"/>
              <a:chExt cx="1188000" cy="180000"/>
            </a:xfrm>
          </p:grpSpPr>
          <p:sp>
            <p:nvSpPr>
              <p:cNvPr id="650" name="모서리가 둥근 직사각형 649"/>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717"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019601026"/>
      </p:ext>
    </p:extLst>
  </p:cSld>
  <p:clrMapOvr>
    <a:masterClrMapping/>
  </p:clrMapOvr>
  <p:transition>
    <p:wipe dir="r"/>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목록형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78</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894756"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361425896"/>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7" name="모서리가 둥근 직사각형 866"/>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251386"/>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712400" y="6286572"/>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2351507" y="10252858"/>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80824" y="1008774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5" name="TextBox 874"/>
          <p:cNvSpPr txBox="1"/>
          <p:nvPr/>
        </p:nvSpPr>
        <p:spPr>
          <a:xfrm>
            <a:off x="2332137" y="9309853"/>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17" name="그룹 16"/>
          <p:cNvGrpSpPr/>
          <p:nvPr/>
        </p:nvGrpSpPr>
        <p:grpSpPr>
          <a:xfrm>
            <a:off x="2243524" y="9108107"/>
            <a:ext cx="1125300" cy="215444"/>
            <a:chOff x="2243524" y="9217908"/>
            <a:chExt cx="1125300" cy="215444"/>
          </a:xfrm>
        </p:grpSpPr>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80824"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717562"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8" name="모서리가 둥근 직사각형 857"/>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48749" y="1343811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2341982" y="1363566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730325" y="13473298"/>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47716" y="14023701"/>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2317279" y="142212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756792" y="14058887"/>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42967" y="15761418"/>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2360712" y="1595897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31432" y="1579660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09" name="그룹 408"/>
          <p:cNvGrpSpPr/>
          <p:nvPr/>
        </p:nvGrpSpPr>
        <p:grpSpPr>
          <a:xfrm>
            <a:off x="2504728" y="2320305"/>
            <a:ext cx="234360" cy="200055"/>
            <a:chOff x="1152270" y="11706839"/>
            <a:chExt cx="234360" cy="200055"/>
          </a:xfrm>
        </p:grpSpPr>
        <p:sp>
          <p:nvSpPr>
            <p:cNvPr id="415" name="모서리가 둥근 직사각형 4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2" name="직사각형 43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42" name="그룹 441"/>
          <p:cNvGrpSpPr/>
          <p:nvPr/>
        </p:nvGrpSpPr>
        <p:grpSpPr>
          <a:xfrm>
            <a:off x="4880992" y="2712283"/>
            <a:ext cx="234360" cy="200055"/>
            <a:chOff x="1152270" y="11706839"/>
            <a:chExt cx="234360" cy="200055"/>
          </a:xfrm>
        </p:grpSpPr>
        <p:sp>
          <p:nvSpPr>
            <p:cNvPr id="443" name="모서리가 둥근 직사각형 44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4" name="직사각형 44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45" name="그룹 444"/>
          <p:cNvGrpSpPr/>
          <p:nvPr/>
        </p:nvGrpSpPr>
        <p:grpSpPr>
          <a:xfrm>
            <a:off x="5557639" y="2715364"/>
            <a:ext cx="234360" cy="200055"/>
            <a:chOff x="1152270" y="11706839"/>
            <a:chExt cx="234360" cy="200055"/>
          </a:xfrm>
        </p:grpSpPr>
        <p:sp>
          <p:nvSpPr>
            <p:cNvPr id="446" name="모서리가 둥근 직사각형 44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7" name="직사각형 44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aphicFrame>
        <p:nvGraphicFramePr>
          <p:cNvPr id="448" name="Group 175"/>
          <p:cNvGraphicFramePr>
            <a:graphicFrameLocks noGrp="1"/>
          </p:cNvGraphicFramePr>
          <p:nvPr>
            <p:extLst>
              <p:ext uri="{D42A27DB-BD31-4B8C-83A1-F6EECF244321}">
                <p14:modId xmlns:p14="http://schemas.microsoft.com/office/powerpoint/2010/main" val="3919788744"/>
              </p:ext>
            </p:extLst>
          </p:nvPr>
        </p:nvGraphicFramePr>
        <p:xfrm>
          <a:off x="9499029" y="1494927"/>
          <a:ext cx="1404156" cy="105810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과목명</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분반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강의계획서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평가비중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강의실 나가기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대시보드로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최근 </a:t>
                      </a:r>
                      <a:r>
                        <a:rPr lang="en-US" altLang="ko-KR" sz="800" kern="1200" dirty="0" smtClean="0">
                          <a:solidFill>
                            <a:schemeClr val="tx1">
                              <a:lumMod val="75000"/>
                              <a:lumOff val="25000"/>
                            </a:schemeClr>
                          </a:solidFill>
                          <a:latin typeface="+mn-ea"/>
                          <a:ea typeface="+mn-ea"/>
                          <a:cs typeface="+mn-cs"/>
                        </a:rPr>
                        <a:t>5</a:t>
                      </a:r>
                      <a:r>
                        <a:rPr lang="ko-KR" altLang="en-US" sz="800" kern="1200" dirty="0" smtClean="0">
                          <a:solidFill>
                            <a:schemeClr val="tx1">
                              <a:lumMod val="75000"/>
                              <a:lumOff val="25000"/>
                            </a:schemeClr>
                          </a:solidFill>
                          <a:latin typeface="+mn-ea"/>
                          <a:ea typeface="+mn-ea"/>
                          <a:cs typeface="+mn-cs"/>
                        </a:rPr>
                        <a:t>개 목록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공지사항으로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최근 </a:t>
                      </a:r>
                      <a:r>
                        <a:rPr lang="en-US" altLang="ko-KR" sz="800" kern="1200" dirty="0" smtClean="0">
                          <a:solidFill>
                            <a:schemeClr val="tx1">
                              <a:lumMod val="75000"/>
                              <a:lumOff val="25000"/>
                            </a:schemeClr>
                          </a:solidFill>
                          <a:latin typeface="+mn-ea"/>
                          <a:ea typeface="+mn-ea"/>
                          <a:cs typeface="+mn-cs"/>
                        </a:rPr>
                        <a:t>5</a:t>
                      </a:r>
                      <a:r>
                        <a:rPr lang="ko-KR" altLang="en-US" sz="800" kern="1200" dirty="0" smtClean="0">
                          <a:solidFill>
                            <a:schemeClr val="tx1">
                              <a:lumMod val="75000"/>
                              <a:lumOff val="25000"/>
                            </a:schemeClr>
                          </a:solidFill>
                          <a:latin typeface="+mn-ea"/>
                          <a:ea typeface="+mn-ea"/>
                          <a:cs typeface="+mn-cs"/>
                        </a:rPr>
                        <a:t>개 목록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a:t>
                      </a:r>
                      <a:r>
                        <a:rPr lang="ko-KR" altLang="en-US" sz="800" kern="1200" dirty="0" smtClean="0">
                          <a:solidFill>
                            <a:schemeClr val="tx1">
                              <a:lumMod val="75000"/>
                              <a:lumOff val="25000"/>
                            </a:schemeClr>
                          </a:solidFill>
                          <a:latin typeface="+mn-ea"/>
                          <a:ea typeface="+mn-ea"/>
                          <a:cs typeface="+mn-cs"/>
                        </a:rPr>
                        <a:t>로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최근 </a:t>
                      </a:r>
                      <a:r>
                        <a:rPr lang="en-US" altLang="ko-KR" sz="800" kern="1200" dirty="0" smtClean="0">
                          <a:solidFill>
                            <a:schemeClr val="tx1">
                              <a:lumMod val="75000"/>
                              <a:lumOff val="25000"/>
                            </a:schemeClr>
                          </a:solidFill>
                          <a:latin typeface="+mn-ea"/>
                          <a:ea typeface="+mn-ea"/>
                          <a:cs typeface="+mn-cs"/>
                        </a:rPr>
                        <a:t>5</a:t>
                      </a:r>
                      <a:r>
                        <a:rPr lang="ko-KR" altLang="en-US" sz="800" kern="1200" dirty="0" smtClean="0">
                          <a:solidFill>
                            <a:schemeClr val="tx1">
                              <a:lumMod val="75000"/>
                              <a:lumOff val="25000"/>
                            </a:schemeClr>
                          </a:solidFill>
                          <a:latin typeface="+mn-ea"/>
                          <a:ea typeface="+mn-ea"/>
                          <a:cs typeface="+mn-cs"/>
                        </a:rPr>
                        <a:t>개 목록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강의자료실로 이동</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전체주차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접음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특정 주차만 선택</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펼침</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나머지 주차는 접음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baseline="0" dirty="0" smtClean="0">
                          <a:solidFill>
                            <a:schemeClr val="tx1">
                              <a:lumMod val="75000"/>
                              <a:lumOff val="25000"/>
                            </a:schemeClr>
                          </a:solidFill>
                          <a:latin typeface="+mn-ea"/>
                          <a:ea typeface="+mn-ea"/>
                          <a:cs typeface="+mn-cs"/>
                        </a:rPr>
                        <a:t>목록형 전환</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카드형 전환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강의보기 레이어팝업</a:t>
                      </a:r>
                      <a:endParaRPr lang="en-US" altLang="ko-KR" sz="800" b="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강의동영상 플레이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강의보기 동양상 플레이어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 제출화면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토론 참여화면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학습자료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학습자료 웹링크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강의보기 레이어팝업</a:t>
                      </a: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Zoom</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화상 바로 접속</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결시신청신청</a:t>
                      </a:r>
                      <a:r>
                        <a:rPr lang="ko-KR" altLang="en-US" sz="800" kern="1200" dirty="0" smtClean="0">
                          <a:solidFill>
                            <a:schemeClr val="tx1">
                              <a:lumMod val="75000"/>
                              <a:lumOff val="25000"/>
                            </a:schemeClr>
                          </a:solidFill>
                          <a:latin typeface="+mn-ea"/>
                          <a:ea typeface="+mn-ea"/>
                          <a:cs typeface="+mn-cs"/>
                        </a:rPr>
                        <a:t>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 지원신청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실시간 시험시스템 연계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 목록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대체과제 제출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449" name="그룹 448"/>
          <p:cNvGrpSpPr/>
          <p:nvPr/>
        </p:nvGrpSpPr>
        <p:grpSpPr>
          <a:xfrm>
            <a:off x="3998560" y="3319404"/>
            <a:ext cx="234360" cy="200055"/>
            <a:chOff x="1152270" y="11706839"/>
            <a:chExt cx="234360" cy="200055"/>
          </a:xfrm>
        </p:grpSpPr>
        <p:sp>
          <p:nvSpPr>
            <p:cNvPr id="450" name="모서리가 둥근 직사각형 4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1" name="직사각형 4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52" name="그룹 451"/>
          <p:cNvGrpSpPr/>
          <p:nvPr/>
        </p:nvGrpSpPr>
        <p:grpSpPr>
          <a:xfrm>
            <a:off x="6546400" y="3309225"/>
            <a:ext cx="234360" cy="200055"/>
            <a:chOff x="1152270" y="11706839"/>
            <a:chExt cx="234360" cy="200055"/>
          </a:xfrm>
        </p:grpSpPr>
        <p:sp>
          <p:nvSpPr>
            <p:cNvPr id="453" name="모서리가 둥근 직사각형 45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4" name="직사각형 4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455" name="그룹 454"/>
          <p:cNvGrpSpPr/>
          <p:nvPr/>
        </p:nvGrpSpPr>
        <p:grpSpPr>
          <a:xfrm>
            <a:off x="9070961" y="3309225"/>
            <a:ext cx="234360" cy="200055"/>
            <a:chOff x="1152270" y="11706839"/>
            <a:chExt cx="234360" cy="200055"/>
          </a:xfrm>
        </p:grpSpPr>
        <p:sp>
          <p:nvSpPr>
            <p:cNvPr id="456" name="모서리가 둥근 직사각형 45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8" name="직사각형 45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460" name="그룹 459"/>
          <p:cNvGrpSpPr/>
          <p:nvPr/>
        </p:nvGrpSpPr>
        <p:grpSpPr>
          <a:xfrm>
            <a:off x="7633685" y="5792658"/>
            <a:ext cx="234360" cy="200055"/>
            <a:chOff x="1152270" y="11706839"/>
            <a:chExt cx="234360" cy="200055"/>
          </a:xfrm>
        </p:grpSpPr>
        <p:sp>
          <p:nvSpPr>
            <p:cNvPr id="461" name="모서리가 둥근 직사각형 4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2" name="직사각형 46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463" name="그룹 462"/>
          <p:cNvGrpSpPr/>
          <p:nvPr/>
        </p:nvGrpSpPr>
        <p:grpSpPr>
          <a:xfrm>
            <a:off x="8202885" y="5792658"/>
            <a:ext cx="234360" cy="200055"/>
            <a:chOff x="1152270" y="11706839"/>
            <a:chExt cx="234360" cy="200055"/>
          </a:xfrm>
        </p:grpSpPr>
        <p:sp>
          <p:nvSpPr>
            <p:cNvPr id="464" name="모서리가 둥근 직사각형 46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5" name="직사각형 46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466" name="그룹 465"/>
          <p:cNvGrpSpPr/>
          <p:nvPr/>
        </p:nvGrpSpPr>
        <p:grpSpPr>
          <a:xfrm>
            <a:off x="8938537" y="5786214"/>
            <a:ext cx="284052" cy="200055"/>
            <a:chOff x="1123695" y="11706839"/>
            <a:chExt cx="284052" cy="200055"/>
          </a:xfrm>
        </p:grpSpPr>
        <p:sp>
          <p:nvSpPr>
            <p:cNvPr id="467" name="모서리가 둥근 직사각형 4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8" name="직사각형 467"/>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469" name="그룹 468"/>
          <p:cNvGrpSpPr/>
          <p:nvPr/>
        </p:nvGrpSpPr>
        <p:grpSpPr>
          <a:xfrm>
            <a:off x="9119512" y="5786214"/>
            <a:ext cx="284052" cy="200055"/>
            <a:chOff x="1123695" y="11706839"/>
            <a:chExt cx="284052" cy="200055"/>
          </a:xfrm>
        </p:grpSpPr>
        <p:sp>
          <p:nvSpPr>
            <p:cNvPr id="470" name="모서리가 둥근 직사각형 46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1" name="직사각형 470"/>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7041232" y="6318845"/>
            <a:ext cx="2235558" cy="237902"/>
            <a:chOff x="7041232" y="6318845"/>
            <a:chExt cx="2235558" cy="237902"/>
          </a:xfrm>
        </p:grpSpPr>
        <p:grpSp>
          <p:nvGrpSpPr>
            <p:cNvPr id="840" name="그룹 839"/>
            <p:cNvGrpSpPr/>
            <p:nvPr/>
          </p:nvGrpSpPr>
          <p:grpSpPr>
            <a:xfrm>
              <a:off x="7941384" y="6341303"/>
              <a:ext cx="587633" cy="215444"/>
              <a:chOff x="6245008" y="5123284"/>
              <a:chExt cx="587633" cy="215444"/>
            </a:xfrm>
          </p:grpSpPr>
          <p:sp>
            <p:nvSpPr>
              <p:cNvPr id="850" name="TextBox 849"/>
              <p:cNvSpPr txBox="1"/>
              <p:nvPr/>
            </p:nvSpPr>
            <p:spPr>
              <a:xfrm>
                <a:off x="624500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704123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7041232" y="9177287"/>
            <a:ext cx="2235438" cy="237902"/>
            <a:chOff x="7041352" y="6318845"/>
            <a:chExt cx="2235438" cy="237902"/>
          </a:xfrm>
        </p:grpSpPr>
        <p:grpSp>
          <p:nvGrpSpPr>
            <p:cNvPr id="480" name="그룹 479"/>
            <p:cNvGrpSpPr/>
            <p:nvPr/>
          </p:nvGrpSpPr>
          <p:grpSpPr>
            <a:xfrm>
              <a:off x="7941504" y="6341303"/>
              <a:ext cx="587513" cy="215444"/>
              <a:chOff x="6245128" y="5123284"/>
              <a:chExt cx="587513" cy="215444"/>
            </a:xfrm>
          </p:grpSpPr>
          <p:sp>
            <p:nvSpPr>
              <p:cNvPr id="488" name="TextBox 487"/>
              <p:cNvSpPr txBox="1"/>
              <p:nvPr/>
            </p:nvSpPr>
            <p:spPr>
              <a:xfrm>
                <a:off x="624512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704135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7041232" y="13543467"/>
            <a:ext cx="1487785" cy="215444"/>
            <a:chOff x="7041232" y="6341303"/>
            <a:chExt cx="1487785" cy="215444"/>
          </a:xfrm>
        </p:grpSpPr>
        <p:grpSp>
          <p:nvGrpSpPr>
            <p:cNvPr id="491" name="그룹 490"/>
            <p:cNvGrpSpPr/>
            <p:nvPr/>
          </p:nvGrpSpPr>
          <p:grpSpPr>
            <a:xfrm>
              <a:off x="7941384" y="6341303"/>
              <a:ext cx="587633" cy="215444"/>
              <a:chOff x="6245008" y="5123284"/>
              <a:chExt cx="587633" cy="215444"/>
            </a:xfrm>
          </p:grpSpPr>
          <p:sp>
            <p:nvSpPr>
              <p:cNvPr id="499" name="TextBox 498"/>
              <p:cNvSpPr txBox="1"/>
              <p:nvPr/>
            </p:nvSpPr>
            <p:spPr>
              <a:xfrm>
                <a:off x="624500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704123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7041232" y="14106598"/>
            <a:ext cx="2235438" cy="237902"/>
            <a:chOff x="7041352" y="6318845"/>
            <a:chExt cx="2235438" cy="237902"/>
          </a:xfrm>
        </p:grpSpPr>
        <p:grpSp>
          <p:nvGrpSpPr>
            <p:cNvPr id="503" name="그룹 502"/>
            <p:cNvGrpSpPr/>
            <p:nvPr/>
          </p:nvGrpSpPr>
          <p:grpSpPr>
            <a:xfrm>
              <a:off x="7941504" y="6341303"/>
              <a:ext cx="587513" cy="215444"/>
              <a:chOff x="6245128" y="5123284"/>
              <a:chExt cx="587513" cy="215444"/>
            </a:xfrm>
          </p:grpSpPr>
          <p:sp>
            <p:nvSpPr>
              <p:cNvPr id="511" name="TextBox 510"/>
              <p:cNvSpPr txBox="1"/>
              <p:nvPr/>
            </p:nvSpPr>
            <p:spPr>
              <a:xfrm>
                <a:off x="624512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704135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524" name="그룹 523"/>
          <p:cNvGrpSpPr/>
          <p:nvPr/>
        </p:nvGrpSpPr>
        <p:grpSpPr>
          <a:xfrm>
            <a:off x="8523472" y="6174829"/>
            <a:ext cx="284052" cy="200055"/>
            <a:chOff x="1123695" y="11706839"/>
            <a:chExt cx="284052" cy="200055"/>
          </a:xfrm>
        </p:grpSpPr>
        <p:sp>
          <p:nvSpPr>
            <p:cNvPr id="525" name="모서리가 둥근 직사각형 52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6" name="직사각형 525"/>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grpSp>
        <p:nvGrpSpPr>
          <p:cNvPr id="530" name="그룹 529"/>
          <p:cNvGrpSpPr/>
          <p:nvPr/>
        </p:nvGrpSpPr>
        <p:grpSpPr>
          <a:xfrm>
            <a:off x="8308801" y="6678144"/>
            <a:ext cx="284052" cy="200055"/>
            <a:chOff x="1123695" y="11706839"/>
            <a:chExt cx="284052" cy="200055"/>
          </a:xfrm>
        </p:grpSpPr>
        <p:sp>
          <p:nvSpPr>
            <p:cNvPr id="531" name="모서리가 둥근 직사각형 53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2" name="직사각형 531"/>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13</a:t>
              </a:r>
              <a:endParaRPr lang="ko-KR" altLang="en-US" sz="700" dirty="0">
                <a:solidFill>
                  <a:schemeClr val="bg1"/>
                </a:solidFill>
                <a:latin typeface="+mn-ea"/>
                <a:ea typeface="+mn-ea"/>
              </a:endParaRPr>
            </a:p>
          </p:txBody>
        </p:sp>
      </p:grpSp>
      <p:grpSp>
        <p:nvGrpSpPr>
          <p:cNvPr id="533" name="그룹 532"/>
          <p:cNvGrpSpPr/>
          <p:nvPr/>
        </p:nvGrpSpPr>
        <p:grpSpPr>
          <a:xfrm>
            <a:off x="8284418" y="7389440"/>
            <a:ext cx="284052" cy="200055"/>
            <a:chOff x="1123695" y="11706839"/>
            <a:chExt cx="284052" cy="200055"/>
          </a:xfrm>
        </p:grpSpPr>
        <p:sp>
          <p:nvSpPr>
            <p:cNvPr id="534" name="모서리가 둥근 직사각형 53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5" name="직사각형 534"/>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14</a:t>
              </a:r>
              <a:endParaRPr lang="ko-KR" altLang="en-US" sz="700" dirty="0">
                <a:solidFill>
                  <a:schemeClr val="bg1"/>
                </a:solidFill>
                <a:latin typeface="+mn-ea"/>
                <a:ea typeface="+mn-ea"/>
              </a:endParaRPr>
            </a:p>
          </p:txBody>
        </p:sp>
      </p:grpSp>
      <p:grpSp>
        <p:nvGrpSpPr>
          <p:cNvPr id="536" name="그룹 535"/>
          <p:cNvGrpSpPr/>
          <p:nvPr/>
        </p:nvGrpSpPr>
        <p:grpSpPr>
          <a:xfrm>
            <a:off x="8293943" y="7755924"/>
            <a:ext cx="284052" cy="200055"/>
            <a:chOff x="1123695" y="11706839"/>
            <a:chExt cx="284052" cy="200055"/>
          </a:xfrm>
        </p:grpSpPr>
        <p:sp>
          <p:nvSpPr>
            <p:cNvPr id="537" name="모서리가 둥근 직사각형 53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8" name="직사각형 537"/>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15</a:t>
              </a:r>
              <a:endParaRPr lang="ko-KR" altLang="en-US" sz="700" dirty="0">
                <a:solidFill>
                  <a:schemeClr val="bg1"/>
                </a:solidFill>
                <a:latin typeface="+mn-ea"/>
                <a:ea typeface="+mn-ea"/>
              </a:endParaRPr>
            </a:p>
          </p:txBody>
        </p:sp>
      </p:grpSp>
      <p:grpSp>
        <p:nvGrpSpPr>
          <p:cNvPr id="539" name="그룹 538"/>
          <p:cNvGrpSpPr/>
          <p:nvPr/>
        </p:nvGrpSpPr>
        <p:grpSpPr>
          <a:xfrm>
            <a:off x="8308801" y="8115964"/>
            <a:ext cx="284052" cy="200055"/>
            <a:chOff x="1123695" y="11706839"/>
            <a:chExt cx="284052" cy="200055"/>
          </a:xfrm>
        </p:grpSpPr>
        <p:sp>
          <p:nvSpPr>
            <p:cNvPr id="540" name="모서리가 둥근 직사각형 53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1" name="직사각형 540"/>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16</a:t>
              </a:r>
              <a:endParaRPr lang="ko-KR" altLang="en-US" sz="700" dirty="0">
                <a:solidFill>
                  <a:schemeClr val="bg1"/>
                </a:solidFill>
                <a:latin typeface="+mn-ea"/>
                <a:ea typeface="+mn-ea"/>
              </a:endParaRPr>
            </a:p>
          </p:txBody>
        </p:sp>
      </p:grpSp>
      <p:grpSp>
        <p:nvGrpSpPr>
          <p:cNvPr id="542" name="그룹 541"/>
          <p:cNvGrpSpPr/>
          <p:nvPr/>
        </p:nvGrpSpPr>
        <p:grpSpPr>
          <a:xfrm>
            <a:off x="8308801" y="8456954"/>
            <a:ext cx="284052" cy="200055"/>
            <a:chOff x="1123695" y="11706839"/>
            <a:chExt cx="284052" cy="200055"/>
          </a:xfrm>
        </p:grpSpPr>
        <p:sp>
          <p:nvSpPr>
            <p:cNvPr id="543" name="모서리가 둥근 직사각형 54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4" name="직사각형 543"/>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17</a:t>
              </a:r>
              <a:endParaRPr lang="ko-KR" altLang="en-US" sz="700" dirty="0">
                <a:solidFill>
                  <a:schemeClr val="bg1"/>
                </a:solidFill>
                <a:latin typeface="+mn-ea"/>
                <a:ea typeface="+mn-ea"/>
              </a:endParaRPr>
            </a:p>
          </p:txBody>
        </p:sp>
      </p:grpSp>
      <p:grpSp>
        <p:nvGrpSpPr>
          <p:cNvPr id="545" name="그룹 544"/>
          <p:cNvGrpSpPr/>
          <p:nvPr/>
        </p:nvGrpSpPr>
        <p:grpSpPr>
          <a:xfrm>
            <a:off x="8536565" y="9629972"/>
            <a:ext cx="284052" cy="200055"/>
            <a:chOff x="1123695" y="11706839"/>
            <a:chExt cx="284052" cy="200055"/>
          </a:xfrm>
        </p:grpSpPr>
        <p:sp>
          <p:nvSpPr>
            <p:cNvPr id="546" name="모서리가 둥근 직사각형 54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7" name="직사각형 546"/>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18</a:t>
              </a:r>
              <a:endParaRPr lang="ko-KR" altLang="en-US" sz="700" dirty="0">
                <a:solidFill>
                  <a:schemeClr val="bg1"/>
                </a:solidFill>
                <a:latin typeface="+mn-ea"/>
                <a:ea typeface="+mn-ea"/>
              </a:endParaRPr>
            </a:p>
          </p:txBody>
        </p:sp>
      </p:grpSp>
      <p:grpSp>
        <p:nvGrpSpPr>
          <p:cNvPr id="548" name="그룹 547"/>
          <p:cNvGrpSpPr/>
          <p:nvPr/>
        </p:nvGrpSpPr>
        <p:grpSpPr>
          <a:xfrm>
            <a:off x="3516844" y="10753356"/>
            <a:ext cx="284052" cy="200055"/>
            <a:chOff x="1123695" y="11706839"/>
            <a:chExt cx="284052" cy="200055"/>
          </a:xfrm>
        </p:grpSpPr>
        <p:sp>
          <p:nvSpPr>
            <p:cNvPr id="549" name="모서리가 둥근 직사각형 54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0" name="직사각형 549"/>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19</a:t>
              </a:r>
              <a:endParaRPr lang="ko-KR" altLang="en-US" sz="700" dirty="0">
                <a:solidFill>
                  <a:schemeClr val="bg1"/>
                </a:solidFill>
                <a:latin typeface="+mn-ea"/>
                <a:ea typeface="+mn-ea"/>
              </a:endParaRPr>
            </a:p>
          </p:txBody>
        </p:sp>
      </p:grpSp>
      <p:grpSp>
        <p:nvGrpSpPr>
          <p:cNvPr id="551" name="그룹 550"/>
          <p:cNvGrpSpPr/>
          <p:nvPr/>
        </p:nvGrpSpPr>
        <p:grpSpPr>
          <a:xfrm>
            <a:off x="7391747" y="15711823"/>
            <a:ext cx="284052" cy="200055"/>
            <a:chOff x="1123695" y="11706839"/>
            <a:chExt cx="284052" cy="200055"/>
          </a:xfrm>
        </p:grpSpPr>
        <p:sp>
          <p:nvSpPr>
            <p:cNvPr id="552" name="모서리가 둥근 직사각형 55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3" name="직사각형 552"/>
            <p:cNvSpPr/>
            <p:nvPr/>
          </p:nvSpPr>
          <p:spPr>
            <a:xfrm>
              <a:off x="1123695" y="11706839"/>
              <a:ext cx="284052" cy="200055"/>
            </a:xfrm>
            <a:prstGeom prst="rect">
              <a:avLst/>
            </a:prstGeom>
          </p:spPr>
          <p:txBody>
            <a:bodyPr wrap="none">
              <a:spAutoFit/>
            </a:bodyPr>
            <a:lstStyle/>
            <a:p>
              <a:r>
                <a:rPr lang="en-US" altLang="ko-KR" sz="700" dirty="0" smtClean="0">
                  <a:solidFill>
                    <a:schemeClr val="bg1"/>
                  </a:solidFill>
                  <a:latin typeface="+mn-ea"/>
                  <a:ea typeface="+mn-ea"/>
                </a:rPr>
                <a:t>20</a:t>
              </a:r>
              <a:endParaRPr lang="ko-KR" altLang="en-US" sz="700" dirty="0">
                <a:solidFill>
                  <a:schemeClr val="bg1"/>
                </a:solidFill>
                <a:latin typeface="+mn-ea"/>
                <a:ea typeface="+mn-ea"/>
              </a:endParaRPr>
            </a:p>
          </p:txBody>
        </p:sp>
      </p:grpSp>
      <p:grpSp>
        <p:nvGrpSpPr>
          <p:cNvPr id="554" name="그룹 553"/>
          <p:cNvGrpSpPr/>
          <p:nvPr/>
        </p:nvGrpSpPr>
        <p:grpSpPr>
          <a:xfrm>
            <a:off x="8236793" y="15714904"/>
            <a:ext cx="284052" cy="200055"/>
            <a:chOff x="1133220" y="11706839"/>
            <a:chExt cx="284052" cy="200055"/>
          </a:xfrm>
        </p:grpSpPr>
        <p:sp>
          <p:nvSpPr>
            <p:cNvPr id="555" name="모서리가 둥근 직사각형 55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6" name="직사각형 555"/>
            <p:cNvSpPr/>
            <p:nvPr/>
          </p:nvSpPr>
          <p:spPr>
            <a:xfrm>
              <a:off x="1133220" y="11706839"/>
              <a:ext cx="284052" cy="200055"/>
            </a:xfrm>
            <a:prstGeom prst="rect">
              <a:avLst/>
            </a:prstGeom>
          </p:spPr>
          <p:txBody>
            <a:bodyPr wrap="none">
              <a:spAutoFit/>
            </a:bodyPr>
            <a:lstStyle/>
            <a:p>
              <a:r>
                <a:rPr lang="en-US" altLang="ko-KR" sz="700" dirty="0" smtClean="0">
                  <a:solidFill>
                    <a:schemeClr val="bg1"/>
                  </a:solidFill>
                  <a:latin typeface="+mn-ea"/>
                  <a:ea typeface="+mn-ea"/>
                </a:rPr>
                <a:t>21</a:t>
              </a:r>
              <a:endParaRPr lang="ko-KR" altLang="en-US" sz="700" dirty="0">
                <a:solidFill>
                  <a:schemeClr val="bg1"/>
                </a:solidFill>
                <a:latin typeface="+mn-ea"/>
                <a:ea typeface="+mn-ea"/>
              </a:endParaRPr>
            </a:p>
          </p:txBody>
        </p:sp>
      </p:grpSp>
      <p:grpSp>
        <p:nvGrpSpPr>
          <p:cNvPr id="557" name="그룹 556"/>
          <p:cNvGrpSpPr/>
          <p:nvPr/>
        </p:nvGrpSpPr>
        <p:grpSpPr>
          <a:xfrm>
            <a:off x="8299276" y="16243343"/>
            <a:ext cx="284052" cy="200055"/>
            <a:chOff x="1133220" y="11706839"/>
            <a:chExt cx="284052" cy="200055"/>
          </a:xfrm>
        </p:grpSpPr>
        <p:sp>
          <p:nvSpPr>
            <p:cNvPr id="558" name="모서리가 둥근 직사각형 55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9" name="직사각형 558"/>
            <p:cNvSpPr/>
            <p:nvPr/>
          </p:nvSpPr>
          <p:spPr>
            <a:xfrm>
              <a:off x="1133220" y="11706839"/>
              <a:ext cx="284052" cy="200055"/>
            </a:xfrm>
            <a:prstGeom prst="rect">
              <a:avLst/>
            </a:prstGeom>
          </p:spPr>
          <p:txBody>
            <a:bodyPr wrap="none">
              <a:spAutoFit/>
            </a:bodyPr>
            <a:lstStyle/>
            <a:p>
              <a:r>
                <a:rPr lang="en-US" altLang="ko-KR" sz="700" dirty="0" smtClean="0">
                  <a:solidFill>
                    <a:schemeClr val="bg1"/>
                  </a:solidFill>
                  <a:latin typeface="+mn-ea"/>
                  <a:ea typeface="+mn-ea"/>
                </a:rPr>
                <a:t>22</a:t>
              </a:r>
              <a:endParaRPr lang="ko-KR" altLang="en-US" sz="700" dirty="0">
                <a:solidFill>
                  <a:schemeClr val="bg1"/>
                </a:solidFill>
                <a:latin typeface="+mn-ea"/>
                <a:ea typeface="+mn-ea"/>
              </a:endParaRPr>
            </a:p>
          </p:txBody>
        </p:sp>
      </p:grpSp>
      <p:grpSp>
        <p:nvGrpSpPr>
          <p:cNvPr id="560" name="그룹 559"/>
          <p:cNvGrpSpPr/>
          <p:nvPr/>
        </p:nvGrpSpPr>
        <p:grpSpPr>
          <a:xfrm>
            <a:off x="8318326" y="16603383"/>
            <a:ext cx="284052" cy="200055"/>
            <a:chOff x="1133220" y="11706839"/>
            <a:chExt cx="284052" cy="200055"/>
          </a:xfrm>
        </p:grpSpPr>
        <p:sp>
          <p:nvSpPr>
            <p:cNvPr id="561" name="모서리가 둥근 직사각형 5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2" name="직사각형 561"/>
            <p:cNvSpPr/>
            <p:nvPr/>
          </p:nvSpPr>
          <p:spPr>
            <a:xfrm>
              <a:off x="1133220" y="11706839"/>
              <a:ext cx="284052" cy="200055"/>
            </a:xfrm>
            <a:prstGeom prst="rect">
              <a:avLst/>
            </a:prstGeom>
          </p:spPr>
          <p:txBody>
            <a:bodyPr wrap="none">
              <a:spAutoFit/>
            </a:bodyPr>
            <a:lstStyle/>
            <a:p>
              <a:r>
                <a:rPr lang="en-US" altLang="ko-KR" sz="700" dirty="0" smtClean="0">
                  <a:solidFill>
                    <a:schemeClr val="bg1"/>
                  </a:solidFill>
                  <a:latin typeface="+mn-ea"/>
                  <a:ea typeface="+mn-ea"/>
                </a:rPr>
                <a:t>23</a:t>
              </a:r>
              <a:endParaRPr lang="ko-KR" altLang="en-US" sz="700" dirty="0">
                <a:solidFill>
                  <a:schemeClr val="bg1"/>
                </a:solidFill>
                <a:latin typeface="+mn-ea"/>
                <a:ea typeface="+mn-ea"/>
              </a:endParaRPr>
            </a:p>
          </p:txBody>
        </p:sp>
      </p:grpSp>
      <p:sp>
        <p:nvSpPr>
          <p:cNvPr id="494" name="직사각형 493"/>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495" name="순서도: 대체 처리 494"/>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96" name="직사각형 495"/>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497" name="순서도: 대체 처리 496"/>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98" name="TextBox 497"/>
          <p:cNvSpPr txBox="1"/>
          <p:nvPr/>
        </p:nvSpPr>
        <p:spPr>
          <a:xfrm>
            <a:off x="2357281" y="6237312"/>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번역입문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01" name="그룹 500"/>
          <p:cNvGrpSpPr/>
          <p:nvPr/>
        </p:nvGrpSpPr>
        <p:grpSpPr>
          <a:xfrm>
            <a:off x="3512840" y="6266381"/>
            <a:ext cx="974375" cy="133200"/>
            <a:chOff x="3690593" y="6266381"/>
            <a:chExt cx="974375" cy="133200"/>
          </a:xfrm>
        </p:grpSpPr>
        <p:grpSp>
          <p:nvGrpSpPr>
            <p:cNvPr id="504" name="그룹 503"/>
            <p:cNvGrpSpPr/>
            <p:nvPr/>
          </p:nvGrpSpPr>
          <p:grpSpPr>
            <a:xfrm>
              <a:off x="4052812" y="6266381"/>
              <a:ext cx="612156" cy="133200"/>
              <a:chOff x="2214512" y="5085184"/>
              <a:chExt cx="612156" cy="133200"/>
            </a:xfrm>
          </p:grpSpPr>
          <p:sp>
            <p:nvSpPr>
              <p:cNvPr id="510" name="순서도: 대체 처리 509"/>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513" name="순서도: 대체 처리 512"/>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509" name="순서도: 대체 처리 508"/>
            <p:cNvSpPr/>
            <p:nvPr/>
          </p:nvSpPr>
          <p:spPr bwMode="auto">
            <a:xfrm>
              <a:off x="3690593" y="627249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sp>
        <p:nvSpPr>
          <p:cNvPr id="514" name="TextBox 513"/>
          <p:cNvSpPr txBox="1"/>
          <p:nvPr/>
        </p:nvSpPr>
        <p:spPr>
          <a:xfrm>
            <a:off x="2360712" y="645391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81" name="그룹 480"/>
          <p:cNvGrpSpPr/>
          <p:nvPr/>
        </p:nvGrpSpPr>
        <p:grpSpPr>
          <a:xfrm>
            <a:off x="5640844" y="2041798"/>
            <a:ext cx="2994089" cy="162517"/>
            <a:chOff x="6384100" y="2032273"/>
            <a:chExt cx="2994089" cy="162517"/>
          </a:xfrm>
        </p:grpSpPr>
        <p:sp>
          <p:nvSpPr>
            <p:cNvPr id="486" name="직사각형 485"/>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87" name="순서도: 대체 처리 486"/>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92" name="직사각형 491"/>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15" name="순서도: 대체 처리 514"/>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16" name="순서도: 대체 처리 515"/>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20" name="순서도: 대체 처리 519"/>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521" name="그룹 520"/>
          <p:cNvGrpSpPr/>
          <p:nvPr/>
        </p:nvGrpSpPr>
        <p:grpSpPr>
          <a:xfrm>
            <a:off x="8652374" y="1854349"/>
            <a:ext cx="234360" cy="200055"/>
            <a:chOff x="1152270" y="11706839"/>
            <a:chExt cx="234360" cy="200055"/>
          </a:xfrm>
        </p:grpSpPr>
        <p:sp>
          <p:nvSpPr>
            <p:cNvPr id="522" name="모서리가 둥근 직사각형 5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3" name="직사각형 52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527" name="순서도: 대체 처리 526"/>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28" name="순서도: 대체 처리 527"/>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29" name="사각형 설명선 528"/>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63" name="사각형 설명선 562"/>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564" name="TextBox 563"/>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65" name="그룹 564"/>
          <p:cNvGrpSpPr/>
          <p:nvPr/>
        </p:nvGrpSpPr>
        <p:grpSpPr>
          <a:xfrm>
            <a:off x="507554" y="1602349"/>
            <a:ext cx="3075218" cy="252000"/>
            <a:chOff x="507554" y="1537742"/>
            <a:chExt cx="3075218" cy="252000"/>
          </a:xfrm>
        </p:grpSpPr>
        <p:pic>
          <p:nvPicPr>
            <p:cNvPr id="566" name="Picture 4"/>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67" name="그룹 566"/>
            <p:cNvGrpSpPr/>
            <p:nvPr/>
          </p:nvGrpSpPr>
          <p:grpSpPr>
            <a:xfrm>
              <a:off x="2288704" y="1581175"/>
              <a:ext cx="1294068" cy="166725"/>
              <a:chOff x="2288704" y="1581175"/>
              <a:chExt cx="1294068" cy="166725"/>
            </a:xfrm>
          </p:grpSpPr>
          <p:sp>
            <p:nvSpPr>
              <p:cNvPr id="583" name="직사각형 58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84" name="직사각형 58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68" name="자유형 567"/>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69" name="그룹 568"/>
          <p:cNvGrpSpPr/>
          <p:nvPr/>
        </p:nvGrpSpPr>
        <p:grpSpPr>
          <a:xfrm>
            <a:off x="579562" y="2166658"/>
            <a:ext cx="1384958" cy="5317057"/>
            <a:chOff x="579562" y="2166658"/>
            <a:chExt cx="1384958" cy="5317057"/>
          </a:xfrm>
        </p:grpSpPr>
        <p:grpSp>
          <p:nvGrpSpPr>
            <p:cNvPr id="578" name="그룹 577"/>
            <p:cNvGrpSpPr/>
            <p:nvPr/>
          </p:nvGrpSpPr>
          <p:grpSpPr>
            <a:xfrm>
              <a:off x="629956" y="3318264"/>
              <a:ext cx="1188000" cy="180000"/>
              <a:chOff x="666428" y="3785432"/>
              <a:chExt cx="1188000" cy="180000"/>
            </a:xfrm>
          </p:grpSpPr>
          <p:sp>
            <p:nvSpPr>
              <p:cNvPr id="689" name="모서리가 둥근 직사각형 68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91"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9" name="그룹 578"/>
            <p:cNvGrpSpPr/>
            <p:nvPr/>
          </p:nvGrpSpPr>
          <p:grpSpPr>
            <a:xfrm>
              <a:off x="629956" y="3568824"/>
              <a:ext cx="1188000" cy="180000"/>
              <a:chOff x="666428" y="4310612"/>
              <a:chExt cx="1188000" cy="180000"/>
            </a:xfrm>
          </p:grpSpPr>
          <p:sp>
            <p:nvSpPr>
              <p:cNvPr id="686" name="모서리가 둥근 직사각형 6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87"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2" name="그룹 581"/>
            <p:cNvGrpSpPr/>
            <p:nvPr/>
          </p:nvGrpSpPr>
          <p:grpSpPr>
            <a:xfrm>
              <a:off x="629955" y="3042501"/>
              <a:ext cx="1188000" cy="180000"/>
              <a:chOff x="666427" y="3266516"/>
              <a:chExt cx="1188000" cy="180000"/>
            </a:xfrm>
          </p:grpSpPr>
          <p:sp>
            <p:nvSpPr>
              <p:cNvPr id="684" name="모서리가 둥근 직사각형 68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85"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5" name="그룹 584"/>
            <p:cNvGrpSpPr/>
            <p:nvPr/>
          </p:nvGrpSpPr>
          <p:grpSpPr>
            <a:xfrm>
              <a:off x="629956" y="3854780"/>
              <a:ext cx="1188000" cy="180000"/>
              <a:chOff x="666428" y="4570824"/>
              <a:chExt cx="1188000" cy="180000"/>
            </a:xfrm>
          </p:grpSpPr>
          <p:sp>
            <p:nvSpPr>
              <p:cNvPr id="669" name="모서리가 둥근 직사각형 66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80"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6" name="그룹 585"/>
            <p:cNvGrpSpPr/>
            <p:nvPr/>
          </p:nvGrpSpPr>
          <p:grpSpPr>
            <a:xfrm>
              <a:off x="629956" y="5316875"/>
              <a:ext cx="1188000" cy="180000"/>
              <a:chOff x="666428" y="5096004"/>
              <a:chExt cx="1188000" cy="180000"/>
            </a:xfrm>
          </p:grpSpPr>
          <p:sp>
            <p:nvSpPr>
              <p:cNvPr id="666" name="모서리가 둥근 직사각형 665"/>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667" name="Picture 11"/>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7" name="그룹 586"/>
            <p:cNvGrpSpPr/>
            <p:nvPr/>
          </p:nvGrpSpPr>
          <p:grpSpPr>
            <a:xfrm>
              <a:off x="634148" y="5634789"/>
              <a:ext cx="1188000" cy="180000"/>
              <a:chOff x="666428" y="3785432"/>
              <a:chExt cx="1188000" cy="180000"/>
            </a:xfrm>
          </p:grpSpPr>
          <p:sp>
            <p:nvSpPr>
              <p:cNvPr id="664" name="모서리가 둥근 직사각형 66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665"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8" name="그룹 587"/>
            <p:cNvGrpSpPr/>
            <p:nvPr/>
          </p:nvGrpSpPr>
          <p:grpSpPr>
            <a:xfrm>
              <a:off x="631150" y="4135825"/>
              <a:ext cx="1188000" cy="180000"/>
              <a:chOff x="666428" y="4570824"/>
              <a:chExt cx="1188000" cy="180000"/>
            </a:xfrm>
          </p:grpSpPr>
          <p:sp>
            <p:nvSpPr>
              <p:cNvPr id="662" name="모서리가 둥근 직사각형 66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663"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9" name="그룹 588"/>
            <p:cNvGrpSpPr/>
            <p:nvPr/>
          </p:nvGrpSpPr>
          <p:grpSpPr>
            <a:xfrm>
              <a:off x="629956" y="4423395"/>
              <a:ext cx="1188000" cy="180000"/>
              <a:chOff x="666428" y="4310612"/>
              <a:chExt cx="1188000" cy="180000"/>
            </a:xfrm>
          </p:grpSpPr>
          <p:sp>
            <p:nvSpPr>
              <p:cNvPr id="660" name="모서리가 둥근 직사각형 65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661"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90" name="TextBox 58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91" name="그룹 590"/>
            <p:cNvGrpSpPr/>
            <p:nvPr/>
          </p:nvGrpSpPr>
          <p:grpSpPr>
            <a:xfrm>
              <a:off x="632520" y="4723068"/>
              <a:ext cx="1188000" cy="180000"/>
              <a:chOff x="666428" y="4310612"/>
              <a:chExt cx="1188000" cy="180000"/>
            </a:xfrm>
          </p:grpSpPr>
          <p:sp>
            <p:nvSpPr>
              <p:cNvPr id="658" name="모서리가 둥근 직사각형 65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59"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2" name="그룹 591"/>
            <p:cNvGrpSpPr/>
            <p:nvPr/>
          </p:nvGrpSpPr>
          <p:grpSpPr>
            <a:xfrm>
              <a:off x="632520" y="2752353"/>
              <a:ext cx="1332000" cy="180000"/>
              <a:chOff x="666427" y="3266516"/>
              <a:chExt cx="1332000" cy="180000"/>
            </a:xfrm>
          </p:grpSpPr>
          <p:sp>
            <p:nvSpPr>
              <p:cNvPr id="656" name="모서리가 둥근 직사각형 655"/>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657"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3" name="그룹 592"/>
            <p:cNvGrpSpPr/>
            <p:nvPr/>
          </p:nvGrpSpPr>
          <p:grpSpPr>
            <a:xfrm>
              <a:off x="632520" y="5005767"/>
              <a:ext cx="1188000" cy="180000"/>
              <a:chOff x="666428" y="4310612"/>
              <a:chExt cx="1188000" cy="180000"/>
            </a:xfrm>
          </p:grpSpPr>
          <p:sp>
            <p:nvSpPr>
              <p:cNvPr id="654" name="모서리가 둥근 직사각형 6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655"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4" name="그룹 593"/>
            <p:cNvGrpSpPr/>
            <p:nvPr/>
          </p:nvGrpSpPr>
          <p:grpSpPr>
            <a:xfrm>
              <a:off x="632520" y="6227787"/>
              <a:ext cx="1188000" cy="180000"/>
              <a:chOff x="666428" y="3785432"/>
              <a:chExt cx="1188000" cy="180000"/>
            </a:xfrm>
          </p:grpSpPr>
          <p:sp>
            <p:nvSpPr>
              <p:cNvPr id="633" name="모서리가 둥근 직사각형 63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653"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5" name="그룹 594"/>
            <p:cNvGrpSpPr/>
            <p:nvPr/>
          </p:nvGrpSpPr>
          <p:grpSpPr>
            <a:xfrm>
              <a:off x="632520" y="6487872"/>
              <a:ext cx="1188000" cy="180000"/>
              <a:chOff x="666428" y="4310612"/>
              <a:chExt cx="1188000" cy="180000"/>
            </a:xfrm>
          </p:grpSpPr>
          <p:sp>
            <p:nvSpPr>
              <p:cNvPr id="619" name="모서리가 둥근 직사각형 61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620"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6" name="그룹 595"/>
            <p:cNvGrpSpPr/>
            <p:nvPr/>
          </p:nvGrpSpPr>
          <p:grpSpPr>
            <a:xfrm>
              <a:off x="632520" y="6773828"/>
              <a:ext cx="1188000" cy="180000"/>
              <a:chOff x="666428" y="4570824"/>
              <a:chExt cx="1188000" cy="180000"/>
            </a:xfrm>
          </p:grpSpPr>
          <p:sp>
            <p:nvSpPr>
              <p:cNvPr id="617" name="모서리가 둥근 직사각형 61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18"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7" name="그룹 596"/>
            <p:cNvGrpSpPr/>
            <p:nvPr/>
          </p:nvGrpSpPr>
          <p:grpSpPr>
            <a:xfrm>
              <a:off x="632520" y="7053155"/>
              <a:ext cx="1188000" cy="180000"/>
              <a:chOff x="666428" y="3785432"/>
              <a:chExt cx="1188000" cy="180000"/>
            </a:xfrm>
          </p:grpSpPr>
          <p:sp>
            <p:nvSpPr>
              <p:cNvPr id="608" name="모서리가 둥근 직사각형 60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09"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8" name="그룹 597"/>
            <p:cNvGrpSpPr/>
            <p:nvPr/>
          </p:nvGrpSpPr>
          <p:grpSpPr>
            <a:xfrm>
              <a:off x="632520" y="7303715"/>
              <a:ext cx="1224000" cy="180000"/>
              <a:chOff x="666428" y="4310612"/>
              <a:chExt cx="1224000" cy="180000"/>
            </a:xfrm>
          </p:grpSpPr>
          <p:sp>
            <p:nvSpPr>
              <p:cNvPr id="605" name="모서리가 둥근 직사각형 604"/>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07"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0" name="그룹 599"/>
            <p:cNvGrpSpPr/>
            <p:nvPr/>
          </p:nvGrpSpPr>
          <p:grpSpPr>
            <a:xfrm>
              <a:off x="622995" y="5922821"/>
              <a:ext cx="1188000" cy="180000"/>
              <a:chOff x="666427" y="3266516"/>
              <a:chExt cx="1188000" cy="180000"/>
            </a:xfrm>
          </p:grpSpPr>
          <p:sp>
            <p:nvSpPr>
              <p:cNvPr id="601" name="모서리가 둥근 직사각형 600"/>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02"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005994223"/>
      </p:ext>
    </p:extLst>
  </p:cSld>
  <p:clrMapOvr>
    <a:masterClrMapping/>
  </p:clrMapOvr>
  <p:transition>
    <p:wipe dir="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카드형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79</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2512789"/>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grpSp>
        <p:nvGrpSpPr>
          <p:cNvPr id="529" name="그룹 528"/>
          <p:cNvGrpSpPr/>
          <p:nvPr/>
        </p:nvGrpSpPr>
        <p:grpSpPr>
          <a:xfrm>
            <a:off x="5758413" y="6208737"/>
            <a:ext cx="1769725" cy="1872208"/>
            <a:chOff x="6268619" y="5373216"/>
            <a:chExt cx="1769725" cy="1872208"/>
          </a:xfrm>
        </p:grpSpPr>
        <p:grpSp>
          <p:nvGrpSpPr>
            <p:cNvPr id="530" name="그룹 529"/>
            <p:cNvGrpSpPr/>
            <p:nvPr/>
          </p:nvGrpSpPr>
          <p:grpSpPr>
            <a:xfrm>
              <a:off x="6268619" y="5373216"/>
              <a:ext cx="1769725" cy="1872208"/>
              <a:chOff x="858069" y="5373216"/>
              <a:chExt cx="1769725" cy="1872208"/>
            </a:xfrm>
          </p:grpSpPr>
          <p:sp>
            <p:nvSpPr>
              <p:cNvPr id="532" name="직사각형 531"/>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33" name="TextBox 532"/>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과제</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34" name="직사각형 533"/>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관계형 모델로 변환해보기</a:t>
                </a:r>
                <a:endParaRPr lang="ko-KR" altLang="en-US" sz="800" b="1" dirty="0">
                  <a:solidFill>
                    <a:schemeClr val="tx1">
                      <a:lumMod val="75000"/>
                      <a:lumOff val="25000"/>
                    </a:schemeClr>
                  </a:solidFill>
                  <a:latin typeface="+mn-ea"/>
                  <a:ea typeface="+mn-ea"/>
                </a:endParaRPr>
              </a:p>
            </p:txBody>
          </p:sp>
          <p:sp>
            <p:nvSpPr>
              <p:cNvPr id="535" name="TextBox 534"/>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r>
                  <a:rPr lang="en-US" altLang="ko-KR" sz="800" dirty="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2025.03.06 10:00 ~ 2025.04.12 22:00</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36" name="TextBox 535"/>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성적공개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공개</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37" name="TextBox 536"/>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2025.04.15 10:00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38" name="직사각형 537"/>
              <p:cNvSpPr/>
              <p:nvPr/>
            </p:nvSpPr>
            <p:spPr>
              <a:xfrm>
                <a:off x="858069" y="7019875"/>
                <a:ext cx="17640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제출하기</a:t>
                </a:r>
                <a:endParaRPr lang="en-US" altLang="ko-KR" sz="800" b="1" dirty="0">
                  <a:solidFill>
                    <a:srgbClr val="0070C0"/>
                  </a:solidFill>
                  <a:latin typeface="+mn-ea"/>
                </a:endParaRPr>
              </a:p>
            </p:txBody>
          </p:sp>
        </p:grpSp>
        <p:sp>
          <p:nvSpPr>
            <p:cNvPr id="531" name="순서도: 대체 처리 530"/>
            <p:cNvSpPr/>
            <p:nvPr/>
          </p:nvSpPr>
          <p:spPr bwMode="auto">
            <a:xfrm>
              <a:off x="6311667" y="5839172"/>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grpSp>
        <p:nvGrpSpPr>
          <p:cNvPr id="8" name="그룹 7"/>
          <p:cNvGrpSpPr/>
          <p:nvPr/>
        </p:nvGrpSpPr>
        <p:grpSpPr>
          <a:xfrm>
            <a:off x="7590813" y="6208737"/>
            <a:ext cx="1764200" cy="1872208"/>
            <a:chOff x="2091730" y="8172003"/>
            <a:chExt cx="1764200" cy="1872208"/>
          </a:xfrm>
        </p:grpSpPr>
        <p:grpSp>
          <p:nvGrpSpPr>
            <p:cNvPr id="539" name="그룹 538"/>
            <p:cNvGrpSpPr/>
            <p:nvPr/>
          </p:nvGrpSpPr>
          <p:grpSpPr>
            <a:xfrm>
              <a:off x="2091730" y="8172003"/>
              <a:ext cx="1764200" cy="1872208"/>
              <a:chOff x="863794" y="5373216"/>
              <a:chExt cx="1764200" cy="1872208"/>
            </a:xfrm>
          </p:grpSpPr>
          <p:sp>
            <p:nvSpPr>
              <p:cNvPr id="540" name="직사각형 539"/>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41" name="TextBox 540"/>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토론</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42" name="직사각형 541"/>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찬반토론</a:t>
                </a:r>
                <a:endParaRPr lang="ko-KR" altLang="en-US" sz="800" b="1" dirty="0">
                  <a:solidFill>
                    <a:schemeClr val="tx1">
                      <a:lumMod val="75000"/>
                      <a:lumOff val="25000"/>
                    </a:schemeClr>
                  </a:solidFill>
                  <a:latin typeface="+mn-ea"/>
                  <a:ea typeface="+mn-ea"/>
                </a:endParaRPr>
              </a:p>
            </p:txBody>
          </p:sp>
          <p:sp>
            <p:nvSpPr>
              <p:cNvPr id="543" name="TextBox 542"/>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r>
                  <a:rPr lang="en-US" altLang="ko-KR" sz="800" dirty="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2025.03.06 10:00 ~ 2025.04.12 22:00</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44" name="TextBox 543"/>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성적공개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공개</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45" name="TextBox 544"/>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2025.04.15 10:00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46" name="직사각형 545"/>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참여하기</a:t>
                </a:r>
                <a:endParaRPr lang="en-US" altLang="ko-KR" sz="800" b="1" dirty="0">
                  <a:solidFill>
                    <a:srgbClr val="0070C0"/>
                  </a:solidFill>
                  <a:latin typeface="+mn-ea"/>
                </a:endParaRPr>
              </a:p>
            </p:txBody>
          </p:sp>
        </p:grpSp>
        <p:sp>
          <p:nvSpPr>
            <p:cNvPr id="547" name="순서도: 대체 처리 546"/>
            <p:cNvSpPr/>
            <p:nvPr/>
          </p:nvSpPr>
          <p:spPr bwMode="auto">
            <a:xfrm>
              <a:off x="2135163" y="8635784"/>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grpSp>
        <p:nvGrpSpPr>
          <p:cNvPr id="565" name="그룹 564"/>
          <p:cNvGrpSpPr/>
          <p:nvPr/>
        </p:nvGrpSpPr>
        <p:grpSpPr>
          <a:xfrm>
            <a:off x="5758805" y="8176195"/>
            <a:ext cx="1764200" cy="1872208"/>
            <a:chOff x="863794" y="5373216"/>
            <a:chExt cx="1764200" cy="1872208"/>
          </a:xfrm>
        </p:grpSpPr>
        <p:sp>
          <p:nvSpPr>
            <p:cNvPr id="569" name="직사각형 568"/>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78" name="TextBox 577"/>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강의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79" name="그룹 578"/>
            <p:cNvGrpSpPr/>
            <p:nvPr/>
          </p:nvGrpSpPr>
          <p:grpSpPr>
            <a:xfrm>
              <a:off x="901502" y="5805264"/>
              <a:ext cx="1706890" cy="215444"/>
              <a:chOff x="920552" y="5805264"/>
              <a:chExt cx="1706890" cy="215444"/>
            </a:xfrm>
          </p:grpSpPr>
          <p:sp>
            <p:nvSpPr>
              <p:cNvPr id="586" name="직사각형 585"/>
              <p:cNvSpPr/>
              <p:nvPr/>
            </p:nvSpPr>
            <p:spPr>
              <a:xfrm>
                <a:off x="122344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콘텐츠제목</a:t>
                </a:r>
                <a:r>
                  <a:rPr lang="en-US" altLang="ko-KR" sz="800" b="1" dirty="0" smtClean="0">
                    <a:solidFill>
                      <a:schemeClr val="tx1">
                        <a:lumMod val="75000"/>
                        <a:lumOff val="25000"/>
                      </a:schemeClr>
                    </a:solidFill>
                    <a:latin typeface="+mn-ea"/>
                    <a:ea typeface="+mn-ea"/>
                  </a:rPr>
                  <a:t>3</a:t>
                </a:r>
                <a:endParaRPr lang="ko-KR" altLang="en-US" sz="800" b="1" dirty="0">
                  <a:solidFill>
                    <a:schemeClr val="tx1">
                      <a:lumMod val="75000"/>
                      <a:lumOff val="25000"/>
                    </a:schemeClr>
                  </a:solidFill>
                  <a:latin typeface="+mn-ea"/>
                  <a:ea typeface="+mn-ea"/>
                </a:endParaRPr>
              </a:p>
            </p:txBody>
          </p:sp>
          <p:sp>
            <p:nvSpPr>
              <p:cNvPr id="587" name="순서도: 대체 처리 586"/>
              <p:cNvSpPr/>
              <p:nvPr/>
            </p:nvSpPr>
            <p:spPr bwMode="auto">
              <a:xfrm>
                <a:off x="920552" y="583436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582" name="TextBox 581"/>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학습기간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2025.03.18 ~ 2025.04.02</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83" name="TextBox 582"/>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강의시간</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86</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84" name="TextBox 583"/>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rgbClr val="0070C0"/>
                  </a:solidFill>
                  <a:latin typeface="맑은 고딕" panose="020B0503020000020004" pitchFamily="50" charset="-127"/>
                  <a:ea typeface="맑은 고딕" panose="020B0503020000020004" pitchFamily="50" charset="-127"/>
                </a:rPr>
                <a:t>36%</a:t>
              </a:r>
              <a:endParaRPr lang="ko-KR" altLang="en-US" sz="800" dirty="0">
                <a:solidFill>
                  <a:srgbClr val="0070C0"/>
                </a:solidFill>
                <a:latin typeface="맑은 고딕" panose="020B0503020000020004" pitchFamily="50" charset="-127"/>
                <a:ea typeface="맑은 고딕" panose="020B0503020000020004" pitchFamily="50" charset="-127"/>
              </a:endParaRPr>
            </a:p>
          </p:txBody>
        </p:sp>
        <p:sp>
          <p:nvSpPr>
            <p:cNvPr id="585" name="직사각형 584"/>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강의보기</a:t>
              </a:r>
              <a:endParaRPr lang="en-US" altLang="ko-KR" sz="800" b="1" dirty="0">
                <a:solidFill>
                  <a:srgbClr val="0070C0"/>
                </a:solidFill>
                <a:latin typeface="+mn-ea"/>
              </a:endParaRPr>
            </a:p>
          </p:txBody>
        </p:sp>
      </p:grpSp>
      <p:grpSp>
        <p:nvGrpSpPr>
          <p:cNvPr id="502" name="그룹 501"/>
          <p:cNvGrpSpPr/>
          <p:nvPr/>
        </p:nvGrpSpPr>
        <p:grpSpPr>
          <a:xfrm>
            <a:off x="3922797" y="6208737"/>
            <a:ext cx="1771200" cy="1872208"/>
            <a:chOff x="858069" y="5373216"/>
            <a:chExt cx="1771200" cy="1872208"/>
          </a:xfrm>
        </p:grpSpPr>
        <p:sp>
          <p:nvSpPr>
            <p:cNvPr id="506" name="직사각형 505"/>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07" name="TextBox 506"/>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강의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08" name="그룹 507"/>
            <p:cNvGrpSpPr/>
            <p:nvPr/>
          </p:nvGrpSpPr>
          <p:grpSpPr>
            <a:xfrm>
              <a:off x="901502" y="5805264"/>
              <a:ext cx="1706890" cy="215444"/>
              <a:chOff x="920552" y="5805264"/>
              <a:chExt cx="1706890" cy="215444"/>
            </a:xfrm>
          </p:grpSpPr>
          <p:sp>
            <p:nvSpPr>
              <p:cNvPr id="513" name="직사각형 512"/>
              <p:cNvSpPr/>
              <p:nvPr/>
            </p:nvSpPr>
            <p:spPr>
              <a:xfrm>
                <a:off x="122344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콘텐츠제목</a:t>
                </a:r>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p:txBody>
          </p:sp>
          <p:sp>
            <p:nvSpPr>
              <p:cNvPr id="514" name="순서도: 대체 처리 513"/>
              <p:cNvSpPr/>
              <p:nvPr/>
            </p:nvSpPr>
            <p:spPr bwMode="auto">
              <a:xfrm>
                <a:off x="920552" y="583436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509" name="TextBox 508"/>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2025.03.05 ~ 2025.03.16</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10" name="TextBox 509"/>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강의시간</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11" name="TextBox 510"/>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rgbClr val="0070C0"/>
                  </a:solidFill>
                  <a:latin typeface="맑은 고딕" panose="020B0503020000020004" pitchFamily="50" charset="-127"/>
                  <a:ea typeface="맑은 고딕" panose="020B0503020000020004" pitchFamily="50" charset="-127"/>
                </a:rPr>
                <a:t>65%</a:t>
              </a:r>
              <a:endParaRPr lang="ko-KR" altLang="en-US" sz="800" dirty="0">
                <a:solidFill>
                  <a:srgbClr val="0070C0"/>
                </a:solidFill>
                <a:latin typeface="맑은 고딕" panose="020B0503020000020004" pitchFamily="50" charset="-127"/>
                <a:ea typeface="맑은 고딕" panose="020B0503020000020004" pitchFamily="50" charset="-127"/>
              </a:endParaRPr>
            </a:p>
          </p:txBody>
        </p:sp>
        <p:sp>
          <p:nvSpPr>
            <p:cNvPr id="512" name="직사각형 511"/>
            <p:cNvSpPr/>
            <p:nvPr/>
          </p:nvSpPr>
          <p:spPr>
            <a:xfrm>
              <a:off x="858069" y="7019875"/>
              <a:ext cx="17712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강의보기</a:t>
              </a:r>
              <a:endParaRPr lang="en-US" altLang="ko-KR" sz="800" b="1" dirty="0">
                <a:solidFill>
                  <a:srgbClr val="0070C0"/>
                </a:solidFill>
                <a:latin typeface="+mn-ea"/>
              </a:endParaRPr>
            </a:p>
          </p:txBody>
        </p:sp>
      </p:grpSp>
      <p:grpSp>
        <p:nvGrpSpPr>
          <p:cNvPr id="14" name="그룹 13"/>
          <p:cNvGrpSpPr/>
          <p:nvPr/>
        </p:nvGrpSpPr>
        <p:grpSpPr>
          <a:xfrm>
            <a:off x="2091730" y="8172003"/>
            <a:ext cx="1764200" cy="1872208"/>
            <a:chOff x="2082205" y="8172003"/>
            <a:chExt cx="1764200" cy="1872208"/>
          </a:xfrm>
        </p:grpSpPr>
        <p:grpSp>
          <p:nvGrpSpPr>
            <p:cNvPr id="548" name="그룹 547"/>
            <p:cNvGrpSpPr/>
            <p:nvPr/>
          </p:nvGrpSpPr>
          <p:grpSpPr>
            <a:xfrm>
              <a:off x="2082205" y="8172003"/>
              <a:ext cx="1764200" cy="1872208"/>
              <a:chOff x="863794" y="5373216"/>
              <a:chExt cx="1764200" cy="1872208"/>
            </a:xfrm>
          </p:grpSpPr>
          <p:sp>
            <p:nvSpPr>
              <p:cNvPr id="549" name="직사각형 548"/>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50" name="TextBox 549"/>
              <p:cNvSpPr txBox="1"/>
              <p:nvPr/>
            </p:nvSpPr>
            <p:spPr>
              <a:xfrm>
                <a:off x="915218" y="5410822"/>
                <a:ext cx="998353"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학습자료</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51" name="직사각형 550"/>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학습자료제목</a:t>
                </a:r>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p:txBody>
          </p:sp>
          <p:sp>
            <p:nvSpPr>
              <p:cNvPr id="552" name="TextBox 551"/>
              <p:cNvSpPr txBox="1"/>
              <p:nvPr/>
            </p:nvSpPr>
            <p:spPr>
              <a:xfrm>
                <a:off x="901502" y="6516399"/>
                <a:ext cx="1404000" cy="215444"/>
              </a:xfrm>
              <a:prstGeom prst="rect">
                <a:avLst/>
              </a:prstGeom>
              <a:noFill/>
            </p:spPr>
            <p:txBody>
              <a:bodyPr wrap="square" lIns="0" rIns="0"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자료형태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PDF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53" name="TextBox 552"/>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2025.03.10 10:00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54" name="직사각형 553"/>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다운로드</a:t>
                </a:r>
                <a:endParaRPr lang="en-US" altLang="ko-KR" sz="800" b="1" dirty="0">
                  <a:solidFill>
                    <a:srgbClr val="0070C0"/>
                  </a:solidFill>
                  <a:latin typeface="+mn-ea"/>
                </a:endParaRPr>
              </a:p>
            </p:txBody>
          </p:sp>
        </p:grpSp>
        <p:sp>
          <p:nvSpPr>
            <p:cNvPr id="555" name="순서도: 대체 처리 554"/>
            <p:cNvSpPr/>
            <p:nvPr/>
          </p:nvSpPr>
          <p:spPr bwMode="auto">
            <a:xfrm>
              <a:off x="2122405" y="8637348"/>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pic>
          <p:nvPicPr>
            <p:cNvPr id="595"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24808" y="9891728"/>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 name="그룹 16"/>
          <p:cNvGrpSpPr/>
          <p:nvPr/>
        </p:nvGrpSpPr>
        <p:grpSpPr>
          <a:xfrm>
            <a:off x="3920505" y="8176195"/>
            <a:ext cx="1764200" cy="1872208"/>
            <a:chOff x="3920505" y="8176195"/>
            <a:chExt cx="1764200" cy="1872208"/>
          </a:xfrm>
        </p:grpSpPr>
        <p:grpSp>
          <p:nvGrpSpPr>
            <p:cNvPr id="556" name="그룹 555"/>
            <p:cNvGrpSpPr/>
            <p:nvPr/>
          </p:nvGrpSpPr>
          <p:grpSpPr>
            <a:xfrm>
              <a:off x="3920505" y="8176195"/>
              <a:ext cx="1764200" cy="1872208"/>
              <a:chOff x="863794" y="5373216"/>
              <a:chExt cx="1764200" cy="1872208"/>
            </a:xfrm>
          </p:grpSpPr>
          <p:sp>
            <p:nvSpPr>
              <p:cNvPr id="557" name="직사각형 556"/>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58" name="TextBox 557"/>
              <p:cNvSpPr txBox="1"/>
              <p:nvPr/>
            </p:nvSpPr>
            <p:spPr>
              <a:xfrm>
                <a:off x="915218" y="5410822"/>
                <a:ext cx="998353"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학습자료</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59" name="직사각형 558"/>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학습자료제목</a:t>
                </a:r>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p:txBody>
          </p:sp>
          <p:sp>
            <p:nvSpPr>
              <p:cNvPr id="560" name="TextBox 559"/>
              <p:cNvSpPr txBox="1"/>
              <p:nvPr/>
            </p:nvSpPr>
            <p:spPr>
              <a:xfrm>
                <a:off x="901502" y="6516399"/>
                <a:ext cx="1404000" cy="215444"/>
              </a:xfrm>
              <a:prstGeom prst="rect">
                <a:avLst/>
              </a:prstGeom>
              <a:noFill/>
            </p:spPr>
            <p:txBody>
              <a:bodyPr wrap="square" lIns="0" rIns="0"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자료형태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웹링크</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61" name="TextBox 560"/>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2025.03.12 10:00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62" name="직사각형 561"/>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웹링크</a:t>
                </a:r>
                <a:endParaRPr lang="en-US" altLang="ko-KR" sz="800" b="1" dirty="0">
                  <a:solidFill>
                    <a:srgbClr val="0070C0"/>
                  </a:solidFill>
                  <a:latin typeface="+mn-ea"/>
                </a:endParaRPr>
              </a:p>
            </p:txBody>
          </p:sp>
        </p:grpSp>
        <p:sp>
          <p:nvSpPr>
            <p:cNvPr id="563" name="순서도: 대체 처리 562"/>
            <p:cNvSpPr/>
            <p:nvPr/>
          </p:nvSpPr>
          <p:spPr bwMode="auto">
            <a:xfrm>
              <a:off x="3960705" y="8641540"/>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pic>
          <p:nvPicPr>
            <p:cNvPr id="59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063108" y="9896003"/>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7" name="그룹 596"/>
          <p:cNvGrpSpPr/>
          <p:nvPr/>
        </p:nvGrpSpPr>
        <p:grpSpPr>
          <a:xfrm>
            <a:off x="2106588" y="5949280"/>
            <a:ext cx="7263479" cy="249932"/>
            <a:chOff x="2106588" y="5949280"/>
            <a:chExt cx="7263479" cy="249932"/>
          </a:xfrm>
        </p:grpSpPr>
        <p:grpSp>
          <p:nvGrpSpPr>
            <p:cNvPr id="598" name="그룹 597"/>
            <p:cNvGrpSpPr/>
            <p:nvPr/>
          </p:nvGrpSpPr>
          <p:grpSpPr>
            <a:xfrm>
              <a:off x="2106588" y="5968380"/>
              <a:ext cx="1659836" cy="230832"/>
              <a:chOff x="2577276" y="4906034"/>
              <a:chExt cx="1659836" cy="230832"/>
            </a:xfrm>
          </p:grpSpPr>
          <p:sp>
            <p:nvSpPr>
              <p:cNvPr id="602" name="TextBox 601"/>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60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99" name="직사각형 598"/>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600"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1"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605" name="그룹 604"/>
          <p:cNvGrpSpPr/>
          <p:nvPr/>
        </p:nvGrpSpPr>
        <p:grpSpPr>
          <a:xfrm>
            <a:off x="7590813" y="8172003"/>
            <a:ext cx="1764200" cy="1872208"/>
            <a:chOff x="863794" y="5373216"/>
            <a:chExt cx="1764200" cy="1872208"/>
          </a:xfrm>
        </p:grpSpPr>
        <p:sp>
          <p:nvSpPr>
            <p:cNvPr id="620" name="직사각형 619"/>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33" name="TextBox 632"/>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강의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56" name="그룹 655"/>
            <p:cNvGrpSpPr/>
            <p:nvPr/>
          </p:nvGrpSpPr>
          <p:grpSpPr>
            <a:xfrm>
              <a:off x="901502" y="5805264"/>
              <a:ext cx="1706890" cy="215444"/>
              <a:chOff x="920552" y="5805264"/>
              <a:chExt cx="1706890" cy="215444"/>
            </a:xfrm>
          </p:grpSpPr>
          <p:sp>
            <p:nvSpPr>
              <p:cNvPr id="661" name="직사각형 660"/>
              <p:cNvSpPr/>
              <p:nvPr/>
            </p:nvSpPr>
            <p:spPr>
              <a:xfrm>
                <a:off x="122344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콘텐츠</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제목</a:t>
                </a:r>
                <a:r>
                  <a:rPr lang="en-US" altLang="ko-KR" sz="800" b="1" dirty="0" smtClean="0">
                    <a:solidFill>
                      <a:schemeClr val="tx1">
                        <a:lumMod val="75000"/>
                        <a:lumOff val="25000"/>
                      </a:schemeClr>
                    </a:solidFill>
                    <a:latin typeface="+mn-ea"/>
                    <a:ea typeface="+mn-ea"/>
                  </a:rPr>
                  <a:t>4</a:t>
                </a:r>
                <a:endParaRPr lang="ko-KR" altLang="en-US" sz="800" b="1" dirty="0">
                  <a:solidFill>
                    <a:schemeClr val="tx1">
                      <a:lumMod val="75000"/>
                      <a:lumOff val="25000"/>
                    </a:schemeClr>
                  </a:solidFill>
                  <a:latin typeface="+mn-ea"/>
                  <a:ea typeface="+mn-ea"/>
                </a:endParaRPr>
              </a:p>
            </p:txBody>
          </p:sp>
          <p:sp>
            <p:nvSpPr>
              <p:cNvPr id="662" name="순서도: 대체 처리 661"/>
              <p:cNvSpPr/>
              <p:nvPr/>
            </p:nvSpPr>
            <p:spPr bwMode="auto">
              <a:xfrm>
                <a:off x="920552" y="583436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57" name="TextBox 656"/>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학습기간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2025.03.18 ~ 2025.04.02</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658" name="TextBox 657"/>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강의시간</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659" name="TextBox 658"/>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rgbClr val="0070C0"/>
                  </a:solidFill>
                  <a:latin typeface="맑은 고딕" panose="020B0503020000020004" pitchFamily="50" charset="-127"/>
                  <a:ea typeface="맑은 고딕" panose="020B0503020000020004" pitchFamily="50" charset="-127"/>
                </a:rPr>
                <a:t>45%</a:t>
              </a:r>
              <a:endParaRPr lang="ko-KR" altLang="en-US" sz="800" dirty="0">
                <a:solidFill>
                  <a:srgbClr val="0070C0"/>
                </a:solidFill>
                <a:latin typeface="맑은 고딕" panose="020B0503020000020004" pitchFamily="50" charset="-127"/>
                <a:ea typeface="맑은 고딕" panose="020B0503020000020004" pitchFamily="50" charset="-127"/>
              </a:endParaRPr>
            </a:p>
          </p:txBody>
        </p:sp>
        <p:sp>
          <p:nvSpPr>
            <p:cNvPr id="660" name="직사각형 659"/>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강의보기</a:t>
              </a:r>
              <a:endParaRPr lang="en-US" altLang="ko-KR" sz="800" b="1" dirty="0">
                <a:solidFill>
                  <a:srgbClr val="0070C0"/>
                </a:solidFill>
                <a:latin typeface="+mn-ea"/>
              </a:endParaRPr>
            </a:p>
          </p:txBody>
        </p:sp>
      </p:grpSp>
      <p:grpSp>
        <p:nvGrpSpPr>
          <p:cNvPr id="664" name="그룹 663"/>
          <p:cNvGrpSpPr/>
          <p:nvPr/>
        </p:nvGrpSpPr>
        <p:grpSpPr>
          <a:xfrm>
            <a:off x="2091730" y="10135269"/>
            <a:ext cx="1764200" cy="1872208"/>
            <a:chOff x="863794" y="5373216"/>
            <a:chExt cx="1764200" cy="1872208"/>
          </a:xfrm>
        </p:grpSpPr>
        <p:sp>
          <p:nvSpPr>
            <p:cNvPr id="669" name="직사각형 668"/>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0" name="TextBox 679"/>
            <p:cNvSpPr txBox="1"/>
            <p:nvPr/>
          </p:nvSpPr>
          <p:spPr>
            <a:xfrm>
              <a:off x="915219" y="5410822"/>
              <a:ext cx="771866" cy="230832"/>
            </a:xfrm>
            <a:prstGeom prst="rect">
              <a:avLst/>
            </a:prstGeom>
            <a:noFill/>
          </p:spPr>
          <p:txBody>
            <a:bodyPr wrap="square" lIns="0" rIns="0" rtlCol="0">
              <a:spAutoFit/>
            </a:bodyPr>
            <a:lstStyle/>
            <a:p>
              <a:r>
                <a:rPr lang="en-US" altLang="ko-KR" sz="900" b="1" dirty="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토론</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84" name="직사각형 683"/>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토론제목</a:t>
              </a:r>
              <a:endParaRPr lang="ko-KR" altLang="en-US" sz="800" b="1" dirty="0">
                <a:solidFill>
                  <a:schemeClr val="tx1">
                    <a:lumMod val="75000"/>
                    <a:lumOff val="25000"/>
                  </a:schemeClr>
                </a:solidFill>
                <a:latin typeface="+mn-ea"/>
                <a:ea typeface="+mn-ea"/>
              </a:endParaRPr>
            </a:p>
          </p:txBody>
        </p:sp>
        <p:sp>
          <p:nvSpPr>
            <p:cNvPr id="686" name="TextBox 685"/>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r>
                <a:rPr lang="en-US" altLang="ko-KR" sz="800" dirty="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참여기간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2025.03.24 10:00 ~ 2025.03.30 22:00</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687" name="TextBox 686"/>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성적공개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공개</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689" name="TextBox 688"/>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2026.04.15 22:00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691" name="직사각형 690"/>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참여하기</a:t>
              </a:r>
              <a:endParaRPr lang="en-US" altLang="ko-KR" sz="800" b="1" dirty="0">
                <a:solidFill>
                  <a:srgbClr val="0070C0"/>
                </a:solidFill>
                <a:latin typeface="+mn-ea"/>
              </a:endParaRPr>
            </a:p>
          </p:txBody>
        </p:sp>
      </p:grpSp>
      <p:sp>
        <p:nvSpPr>
          <p:cNvPr id="692" name="순서도: 대체 처리 691"/>
          <p:cNvSpPr/>
          <p:nvPr/>
        </p:nvSpPr>
        <p:spPr bwMode="auto">
          <a:xfrm>
            <a:off x="2135163" y="10599050"/>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nvGrpSpPr>
          <p:cNvPr id="20" name="그룹 19"/>
          <p:cNvGrpSpPr/>
          <p:nvPr/>
        </p:nvGrpSpPr>
        <p:grpSpPr>
          <a:xfrm>
            <a:off x="3927930" y="10125744"/>
            <a:ext cx="1764200" cy="1872208"/>
            <a:chOff x="3927930" y="10125744"/>
            <a:chExt cx="1764200" cy="1872208"/>
          </a:xfrm>
        </p:grpSpPr>
        <p:grpSp>
          <p:nvGrpSpPr>
            <p:cNvPr id="693" name="그룹 692"/>
            <p:cNvGrpSpPr/>
            <p:nvPr/>
          </p:nvGrpSpPr>
          <p:grpSpPr>
            <a:xfrm>
              <a:off x="3927930" y="10125744"/>
              <a:ext cx="1764200" cy="1872208"/>
              <a:chOff x="863794" y="5373216"/>
              <a:chExt cx="1764200" cy="1872208"/>
            </a:xfrm>
          </p:grpSpPr>
          <p:sp>
            <p:nvSpPr>
              <p:cNvPr id="694" name="직사각형 693"/>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01" name="TextBox 700"/>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세미나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703" name="직사각형 702"/>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화상세미나</a:t>
                </a:r>
                <a:endParaRPr lang="ko-KR" altLang="en-US" sz="800" b="1" dirty="0">
                  <a:solidFill>
                    <a:schemeClr val="tx1">
                      <a:lumMod val="75000"/>
                      <a:lumOff val="25000"/>
                    </a:schemeClr>
                  </a:solidFill>
                  <a:latin typeface="+mn-ea"/>
                  <a:ea typeface="+mn-ea"/>
                </a:endParaRPr>
              </a:p>
            </p:txBody>
          </p:sp>
          <p:sp>
            <p:nvSpPr>
              <p:cNvPr id="704" name="TextBox 703"/>
              <p:cNvSpPr txBox="1"/>
              <p:nvPr/>
            </p:nvSpPr>
            <p:spPr>
              <a:xfrm>
                <a:off x="901502" y="6248345"/>
                <a:ext cx="1712534" cy="276999"/>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시작일시</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2025.04.05 17:00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07" name="TextBox 706"/>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진행시간</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102</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09" name="TextBox 708"/>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출석인정</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10" name="직사각형 709"/>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참여하기</a:t>
                </a:r>
                <a:endParaRPr lang="en-US" altLang="ko-KR" sz="800" b="1" dirty="0">
                  <a:solidFill>
                    <a:srgbClr val="0070C0"/>
                  </a:solidFill>
                  <a:latin typeface="+mn-ea"/>
                </a:endParaRPr>
              </a:p>
            </p:txBody>
          </p:sp>
        </p:grpSp>
        <p:sp>
          <p:nvSpPr>
            <p:cNvPr id="711" name="순서도: 대체 처리 710"/>
            <p:cNvSpPr/>
            <p:nvPr/>
          </p:nvSpPr>
          <p:spPr bwMode="auto">
            <a:xfrm>
              <a:off x="3966030" y="10591700"/>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grpSp>
        <p:nvGrpSpPr>
          <p:cNvPr id="713" name="그룹 712"/>
          <p:cNvGrpSpPr/>
          <p:nvPr/>
        </p:nvGrpSpPr>
        <p:grpSpPr>
          <a:xfrm>
            <a:off x="5762038" y="10125744"/>
            <a:ext cx="1764200" cy="1881733"/>
            <a:chOff x="863794" y="5373216"/>
            <a:chExt cx="1764200" cy="1881733"/>
          </a:xfrm>
        </p:grpSpPr>
        <p:sp>
          <p:nvSpPr>
            <p:cNvPr id="723" name="직사각형 722"/>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4" name="TextBox 723"/>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강의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725" name="그룹 724"/>
            <p:cNvGrpSpPr/>
            <p:nvPr/>
          </p:nvGrpSpPr>
          <p:grpSpPr>
            <a:xfrm>
              <a:off x="901502" y="5805264"/>
              <a:ext cx="1706890" cy="215444"/>
              <a:chOff x="920552" y="5805264"/>
              <a:chExt cx="1706890" cy="215444"/>
            </a:xfrm>
          </p:grpSpPr>
          <p:sp>
            <p:nvSpPr>
              <p:cNvPr id="730" name="직사각형 729"/>
              <p:cNvSpPr/>
              <p:nvPr/>
            </p:nvSpPr>
            <p:spPr>
              <a:xfrm>
                <a:off x="122344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콘텐츠 제목</a:t>
                </a:r>
                <a:r>
                  <a:rPr lang="en-US" altLang="ko-KR" sz="800" b="1" dirty="0" smtClean="0">
                    <a:solidFill>
                      <a:schemeClr val="tx1">
                        <a:lumMod val="75000"/>
                        <a:lumOff val="25000"/>
                      </a:schemeClr>
                    </a:solidFill>
                    <a:latin typeface="+mn-ea"/>
                    <a:ea typeface="+mn-ea"/>
                  </a:rPr>
                  <a:t>5</a:t>
                </a:r>
                <a:endParaRPr lang="ko-KR" altLang="en-US" sz="800" b="1" dirty="0">
                  <a:solidFill>
                    <a:schemeClr val="tx1">
                      <a:lumMod val="75000"/>
                      <a:lumOff val="25000"/>
                    </a:schemeClr>
                  </a:solidFill>
                  <a:latin typeface="+mn-ea"/>
                  <a:ea typeface="+mn-ea"/>
                </a:endParaRPr>
              </a:p>
            </p:txBody>
          </p:sp>
          <p:sp>
            <p:nvSpPr>
              <p:cNvPr id="731" name="순서도: 대체 처리 730"/>
              <p:cNvSpPr/>
              <p:nvPr/>
            </p:nvSpPr>
            <p:spPr bwMode="auto">
              <a:xfrm>
                <a:off x="920552" y="583436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tx1">
                        <a:lumMod val="75000"/>
                        <a:lumOff val="25000"/>
                      </a:schemeClr>
                    </a:solidFill>
                    <a:latin typeface="+mn-ea"/>
                    <a:ea typeface="+mn-ea"/>
                    <a:cs typeface="Calibri" pitchFamily="34" charset="0"/>
                  </a:rPr>
                  <a:t>동영</a:t>
                </a:r>
                <a:r>
                  <a:rPr lang="ko-KR" altLang="en-US" sz="750" dirty="0">
                    <a:solidFill>
                      <a:schemeClr val="tx1">
                        <a:lumMod val="75000"/>
                        <a:lumOff val="25000"/>
                      </a:schemeClr>
                    </a:solidFill>
                    <a:latin typeface="+mn-ea"/>
                    <a:ea typeface="+mn-ea"/>
                    <a:cs typeface="Calibri" pitchFamily="34" charset="0"/>
                  </a:rPr>
                  <a:t>상</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726" name="TextBox 725"/>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학습기간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2025.06.04 16 ~ 2025.04.23</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27" name="TextBox 726"/>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강의시간</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65</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28" name="TextBox 727"/>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29" name="직사각형 728"/>
            <p:cNvSpPr/>
            <p:nvPr/>
          </p:nvSpPr>
          <p:spPr>
            <a:xfrm>
              <a:off x="867594" y="7029400"/>
              <a:ext cx="1760400" cy="225549"/>
            </a:xfrm>
            <a:prstGeom prst="rect">
              <a:avLst/>
            </a:prstGeom>
            <a:solidFill>
              <a:schemeClr val="accent3">
                <a:lumMod val="20000"/>
                <a:lumOff val="80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bg1">
                      <a:lumMod val="50000"/>
                    </a:schemeClr>
                  </a:solidFill>
                  <a:latin typeface="+mn-ea"/>
                </a:rPr>
                <a:t>강의보기</a:t>
              </a:r>
              <a:endParaRPr lang="en-US" altLang="ko-KR" sz="800" b="1" dirty="0">
                <a:solidFill>
                  <a:schemeClr val="bg1">
                    <a:lumMod val="50000"/>
                  </a:schemeClr>
                </a:solidFill>
                <a:latin typeface="+mn-ea"/>
              </a:endParaRPr>
            </a:p>
          </p:txBody>
        </p:sp>
      </p:grpSp>
      <p:grpSp>
        <p:nvGrpSpPr>
          <p:cNvPr id="732" name="그룹 731"/>
          <p:cNvGrpSpPr/>
          <p:nvPr/>
        </p:nvGrpSpPr>
        <p:grpSpPr>
          <a:xfrm>
            <a:off x="7558413" y="10129936"/>
            <a:ext cx="1769725" cy="1872208"/>
            <a:chOff x="6268619" y="5373216"/>
            <a:chExt cx="1769725" cy="1872208"/>
          </a:xfrm>
        </p:grpSpPr>
        <p:grpSp>
          <p:nvGrpSpPr>
            <p:cNvPr id="733" name="그룹 732"/>
            <p:cNvGrpSpPr/>
            <p:nvPr/>
          </p:nvGrpSpPr>
          <p:grpSpPr>
            <a:xfrm>
              <a:off x="6268619" y="5373216"/>
              <a:ext cx="1769725" cy="1872208"/>
              <a:chOff x="858069" y="5373216"/>
              <a:chExt cx="1769725" cy="1872208"/>
            </a:xfrm>
          </p:grpSpPr>
          <p:sp>
            <p:nvSpPr>
              <p:cNvPr id="735" name="직사각형 734"/>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36" name="TextBox 735"/>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과제</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737" name="직사각형 736"/>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관계형 모델로 변환해보기</a:t>
                </a:r>
                <a:endParaRPr lang="ko-KR" altLang="en-US" sz="800" b="1" dirty="0">
                  <a:solidFill>
                    <a:schemeClr val="tx1">
                      <a:lumMod val="75000"/>
                      <a:lumOff val="25000"/>
                    </a:schemeClr>
                  </a:solidFill>
                  <a:latin typeface="+mn-ea"/>
                  <a:ea typeface="+mn-ea"/>
                </a:endParaRPr>
              </a:p>
            </p:txBody>
          </p:sp>
          <p:sp>
            <p:nvSpPr>
              <p:cNvPr id="738" name="TextBox 737"/>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r>
                  <a:rPr lang="en-US" altLang="ko-KR" sz="800" dirty="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2025.04.18 10:00 ~ 2025.04.22 22:00</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39" name="TextBox 738"/>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성적공개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공개</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40" name="TextBox 739"/>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2026.04.30 22:00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41" name="직사각형 740"/>
              <p:cNvSpPr/>
              <p:nvPr/>
            </p:nvSpPr>
            <p:spPr>
              <a:xfrm>
                <a:off x="858069" y="7019875"/>
                <a:ext cx="1764000" cy="225549"/>
              </a:xfrm>
              <a:prstGeom prst="rect">
                <a:avLst/>
              </a:prstGeom>
              <a:solidFill>
                <a:schemeClr val="accent3">
                  <a:lumMod val="20000"/>
                  <a:lumOff val="80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bg1">
                        <a:lumMod val="50000"/>
                      </a:schemeClr>
                    </a:solidFill>
                    <a:latin typeface="+mn-ea"/>
                  </a:rPr>
                  <a:t>제출하기</a:t>
                </a:r>
                <a:endParaRPr lang="en-US" altLang="ko-KR" sz="800" b="1" dirty="0">
                  <a:solidFill>
                    <a:schemeClr val="bg1">
                      <a:lumMod val="50000"/>
                    </a:schemeClr>
                  </a:solidFill>
                  <a:latin typeface="+mn-ea"/>
                </a:endParaRPr>
              </a:p>
            </p:txBody>
          </p:sp>
        </p:grpSp>
        <p:sp>
          <p:nvSpPr>
            <p:cNvPr id="734" name="순서도: 대체 처리 733"/>
            <p:cNvSpPr/>
            <p:nvPr/>
          </p:nvSpPr>
          <p:spPr bwMode="auto">
            <a:xfrm>
              <a:off x="6311667" y="5839172"/>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grpSp>
        <p:nvGrpSpPr>
          <p:cNvPr id="24" name="그룹 23"/>
          <p:cNvGrpSpPr/>
          <p:nvPr/>
        </p:nvGrpSpPr>
        <p:grpSpPr>
          <a:xfrm>
            <a:off x="2092122" y="6208737"/>
            <a:ext cx="1764000" cy="1872877"/>
            <a:chOff x="2092122" y="6208737"/>
            <a:chExt cx="1764000" cy="1872877"/>
          </a:xfrm>
        </p:grpSpPr>
        <p:grpSp>
          <p:nvGrpSpPr>
            <p:cNvPr id="488" name="그룹 487"/>
            <p:cNvGrpSpPr/>
            <p:nvPr/>
          </p:nvGrpSpPr>
          <p:grpSpPr>
            <a:xfrm>
              <a:off x="2092122" y="6208737"/>
              <a:ext cx="1764000" cy="1872208"/>
              <a:chOff x="863794" y="5373216"/>
              <a:chExt cx="1764000" cy="1872208"/>
            </a:xfrm>
          </p:grpSpPr>
          <p:sp>
            <p:nvSpPr>
              <p:cNvPr id="492" name="직사각형 491"/>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93" name="TextBox 492"/>
              <p:cNvSpPr txBox="1"/>
              <p:nvPr/>
            </p:nvSpPr>
            <p:spPr>
              <a:xfrm>
                <a:off x="915219" y="5410822"/>
                <a:ext cx="771866"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강의</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94" name="그룹 493"/>
              <p:cNvGrpSpPr/>
              <p:nvPr/>
            </p:nvGrpSpPr>
            <p:grpSpPr>
              <a:xfrm>
                <a:off x="901502" y="5805264"/>
                <a:ext cx="1706890" cy="215444"/>
                <a:chOff x="920552" y="5805264"/>
                <a:chExt cx="1706890" cy="215444"/>
              </a:xfrm>
            </p:grpSpPr>
            <p:sp>
              <p:nvSpPr>
                <p:cNvPr id="499" name="직사각형 498"/>
                <p:cNvSpPr/>
                <p:nvPr/>
              </p:nvSpPr>
              <p:spPr>
                <a:xfrm>
                  <a:off x="122344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콘텐츠제목</a:t>
                  </a:r>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p:txBody>
            </p:sp>
            <p:sp>
              <p:nvSpPr>
                <p:cNvPr id="500" name="순서도: 대체 처리 499"/>
                <p:cNvSpPr/>
                <p:nvPr/>
              </p:nvSpPr>
              <p:spPr bwMode="auto">
                <a:xfrm>
                  <a:off x="920552" y="583436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495" name="TextBox 494"/>
              <p:cNvSpPr txBox="1"/>
              <p:nvPr/>
            </p:nvSpPr>
            <p:spPr>
              <a:xfrm>
                <a:off x="901502" y="607424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2025.03.05 ~ 2025.03.16</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96" name="TextBox 495"/>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강의시간</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106</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97" name="TextBox 496"/>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50000"/>
                        <a:lumOff val="50000"/>
                      </a:schemeClr>
                    </a:solidFill>
                    <a:latin typeface="맑은 고딕" panose="020B0503020000020004" pitchFamily="50" charset="-127"/>
                    <a:ea typeface="맑은 고딕" panose="020B0503020000020004" pitchFamily="50" charset="-127"/>
                  </a:rPr>
                  <a:t>진도율</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rgbClr val="0070C0"/>
                    </a:solidFill>
                    <a:latin typeface="맑은 고딕" panose="020B0503020000020004" pitchFamily="50" charset="-127"/>
                    <a:ea typeface="맑은 고딕" panose="020B0503020000020004" pitchFamily="50" charset="-127"/>
                  </a:rPr>
                  <a:t>52%</a:t>
                </a:r>
                <a:endParaRPr lang="ko-KR" altLang="en-US" sz="800" dirty="0">
                  <a:solidFill>
                    <a:srgbClr val="0070C0"/>
                  </a:solidFill>
                  <a:latin typeface="맑은 고딕" panose="020B0503020000020004" pitchFamily="50" charset="-127"/>
                  <a:ea typeface="맑은 고딕" panose="020B0503020000020004" pitchFamily="50" charset="-127"/>
                </a:endParaRPr>
              </a:p>
            </p:txBody>
          </p:sp>
        </p:grpSp>
        <p:sp>
          <p:nvSpPr>
            <p:cNvPr id="751" name="직사각형 750"/>
            <p:cNvSpPr/>
            <p:nvPr/>
          </p:nvSpPr>
          <p:spPr>
            <a:xfrm>
              <a:off x="2095370" y="785606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강의보기</a:t>
              </a:r>
              <a:endParaRPr lang="en-US" altLang="ko-KR" sz="800" b="1" dirty="0">
                <a:solidFill>
                  <a:srgbClr val="0070C0"/>
                </a:solidFill>
                <a:latin typeface="+mn-ea"/>
              </a:endParaRPr>
            </a:p>
          </p:txBody>
        </p:sp>
      </p:grpSp>
      <p:grpSp>
        <p:nvGrpSpPr>
          <p:cNvPr id="25" name="그룹 24"/>
          <p:cNvGrpSpPr/>
          <p:nvPr/>
        </p:nvGrpSpPr>
        <p:grpSpPr>
          <a:xfrm>
            <a:off x="2091730" y="12098535"/>
            <a:ext cx="1764200" cy="1872208"/>
            <a:chOff x="2091730" y="12098535"/>
            <a:chExt cx="1764200" cy="1872208"/>
          </a:xfrm>
        </p:grpSpPr>
        <p:grpSp>
          <p:nvGrpSpPr>
            <p:cNvPr id="742" name="그룹 741"/>
            <p:cNvGrpSpPr/>
            <p:nvPr/>
          </p:nvGrpSpPr>
          <p:grpSpPr>
            <a:xfrm>
              <a:off x="2091730" y="12098535"/>
              <a:ext cx="1764200" cy="1872208"/>
              <a:chOff x="855969" y="11239772"/>
              <a:chExt cx="1764200" cy="1872208"/>
            </a:xfrm>
          </p:grpSpPr>
          <p:grpSp>
            <p:nvGrpSpPr>
              <p:cNvPr id="743" name="그룹 742"/>
              <p:cNvGrpSpPr/>
              <p:nvPr/>
            </p:nvGrpSpPr>
            <p:grpSpPr>
              <a:xfrm>
                <a:off x="855969" y="11239772"/>
                <a:ext cx="1764200" cy="1872208"/>
                <a:chOff x="863794" y="5373216"/>
                <a:chExt cx="1764200" cy="1872208"/>
              </a:xfrm>
            </p:grpSpPr>
            <p:sp>
              <p:nvSpPr>
                <p:cNvPr id="745" name="직사각형 744"/>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46" name="TextBox 745"/>
                <p:cNvSpPr txBox="1"/>
                <p:nvPr/>
              </p:nvSpPr>
              <p:spPr>
                <a:xfrm>
                  <a:off x="915218" y="5410822"/>
                  <a:ext cx="998353"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학습자료</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747" name="직사각형 746"/>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학습자료제목</a:t>
                  </a:r>
                  <a:r>
                    <a:rPr lang="en-US" altLang="ko-KR" sz="800" b="1" dirty="0" smtClean="0">
                      <a:solidFill>
                        <a:schemeClr val="tx1">
                          <a:lumMod val="75000"/>
                          <a:lumOff val="25000"/>
                        </a:schemeClr>
                      </a:solidFill>
                      <a:latin typeface="+mn-ea"/>
                      <a:ea typeface="+mn-ea"/>
                    </a:rPr>
                    <a:t>3</a:t>
                  </a:r>
                  <a:endParaRPr lang="ko-KR" altLang="en-US" sz="800" b="1" dirty="0">
                    <a:solidFill>
                      <a:schemeClr val="tx1">
                        <a:lumMod val="75000"/>
                        <a:lumOff val="25000"/>
                      </a:schemeClr>
                    </a:solidFill>
                    <a:latin typeface="+mn-ea"/>
                    <a:ea typeface="+mn-ea"/>
                  </a:endParaRPr>
                </a:p>
              </p:txBody>
            </p:sp>
            <p:sp>
              <p:nvSpPr>
                <p:cNvPr id="748" name="TextBox 747"/>
                <p:cNvSpPr txBox="1"/>
                <p:nvPr/>
              </p:nvSpPr>
              <p:spPr>
                <a:xfrm>
                  <a:off x="901502" y="6516399"/>
                  <a:ext cx="1404000" cy="215444"/>
                </a:xfrm>
                <a:prstGeom prst="rect">
                  <a:avLst/>
                </a:prstGeom>
                <a:noFill/>
              </p:spPr>
              <p:txBody>
                <a:bodyPr wrap="square" lIns="0" rIns="0" rtlCol="0">
                  <a:spAutoFit/>
                </a:bodyPr>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자료형태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웹링크</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49" name="TextBox 748"/>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2026.06.29 12:00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50" name="직사각형 749"/>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학습자료</a:t>
                  </a:r>
                  <a:endParaRPr lang="en-US" altLang="ko-KR" sz="800" b="1" dirty="0">
                    <a:solidFill>
                      <a:srgbClr val="0070C0"/>
                    </a:solidFill>
                    <a:latin typeface="+mn-ea"/>
                  </a:endParaRPr>
                </a:p>
              </p:txBody>
            </p:sp>
          </p:grpSp>
          <p:sp>
            <p:nvSpPr>
              <p:cNvPr id="744" name="순서도: 대체 처리 743"/>
              <p:cNvSpPr/>
              <p:nvPr/>
            </p:nvSpPr>
            <p:spPr bwMode="auto">
              <a:xfrm>
                <a:off x="896169" y="11705117"/>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75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224808" y="13803485"/>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54" name="자유형 753"/>
          <p:cNvSpPr/>
          <p:nvPr/>
        </p:nvSpPr>
        <p:spPr>
          <a:xfrm flipV="1">
            <a:off x="2648744" y="14581632"/>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grpSp>
        <p:nvGrpSpPr>
          <p:cNvPr id="26" name="그룹 25"/>
          <p:cNvGrpSpPr/>
          <p:nvPr/>
        </p:nvGrpSpPr>
        <p:grpSpPr>
          <a:xfrm>
            <a:off x="2091730" y="15382328"/>
            <a:ext cx="1764200" cy="1872208"/>
            <a:chOff x="2091730" y="15454336"/>
            <a:chExt cx="1764200" cy="1872208"/>
          </a:xfrm>
        </p:grpSpPr>
        <p:grpSp>
          <p:nvGrpSpPr>
            <p:cNvPr id="755" name="그룹 754"/>
            <p:cNvGrpSpPr/>
            <p:nvPr/>
          </p:nvGrpSpPr>
          <p:grpSpPr>
            <a:xfrm>
              <a:off x="2091730" y="15454336"/>
              <a:ext cx="1764200" cy="1872208"/>
              <a:chOff x="863794" y="5373216"/>
              <a:chExt cx="1764200" cy="1872208"/>
            </a:xfrm>
          </p:grpSpPr>
          <p:sp>
            <p:nvSpPr>
              <p:cNvPr id="756" name="직사각형 755"/>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57" name="TextBox 756"/>
              <p:cNvSpPr txBox="1"/>
              <p:nvPr/>
            </p:nvSpPr>
            <p:spPr>
              <a:xfrm>
                <a:off x="915218" y="5410822"/>
                <a:ext cx="910295"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758" name="직사각형 757"/>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실시간시험 기말고사</a:t>
                </a:r>
                <a:endParaRPr lang="ko-KR" altLang="en-US" sz="800" b="1" dirty="0">
                  <a:solidFill>
                    <a:schemeClr val="tx1">
                      <a:lumMod val="75000"/>
                      <a:lumOff val="25000"/>
                    </a:schemeClr>
                  </a:solidFill>
                  <a:latin typeface="+mn-ea"/>
                  <a:ea typeface="+mn-ea"/>
                </a:endParaRPr>
              </a:p>
            </p:txBody>
          </p:sp>
          <p:sp>
            <p:nvSpPr>
              <p:cNvPr id="759" name="TextBox 758"/>
              <p:cNvSpPr txBox="1"/>
              <p:nvPr/>
            </p:nvSpPr>
            <p:spPr>
              <a:xfrm>
                <a:off x="901502" y="6248345"/>
                <a:ext cx="1712534" cy="276999"/>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시험일시</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2025.07.22 16:00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60" name="TextBox 759"/>
              <p:cNvSpPr txBox="1"/>
              <p:nvPr/>
            </p:nvSpPr>
            <p:spPr>
              <a:xfrm>
                <a:off x="901502" y="651639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시험시간</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50</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61" name="TextBox 760"/>
              <p:cNvSpPr txBox="1"/>
              <p:nvPr/>
            </p:nvSpPr>
            <p:spPr>
              <a:xfrm>
                <a:off x="901502" y="672289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출석인정</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62" name="직사각형 761"/>
              <p:cNvSpPr/>
              <p:nvPr/>
            </p:nvSpPr>
            <p:spPr>
              <a:xfrm>
                <a:off x="867594" y="7019875"/>
                <a:ext cx="17604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시험응시</a:t>
                </a:r>
                <a:endParaRPr lang="en-US" altLang="ko-KR" sz="800" b="1" dirty="0">
                  <a:solidFill>
                    <a:srgbClr val="0070C0"/>
                  </a:solidFill>
                  <a:latin typeface="+mn-ea"/>
                </a:endParaRPr>
              </a:p>
            </p:txBody>
          </p:sp>
        </p:grpSp>
        <p:sp>
          <p:nvSpPr>
            <p:cNvPr id="763" name="순서도: 대체 처리 762"/>
            <p:cNvSpPr/>
            <p:nvPr/>
          </p:nvSpPr>
          <p:spPr bwMode="auto">
            <a:xfrm>
              <a:off x="2135163" y="15929817"/>
              <a:ext cx="360000" cy="126000"/>
            </a:xfrm>
            <a:prstGeom prst="flowChartAlternateProcess">
              <a:avLst/>
            </a:prstGeom>
            <a:solidFill>
              <a:srgbClr val="008A3E"/>
            </a:solidFill>
            <a:ln w="6350" cap="flat" cmpd="sng" algn="ctr">
              <a:solidFill>
                <a:srgbClr val="008A3E"/>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grpSp>
        <p:nvGrpSpPr>
          <p:cNvPr id="764" name="그룹 763"/>
          <p:cNvGrpSpPr/>
          <p:nvPr/>
        </p:nvGrpSpPr>
        <p:grpSpPr>
          <a:xfrm>
            <a:off x="3922205" y="15382328"/>
            <a:ext cx="1771200" cy="1872208"/>
            <a:chOff x="2086005" y="15454336"/>
            <a:chExt cx="1771200" cy="1872208"/>
          </a:xfrm>
        </p:grpSpPr>
        <p:grpSp>
          <p:nvGrpSpPr>
            <p:cNvPr id="765" name="그룹 764"/>
            <p:cNvGrpSpPr/>
            <p:nvPr/>
          </p:nvGrpSpPr>
          <p:grpSpPr>
            <a:xfrm>
              <a:off x="2086005" y="15454336"/>
              <a:ext cx="1771200" cy="1872208"/>
              <a:chOff x="858069" y="5373216"/>
              <a:chExt cx="1771200" cy="1872208"/>
            </a:xfrm>
          </p:grpSpPr>
          <p:sp>
            <p:nvSpPr>
              <p:cNvPr id="767" name="직사각형 766"/>
              <p:cNvSpPr/>
              <p:nvPr/>
            </p:nvSpPr>
            <p:spPr>
              <a:xfrm>
                <a:off x="863794" y="5373216"/>
                <a:ext cx="1764000" cy="1872208"/>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68" name="TextBox 767"/>
              <p:cNvSpPr txBox="1"/>
              <p:nvPr/>
            </p:nvSpPr>
            <p:spPr>
              <a:xfrm>
                <a:off x="915218" y="5410822"/>
                <a:ext cx="910295" cy="230832"/>
              </a:xfrm>
              <a:prstGeom prst="rect">
                <a:avLst/>
              </a:prstGeom>
              <a:noFill/>
            </p:spPr>
            <p:txBody>
              <a:bodyPr wrap="square" lIns="0" rIns="0" rtlCol="0">
                <a:spAutoFit/>
              </a:bodyPr>
              <a:lstStyle/>
              <a:p>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769" name="직사각형 768"/>
              <p:cNvSpPr/>
              <p:nvPr/>
            </p:nvSpPr>
            <p:spPr>
              <a:xfrm>
                <a:off x="1204392" y="5805264"/>
                <a:ext cx="1404000" cy="215444"/>
              </a:xfrm>
              <a:prstGeom prst="rect">
                <a:avLst/>
              </a:prstGeom>
            </p:spPr>
            <p:txBody>
              <a:bodyPr wrap="square">
                <a:spAutoFit/>
              </a:bodyPr>
              <a:lstStyle/>
              <a:p>
                <a:r>
                  <a:rPr lang="ko-KR" altLang="en-US" sz="800" b="1" dirty="0" smtClean="0">
                    <a:solidFill>
                      <a:schemeClr val="tx1">
                        <a:lumMod val="75000"/>
                        <a:lumOff val="25000"/>
                      </a:schemeClr>
                    </a:solidFill>
                    <a:latin typeface="+mn-ea"/>
                    <a:ea typeface="+mn-ea"/>
                  </a:rPr>
                  <a:t>대체과제명</a:t>
                </a:r>
                <a:r>
                  <a:rPr lang="en-US" altLang="ko-KR" sz="800" b="1" dirty="0" smtClean="0">
                    <a:solidFill>
                      <a:schemeClr val="tx1">
                        <a:lumMod val="75000"/>
                        <a:lumOff val="25000"/>
                      </a:schemeClr>
                    </a:solidFill>
                    <a:latin typeface="+mn-ea"/>
                    <a:ea typeface="+mn-ea"/>
                  </a:rPr>
                  <a:t>1111111</a:t>
                </a:r>
                <a:endParaRPr lang="ko-KR" altLang="en-US" sz="800" b="1" dirty="0">
                  <a:solidFill>
                    <a:schemeClr val="tx1">
                      <a:lumMod val="75000"/>
                      <a:lumOff val="25000"/>
                    </a:schemeClr>
                  </a:solidFill>
                  <a:latin typeface="+mn-ea"/>
                  <a:ea typeface="+mn-ea"/>
                </a:endParaRPr>
              </a:p>
            </p:txBody>
          </p:sp>
          <p:sp>
            <p:nvSpPr>
              <p:cNvPr id="773" name="직사각형 772"/>
              <p:cNvSpPr/>
              <p:nvPr/>
            </p:nvSpPr>
            <p:spPr>
              <a:xfrm>
                <a:off x="858069" y="7019875"/>
                <a:ext cx="1771200" cy="225549"/>
              </a:xfrm>
              <a:prstGeom prst="rect">
                <a:avLst/>
              </a:prstGeom>
              <a:solidFill>
                <a:srgbClr val="D9F5FF"/>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rgbClr val="0070C0"/>
                    </a:solidFill>
                    <a:latin typeface="+mn-ea"/>
                  </a:rPr>
                  <a:t>제출하기</a:t>
                </a:r>
                <a:endParaRPr lang="en-US" altLang="ko-KR" sz="800" b="1" dirty="0">
                  <a:solidFill>
                    <a:srgbClr val="0070C0"/>
                  </a:solidFill>
                  <a:latin typeface="+mn-ea"/>
                </a:endParaRPr>
              </a:p>
            </p:txBody>
          </p:sp>
        </p:grpSp>
        <p:sp>
          <p:nvSpPr>
            <p:cNvPr id="766" name="순서도: 대체 처리 765"/>
            <p:cNvSpPr/>
            <p:nvPr/>
          </p:nvSpPr>
          <p:spPr bwMode="auto">
            <a:xfrm>
              <a:off x="2135163" y="15929817"/>
              <a:ext cx="360000" cy="126000"/>
            </a:xfrm>
            <a:prstGeom prst="flowChartAlternateProcess">
              <a:avLst/>
            </a:prstGeom>
            <a:solidFill>
              <a:srgbClr val="008A3E"/>
            </a:solidFill>
            <a:ln w="6350" cap="flat" cmpd="sng" algn="ctr">
              <a:solidFill>
                <a:srgbClr val="008A3E"/>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774" name="TextBox 773"/>
          <p:cNvSpPr txBox="1"/>
          <p:nvPr/>
        </p:nvSpPr>
        <p:spPr>
          <a:xfrm>
            <a:off x="3963938" y="16098216"/>
            <a:ext cx="1712534" cy="461665"/>
          </a:xfrm>
          <a:prstGeom prst="rect">
            <a:avLst/>
          </a:prstGeom>
          <a:noFill/>
        </p:spPr>
        <p:txBody>
          <a:bodyPr wrap="square" lIns="0" rIns="0" rtlCol="0">
            <a:spAutoFit/>
          </a:bodyPr>
          <a:lstStyle/>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r>
              <a:rPr lang="en-US" altLang="ko-KR" sz="800" dirty="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기간</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p>
          <a:p>
            <a:pPr>
              <a:lnSpc>
                <a:spcPct val="150000"/>
              </a:lnSpc>
            </a:pPr>
            <a:r>
              <a:rPr lang="en-US" altLang="ko-KR" sz="750" dirty="0" smtClean="0">
                <a:solidFill>
                  <a:schemeClr val="tx1">
                    <a:lumMod val="65000"/>
                    <a:lumOff val="35000"/>
                  </a:schemeClr>
                </a:solidFill>
                <a:latin typeface="맑은 고딕" panose="020B0503020000020004" pitchFamily="50" charset="-127"/>
                <a:ea typeface="맑은 고딕" panose="020B0503020000020004" pitchFamily="50" charset="-127"/>
              </a:rPr>
              <a:t>  2025.07.21 10:00 ~ 2025.04.23 22:00</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75" name="TextBox 774"/>
          <p:cNvSpPr txBox="1"/>
          <p:nvPr/>
        </p:nvSpPr>
        <p:spPr>
          <a:xfrm>
            <a:off x="3963938" y="16540369"/>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성적공개</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공개</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76" name="TextBox 775"/>
          <p:cNvSpPr txBox="1"/>
          <p:nvPr/>
        </p:nvSpPr>
        <p:spPr>
          <a:xfrm>
            <a:off x="3963938" y="16746868"/>
            <a:ext cx="1404000" cy="215444"/>
          </a:xfrm>
          <a:prstGeom prst="rect">
            <a:avLst/>
          </a:prstGeom>
          <a:noFill/>
        </p:spPr>
        <p:txBody>
          <a:bodyPr wrap="square" lIns="0" rIns="0" rtlCol="0">
            <a:spAutoFit/>
          </a:bodyPr>
          <a:lstStyle/>
          <a:p>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공개일자</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2026.07.30 22:00</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1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520" name="그룹 519"/>
          <p:cNvGrpSpPr/>
          <p:nvPr/>
        </p:nvGrpSpPr>
        <p:grpSpPr>
          <a:xfrm>
            <a:off x="2125638" y="4880162"/>
            <a:ext cx="3312368" cy="370373"/>
            <a:chOff x="2125638" y="4880162"/>
            <a:chExt cx="3312368" cy="370373"/>
          </a:xfrm>
        </p:grpSpPr>
        <p:pic>
          <p:nvPicPr>
            <p:cNvPr id="521"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2" name="직사각형 52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23" name="직사각형 52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524" name="직사각형 52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525" name="직사각형 52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aphicFrame>
        <p:nvGraphicFramePr>
          <p:cNvPr id="526" name="Group 175"/>
          <p:cNvGraphicFramePr>
            <a:graphicFrameLocks noGrp="1"/>
          </p:cNvGraphicFramePr>
          <p:nvPr>
            <p:extLst>
              <p:ext uri="{D42A27DB-BD31-4B8C-83A1-F6EECF244321}">
                <p14:modId xmlns:p14="http://schemas.microsoft.com/office/powerpoint/2010/main" val="2022485562"/>
              </p:ext>
            </p:extLst>
          </p:nvPr>
        </p:nvGraphicFramePr>
        <p:xfrm>
          <a:off x="9499029" y="5949280"/>
          <a:ext cx="1404156" cy="65691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강의보기 레이어팝업</a:t>
                      </a:r>
                      <a:endParaRPr lang="en-US" altLang="ko-KR" sz="800" b="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b="0" kern="1200" dirty="0" smtClean="0">
                          <a:solidFill>
                            <a:schemeClr val="tx1">
                              <a:lumMod val="75000"/>
                              <a:lumOff val="25000"/>
                            </a:schemeClr>
                          </a:solidFill>
                          <a:latin typeface="+mn-ea"/>
                          <a:ea typeface="+mn-ea"/>
                          <a:cs typeface="+mn-cs"/>
                        </a:rPr>
                        <a:t>강의동영상 플레이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 제출화면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토론 참여화면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학습자료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학습자료 웹링크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토론 참여화면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Zoom</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화상 바로 접속</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실시간 시험시스템 연계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 목록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대체과제 제출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527" name="그룹 526"/>
          <p:cNvGrpSpPr/>
          <p:nvPr/>
        </p:nvGrpSpPr>
        <p:grpSpPr>
          <a:xfrm>
            <a:off x="3196233" y="7866032"/>
            <a:ext cx="234360" cy="200055"/>
            <a:chOff x="1152270" y="11706839"/>
            <a:chExt cx="234360" cy="200055"/>
          </a:xfrm>
        </p:grpSpPr>
        <p:sp>
          <p:nvSpPr>
            <p:cNvPr id="528" name="모서리가 둥근 직사각형 52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4" name="직사각형 56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66" name="그룹 565"/>
          <p:cNvGrpSpPr/>
          <p:nvPr/>
        </p:nvGrpSpPr>
        <p:grpSpPr>
          <a:xfrm>
            <a:off x="6840780" y="7856065"/>
            <a:ext cx="234360" cy="200055"/>
            <a:chOff x="1152270" y="11706839"/>
            <a:chExt cx="234360" cy="200055"/>
          </a:xfrm>
        </p:grpSpPr>
        <p:sp>
          <p:nvSpPr>
            <p:cNvPr id="567" name="모서리가 둥근 직사각형 5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8" name="직사각형 56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571" name="그룹 570"/>
          <p:cNvGrpSpPr/>
          <p:nvPr/>
        </p:nvGrpSpPr>
        <p:grpSpPr>
          <a:xfrm>
            <a:off x="8671098" y="7868053"/>
            <a:ext cx="234360" cy="200055"/>
            <a:chOff x="1152270" y="11706839"/>
            <a:chExt cx="234360" cy="200055"/>
          </a:xfrm>
        </p:grpSpPr>
        <p:sp>
          <p:nvSpPr>
            <p:cNvPr id="572" name="모서리가 둥근 직사각형 5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73" name="직사각형 57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574" name="그룹 573"/>
          <p:cNvGrpSpPr/>
          <p:nvPr/>
        </p:nvGrpSpPr>
        <p:grpSpPr>
          <a:xfrm>
            <a:off x="3315866" y="9836700"/>
            <a:ext cx="234360" cy="200055"/>
            <a:chOff x="1152270" y="11706839"/>
            <a:chExt cx="234360" cy="200055"/>
          </a:xfrm>
        </p:grpSpPr>
        <p:sp>
          <p:nvSpPr>
            <p:cNvPr id="575" name="모서리가 둥근 직사각형 57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76" name="직사각형 57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577" name="그룹 576"/>
          <p:cNvGrpSpPr/>
          <p:nvPr/>
        </p:nvGrpSpPr>
        <p:grpSpPr>
          <a:xfrm>
            <a:off x="5169024" y="9845251"/>
            <a:ext cx="234360" cy="200055"/>
            <a:chOff x="1152270" y="11706839"/>
            <a:chExt cx="234360" cy="200055"/>
          </a:xfrm>
        </p:grpSpPr>
        <p:sp>
          <p:nvSpPr>
            <p:cNvPr id="580" name="모서리가 둥근 직사각형 5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81" name="직사각형 58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588" name="그룹 587"/>
          <p:cNvGrpSpPr/>
          <p:nvPr/>
        </p:nvGrpSpPr>
        <p:grpSpPr>
          <a:xfrm>
            <a:off x="3171850" y="11797897"/>
            <a:ext cx="234360" cy="200055"/>
            <a:chOff x="1152270" y="11706839"/>
            <a:chExt cx="234360" cy="200055"/>
          </a:xfrm>
        </p:grpSpPr>
        <p:sp>
          <p:nvSpPr>
            <p:cNvPr id="589" name="모서리가 둥근 직사각형 5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90" name="직사각형 58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591" name="그룹 590"/>
          <p:cNvGrpSpPr/>
          <p:nvPr/>
        </p:nvGrpSpPr>
        <p:grpSpPr>
          <a:xfrm>
            <a:off x="5023244" y="11789430"/>
            <a:ext cx="234360" cy="200055"/>
            <a:chOff x="1152270" y="11706839"/>
            <a:chExt cx="234360" cy="200055"/>
          </a:xfrm>
        </p:grpSpPr>
        <p:sp>
          <p:nvSpPr>
            <p:cNvPr id="592" name="모서리가 둥근 직사각형 5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93" name="직사각형 59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604" name="그룹 603"/>
          <p:cNvGrpSpPr/>
          <p:nvPr/>
        </p:nvGrpSpPr>
        <p:grpSpPr>
          <a:xfrm>
            <a:off x="3183828" y="17044303"/>
            <a:ext cx="234360" cy="200055"/>
            <a:chOff x="1152270" y="11706839"/>
            <a:chExt cx="234360" cy="200055"/>
          </a:xfrm>
        </p:grpSpPr>
        <p:sp>
          <p:nvSpPr>
            <p:cNvPr id="606" name="모서리가 둥근 직사각형 60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07" name="직사각형 60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608" name="그룹 607"/>
          <p:cNvGrpSpPr/>
          <p:nvPr/>
        </p:nvGrpSpPr>
        <p:grpSpPr>
          <a:xfrm>
            <a:off x="4996433" y="17038512"/>
            <a:ext cx="234360" cy="200055"/>
            <a:chOff x="1152270" y="11706839"/>
            <a:chExt cx="234360" cy="200055"/>
          </a:xfrm>
        </p:grpSpPr>
        <p:sp>
          <p:nvSpPr>
            <p:cNvPr id="609" name="모서리가 둥근 직사각형 6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10" name="직사각형 60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611" name="그룹 610"/>
          <p:cNvGrpSpPr/>
          <p:nvPr/>
        </p:nvGrpSpPr>
        <p:grpSpPr>
          <a:xfrm>
            <a:off x="1894756" y="1987218"/>
            <a:ext cx="2074980" cy="246221"/>
            <a:chOff x="4290070" y="1958643"/>
            <a:chExt cx="2074980" cy="246221"/>
          </a:xfrm>
        </p:grpSpPr>
        <p:sp>
          <p:nvSpPr>
            <p:cNvPr id="612" name="직사각형 611"/>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13" name="TextBox 612"/>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487" name="그룹 486"/>
          <p:cNvGrpSpPr/>
          <p:nvPr/>
        </p:nvGrpSpPr>
        <p:grpSpPr>
          <a:xfrm>
            <a:off x="5640844" y="2041798"/>
            <a:ext cx="2994089" cy="162517"/>
            <a:chOff x="6384100" y="2032273"/>
            <a:chExt cx="2994089" cy="162517"/>
          </a:xfrm>
        </p:grpSpPr>
        <p:sp>
          <p:nvSpPr>
            <p:cNvPr id="489" name="직사각형 488"/>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90" name="순서도: 대체 처리 489"/>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91" name="직사각형 490"/>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98" name="순서도: 대체 처리 497"/>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05" name="순서도: 대체 처리 504"/>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15" name="순서도: 대체 처리 514"/>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01" name="순서도: 대체 처리 500"/>
          <p:cNvSpPr/>
          <p:nvPr/>
        </p:nvSpPr>
        <p:spPr bwMode="auto">
          <a:xfrm>
            <a:off x="3016484" y="82566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03" name="순서도: 대체 처리 502"/>
          <p:cNvSpPr/>
          <p:nvPr/>
        </p:nvSpPr>
        <p:spPr bwMode="auto">
          <a:xfrm>
            <a:off x="4845024" y="8253536"/>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04" name="사각형 설명선 503"/>
          <p:cNvSpPr/>
          <p:nvPr/>
        </p:nvSpPr>
        <p:spPr>
          <a:xfrm>
            <a:off x="2487980" y="8901608"/>
            <a:ext cx="1312892" cy="180000"/>
          </a:xfrm>
          <a:prstGeom prst="wedgeRectCallout">
            <a:avLst>
              <a:gd name="adj1" fmla="val 11089"/>
              <a:gd name="adj2" fmla="val -344959"/>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16" name="사각형 설명선 515"/>
          <p:cNvSpPr/>
          <p:nvPr/>
        </p:nvSpPr>
        <p:spPr>
          <a:xfrm>
            <a:off x="4326030" y="8923865"/>
            <a:ext cx="1312892" cy="180000"/>
          </a:xfrm>
          <a:prstGeom prst="wedgeRectCallout">
            <a:avLst>
              <a:gd name="adj1" fmla="val 9638"/>
              <a:gd name="adj2" fmla="val -350251"/>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517" name="TextBox 516"/>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715" name="그룹 714"/>
          <p:cNvGrpSpPr/>
          <p:nvPr/>
        </p:nvGrpSpPr>
        <p:grpSpPr>
          <a:xfrm>
            <a:off x="507554" y="1602349"/>
            <a:ext cx="3075218" cy="252000"/>
            <a:chOff x="507554" y="1537742"/>
            <a:chExt cx="3075218" cy="252000"/>
          </a:xfrm>
        </p:grpSpPr>
        <p:pic>
          <p:nvPicPr>
            <p:cNvPr id="716" name="Picture 4"/>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17" name="그룹 716"/>
            <p:cNvGrpSpPr/>
            <p:nvPr/>
          </p:nvGrpSpPr>
          <p:grpSpPr>
            <a:xfrm>
              <a:off x="2288704" y="1581175"/>
              <a:ext cx="1294068" cy="166725"/>
              <a:chOff x="2288704" y="1581175"/>
              <a:chExt cx="1294068" cy="166725"/>
            </a:xfrm>
          </p:grpSpPr>
          <p:sp>
            <p:nvSpPr>
              <p:cNvPr id="718" name="직사각형 717"/>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719" name="직사각형 718"/>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415" name="자유형 41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409" name="그룹 408"/>
          <p:cNvGrpSpPr/>
          <p:nvPr/>
        </p:nvGrpSpPr>
        <p:grpSpPr>
          <a:xfrm>
            <a:off x="579562" y="2166658"/>
            <a:ext cx="1384958" cy="5317057"/>
            <a:chOff x="579562" y="2166658"/>
            <a:chExt cx="1384958" cy="5317057"/>
          </a:xfrm>
        </p:grpSpPr>
        <p:grpSp>
          <p:nvGrpSpPr>
            <p:cNvPr id="432" name="그룹 431"/>
            <p:cNvGrpSpPr/>
            <p:nvPr/>
          </p:nvGrpSpPr>
          <p:grpSpPr>
            <a:xfrm>
              <a:off x="629956" y="3318264"/>
              <a:ext cx="1188000" cy="180000"/>
              <a:chOff x="666428" y="3785432"/>
              <a:chExt cx="1188000" cy="180000"/>
            </a:xfrm>
          </p:grpSpPr>
          <p:sp>
            <p:nvSpPr>
              <p:cNvPr id="685" name="모서리가 둥근 직사각형 68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20"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3" name="그룹 432"/>
            <p:cNvGrpSpPr/>
            <p:nvPr/>
          </p:nvGrpSpPr>
          <p:grpSpPr>
            <a:xfrm>
              <a:off x="629956" y="3568824"/>
              <a:ext cx="1188000" cy="180000"/>
              <a:chOff x="666428" y="4310612"/>
              <a:chExt cx="1188000" cy="180000"/>
            </a:xfrm>
          </p:grpSpPr>
          <p:sp>
            <p:nvSpPr>
              <p:cNvPr id="629" name="모서리가 둥근 직사각형 62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30" name="Picture 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4" name="그룹 433"/>
            <p:cNvGrpSpPr/>
            <p:nvPr/>
          </p:nvGrpSpPr>
          <p:grpSpPr>
            <a:xfrm>
              <a:off x="629955" y="3042501"/>
              <a:ext cx="1188000" cy="180000"/>
              <a:chOff x="666427" y="3266516"/>
              <a:chExt cx="1188000" cy="180000"/>
            </a:xfrm>
          </p:grpSpPr>
          <p:sp>
            <p:nvSpPr>
              <p:cNvPr id="627" name="모서리가 둥근 직사각형 62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28" name="Picture 8"/>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6" name="그룹 435"/>
            <p:cNvGrpSpPr/>
            <p:nvPr/>
          </p:nvGrpSpPr>
          <p:grpSpPr>
            <a:xfrm>
              <a:off x="629956" y="3854780"/>
              <a:ext cx="1188000" cy="180000"/>
              <a:chOff x="666428" y="4570824"/>
              <a:chExt cx="1188000" cy="180000"/>
            </a:xfrm>
          </p:grpSpPr>
          <p:sp>
            <p:nvSpPr>
              <p:cNvPr id="486" name="모서리가 둥근 직사각형 48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26" name="Picture 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2" name="그룹 441"/>
            <p:cNvGrpSpPr/>
            <p:nvPr/>
          </p:nvGrpSpPr>
          <p:grpSpPr>
            <a:xfrm>
              <a:off x="629956" y="5316875"/>
              <a:ext cx="1188000" cy="180000"/>
              <a:chOff x="666428" y="5096004"/>
              <a:chExt cx="1188000" cy="180000"/>
            </a:xfrm>
          </p:grpSpPr>
          <p:sp>
            <p:nvSpPr>
              <p:cNvPr id="484" name="모서리가 둥근 직사각형 483"/>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85" name="Picture 1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3" name="그룹 442"/>
            <p:cNvGrpSpPr/>
            <p:nvPr/>
          </p:nvGrpSpPr>
          <p:grpSpPr>
            <a:xfrm>
              <a:off x="634148" y="5634789"/>
              <a:ext cx="1188000" cy="180000"/>
              <a:chOff x="666428" y="3785432"/>
              <a:chExt cx="1188000" cy="180000"/>
            </a:xfrm>
          </p:grpSpPr>
          <p:sp>
            <p:nvSpPr>
              <p:cNvPr id="482" name="모서리가 둥근 직사각형 48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83"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4" name="그룹 443"/>
            <p:cNvGrpSpPr/>
            <p:nvPr/>
          </p:nvGrpSpPr>
          <p:grpSpPr>
            <a:xfrm>
              <a:off x="631150" y="4135825"/>
              <a:ext cx="1188000" cy="180000"/>
              <a:chOff x="666428" y="4570824"/>
              <a:chExt cx="1188000" cy="180000"/>
            </a:xfrm>
          </p:grpSpPr>
          <p:sp>
            <p:nvSpPr>
              <p:cNvPr id="480" name="모서리가 둥근 직사각형 4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81" name="Picture 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5" name="그룹 444"/>
            <p:cNvGrpSpPr/>
            <p:nvPr/>
          </p:nvGrpSpPr>
          <p:grpSpPr>
            <a:xfrm>
              <a:off x="629956" y="4423395"/>
              <a:ext cx="1188000" cy="180000"/>
              <a:chOff x="666428" y="4310612"/>
              <a:chExt cx="1188000" cy="180000"/>
            </a:xfrm>
          </p:grpSpPr>
          <p:sp>
            <p:nvSpPr>
              <p:cNvPr id="478" name="모서리가 둥근 직사각형 47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79" name="Picture 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46" name="TextBox 44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47" name="그룹 446"/>
            <p:cNvGrpSpPr/>
            <p:nvPr/>
          </p:nvGrpSpPr>
          <p:grpSpPr>
            <a:xfrm>
              <a:off x="632520" y="4723068"/>
              <a:ext cx="1188000" cy="180000"/>
              <a:chOff x="666428" y="4310612"/>
              <a:chExt cx="1188000" cy="180000"/>
            </a:xfrm>
          </p:grpSpPr>
          <p:sp>
            <p:nvSpPr>
              <p:cNvPr id="476" name="모서리가 둥근 직사각형 47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77" name="Picture 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8" name="그룹 447"/>
            <p:cNvGrpSpPr/>
            <p:nvPr/>
          </p:nvGrpSpPr>
          <p:grpSpPr>
            <a:xfrm>
              <a:off x="632520" y="2752353"/>
              <a:ext cx="1332000" cy="180000"/>
              <a:chOff x="666427" y="3266516"/>
              <a:chExt cx="1332000" cy="180000"/>
            </a:xfrm>
          </p:grpSpPr>
          <p:sp>
            <p:nvSpPr>
              <p:cNvPr id="474" name="모서리가 둥근 직사각형 473"/>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475" name="Picture 8"/>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9" name="그룹 448"/>
            <p:cNvGrpSpPr/>
            <p:nvPr/>
          </p:nvGrpSpPr>
          <p:grpSpPr>
            <a:xfrm>
              <a:off x="632520" y="5005767"/>
              <a:ext cx="1188000" cy="180000"/>
              <a:chOff x="666428" y="4310612"/>
              <a:chExt cx="1188000" cy="180000"/>
            </a:xfrm>
          </p:grpSpPr>
          <p:sp>
            <p:nvSpPr>
              <p:cNvPr id="472" name="모서리가 둥근 직사각형 47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73" name="Picture 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0" name="그룹 449"/>
            <p:cNvGrpSpPr/>
            <p:nvPr/>
          </p:nvGrpSpPr>
          <p:grpSpPr>
            <a:xfrm>
              <a:off x="632520" y="6227787"/>
              <a:ext cx="1188000" cy="180000"/>
              <a:chOff x="666428" y="3785432"/>
              <a:chExt cx="1188000" cy="180000"/>
            </a:xfrm>
          </p:grpSpPr>
          <p:sp>
            <p:nvSpPr>
              <p:cNvPr id="470" name="모서리가 둥근 직사각형 46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71"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1" name="그룹 450"/>
            <p:cNvGrpSpPr/>
            <p:nvPr/>
          </p:nvGrpSpPr>
          <p:grpSpPr>
            <a:xfrm>
              <a:off x="632520" y="6487872"/>
              <a:ext cx="1188000" cy="180000"/>
              <a:chOff x="666428" y="4310612"/>
              <a:chExt cx="1188000" cy="180000"/>
            </a:xfrm>
          </p:grpSpPr>
          <p:sp>
            <p:nvSpPr>
              <p:cNvPr id="468" name="모서리가 둥근 직사각형 46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69" name="Picture 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2" name="그룹 451"/>
            <p:cNvGrpSpPr/>
            <p:nvPr/>
          </p:nvGrpSpPr>
          <p:grpSpPr>
            <a:xfrm>
              <a:off x="632520" y="6773828"/>
              <a:ext cx="1188000" cy="180000"/>
              <a:chOff x="666428" y="4570824"/>
              <a:chExt cx="1188000" cy="180000"/>
            </a:xfrm>
          </p:grpSpPr>
          <p:sp>
            <p:nvSpPr>
              <p:cNvPr id="466" name="모서리가 둥근 직사각형 46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67" name="Picture 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3" name="그룹 452"/>
            <p:cNvGrpSpPr/>
            <p:nvPr/>
          </p:nvGrpSpPr>
          <p:grpSpPr>
            <a:xfrm>
              <a:off x="632520" y="7053155"/>
              <a:ext cx="1188000" cy="180000"/>
              <a:chOff x="666428" y="3785432"/>
              <a:chExt cx="1188000" cy="180000"/>
            </a:xfrm>
          </p:grpSpPr>
          <p:sp>
            <p:nvSpPr>
              <p:cNvPr id="464" name="모서리가 둥근 직사각형 46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65"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4" name="그룹 453"/>
            <p:cNvGrpSpPr/>
            <p:nvPr/>
          </p:nvGrpSpPr>
          <p:grpSpPr>
            <a:xfrm>
              <a:off x="632520" y="7303715"/>
              <a:ext cx="1224000" cy="180000"/>
              <a:chOff x="666428" y="4310612"/>
              <a:chExt cx="1224000" cy="180000"/>
            </a:xfrm>
          </p:grpSpPr>
          <p:sp>
            <p:nvSpPr>
              <p:cNvPr id="462" name="모서리가 둥근 직사각형 461"/>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63" name="Picture 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6" name="그룹 455"/>
            <p:cNvGrpSpPr/>
            <p:nvPr/>
          </p:nvGrpSpPr>
          <p:grpSpPr>
            <a:xfrm>
              <a:off x="622995" y="5922821"/>
              <a:ext cx="1188000" cy="180000"/>
              <a:chOff x="666427" y="3266516"/>
              <a:chExt cx="1188000" cy="180000"/>
            </a:xfrm>
          </p:grpSpPr>
          <p:sp>
            <p:nvSpPr>
              <p:cNvPr id="458" name="모서리가 둥근 직사각형 45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459" name="Picture 8"/>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785449806"/>
      </p:ext>
    </p:extLst>
  </p:cSld>
  <p:clrMapOvr>
    <a:masterClrMapping/>
  </p:clrMapOvr>
  <p:transition>
    <p:wipe dir="r"/>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헤더 정보</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80</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894756"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360195600"/>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7" name="모서리가 둥근 직사각형 866"/>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251386"/>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712400" y="6286572"/>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2351507" y="10252858"/>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80824" y="1008774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5" name="TextBox 874"/>
          <p:cNvSpPr txBox="1"/>
          <p:nvPr/>
        </p:nvSpPr>
        <p:spPr>
          <a:xfrm>
            <a:off x="2332137" y="9309853"/>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17" name="그룹 16"/>
          <p:cNvGrpSpPr/>
          <p:nvPr/>
        </p:nvGrpSpPr>
        <p:grpSpPr>
          <a:xfrm>
            <a:off x="2243524" y="9108107"/>
            <a:ext cx="1125300" cy="215444"/>
            <a:chOff x="2243524" y="9217908"/>
            <a:chExt cx="1125300" cy="215444"/>
          </a:xfrm>
        </p:grpSpPr>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80824"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717562"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8" name="모서리가 둥근 직사각형 857"/>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48749" y="1343811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2341982" y="1363566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730325" y="13473298"/>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47716" y="14023701"/>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2317279" y="142212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756792" y="14058887"/>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42967" y="15761418"/>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2360712" y="1595897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31432" y="1579660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7041232" y="6318845"/>
            <a:ext cx="2235558" cy="237902"/>
            <a:chOff x="7041232" y="6318845"/>
            <a:chExt cx="2235558" cy="237902"/>
          </a:xfrm>
        </p:grpSpPr>
        <p:grpSp>
          <p:nvGrpSpPr>
            <p:cNvPr id="840" name="그룹 839"/>
            <p:cNvGrpSpPr/>
            <p:nvPr/>
          </p:nvGrpSpPr>
          <p:grpSpPr>
            <a:xfrm>
              <a:off x="7941384" y="6341303"/>
              <a:ext cx="587633" cy="215444"/>
              <a:chOff x="6245008" y="5123284"/>
              <a:chExt cx="587633" cy="215444"/>
            </a:xfrm>
          </p:grpSpPr>
          <p:sp>
            <p:nvSpPr>
              <p:cNvPr id="850" name="TextBox 849"/>
              <p:cNvSpPr txBox="1"/>
              <p:nvPr/>
            </p:nvSpPr>
            <p:spPr>
              <a:xfrm>
                <a:off x="624500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704123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7041232" y="9177287"/>
            <a:ext cx="2235438" cy="237902"/>
            <a:chOff x="7041352" y="6318845"/>
            <a:chExt cx="2235438" cy="237902"/>
          </a:xfrm>
        </p:grpSpPr>
        <p:grpSp>
          <p:nvGrpSpPr>
            <p:cNvPr id="480" name="그룹 479"/>
            <p:cNvGrpSpPr/>
            <p:nvPr/>
          </p:nvGrpSpPr>
          <p:grpSpPr>
            <a:xfrm>
              <a:off x="7941504" y="6341303"/>
              <a:ext cx="587513" cy="215444"/>
              <a:chOff x="6245128" y="5123284"/>
              <a:chExt cx="587513" cy="215444"/>
            </a:xfrm>
          </p:grpSpPr>
          <p:sp>
            <p:nvSpPr>
              <p:cNvPr id="488" name="TextBox 487"/>
              <p:cNvSpPr txBox="1"/>
              <p:nvPr/>
            </p:nvSpPr>
            <p:spPr>
              <a:xfrm>
                <a:off x="624512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704135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7041232" y="13543467"/>
            <a:ext cx="1487785" cy="215444"/>
            <a:chOff x="7041232" y="6341303"/>
            <a:chExt cx="1487785" cy="215444"/>
          </a:xfrm>
        </p:grpSpPr>
        <p:grpSp>
          <p:nvGrpSpPr>
            <p:cNvPr id="491" name="그룹 490"/>
            <p:cNvGrpSpPr/>
            <p:nvPr/>
          </p:nvGrpSpPr>
          <p:grpSpPr>
            <a:xfrm>
              <a:off x="7941384" y="6341303"/>
              <a:ext cx="587633" cy="215444"/>
              <a:chOff x="6245008" y="5123284"/>
              <a:chExt cx="587633" cy="215444"/>
            </a:xfrm>
          </p:grpSpPr>
          <p:sp>
            <p:nvSpPr>
              <p:cNvPr id="499" name="TextBox 498"/>
              <p:cNvSpPr txBox="1"/>
              <p:nvPr/>
            </p:nvSpPr>
            <p:spPr>
              <a:xfrm>
                <a:off x="624500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704123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7041232" y="14106598"/>
            <a:ext cx="2235438" cy="237902"/>
            <a:chOff x="7041352" y="6318845"/>
            <a:chExt cx="2235438" cy="237902"/>
          </a:xfrm>
        </p:grpSpPr>
        <p:grpSp>
          <p:nvGrpSpPr>
            <p:cNvPr id="503" name="그룹 502"/>
            <p:cNvGrpSpPr/>
            <p:nvPr/>
          </p:nvGrpSpPr>
          <p:grpSpPr>
            <a:xfrm>
              <a:off x="7941504" y="6341303"/>
              <a:ext cx="587513" cy="215444"/>
              <a:chOff x="6245128" y="5123284"/>
              <a:chExt cx="587513" cy="215444"/>
            </a:xfrm>
          </p:grpSpPr>
          <p:sp>
            <p:nvSpPr>
              <p:cNvPr id="511" name="TextBox 510"/>
              <p:cNvSpPr txBox="1"/>
              <p:nvPr/>
            </p:nvSpPr>
            <p:spPr>
              <a:xfrm>
                <a:off x="624512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704135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494" name="직사각형 493"/>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495" name="순서도: 대체 처리 494"/>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96" name="직사각형 495"/>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497" name="순서도: 대체 처리 496"/>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98" name="TextBox 497"/>
          <p:cNvSpPr txBox="1"/>
          <p:nvPr/>
        </p:nvSpPr>
        <p:spPr>
          <a:xfrm>
            <a:off x="2357281" y="6237312"/>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번역입문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01" name="그룹 500"/>
          <p:cNvGrpSpPr/>
          <p:nvPr/>
        </p:nvGrpSpPr>
        <p:grpSpPr>
          <a:xfrm>
            <a:off x="3512840" y="6266381"/>
            <a:ext cx="974375" cy="133200"/>
            <a:chOff x="3690593" y="6266381"/>
            <a:chExt cx="974375" cy="133200"/>
          </a:xfrm>
        </p:grpSpPr>
        <p:grpSp>
          <p:nvGrpSpPr>
            <p:cNvPr id="504" name="그룹 503"/>
            <p:cNvGrpSpPr/>
            <p:nvPr/>
          </p:nvGrpSpPr>
          <p:grpSpPr>
            <a:xfrm>
              <a:off x="4052812" y="6266381"/>
              <a:ext cx="612156" cy="133200"/>
              <a:chOff x="2214512" y="5085184"/>
              <a:chExt cx="612156" cy="133200"/>
            </a:xfrm>
          </p:grpSpPr>
          <p:sp>
            <p:nvSpPr>
              <p:cNvPr id="510" name="순서도: 대체 처리 509"/>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513" name="순서도: 대체 처리 512"/>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509" name="순서도: 대체 처리 508"/>
            <p:cNvSpPr/>
            <p:nvPr/>
          </p:nvSpPr>
          <p:spPr bwMode="auto">
            <a:xfrm>
              <a:off x="3690593" y="627249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sp>
        <p:nvSpPr>
          <p:cNvPr id="514" name="TextBox 513"/>
          <p:cNvSpPr txBox="1"/>
          <p:nvPr/>
        </p:nvSpPr>
        <p:spPr>
          <a:xfrm>
            <a:off x="2360712" y="645391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63" name="그룹 562"/>
          <p:cNvGrpSpPr/>
          <p:nvPr/>
        </p:nvGrpSpPr>
        <p:grpSpPr>
          <a:xfrm>
            <a:off x="1928069" y="1869761"/>
            <a:ext cx="234360" cy="200055"/>
            <a:chOff x="1152270" y="11706839"/>
            <a:chExt cx="234360" cy="200055"/>
          </a:xfrm>
        </p:grpSpPr>
        <p:sp>
          <p:nvSpPr>
            <p:cNvPr id="564" name="모서리가 둥근 직사각형 56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5" name="직사각형 56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566" name="Group 175"/>
          <p:cNvGraphicFramePr>
            <a:graphicFrameLocks noGrp="1"/>
          </p:cNvGraphicFramePr>
          <p:nvPr>
            <p:extLst>
              <p:ext uri="{D42A27DB-BD31-4B8C-83A1-F6EECF244321}">
                <p14:modId xmlns:p14="http://schemas.microsoft.com/office/powerpoint/2010/main" val="2224473330"/>
              </p:ext>
            </p:extLst>
          </p:nvPr>
        </p:nvGraphicFramePr>
        <p:xfrm>
          <a:off x="9499029" y="1494927"/>
          <a:ext cx="1404156" cy="69349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네비게이션 </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바로가기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이전학기 강의실 바로가기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학습자매뉴얼 </a:t>
                      </a:r>
                      <a:r>
                        <a:rPr lang="en-US" altLang="ko-KR" sz="800" kern="1200" dirty="0" smtClean="0">
                          <a:solidFill>
                            <a:schemeClr val="tx1">
                              <a:lumMod val="75000"/>
                              <a:lumOff val="25000"/>
                            </a:schemeClr>
                          </a:solidFill>
                          <a:latin typeface="+mn-ea"/>
                          <a:ea typeface="+mn-ea"/>
                          <a:cs typeface="+mn-cs"/>
                        </a:rPr>
                        <a:t>PDF</a:t>
                      </a:r>
                      <a:r>
                        <a:rPr lang="ko-KR" altLang="en-US" sz="800" kern="1200" dirty="0" smtClean="0">
                          <a:solidFill>
                            <a:schemeClr val="tx1">
                              <a:lumMod val="75000"/>
                              <a:lumOff val="25000"/>
                            </a:schemeClr>
                          </a:solidFill>
                          <a:latin typeface="+mn-ea"/>
                          <a:ea typeface="+mn-ea"/>
                          <a:cs typeface="+mn-cs"/>
                        </a:rPr>
                        <a:t>뷰어</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b="1" kern="1200" dirty="0" smtClean="0">
                          <a:solidFill>
                            <a:srgbClr val="0070C0"/>
                          </a:solidFill>
                          <a:latin typeface="+mn-ea"/>
                          <a:ea typeface="+mn-ea"/>
                          <a:cs typeface="+mn-cs"/>
                        </a:rPr>
                        <a:t>통합관리자 </a:t>
                      </a:r>
                      <a:r>
                        <a:rPr lang="en-US" altLang="ko-KR" sz="800" b="1" kern="1200" dirty="0" smtClean="0">
                          <a:solidFill>
                            <a:srgbClr val="0070C0"/>
                          </a:solidFill>
                          <a:latin typeface="+mn-ea"/>
                          <a:ea typeface="+mn-ea"/>
                          <a:cs typeface="+mn-cs"/>
                        </a:rPr>
                        <a:t>&gt; LMS</a:t>
                      </a:r>
                      <a:r>
                        <a:rPr lang="ko-KR" altLang="en-US" sz="800" b="1" kern="1200" dirty="0" smtClean="0">
                          <a:solidFill>
                            <a:srgbClr val="0070C0"/>
                          </a:solidFill>
                          <a:latin typeface="+mn-ea"/>
                          <a:ea typeface="+mn-ea"/>
                          <a:cs typeface="+mn-cs"/>
                        </a:rPr>
                        <a:t>공통관리 </a:t>
                      </a:r>
                      <a:r>
                        <a:rPr lang="en-US" altLang="ko-KR" sz="800" b="1" kern="1200" dirty="0" smtClean="0">
                          <a:solidFill>
                            <a:srgbClr val="0070C0"/>
                          </a:solidFill>
                          <a:latin typeface="+mn-ea"/>
                          <a:ea typeface="+mn-ea"/>
                          <a:cs typeface="+mn-cs"/>
                        </a:rPr>
                        <a:t>&gt; </a:t>
                      </a:r>
                      <a:r>
                        <a:rPr lang="ko-KR" altLang="en-US" sz="800" b="1" kern="1200" dirty="0" smtClean="0">
                          <a:solidFill>
                            <a:srgbClr val="0070C0"/>
                          </a:solidFill>
                          <a:latin typeface="+mn-ea"/>
                          <a:ea typeface="+mn-ea"/>
                          <a:cs typeface="+mn-cs"/>
                        </a:rPr>
                        <a:t>온라인매뉴얼 관리 연계</a:t>
                      </a: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FF0000"/>
                          </a:solidFill>
                          <a:latin typeface="+mn-ea"/>
                          <a:ea typeface="+mn-ea"/>
                          <a:cs typeface="+mn-cs"/>
                        </a:rPr>
                        <a:t>음성 다운로드</a:t>
                      </a: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강의노트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567" name="그룹 566"/>
          <p:cNvGrpSpPr/>
          <p:nvPr/>
        </p:nvGrpSpPr>
        <p:grpSpPr>
          <a:xfrm>
            <a:off x="6314711" y="1860236"/>
            <a:ext cx="234360" cy="200055"/>
            <a:chOff x="1152270" y="11706839"/>
            <a:chExt cx="234360" cy="200055"/>
          </a:xfrm>
        </p:grpSpPr>
        <p:sp>
          <p:nvSpPr>
            <p:cNvPr id="583" name="모서리가 둥근 직사각형 58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84" name="직사각형 58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585" name="그룹 584"/>
          <p:cNvGrpSpPr/>
          <p:nvPr/>
        </p:nvGrpSpPr>
        <p:grpSpPr>
          <a:xfrm>
            <a:off x="7876753" y="1855047"/>
            <a:ext cx="234360" cy="200055"/>
            <a:chOff x="1152270" y="11706839"/>
            <a:chExt cx="234360" cy="200055"/>
          </a:xfrm>
        </p:grpSpPr>
        <p:sp>
          <p:nvSpPr>
            <p:cNvPr id="586" name="모서리가 둥근 직사각형 5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87" name="직사각형 58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588" name="그룹 587"/>
          <p:cNvGrpSpPr/>
          <p:nvPr/>
        </p:nvGrpSpPr>
        <p:grpSpPr>
          <a:xfrm>
            <a:off x="8155974" y="6189687"/>
            <a:ext cx="234360" cy="200055"/>
            <a:chOff x="1152270" y="11706839"/>
            <a:chExt cx="234360" cy="200055"/>
          </a:xfrm>
        </p:grpSpPr>
        <p:sp>
          <p:nvSpPr>
            <p:cNvPr id="589" name="모서리가 둥근 직사각형 5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90" name="직사각형 58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04" name="그룹 403"/>
          <p:cNvGrpSpPr/>
          <p:nvPr/>
        </p:nvGrpSpPr>
        <p:grpSpPr>
          <a:xfrm>
            <a:off x="5640844" y="2041798"/>
            <a:ext cx="2994089" cy="162517"/>
            <a:chOff x="6384100" y="2032273"/>
            <a:chExt cx="2994089" cy="162517"/>
          </a:xfrm>
        </p:grpSpPr>
        <p:sp>
          <p:nvSpPr>
            <p:cNvPr id="409" name="직사각형 408"/>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15" name="순서도: 대체 처리 414"/>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32" name="직사각형 431"/>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33" name="순서도: 대체 처리 432"/>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34" name="순서도: 대체 처리 433"/>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36" name="순서도: 대체 처리 435"/>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442" name="순서도: 대체 처리 441"/>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43" name="순서도: 대체 처리 442"/>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44" name="사각형 설명선 443"/>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445" name="사각형 설명선 444"/>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446" name="TextBox 445"/>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47" name="그룹 546"/>
          <p:cNvGrpSpPr/>
          <p:nvPr/>
        </p:nvGrpSpPr>
        <p:grpSpPr>
          <a:xfrm>
            <a:off x="507554" y="1602349"/>
            <a:ext cx="3075218" cy="252000"/>
            <a:chOff x="507554" y="1537742"/>
            <a:chExt cx="3075218" cy="252000"/>
          </a:xfrm>
        </p:grpSpPr>
        <p:pic>
          <p:nvPicPr>
            <p:cNvPr id="548" name="Picture 4"/>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49" name="그룹 548"/>
            <p:cNvGrpSpPr/>
            <p:nvPr/>
          </p:nvGrpSpPr>
          <p:grpSpPr>
            <a:xfrm>
              <a:off x="2288704" y="1581175"/>
              <a:ext cx="1294068" cy="166725"/>
              <a:chOff x="2288704" y="1581175"/>
              <a:chExt cx="1294068" cy="166725"/>
            </a:xfrm>
          </p:grpSpPr>
          <p:sp>
            <p:nvSpPr>
              <p:cNvPr id="550" name="직사각형 549"/>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51" name="직사각형 550"/>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52" name="자유형 551"/>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53" name="그룹 552"/>
          <p:cNvGrpSpPr/>
          <p:nvPr/>
        </p:nvGrpSpPr>
        <p:grpSpPr>
          <a:xfrm>
            <a:off x="579562" y="2166658"/>
            <a:ext cx="1384958" cy="5317057"/>
            <a:chOff x="579562" y="2166658"/>
            <a:chExt cx="1384958" cy="5317057"/>
          </a:xfrm>
        </p:grpSpPr>
        <p:grpSp>
          <p:nvGrpSpPr>
            <p:cNvPr id="554" name="그룹 553"/>
            <p:cNvGrpSpPr/>
            <p:nvPr/>
          </p:nvGrpSpPr>
          <p:grpSpPr>
            <a:xfrm>
              <a:off x="629956" y="3318264"/>
              <a:ext cx="1188000" cy="180000"/>
              <a:chOff x="666428" y="3785432"/>
              <a:chExt cx="1188000" cy="180000"/>
            </a:xfrm>
          </p:grpSpPr>
          <p:sp>
            <p:nvSpPr>
              <p:cNvPr id="641" name="모서리가 둥근 직사각형 64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42"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5" name="그룹 554"/>
            <p:cNvGrpSpPr/>
            <p:nvPr/>
          </p:nvGrpSpPr>
          <p:grpSpPr>
            <a:xfrm>
              <a:off x="629956" y="3568824"/>
              <a:ext cx="1188000" cy="180000"/>
              <a:chOff x="666428" y="4310612"/>
              <a:chExt cx="1188000" cy="180000"/>
            </a:xfrm>
          </p:grpSpPr>
          <p:sp>
            <p:nvSpPr>
              <p:cNvPr id="639" name="모서리가 둥근 직사각형 63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40"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6" name="그룹 555"/>
            <p:cNvGrpSpPr/>
            <p:nvPr/>
          </p:nvGrpSpPr>
          <p:grpSpPr>
            <a:xfrm>
              <a:off x="629955" y="3042501"/>
              <a:ext cx="1188000" cy="180000"/>
              <a:chOff x="666427" y="3266516"/>
              <a:chExt cx="1188000" cy="180000"/>
            </a:xfrm>
          </p:grpSpPr>
          <p:sp>
            <p:nvSpPr>
              <p:cNvPr id="637" name="모서리가 둥근 직사각형 63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38"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7" name="그룹 556"/>
            <p:cNvGrpSpPr/>
            <p:nvPr/>
          </p:nvGrpSpPr>
          <p:grpSpPr>
            <a:xfrm>
              <a:off x="629956" y="3854780"/>
              <a:ext cx="1188000" cy="180000"/>
              <a:chOff x="666428" y="4570824"/>
              <a:chExt cx="1188000" cy="180000"/>
            </a:xfrm>
          </p:grpSpPr>
          <p:sp>
            <p:nvSpPr>
              <p:cNvPr id="635" name="모서리가 둥근 직사각형 63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36"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8" name="그룹 557"/>
            <p:cNvGrpSpPr/>
            <p:nvPr/>
          </p:nvGrpSpPr>
          <p:grpSpPr>
            <a:xfrm>
              <a:off x="629956" y="5316875"/>
              <a:ext cx="1188000" cy="180000"/>
              <a:chOff x="666428" y="5096004"/>
              <a:chExt cx="1188000" cy="180000"/>
            </a:xfrm>
          </p:grpSpPr>
          <p:sp>
            <p:nvSpPr>
              <p:cNvPr id="633" name="모서리가 둥근 직사각형 632"/>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634" name="Picture 11"/>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9" name="그룹 558"/>
            <p:cNvGrpSpPr/>
            <p:nvPr/>
          </p:nvGrpSpPr>
          <p:grpSpPr>
            <a:xfrm>
              <a:off x="634148" y="5634789"/>
              <a:ext cx="1188000" cy="180000"/>
              <a:chOff x="666428" y="3785432"/>
              <a:chExt cx="1188000" cy="180000"/>
            </a:xfrm>
          </p:grpSpPr>
          <p:sp>
            <p:nvSpPr>
              <p:cNvPr id="619" name="모서리가 둥근 직사각형 61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620"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0" name="그룹 559"/>
            <p:cNvGrpSpPr/>
            <p:nvPr/>
          </p:nvGrpSpPr>
          <p:grpSpPr>
            <a:xfrm>
              <a:off x="631150" y="4135825"/>
              <a:ext cx="1188000" cy="180000"/>
              <a:chOff x="666428" y="4570824"/>
              <a:chExt cx="1188000" cy="180000"/>
            </a:xfrm>
          </p:grpSpPr>
          <p:sp>
            <p:nvSpPr>
              <p:cNvPr id="617" name="모서리가 둥근 직사각형 61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618"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1" name="그룹 560"/>
            <p:cNvGrpSpPr/>
            <p:nvPr/>
          </p:nvGrpSpPr>
          <p:grpSpPr>
            <a:xfrm>
              <a:off x="629956" y="4423395"/>
              <a:ext cx="1188000" cy="180000"/>
              <a:chOff x="666428" y="4310612"/>
              <a:chExt cx="1188000" cy="180000"/>
            </a:xfrm>
          </p:grpSpPr>
          <p:sp>
            <p:nvSpPr>
              <p:cNvPr id="608" name="모서리가 둥근 직사각형 60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609"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62" name="TextBox 561"/>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68" name="그룹 567"/>
            <p:cNvGrpSpPr/>
            <p:nvPr/>
          </p:nvGrpSpPr>
          <p:grpSpPr>
            <a:xfrm>
              <a:off x="632520" y="4723068"/>
              <a:ext cx="1188000" cy="180000"/>
              <a:chOff x="666428" y="4310612"/>
              <a:chExt cx="1188000" cy="180000"/>
            </a:xfrm>
          </p:grpSpPr>
          <p:sp>
            <p:nvSpPr>
              <p:cNvPr id="605" name="모서리가 둥근 직사각형 60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07"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9" name="그룹 568"/>
            <p:cNvGrpSpPr/>
            <p:nvPr/>
          </p:nvGrpSpPr>
          <p:grpSpPr>
            <a:xfrm>
              <a:off x="632520" y="2752353"/>
              <a:ext cx="1332000" cy="180000"/>
              <a:chOff x="666427" y="3266516"/>
              <a:chExt cx="1332000" cy="180000"/>
            </a:xfrm>
          </p:grpSpPr>
          <p:sp>
            <p:nvSpPr>
              <p:cNvPr id="603" name="모서리가 둥근 직사각형 602"/>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604"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32520" y="5005767"/>
              <a:ext cx="1188000" cy="180000"/>
              <a:chOff x="666428" y="4310612"/>
              <a:chExt cx="1188000" cy="180000"/>
            </a:xfrm>
          </p:grpSpPr>
          <p:sp>
            <p:nvSpPr>
              <p:cNvPr id="601" name="모서리가 둥근 직사각형 60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602"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2" name="그룹 571"/>
            <p:cNvGrpSpPr/>
            <p:nvPr/>
          </p:nvGrpSpPr>
          <p:grpSpPr>
            <a:xfrm>
              <a:off x="632520" y="6227787"/>
              <a:ext cx="1188000" cy="180000"/>
              <a:chOff x="666428" y="3785432"/>
              <a:chExt cx="1188000" cy="180000"/>
            </a:xfrm>
          </p:grpSpPr>
          <p:sp>
            <p:nvSpPr>
              <p:cNvPr id="599" name="모서리가 둥근 직사각형 59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600"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3" name="그룹 572"/>
            <p:cNvGrpSpPr/>
            <p:nvPr/>
          </p:nvGrpSpPr>
          <p:grpSpPr>
            <a:xfrm>
              <a:off x="632520" y="6487872"/>
              <a:ext cx="1188000" cy="180000"/>
              <a:chOff x="666428" y="4310612"/>
              <a:chExt cx="1188000" cy="180000"/>
            </a:xfrm>
          </p:grpSpPr>
          <p:sp>
            <p:nvSpPr>
              <p:cNvPr id="597" name="모서리가 둥근 직사각형 59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98"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32520" y="6773828"/>
              <a:ext cx="1188000" cy="180000"/>
              <a:chOff x="666428" y="4570824"/>
              <a:chExt cx="1188000" cy="180000"/>
            </a:xfrm>
          </p:grpSpPr>
          <p:sp>
            <p:nvSpPr>
              <p:cNvPr id="595" name="모서리가 둥근 직사각형 59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96"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32520" y="7053155"/>
              <a:ext cx="1188000" cy="180000"/>
              <a:chOff x="666428" y="3785432"/>
              <a:chExt cx="1188000" cy="180000"/>
            </a:xfrm>
          </p:grpSpPr>
          <p:sp>
            <p:nvSpPr>
              <p:cNvPr id="593" name="모서리가 둥근 직사각형 59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94"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32520" y="7303715"/>
              <a:ext cx="1224000" cy="180000"/>
              <a:chOff x="666428" y="4310612"/>
              <a:chExt cx="1224000" cy="180000"/>
            </a:xfrm>
          </p:grpSpPr>
          <p:sp>
            <p:nvSpPr>
              <p:cNvPr id="591" name="모서리가 둥근 직사각형 590"/>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92"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8" name="그룹 577"/>
            <p:cNvGrpSpPr/>
            <p:nvPr/>
          </p:nvGrpSpPr>
          <p:grpSpPr>
            <a:xfrm>
              <a:off x="622995" y="5922821"/>
              <a:ext cx="1188000" cy="180000"/>
              <a:chOff x="666427" y="3266516"/>
              <a:chExt cx="1188000" cy="180000"/>
            </a:xfrm>
          </p:grpSpPr>
          <p:sp>
            <p:nvSpPr>
              <p:cNvPr id="579" name="모서리가 둥근 직사각형 57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580"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035208067"/>
      </p:ext>
    </p:extLst>
  </p:cSld>
  <p:clrMapOvr>
    <a:masterClrMapping/>
  </p:clrMapOvr>
  <p:transition>
    <p:wipe dir="r"/>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KNOU_UI_C02010700_01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학습자 매뉴얼</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3050398363"/>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53" name="순서도: 대체 처리 652"/>
            <p:cNvSpPr/>
            <p:nvPr/>
          </p:nvSpPr>
          <p:spPr bwMode="auto">
            <a:xfrm>
              <a:off x="4242589"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강의계획서</a:t>
              </a:r>
              <a:endParaRPr kumimoji="1" lang="ko-KR" altLang="en-US" sz="750" dirty="0">
                <a:solidFill>
                  <a:schemeClr val="tx1">
                    <a:lumMod val="75000"/>
                    <a:lumOff val="25000"/>
                  </a:schemeClr>
                </a:solidFill>
                <a:latin typeface="+mn-ea"/>
                <a:ea typeface="+mn-ea"/>
                <a:cs typeface="Calibri" pitchFamily="34" charset="0"/>
              </a:endParaRPr>
            </a:p>
          </p:txBody>
        </p:sp>
        <p:sp>
          <p:nvSpPr>
            <p:cNvPr id="654" name="순서도: 대체 처리 653"/>
            <p:cNvSpPr/>
            <p:nvPr/>
          </p:nvSpPr>
          <p:spPr bwMode="auto">
            <a:xfrm>
              <a:off x="4918202"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평가비중</a:t>
              </a:r>
              <a:endParaRPr kumimoji="1" lang="ko-KR" altLang="en-US" sz="750" dirty="0">
                <a:solidFill>
                  <a:schemeClr val="tx1">
                    <a:lumMod val="75000"/>
                    <a:lumOff val="25000"/>
                  </a:schemeClr>
                </a:solidFill>
                <a:latin typeface="+mn-ea"/>
                <a:ea typeface="+mn-ea"/>
                <a:cs typeface="Calibri" pitchFamily="34" charset="0"/>
              </a:endParaRPr>
            </a:p>
          </p:txBody>
        </p:sp>
        <p:sp>
          <p:nvSpPr>
            <p:cNvPr id="655" name="순서도: 대체 처리 654"/>
            <p:cNvSpPr/>
            <p:nvPr/>
          </p:nvSpPr>
          <p:spPr bwMode="auto">
            <a:xfrm>
              <a:off x="5591619"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강의실나가기</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55" name="그룹 54"/>
            <p:cNvGrpSpPr/>
            <p:nvPr/>
          </p:nvGrpSpPr>
          <p:grpSpPr>
            <a:xfrm>
              <a:off x="6283052" y="2423180"/>
              <a:ext cx="903355" cy="636637"/>
              <a:chOff x="6824083" y="2423180"/>
              <a:chExt cx="903355"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4" name="그룹 53"/>
              <p:cNvGrpSpPr/>
              <p:nvPr/>
            </p:nvGrpSpPr>
            <p:grpSpPr>
              <a:xfrm>
                <a:off x="6851667" y="2636017"/>
                <a:ext cx="875771" cy="402461"/>
                <a:chOff x="6880242" y="2645542"/>
                <a:chExt cx="875771" cy="402461"/>
              </a:xfrm>
            </p:grpSpPr>
            <p:sp>
              <p:nvSpPr>
                <p:cNvPr id="681" name="직사각형 680"/>
                <p:cNvSpPr/>
                <p:nvPr/>
              </p:nvSpPr>
              <p:spPr>
                <a:xfrm>
                  <a:off x="6880242" y="2695203"/>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85" name="직사각형 684"/>
                <p:cNvSpPr/>
                <p:nvPr/>
              </p:nvSpPr>
              <p:spPr>
                <a:xfrm>
                  <a:off x="7274441" y="2645542"/>
                  <a:ext cx="481572" cy="246221"/>
                </a:xfrm>
                <a:prstGeom prst="rect">
                  <a:avLst/>
                </a:prstGeom>
              </p:spPr>
              <p:txBody>
                <a:bodyPr wrap="square">
                  <a:spAutoFit/>
                </a:bodyPr>
                <a:lstStyle/>
                <a:p>
                  <a:r>
                    <a:rPr lang="ko-KR" altLang="en-US" sz="1000" b="1" dirty="0" smtClean="0">
                      <a:solidFill>
                        <a:schemeClr val="tx1">
                          <a:lumMod val="50000"/>
                          <a:lumOff val="50000"/>
                        </a:schemeClr>
                      </a:solidFill>
                      <a:latin typeface="+mn-ea"/>
                      <a:ea typeface="+mn-ea"/>
                    </a:rPr>
                    <a:t>  ⌵</a:t>
                  </a:r>
                  <a:endParaRPr lang="ko-KR" altLang="en-US" sz="1000" b="1" dirty="0">
                    <a:solidFill>
                      <a:schemeClr val="tx1">
                        <a:lumMod val="50000"/>
                        <a:lumOff val="50000"/>
                      </a:schemeClr>
                    </a:solidFill>
                    <a:latin typeface="+mn-ea"/>
                    <a:ea typeface="+mn-ea"/>
                  </a:endParaRPr>
                </a:p>
              </p:txBody>
            </p:sp>
          </p:gr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1" name="모서리가 둥근 직사각형 860"/>
          <p:cNvSpPr/>
          <p:nvPr/>
        </p:nvSpPr>
        <p:spPr>
          <a:xfrm>
            <a:off x="2274987" y="6777120"/>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62" name="직사각형 861"/>
          <p:cNvSpPr/>
          <p:nvPr/>
        </p:nvSpPr>
        <p:spPr>
          <a:xfrm>
            <a:off x="309984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863" name="순서도: 대체 처리 862"/>
          <p:cNvSpPr/>
          <p:nvPr/>
        </p:nvSpPr>
        <p:spPr bwMode="auto">
          <a:xfrm>
            <a:off x="276837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67" name="모서리가 둥근 직사각형 866"/>
          <p:cNvSpPr/>
          <p:nvPr/>
        </p:nvSpPr>
        <p:spPr>
          <a:xfrm>
            <a:off x="7132410"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8" name="그룹 607"/>
          <p:cNvGrpSpPr/>
          <p:nvPr/>
        </p:nvGrpSpPr>
        <p:grpSpPr>
          <a:xfrm>
            <a:off x="2269654" y="7140804"/>
            <a:ext cx="6890992" cy="295477"/>
            <a:chOff x="2269654" y="7140804"/>
            <a:chExt cx="6890992" cy="295477"/>
          </a:xfrm>
        </p:grpSpPr>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3" name="모서리가 둥근 직사각형 852"/>
            <p:cNvSpPr/>
            <p:nvPr/>
          </p:nvSpPr>
          <p:spPr>
            <a:xfrm>
              <a:off x="2269654" y="7140804"/>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54" name="직사각형 853"/>
            <p:cNvSpPr/>
            <p:nvPr/>
          </p:nvSpPr>
          <p:spPr>
            <a:xfrm>
              <a:off x="3094509"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855" name="순서도: 대체 처리 854"/>
            <p:cNvSpPr/>
            <p:nvPr/>
          </p:nvSpPr>
          <p:spPr bwMode="auto">
            <a:xfrm>
              <a:off x="2763044"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58" name="모서리가 둥근 직사각형 857"/>
            <p:cNvSpPr/>
            <p:nvPr/>
          </p:nvSpPr>
          <p:spPr>
            <a:xfrm>
              <a:off x="7132410"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2836037050"/>
              </p:ext>
            </p:extLst>
          </p:nvPr>
        </p:nvGraphicFramePr>
        <p:xfrm>
          <a:off x="9499029" y="1494927"/>
          <a:ext cx="1404156" cy="69349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도입 솔루션 </a:t>
                      </a:r>
                      <a:r>
                        <a:rPr lang="en-US" altLang="ko-KR" sz="800" kern="1200" dirty="0" smtClean="0">
                          <a:solidFill>
                            <a:schemeClr val="tx1">
                              <a:lumMod val="75000"/>
                              <a:lumOff val="25000"/>
                            </a:schemeClr>
                          </a:solidFill>
                          <a:latin typeface="+mn-ea"/>
                          <a:ea typeface="+mn-ea"/>
                          <a:cs typeface="+mn-cs"/>
                        </a:rPr>
                        <a:t>PDF</a:t>
                      </a:r>
                      <a:r>
                        <a:rPr lang="ko-KR" altLang="en-US" sz="800" kern="1200" dirty="0" smtClean="0">
                          <a:solidFill>
                            <a:schemeClr val="tx1">
                              <a:lumMod val="75000"/>
                              <a:lumOff val="25000"/>
                            </a:schemeClr>
                          </a:solidFill>
                          <a:latin typeface="+mn-ea"/>
                          <a:ea typeface="+mn-ea"/>
                          <a:cs typeface="+mn-cs"/>
                        </a:rPr>
                        <a:t>뷰어 적용</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통합관리자 </a:t>
                      </a:r>
                      <a:r>
                        <a:rPr lang="en-US" altLang="ko-KR" sz="800" kern="1200" dirty="0" smtClean="0">
                          <a:solidFill>
                            <a:srgbClr val="0070C0"/>
                          </a:solidFill>
                          <a:latin typeface="+mn-ea"/>
                          <a:ea typeface="+mn-ea"/>
                          <a:cs typeface="+mn-cs"/>
                        </a:rPr>
                        <a:t>&gt; LMS</a:t>
                      </a:r>
                      <a:r>
                        <a:rPr lang="ko-KR" altLang="en-US" sz="800" kern="1200" dirty="0" smtClean="0">
                          <a:solidFill>
                            <a:srgbClr val="0070C0"/>
                          </a:solidFill>
                          <a:latin typeface="+mn-ea"/>
                          <a:ea typeface="+mn-ea"/>
                          <a:cs typeface="+mn-cs"/>
                        </a:rPr>
                        <a:t>공통관리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온라인매뉴얼 관리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학습자매뉴얼 </a:t>
                      </a:r>
                      <a:r>
                        <a:rPr lang="en-US" altLang="ko-KR" sz="800" kern="1200" dirty="0" smtClean="0">
                          <a:solidFill>
                            <a:srgbClr val="0070C0"/>
                          </a:solidFill>
                          <a:latin typeface="+mn-ea"/>
                          <a:ea typeface="+mn-ea"/>
                          <a:cs typeface="+mn-cs"/>
                        </a:rPr>
                        <a:t>PDF</a:t>
                      </a:r>
                      <a:r>
                        <a:rPr lang="en-US" altLang="ko-KR" sz="800" kern="1200" baseline="0" dirty="0" smtClean="0">
                          <a:solidFill>
                            <a:srgbClr val="0070C0"/>
                          </a:solidFill>
                          <a:latin typeface="+mn-ea"/>
                          <a:ea typeface="+mn-ea"/>
                          <a:cs typeface="+mn-cs"/>
                        </a:rPr>
                        <a:t> </a:t>
                      </a:r>
                      <a:r>
                        <a:rPr lang="ko-KR" altLang="en-US" sz="800" kern="1200" baseline="0" dirty="0" smtClean="0">
                          <a:solidFill>
                            <a:srgbClr val="0070C0"/>
                          </a:solidFill>
                          <a:latin typeface="+mn-ea"/>
                          <a:ea typeface="+mn-ea"/>
                          <a:cs typeface="+mn-cs"/>
                        </a:rPr>
                        <a:t>파일</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cxnSp>
        <p:nvCxnSpPr>
          <p:cNvPr id="433" name="꺾인 연결선 432"/>
          <p:cNvCxnSpPr>
            <a:stCxn id="415" idx="2"/>
            <a:endCxn id="432" idx="0"/>
          </p:cNvCxnSpPr>
          <p:nvPr/>
        </p:nvCxnSpPr>
        <p:spPr>
          <a:xfrm rot="5400000">
            <a:off x="6633416" y="1077622"/>
            <a:ext cx="514825" cy="2768211"/>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34" name="그룹 433"/>
          <p:cNvGrpSpPr/>
          <p:nvPr/>
        </p:nvGrpSpPr>
        <p:grpSpPr>
          <a:xfrm>
            <a:off x="5404170" y="2457627"/>
            <a:ext cx="234360" cy="200055"/>
            <a:chOff x="1152270" y="11706839"/>
            <a:chExt cx="234360" cy="200055"/>
          </a:xfrm>
        </p:grpSpPr>
        <p:sp>
          <p:nvSpPr>
            <p:cNvPr id="436" name="모서리가 둥근 직사각형 4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2" name="직사각형 44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43" name="직사각형 442"/>
          <p:cNvSpPr/>
          <p:nvPr/>
        </p:nvSpPr>
        <p:spPr>
          <a:xfrm>
            <a:off x="3480057" y="4043188"/>
            <a:ext cx="1800000" cy="216000"/>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tx1">
                    <a:lumMod val="75000"/>
                    <a:lumOff val="25000"/>
                  </a:schemeClr>
                </a:solidFill>
                <a:latin typeface="+mn-ea"/>
              </a:rPr>
              <a:t>샘플</a:t>
            </a:r>
            <a:endParaRPr lang="ko-KR" altLang="en-US" sz="800" b="1" dirty="0">
              <a:solidFill>
                <a:schemeClr val="tx1">
                  <a:lumMod val="75000"/>
                  <a:lumOff val="25000"/>
                </a:schemeClr>
              </a:solidFill>
              <a:latin typeface="+mn-ea"/>
            </a:endParaRPr>
          </a:p>
        </p:txBody>
      </p:sp>
      <p:grpSp>
        <p:nvGrpSpPr>
          <p:cNvPr id="404" name="그룹 403"/>
          <p:cNvGrpSpPr/>
          <p:nvPr/>
        </p:nvGrpSpPr>
        <p:grpSpPr>
          <a:xfrm>
            <a:off x="5640844" y="2041798"/>
            <a:ext cx="2994089" cy="162517"/>
            <a:chOff x="6384100" y="2032273"/>
            <a:chExt cx="2994089" cy="162517"/>
          </a:xfrm>
        </p:grpSpPr>
        <p:sp>
          <p:nvSpPr>
            <p:cNvPr id="409" name="직사각형 408"/>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15" name="순서도: 대체 처리 414"/>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44" name="직사각형 443"/>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45" name="순서도: 대체 처리 444"/>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46" name="TextBox 445"/>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3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385423" y="2719140"/>
            <a:ext cx="6242597" cy="69025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51" name="그룹 550"/>
          <p:cNvGrpSpPr/>
          <p:nvPr/>
        </p:nvGrpSpPr>
        <p:grpSpPr>
          <a:xfrm>
            <a:off x="507554" y="1602349"/>
            <a:ext cx="3075218" cy="252000"/>
            <a:chOff x="507554" y="1537742"/>
            <a:chExt cx="3075218" cy="252000"/>
          </a:xfrm>
        </p:grpSpPr>
        <p:pic>
          <p:nvPicPr>
            <p:cNvPr id="552" name="Picture 4"/>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53" name="그룹 552"/>
            <p:cNvGrpSpPr/>
            <p:nvPr/>
          </p:nvGrpSpPr>
          <p:grpSpPr>
            <a:xfrm>
              <a:off x="2288704" y="1581175"/>
              <a:ext cx="1294068" cy="166725"/>
              <a:chOff x="2288704" y="1581175"/>
              <a:chExt cx="1294068" cy="166725"/>
            </a:xfrm>
          </p:grpSpPr>
          <p:sp>
            <p:nvSpPr>
              <p:cNvPr id="554" name="직사각형 553"/>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55" name="직사각형 554"/>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460" name="그룹 459"/>
          <p:cNvGrpSpPr/>
          <p:nvPr/>
        </p:nvGrpSpPr>
        <p:grpSpPr>
          <a:xfrm>
            <a:off x="579562" y="2166658"/>
            <a:ext cx="1384958" cy="5317057"/>
            <a:chOff x="579562" y="2166658"/>
            <a:chExt cx="1384958" cy="5317057"/>
          </a:xfrm>
        </p:grpSpPr>
        <p:grpSp>
          <p:nvGrpSpPr>
            <p:cNvPr id="461" name="그룹 460"/>
            <p:cNvGrpSpPr/>
            <p:nvPr/>
          </p:nvGrpSpPr>
          <p:grpSpPr>
            <a:xfrm>
              <a:off x="629956" y="3318264"/>
              <a:ext cx="1188000" cy="180000"/>
              <a:chOff x="666428" y="3785432"/>
              <a:chExt cx="1188000" cy="180000"/>
            </a:xfrm>
          </p:grpSpPr>
          <p:sp>
            <p:nvSpPr>
              <p:cNvPr id="607" name="모서리가 둥근 직사각형 60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09"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62" name="그룹 461"/>
            <p:cNvGrpSpPr/>
            <p:nvPr/>
          </p:nvGrpSpPr>
          <p:grpSpPr>
            <a:xfrm>
              <a:off x="629956" y="3568824"/>
              <a:ext cx="1188000" cy="180000"/>
              <a:chOff x="666428" y="4310612"/>
              <a:chExt cx="1188000" cy="180000"/>
            </a:xfrm>
          </p:grpSpPr>
          <p:sp>
            <p:nvSpPr>
              <p:cNvPr id="604" name="모서리가 둥근 직사각형 60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05"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63" name="그룹 462"/>
            <p:cNvGrpSpPr/>
            <p:nvPr/>
          </p:nvGrpSpPr>
          <p:grpSpPr>
            <a:xfrm>
              <a:off x="629955" y="3042501"/>
              <a:ext cx="1188000" cy="180000"/>
              <a:chOff x="666427" y="3266516"/>
              <a:chExt cx="1188000" cy="180000"/>
            </a:xfrm>
          </p:grpSpPr>
          <p:sp>
            <p:nvSpPr>
              <p:cNvPr id="602" name="모서리가 둥근 직사각형 60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03"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64" name="그룹 463"/>
            <p:cNvGrpSpPr/>
            <p:nvPr/>
          </p:nvGrpSpPr>
          <p:grpSpPr>
            <a:xfrm>
              <a:off x="629956" y="3854780"/>
              <a:ext cx="1188000" cy="180000"/>
              <a:chOff x="666428" y="4570824"/>
              <a:chExt cx="1188000" cy="180000"/>
            </a:xfrm>
          </p:grpSpPr>
          <p:sp>
            <p:nvSpPr>
              <p:cNvPr id="600" name="모서리가 둥근 직사각형 59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01"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6" name="그룹 555"/>
            <p:cNvGrpSpPr/>
            <p:nvPr/>
          </p:nvGrpSpPr>
          <p:grpSpPr>
            <a:xfrm>
              <a:off x="629956" y="5316875"/>
              <a:ext cx="1188000" cy="180000"/>
              <a:chOff x="666428" y="5096004"/>
              <a:chExt cx="1188000" cy="180000"/>
            </a:xfrm>
          </p:grpSpPr>
          <p:sp>
            <p:nvSpPr>
              <p:cNvPr id="598" name="모서리가 둥근 직사각형 59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599" name="Picture 11"/>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7" name="그룹 556"/>
            <p:cNvGrpSpPr/>
            <p:nvPr/>
          </p:nvGrpSpPr>
          <p:grpSpPr>
            <a:xfrm>
              <a:off x="634148" y="5634789"/>
              <a:ext cx="1188000" cy="180000"/>
              <a:chOff x="666428" y="3785432"/>
              <a:chExt cx="1188000" cy="180000"/>
            </a:xfrm>
          </p:grpSpPr>
          <p:sp>
            <p:nvSpPr>
              <p:cNvPr id="596" name="모서리가 둥근 직사각형 59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597"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8" name="그룹 557"/>
            <p:cNvGrpSpPr/>
            <p:nvPr/>
          </p:nvGrpSpPr>
          <p:grpSpPr>
            <a:xfrm>
              <a:off x="631150" y="4135825"/>
              <a:ext cx="1188000" cy="180000"/>
              <a:chOff x="666428" y="4570824"/>
              <a:chExt cx="1188000" cy="180000"/>
            </a:xfrm>
          </p:grpSpPr>
          <p:sp>
            <p:nvSpPr>
              <p:cNvPr id="594" name="모서리가 둥근 직사각형 59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595"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9" name="그룹 558"/>
            <p:cNvGrpSpPr/>
            <p:nvPr/>
          </p:nvGrpSpPr>
          <p:grpSpPr>
            <a:xfrm>
              <a:off x="629956" y="4423395"/>
              <a:ext cx="1188000" cy="180000"/>
              <a:chOff x="666428" y="4310612"/>
              <a:chExt cx="1188000" cy="180000"/>
            </a:xfrm>
          </p:grpSpPr>
          <p:sp>
            <p:nvSpPr>
              <p:cNvPr id="592" name="모서리가 둥근 직사각형 59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593"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60" name="TextBox 55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61" name="그룹 560"/>
            <p:cNvGrpSpPr/>
            <p:nvPr/>
          </p:nvGrpSpPr>
          <p:grpSpPr>
            <a:xfrm>
              <a:off x="632520" y="4723068"/>
              <a:ext cx="1188000" cy="180000"/>
              <a:chOff x="666428" y="4310612"/>
              <a:chExt cx="1188000" cy="180000"/>
            </a:xfrm>
          </p:grpSpPr>
          <p:sp>
            <p:nvSpPr>
              <p:cNvPr id="590" name="모서리가 둥근 직사각형 58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591"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2" name="그룹 561"/>
            <p:cNvGrpSpPr/>
            <p:nvPr/>
          </p:nvGrpSpPr>
          <p:grpSpPr>
            <a:xfrm>
              <a:off x="632520" y="2752353"/>
              <a:ext cx="1332000" cy="180000"/>
              <a:chOff x="666427" y="3266516"/>
              <a:chExt cx="1332000" cy="180000"/>
            </a:xfrm>
          </p:grpSpPr>
          <p:sp>
            <p:nvSpPr>
              <p:cNvPr id="588" name="모서리가 둥근 직사각형 58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589"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3" name="그룹 562"/>
            <p:cNvGrpSpPr/>
            <p:nvPr/>
          </p:nvGrpSpPr>
          <p:grpSpPr>
            <a:xfrm>
              <a:off x="632520" y="5005767"/>
              <a:ext cx="1188000" cy="180000"/>
              <a:chOff x="666428" y="4310612"/>
              <a:chExt cx="1188000" cy="180000"/>
            </a:xfrm>
          </p:grpSpPr>
          <p:sp>
            <p:nvSpPr>
              <p:cNvPr id="586" name="모서리가 둥근 직사각형 5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87"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4" name="그룹 563"/>
            <p:cNvGrpSpPr/>
            <p:nvPr/>
          </p:nvGrpSpPr>
          <p:grpSpPr>
            <a:xfrm>
              <a:off x="632520" y="6227787"/>
              <a:ext cx="1188000" cy="180000"/>
              <a:chOff x="666428" y="3785432"/>
              <a:chExt cx="1188000" cy="180000"/>
            </a:xfrm>
          </p:grpSpPr>
          <p:sp>
            <p:nvSpPr>
              <p:cNvPr id="584" name="모서리가 둥근 직사각형 58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85"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5" name="그룹 564"/>
            <p:cNvGrpSpPr/>
            <p:nvPr/>
          </p:nvGrpSpPr>
          <p:grpSpPr>
            <a:xfrm>
              <a:off x="632520" y="6487872"/>
              <a:ext cx="1188000" cy="180000"/>
              <a:chOff x="666428" y="4310612"/>
              <a:chExt cx="1188000" cy="180000"/>
            </a:xfrm>
          </p:grpSpPr>
          <p:sp>
            <p:nvSpPr>
              <p:cNvPr id="582" name="모서리가 둥근 직사각형 58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83"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6" name="그룹 565"/>
            <p:cNvGrpSpPr/>
            <p:nvPr/>
          </p:nvGrpSpPr>
          <p:grpSpPr>
            <a:xfrm>
              <a:off x="632520" y="6773828"/>
              <a:ext cx="1188000" cy="180000"/>
              <a:chOff x="666428" y="4570824"/>
              <a:chExt cx="1188000" cy="180000"/>
            </a:xfrm>
          </p:grpSpPr>
          <p:sp>
            <p:nvSpPr>
              <p:cNvPr id="580" name="모서리가 둥근 직사각형 5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81"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7" name="그룹 566"/>
            <p:cNvGrpSpPr/>
            <p:nvPr/>
          </p:nvGrpSpPr>
          <p:grpSpPr>
            <a:xfrm>
              <a:off x="632520" y="7053155"/>
              <a:ext cx="1188000" cy="180000"/>
              <a:chOff x="666428" y="3785432"/>
              <a:chExt cx="1188000" cy="180000"/>
            </a:xfrm>
          </p:grpSpPr>
          <p:sp>
            <p:nvSpPr>
              <p:cNvPr id="578" name="모서리가 둥근 직사각형 57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79"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8" name="그룹 567"/>
            <p:cNvGrpSpPr/>
            <p:nvPr/>
          </p:nvGrpSpPr>
          <p:grpSpPr>
            <a:xfrm>
              <a:off x="632520" y="7303715"/>
              <a:ext cx="1224000" cy="180000"/>
              <a:chOff x="666428" y="4310612"/>
              <a:chExt cx="1224000" cy="180000"/>
            </a:xfrm>
          </p:grpSpPr>
          <p:sp>
            <p:nvSpPr>
              <p:cNvPr id="576" name="모서리가 둥근 직사각형 575"/>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77"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22995" y="5922821"/>
              <a:ext cx="1188000" cy="180000"/>
              <a:chOff x="666427" y="3266516"/>
              <a:chExt cx="1188000" cy="180000"/>
            </a:xfrm>
          </p:grpSpPr>
          <p:sp>
            <p:nvSpPr>
              <p:cNvPr id="572" name="모서리가 둥근 직사각형 57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573"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513186060"/>
      </p:ext>
    </p:extLst>
  </p:cSld>
  <p:clrMapOvr>
    <a:masterClrMapping/>
  </p:clrMapOvr>
  <p:transition>
    <p:wipe dir="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KNOU_UI_C02020200_01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강의계획서</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82</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15" name="그룹 14"/>
          <p:cNvGrpSpPr/>
          <p:nvPr/>
        </p:nvGrpSpPr>
        <p:grpSpPr>
          <a:xfrm>
            <a:off x="579562" y="2166658"/>
            <a:ext cx="1384958" cy="5317057"/>
            <a:chOff x="579562" y="2166658"/>
            <a:chExt cx="1384958" cy="5317057"/>
          </a:xfrm>
        </p:grpSpPr>
        <p:grpSp>
          <p:nvGrpSpPr>
            <p:cNvPr id="236" name="그룹 235"/>
            <p:cNvGrpSpPr/>
            <p:nvPr/>
          </p:nvGrpSpPr>
          <p:grpSpPr>
            <a:xfrm>
              <a:off x="629956" y="3318264"/>
              <a:ext cx="1188000" cy="180000"/>
              <a:chOff x="666428" y="3785432"/>
              <a:chExt cx="1188000" cy="180000"/>
            </a:xfrm>
          </p:grpSpPr>
          <p:sp>
            <p:nvSpPr>
              <p:cNvPr id="237" name="모서리가 둥근 직사각형 2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568824"/>
              <a:ext cx="1188000" cy="180000"/>
              <a:chOff x="666428" y="4310612"/>
              <a:chExt cx="1188000" cy="180000"/>
            </a:xfrm>
          </p:grpSpPr>
          <p:sp>
            <p:nvSpPr>
              <p:cNvPr id="243" name="모서리가 둥근 직사각형 24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29955" y="3042501"/>
              <a:ext cx="1188000" cy="180000"/>
              <a:chOff x="666427" y="3266516"/>
              <a:chExt cx="1188000" cy="180000"/>
            </a:xfrm>
          </p:grpSpPr>
          <p:sp>
            <p:nvSpPr>
              <p:cNvPr id="246" name="모서리가 둥근 직사각형 24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3854780"/>
              <a:ext cx="1188000" cy="180000"/>
              <a:chOff x="666428" y="4570824"/>
              <a:chExt cx="1188000" cy="180000"/>
            </a:xfrm>
          </p:grpSpPr>
          <p:sp>
            <p:nvSpPr>
              <p:cNvPr id="249" name="모서리가 둥근 직사각형 24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6" y="5316875"/>
              <a:ext cx="1188000" cy="180000"/>
              <a:chOff x="666428" y="5096004"/>
              <a:chExt cx="1188000" cy="180000"/>
            </a:xfrm>
          </p:grpSpPr>
          <p:sp>
            <p:nvSpPr>
              <p:cNvPr id="252" name="모서리가 둥근 직사각형 25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34148" y="5634789"/>
              <a:ext cx="1188000" cy="180000"/>
              <a:chOff x="666428" y="3785432"/>
              <a:chExt cx="1188000" cy="180000"/>
            </a:xfrm>
          </p:grpSpPr>
          <p:sp>
            <p:nvSpPr>
              <p:cNvPr id="269" name="모서리가 둥근 직사각형 26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9" name="그룹 288"/>
            <p:cNvGrpSpPr/>
            <p:nvPr/>
          </p:nvGrpSpPr>
          <p:grpSpPr>
            <a:xfrm>
              <a:off x="631150" y="4135825"/>
              <a:ext cx="1188000" cy="180000"/>
              <a:chOff x="666428" y="4570824"/>
              <a:chExt cx="1188000" cy="180000"/>
            </a:xfrm>
          </p:grpSpPr>
          <p:sp>
            <p:nvSpPr>
              <p:cNvPr id="290" name="모서리가 둥근 직사각형 2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92" name="그룹 291"/>
            <p:cNvGrpSpPr/>
            <p:nvPr/>
          </p:nvGrpSpPr>
          <p:grpSpPr>
            <a:xfrm>
              <a:off x="629956" y="4423395"/>
              <a:ext cx="1188000" cy="180000"/>
              <a:chOff x="666428" y="4310612"/>
              <a:chExt cx="1188000" cy="180000"/>
            </a:xfrm>
          </p:grpSpPr>
          <p:sp>
            <p:nvSpPr>
              <p:cNvPr id="293" name="모서리가 둥근 직사각형 29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9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6" name="TextBox 26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7" name="그룹 636"/>
            <p:cNvGrpSpPr/>
            <p:nvPr/>
          </p:nvGrpSpPr>
          <p:grpSpPr>
            <a:xfrm>
              <a:off x="632520" y="4723068"/>
              <a:ext cx="1188000" cy="180000"/>
              <a:chOff x="666428" y="4310612"/>
              <a:chExt cx="1188000" cy="180000"/>
            </a:xfrm>
          </p:grpSpPr>
          <p:sp>
            <p:nvSpPr>
              <p:cNvPr id="638" name="모서리가 둥근 직사각형 63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39"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17" name="그룹 716"/>
            <p:cNvGrpSpPr/>
            <p:nvPr/>
          </p:nvGrpSpPr>
          <p:grpSpPr>
            <a:xfrm>
              <a:off x="632520" y="2752353"/>
              <a:ext cx="1332000" cy="180000"/>
              <a:chOff x="666427" y="3266516"/>
              <a:chExt cx="1332000" cy="180000"/>
            </a:xfrm>
          </p:grpSpPr>
          <p:sp>
            <p:nvSpPr>
              <p:cNvPr id="718" name="모서리가 둥근 직사각형 71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2" name="그룹 341"/>
            <p:cNvGrpSpPr/>
            <p:nvPr/>
          </p:nvGrpSpPr>
          <p:grpSpPr>
            <a:xfrm>
              <a:off x="632520" y="5005767"/>
              <a:ext cx="1188000" cy="180000"/>
              <a:chOff x="666428" y="4310612"/>
              <a:chExt cx="1188000" cy="180000"/>
            </a:xfrm>
          </p:grpSpPr>
          <p:sp>
            <p:nvSpPr>
              <p:cNvPr id="344" name="모서리가 둥근 직사각형 34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53"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32520" y="6227787"/>
              <a:ext cx="1188000" cy="180000"/>
              <a:chOff x="666428" y="3785432"/>
              <a:chExt cx="1188000" cy="180000"/>
            </a:xfrm>
          </p:grpSpPr>
          <p:sp>
            <p:nvSpPr>
              <p:cNvPr id="572" name="모서리가 둥근 직사각형 57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32520" y="6487872"/>
              <a:ext cx="1188000" cy="180000"/>
              <a:chOff x="666428" y="4310612"/>
              <a:chExt cx="1188000" cy="180000"/>
            </a:xfrm>
          </p:grpSpPr>
          <p:sp>
            <p:nvSpPr>
              <p:cNvPr id="575" name="모서리가 둥근 직사각형 5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7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32520" y="6773828"/>
              <a:ext cx="1188000" cy="180000"/>
              <a:chOff x="666428" y="4570824"/>
              <a:chExt cx="1188000" cy="180000"/>
            </a:xfrm>
          </p:grpSpPr>
          <p:sp>
            <p:nvSpPr>
              <p:cNvPr id="580" name="모서리가 둥근 직사각형 5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8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32520" y="7053155"/>
              <a:ext cx="1188000" cy="180000"/>
              <a:chOff x="666428" y="3785432"/>
              <a:chExt cx="1188000" cy="180000"/>
            </a:xfrm>
          </p:grpSpPr>
          <p:sp>
            <p:nvSpPr>
              <p:cNvPr id="635" name="모서리가 둥근 직사각형 63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7303715"/>
              <a:ext cx="1224000" cy="180000"/>
              <a:chOff x="666428" y="4310612"/>
              <a:chExt cx="1224000" cy="180000"/>
            </a:xfrm>
          </p:grpSpPr>
          <p:sp>
            <p:nvSpPr>
              <p:cNvPr id="641" name="모서리가 둥근 직사각형 640"/>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4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8" name="그룹 647"/>
            <p:cNvGrpSpPr/>
            <p:nvPr/>
          </p:nvGrpSpPr>
          <p:grpSpPr>
            <a:xfrm>
              <a:off x="622995" y="5922821"/>
              <a:ext cx="1188000" cy="180000"/>
              <a:chOff x="666427" y="3266516"/>
              <a:chExt cx="1188000" cy="180000"/>
            </a:xfrm>
          </p:grpSpPr>
          <p:sp>
            <p:nvSpPr>
              <p:cNvPr id="649" name="모서리가 둥근 직사각형 64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5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182468398"/>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1" name="모서리가 둥근 직사각형 860"/>
          <p:cNvSpPr/>
          <p:nvPr/>
        </p:nvSpPr>
        <p:spPr>
          <a:xfrm>
            <a:off x="2274987" y="6777120"/>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62" name="직사각형 861"/>
          <p:cNvSpPr/>
          <p:nvPr/>
        </p:nvSpPr>
        <p:spPr>
          <a:xfrm>
            <a:off x="309984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863" name="순서도: 대체 처리 862"/>
          <p:cNvSpPr/>
          <p:nvPr/>
        </p:nvSpPr>
        <p:spPr bwMode="auto">
          <a:xfrm>
            <a:off x="276837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67" name="모서리가 둥근 직사각형 866"/>
          <p:cNvSpPr/>
          <p:nvPr/>
        </p:nvSpPr>
        <p:spPr>
          <a:xfrm>
            <a:off x="7132410"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8" name="그룹 607"/>
          <p:cNvGrpSpPr/>
          <p:nvPr/>
        </p:nvGrpSpPr>
        <p:grpSpPr>
          <a:xfrm>
            <a:off x="2269654" y="7140804"/>
            <a:ext cx="6890992" cy="295477"/>
            <a:chOff x="2269654" y="7140804"/>
            <a:chExt cx="6890992" cy="295477"/>
          </a:xfrm>
        </p:grpSpPr>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3" name="모서리가 둥근 직사각형 852"/>
            <p:cNvSpPr/>
            <p:nvPr/>
          </p:nvSpPr>
          <p:spPr>
            <a:xfrm>
              <a:off x="2269654" y="7140804"/>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54" name="직사각형 853"/>
            <p:cNvSpPr/>
            <p:nvPr/>
          </p:nvSpPr>
          <p:spPr>
            <a:xfrm>
              <a:off x="3094509"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855" name="순서도: 대체 처리 854"/>
            <p:cNvSpPr/>
            <p:nvPr/>
          </p:nvSpPr>
          <p:spPr bwMode="auto">
            <a:xfrm>
              <a:off x="2763044"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58" name="모서리가 둥근 직사각형 857"/>
            <p:cNvSpPr/>
            <p:nvPr/>
          </p:nvSpPr>
          <p:spPr>
            <a:xfrm>
              <a:off x="7132410"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3540889627"/>
              </p:ext>
            </p:extLst>
          </p:nvPr>
        </p:nvGraphicFramePr>
        <p:xfrm>
          <a:off x="9499029" y="1494927"/>
          <a:ext cx="1404156" cy="62034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강의계획서 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공통모듈</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443" name="직사각형 442"/>
          <p:cNvSpPr/>
          <p:nvPr/>
        </p:nvSpPr>
        <p:spPr>
          <a:xfrm>
            <a:off x="3480057" y="4043188"/>
            <a:ext cx="1800000" cy="216000"/>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tx1">
                    <a:lumMod val="75000"/>
                    <a:lumOff val="25000"/>
                  </a:schemeClr>
                </a:solidFill>
                <a:latin typeface="+mn-ea"/>
              </a:rPr>
              <a:t>샘플</a:t>
            </a:r>
            <a:endParaRPr lang="ko-KR" altLang="en-US" sz="800" b="1" dirty="0">
              <a:solidFill>
                <a:schemeClr val="tx1">
                  <a:lumMod val="75000"/>
                  <a:lumOff val="25000"/>
                </a:schemeClr>
              </a:solidFill>
              <a:latin typeface="+mn-ea"/>
            </a:endParaRPr>
          </a:p>
        </p:txBody>
      </p:sp>
      <p:grpSp>
        <p:nvGrpSpPr>
          <p:cNvPr id="447" name="그룹 446"/>
          <p:cNvGrpSpPr/>
          <p:nvPr/>
        </p:nvGrpSpPr>
        <p:grpSpPr>
          <a:xfrm>
            <a:off x="1346130" y="3348308"/>
            <a:ext cx="7567310" cy="19666868"/>
            <a:chOff x="1100571" y="3168288"/>
            <a:chExt cx="7567310" cy="19666868"/>
          </a:xfrm>
        </p:grpSpPr>
        <p:sp>
          <p:nvSpPr>
            <p:cNvPr id="449" name="직사각형 448"/>
            <p:cNvSpPr/>
            <p:nvPr/>
          </p:nvSpPr>
          <p:spPr>
            <a:xfrm>
              <a:off x="1100571" y="3176972"/>
              <a:ext cx="7563074" cy="19658184"/>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50" name="직사각형 449"/>
            <p:cNvSpPr/>
            <p:nvPr/>
          </p:nvSpPr>
          <p:spPr>
            <a:xfrm>
              <a:off x="1100572" y="3168288"/>
              <a:ext cx="7563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51" name="직사각형 450"/>
            <p:cNvSpPr/>
            <p:nvPr/>
          </p:nvSpPr>
          <p:spPr>
            <a:xfrm>
              <a:off x="1109761" y="3201232"/>
              <a:ext cx="697627" cy="215444"/>
            </a:xfrm>
            <a:prstGeom prst="rect">
              <a:avLst/>
            </a:prstGeom>
          </p:spPr>
          <p:txBody>
            <a:bodyPr wrap="none">
              <a:spAutoFit/>
            </a:bodyPr>
            <a:lstStyle/>
            <a:p>
              <a:r>
                <a:rPr lang="ko-KR" altLang="en-US" sz="800" b="1" dirty="0" smtClean="0">
                  <a:solidFill>
                    <a:schemeClr val="bg1"/>
                  </a:solidFill>
                  <a:latin typeface="+mn-ea"/>
                  <a:ea typeface="+mn-ea"/>
                </a:rPr>
                <a:t>강의계획서</a:t>
              </a:r>
              <a:endParaRPr lang="ko-KR" altLang="en-US" sz="800" b="1" dirty="0">
                <a:solidFill>
                  <a:schemeClr val="bg1"/>
                </a:solidFill>
                <a:latin typeface="+mn-ea"/>
                <a:ea typeface="+mn-ea"/>
              </a:endParaRPr>
            </a:p>
          </p:txBody>
        </p:sp>
        <p:sp>
          <p:nvSpPr>
            <p:cNvPr id="452" name="직사각형 451"/>
            <p:cNvSpPr/>
            <p:nvPr/>
          </p:nvSpPr>
          <p:spPr>
            <a:xfrm>
              <a:off x="8399859"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aphicFrame>
        <p:nvGraphicFramePr>
          <p:cNvPr id="453" name="Group 37"/>
          <p:cNvGraphicFramePr>
            <a:graphicFrameLocks noGrp="1"/>
          </p:cNvGraphicFramePr>
          <p:nvPr>
            <p:extLst>
              <p:ext uri="{D42A27DB-BD31-4B8C-83A1-F6EECF244321}">
                <p14:modId xmlns:p14="http://schemas.microsoft.com/office/powerpoint/2010/main" val="1890490211"/>
              </p:ext>
            </p:extLst>
          </p:nvPr>
        </p:nvGraphicFramePr>
        <p:xfrm>
          <a:off x="1396850" y="3669407"/>
          <a:ext cx="7466161" cy="1009072"/>
        </p:xfrm>
        <a:graphic>
          <a:graphicData uri="http://schemas.openxmlformats.org/drawingml/2006/table">
            <a:tbl>
              <a:tblPr/>
              <a:tblGrid>
                <a:gridCol w="1372101"/>
                <a:gridCol w="2360979"/>
                <a:gridCol w="1344869"/>
                <a:gridCol w="2388212"/>
              </a:tblGrid>
              <a:tr h="245158">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과목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과목번호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CM0025</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 </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한글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과목명 </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영문</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Data base</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컴퓨터공학과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실습</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 : 3 / 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54" name="Group 37"/>
          <p:cNvGraphicFramePr>
            <a:graphicFrameLocks noGrp="1"/>
          </p:cNvGraphicFramePr>
          <p:nvPr>
            <p:extLst>
              <p:ext uri="{D42A27DB-BD31-4B8C-83A1-F6EECF244321}">
                <p14:modId xmlns:p14="http://schemas.microsoft.com/office/powerpoint/2010/main" val="7035886"/>
              </p:ext>
            </p:extLst>
          </p:nvPr>
        </p:nvGraphicFramePr>
        <p:xfrm>
          <a:off x="1391518" y="4750668"/>
          <a:ext cx="7471493" cy="749694"/>
        </p:xfrm>
        <a:graphic>
          <a:graphicData uri="http://schemas.openxmlformats.org/drawingml/2006/table">
            <a:tbl>
              <a:tblPr/>
              <a:tblGrid>
                <a:gridCol w="802307"/>
                <a:gridCol w="1065567"/>
                <a:gridCol w="747473"/>
                <a:gridCol w="1120400"/>
                <a:gridCol w="775050"/>
                <a:gridCol w="1092823"/>
                <a:gridCol w="802627"/>
                <a:gridCol w="1065246"/>
              </a:tblGrid>
              <a:tr h="245158">
                <a:tc gridSpan="8">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교수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담당교수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홍*동</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소속</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컴퓨터공학과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02-5214-98**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test**@naver.com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공동교수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김*수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소속</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컴퓨터공학과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02-5214-98**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test**@naver.com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5" name="직사각형 454"/>
          <p:cNvSpPr/>
          <p:nvPr/>
        </p:nvSpPr>
        <p:spPr>
          <a:xfrm>
            <a:off x="1309167" y="5469607"/>
            <a:ext cx="6621362" cy="276999"/>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담당교수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해당학기 시험</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과제 등의 실제 수업을 담당하는 교수</a:t>
            </a:r>
            <a:endParaRPr lang="ko-KR" altLang="en-US" sz="800" dirty="0">
              <a:solidFill>
                <a:schemeClr val="tx1">
                  <a:lumMod val="65000"/>
                  <a:lumOff val="35000"/>
                </a:schemeClr>
              </a:solidFill>
              <a:latin typeface="+mn-ea"/>
              <a:ea typeface="+mn-ea"/>
            </a:endParaRPr>
          </a:p>
        </p:txBody>
      </p:sp>
      <p:graphicFrame>
        <p:nvGraphicFramePr>
          <p:cNvPr id="456" name="Group 37"/>
          <p:cNvGraphicFramePr>
            <a:graphicFrameLocks noGrp="1"/>
          </p:cNvGraphicFramePr>
          <p:nvPr>
            <p:extLst>
              <p:ext uri="{D42A27DB-BD31-4B8C-83A1-F6EECF244321}">
                <p14:modId xmlns:p14="http://schemas.microsoft.com/office/powerpoint/2010/main" val="820986888"/>
              </p:ext>
            </p:extLst>
          </p:nvPr>
        </p:nvGraphicFramePr>
        <p:xfrm>
          <a:off x="1386508" y="5767164"/>
          <a:ext cx="7478932" cy="735474"/>
        </p:xfrm>
        <a:graphic>
          <a:graphicData uri="http://schemas.openxmlformats.org/drawingml/2006/table">
            <a:tbl>
              <a:tblPr/>
              <a:tblGrid>
                <a:gridCol w="1869733"/>
                <a:gridCol w="1869733"/>
                <a:gridCol w="1869733"/>
                <a:gridCol w="1869733"/>
              </a:tblGrid>
              <a:tr h="245158">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튜터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튜터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핸드폰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02-9574-98**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010-7536-25**</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tudls**1@naver.com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58" name="Group 37"/>
          <p:cNvGraphicFramePr>
            <a:graphicFrameLocks noGrp="1"/>
          </p:cNvGraphicFramePr>
          <p:nvPr>
            <p:extLst>
              <p:ext uri="{D42A27DB-BD31-4B8C-83A1-F6EECF244321}">
                <p14:modId xmlns:p14="http://schemas.microsoft.com/office/powerpoint/2010/main" val="173325920"/>
              </p:ext>
            </p:extLst>
          </p:nvPr>
        </p:nvGraphicFramePr>
        <p:xfrm>
          <a:off x="1386508" y="6593696"/>
          <a:ext cx="7478932" cy="735474"/>
        </p:xfrm>
        <a:graphic>
          <a:graphicData uri="http://schemas.openxmlformats.org/drawingml/2006/table">
            <a:tbl>
              <a:tblPr/>
              <a:tblGrid>
                <a:gridCol w="1869733"/>
                <a:gridCol w="1869733"/>
                <a:gridCol w="1869733"/>
                <a:gridCol w="1869733"/>
              </a:tblGrid>
              <a:tr h="245158">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조교 정보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조교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연락처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핸드폰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이메일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홍조교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02-9574-98**</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010-7536-25**</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tudls**1@naver.com</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60" name="Group 37"/>
          <p:cNvGraphicFramePr>
            <a:graphicFrameLocks noGrp="1"/>
          </p:cNvGraphicFramePr>
          <p:nvPr>
            <p:extLst>
              <p:ext uri="{D42A27DB-BD31-4B8C-83A1-F6EECF244321}">
                <p14:modId xmlns:p14="http://schemas.microsoft.com/office/powerpoint/2010/main" val="3306219397"/>
              </p:ext>
            </p:extLst>
          </p:nvPr>
        </p:nvGraphicFramePr>
        <p:xfrm>
          <a:off x="1391517" y="7416036"/>
          <a:ext cx="7478931" cy="2988358"/>
        </p:xfrm>
        <a:graphic>
          <a:graphicData uri="http://schemas.openxmlformats.org/drawingml/2006/table">
            <a:tbl>
              <a:tblPr/>
              <a:tblGrid>
                <a:gridCol w="1374448"/>
                <a:gridCol w="6104483"/>
              </a:tblGrid>
              <a:tr h="245158">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 개요</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교과목 개요</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본 교과목은 공학 전공에 필요한 화학의 기본 개념 정립을 위해 자연과학의 기초가 되는 물질과 주위의 환경현상에 대한 변화를 이해하고 물질의 에너지</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화학결합과 원자 및 분자구조</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화학열역학과 화학평형</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반응속도론 등 화학 기초 지식 습득을 목표로 한다</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algn="l" latinLnBrk="1"/>
                      <a:r>
                        <a:rPr lang="ko-KR" altLang="en-US" sz="800" b="0" dirty="0" smtClean="0">
                          <a:solidFill>
                            <a:schemeClr val="tx1">
                              <a:lumMod val="75000"/>
                              <a:lumOff val="25000"/>
                            </a:schemeClr>
                          </a:solidFill>
                          <a:latin typeface="+mn-ea"/>
                          <a:ea typeface="+mn-ea"/>
                        </a:rPr>
                        <a:t>강의 목표</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자연과학의 기초가 되는 물질과 그 변화에 대한 이해</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화학결합과 원자 및 분자구조</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화학열역학과 화학평형</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반응속도론 등의 화학의 기본 개념을 이해하고 정립한다</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운영 방침</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대학의 출석</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운영</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평가 등 일반 정책 및 방침 준수</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운영 계획</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최적 학습 시간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주 </a:t>
                      </a:r>
                      <a:r>
                        <a:rPr lang="en-US" altLang="ko-KR" sz="800" b="0" dirty="0" smtClean="0">
                          <a:solidFill>
                            <a:schemeClr val="tx1">
                              <a:lumMod val="75000"/>
                              <a:lumOff val="25000"/>
                            </a:schemeClr>
                          </a:solidFill>
                          <a:latin typeface="+mn-ea"/>
                          <a:ea typeface="+mn-ea"/>
                        </a:rPr>
                        <a:t>150</a:t>
                      </a:r>
                      <a:r>
                        <a:rPr lang="ko-KR" altLang="en-US" sz="800" b="0" dirty="0" smtClean="0">
                          <a:solidFill>
                            <a:schemeClr val="tx1">
                              <a:lumMod val="75000"/>
                              <a:lumOff val="25000"/>
                            </a:schemeClr>
                          </a:solidFill>
                          <a:latin typeface="+mn-ea"/>
                          <a:ea typeface="+mn-ea"/>
                        </a:rPr>
                        <a:t>분</a:t>
                      </a:r>
                      <a:endParaRPr lang="en-US" altLang="ko-KR" sz="800" b="0" dirty="0" smtClean="0">
                        <a:solidFill>
                          <a:schemeClr val="tx1">
                            <a:lumMod val="75000"/>
                            <a:lumOff val="25000"/>
                          </a:schemeClr>
                        </a:solidFill>
                        <a:latin typeface="+mn-ea"/>
                        <a:ea typeface="+mn-ea"/>
                      </a:endParaRPr>
                    </a:p>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방법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 내용과 교재를 학습</a:t>
                      </a:r>
                      <a:endParaRPr lang="en-US" altLang="ko-KR" sz="800" b="0" dirty="0" smtClean="0">
                        <a:solidFill>
                          <a:schemeClr val="tx1">
                            <a:lumMod val="75000"/>
                            <a:lumOff val="25000"/>
                          </a:schemeClr>
                        </a:solidFill>
                        <a:latin typeface="+mn-ea"/>
                        <a:ea typeface="+mn-ea"/>
                      </a:endParaRPr>
                    </a:p>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규칙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순서 준수</a:t>
                      </a:r>
                      <a:endParaRPr lang="en-US" altLang="ko-KR" sz="800" b="0" dirty="0" smtClean="0">
                        <a:solidFill>
                          <a:schemeClr val="tx1">
                            <a:lumMod val="75000"/>
                            <a:lumOff val="25000"/>
                          </a:schemeClr>
                        </a:solidFill>
                        <a:latin typeface="+mn-ea"/>
                        <a:ea typeface="+mn-ea"/>
                      </a:endParaRPr>
                    </a:p>
                    <a:p>
                      <a:pPr algn="l" latinLnBrk="1">
                        <a:lnSpc>
                          <a:spcPct val="150000"/>
                        </a:lnSpc>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 절차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학습목표 </a:t>
                      </a:r>
                      <a:r>
                        <a:rPr lang="en-US" altLang="ko-KR" sz="800" b="0" dirty="0" smtClean="0">
                          <a:solidFill>
                            <a:schemeClr val="tx1">
                              <a:lumMod val="75000"/>
                              <a:lumOff val="25000"/>
                            </a:schemeClr>
                          </a:solidFill>
                          <a:latin typeface="+mn-ea"/>
                          <a:ea typeface="+mn-ea"/>
                        </a:rPr>
                        <a:t>.&gt;</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단계별 이론 강의 </a:t>
                      </a:r>
                      <a:r>
                        <a:rPr lang="en-US" altLang="ko-KR" sz="800" b="0" baseline="0" dirty="0" smtClean="0">
                          <a:solidFill>
                            <a:schemeClr val="tx1">
                              <a:lumMod val="75000"/>
                              <a:lumOff val="25000"/>
                            </a:schemeClr>
                          </a:solidFill>
                          <a:latin typeface="+mn-ea"/>
                          <a:ea typeface="+mn-ea"/>
                        </a:rPr>
                        <a:t>&gt; </a:t>
                      </a:r>
                      <a:r>
                        <a:rPr lang="ko-KR" altLang="en-US" sz="800" b="0" baseline="0" dirty="0" smtClean="0">
                          <a:solidFill>
                            <a:schemeClr val="tx1">
                              <a:lumMod val="75000"/>
                              <a:lumOff val="25000"/>
                            </a:schemeClr>
                          </a:solidFill>
                          <a:latin typeface="+mn-ea"/>
                          <a:ea typeface="+mn-ea"/>
                        </a:rPr>
                        <a:t>응용 및 문제풀이 </a:t>
                      </a:r>
                      <a:r>
                        <a:rPr lang="en-US" altLang="ko-KR" sz="800" b="0" baseline="0" dirty="0" smtClean="0">
                          <a:solidFill>
                            <a:schemeClr val="tx1">
                              <a:lumMod val="75000"/>
                              <a:lumOff val="25000"/>
                            </a:schemeClr>
                          </a:solidFill>
                          <a:latin typeface="+mn-ea"/>
                          <a:ea typeface="+mn-ea"/>
                        </a:rPr>
                        <a:t>&gt; </a:t>
                      </a:r>
                      <a:r>
                        <a:rPr lang="ko-KR" altLang="en-US" sz="800" b="0" baseline="0" dirty="0" smtClean="0">
                          <a:solidFill>
                            <a:schemeClr val="tx1">
                              <a:lumMod val="75000"/>
                              <a:lumOff val="25000"/>
                            </a:schemeClr>
                          </a:solidFill>
                          <a:latin typeface="+mn-ea"/>
                          <a:ea typeface="+mn-ea"/>
                        </a:rPr>
                        <a:t>학습 요약</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관련 과목 내용</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참고 사항</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61" name="Group 37"/>
          <p:cNvGraphicFramePr>
            <a:graphicFrameLocks noGrp="1"/>
          </p:cNvGraphicFramePr>
          <p:nvPr>
            <p:extLst>
              <p:ext uri="{D42A27DB-BD31-4B8C-83A1-F6EECF244321}">
                <p14:modId xmlns:p14="http://schemas.microsoft.com/office/powerpoint/2010/main" val="3597926207"/>
              </p:ext>
            </p:extLst>
          </p:nvPr>
        </p:nvGraphicFramePr>
        <p:xfrm>
          <a:off x="1391517" y="10486355"/>
          <a:ext cx="7478931" cy="1068118"/>
        </p:xfrm>
        <a:graphic>
          <a:graphicData uri="http://schemas.openxmlformats.org/drawingml/2006/table">
            <a:tbl>
              <a:tblPr/>
              <a:tblGrid>
                <a:gridCol w="390641"/>
                <a:gridCol w="907423"/>
                <a:gridCol w="2518176"/>
                <a:gridCol w="1111517"/>
                <a:gridCol w="1484875"/>
                <a:gridCol w="1066299"/>
              </a:tblGrid>
              <a:tr h="245158">
                <a:tc gridSpan="6">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교재</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algn="ctr" latinLnBrk="1"/>
                      <a:r>
                        <a:rPr lang="en-US" altLang="ko-KR" sz="800" b="0" dirty="0" smtClean="0">
                          <a:solidFill>
                            <a:schemeClr val="tx1">
                              <a:lumMod val="75000"/>
                              <a:lumOff val="25000"/>
                            </a:schemeClr>
                          </a:solidFill>
                          <a:latin typeface="+mn-ea"/>
                          <a:ea typeface="+mn-ea"/>
                        </a:rPr>
                        <a:t>No</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구분</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교재명</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ISBN</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저자</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출판사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245158">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주교재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기본 일반화학</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9788962184822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Stieven</a:t>
                      </a:r>
                      <a:r>
                        <a:rPr lang="en-US" altLang="ko-KR" sz="800" b="0" baseline="0" dirty="0" smtClean="0">
                          <a:solidFill>
                            <a:schemeClr val="tx1">
                              <a:lumMod val="75000"/>
                              <a:lumOff val="25000"/>
                            </a:schemeClr>
                          </a:solidFill>
                          <a:latin typeface="+mn-ea"/>
                          <a:ea typeface="+mn-ea"/>
                        </a:rPr>
                        <a:t> S. Zumdahl</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CENGAGE</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부교재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생활 화학 개론</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4788962184822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이저자</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대성</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62" name="표 461"/>
          <p:cNvGraphicFramePr>
            <a:graphicFrameLocks noGrp="1"/>
          </p:cNvGraphicFramePr>
          <p:nvPr>
            <p:extLst>
              <p:ext uri="{D42A27DB-BD31-4B8C-83A1-F6EECF244321}">
                <p14:modId xmlns:p14="http://schemas.microsoft.com/office/powerpoint/2010/main" val="530744748"/>
              </p:ext>
            </p:extLst>
          </p:nvPr>
        </p:nvGraphicFramePr>
        <p:xfrm>
          <a:off x="1397887" y="12040719"/>
          <a:ext cx="7472561" cy="274320"/>
        </p:xfrm>
        <a:graphic>
          <a:graphicData uri="http://schemas.openxmlformats.org/drawingml/2006/table">
            <a:tbl>
              <a:tblPr/>
              <a:tblGrid>
                <a:gridCol w="1373277"/>
                <a:gridCol w="6099284"/>
              </a:tblGrid>
              <a:tr h="245158">
                <a:tc>
                  <a:txBody>
                    <a:bodyPr/>
                    <a:lstStyle/>
                    <a:p>
                      <a:pPr algn="l" latinLnBrk="1"/>
                      <a:r>
                        <a:rPr lang="ko-KR" altLang="en-US" sz="800" b="0" dirty="0" smtClean="0">
                          <a:solidFill>
                            <a:schemeClr val="tx1">
                              <a:lumMod val="75000"/>
                              <a:lumOff val="25000"/>
                            </a:schemeClr>
                          </a:solidFill>
                          <a:latin typeface="+mn-ea"/>
                          <a:ea typeface="+mn-ea"/>
                        </a:rPr>
                        <a:t>강의노트</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강의노트</a:t>
                      </a:r>
                      <a:r>
                        <a:rPr lang="en-US" altLang="ko-KR" sz="800" b="0" dirty="0" smtClean="0">
                          <a:solidFill>
                            <a:schemeClr val="tx1">
                              <a:lumMod val="75000"/>
                              <a:lumOff val="25000"/>
                            </a:schemeClr>
                          </a:solidFill>
                          <a:latin typeface="+mn-ea"/>
                          <a:ea typeface="+mn-ea"/>
                        </a:rPr>
                        <a:t>.zip</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64" name="표 463"/>
          <p:cNvGraphicFramePr>
            <a:graphicFrameLocks noGrp="1"/>
          </p:cNvGraphicFramePr>
          <p:nvPr>
            <p:extLst>
              <p:ext uri="{D42A27DB-BD31-4B8C-83A1-F6EECF244321}">
                <p14:modId xmlns:p14="http://schemas.microsoft.com/office/powerpoint/2010/main" val="2679607042"/>
              </p:ext>
            </p:extLst>
          </p:nvPr>
        </p:nvGraphicFramePr>
        <p:xfrm>
          <a:off x="1401043" y="12415142"/>
          <a:ext cx="7469406" cy="274320"/>
        </p:xfrm>
        <a:graphic>
          <a:graphicData uri="http://schemas.openxmlformats.org/drawingml/2006/table">
            <a:tbl>
              <a:tblPr/>
              <a:tblGrid>
                <a:gridCol w="1372698"/>
                <a:gridCol w="6096708"/>
              </a:tblGrid>
              <a:tr h="245158">
                <a:tc>
                  <a:txBody>
                    <a:bodyPr/>
                    <a:lstStyle/>
                    <a:p>
                      <a:pPr algn="l" latinLnBrk="1"/>
                      <a:r>
                        <a:rPr lang="ko-KR" altLang="en-US" sz="800" b="0" dirty="0" smtClean="0">
                          <a:solidFill>
                            <a:schemeClr val="tx1">
                              <a:lumMod val="75000"/>
                              <a:lumOff val="25000"/>
                            </a:schemeClr>
                          </a:solidFill>
                          <a:latin typeface="+mn-ea"/>
                          <a:ea typeface="+mn-ea"/>
                        </a:rPr>
                        <a:t>실습지도 첨부파일</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실습교제</a:t>
                      </a:r>
                      <a:r>
                        <a:rPr lang="en-US" altLang="ko-KR" sz="800" b="0" dirty="0" smtClean="0">
                          <a:solidFill>
                            <a:schemeClr val="tx1">
                              <a:lumMod val="75000"/>
                              <a:lumOff val="25000"/>
                            </a:schemeClr>
                          </a:solidFill>
                          <a:latin typeface="+mn-ea"/>
                          <a:ea typeface="+mn-ea"/>
                        </a:rPr>
                        <a:t>.zip</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66" name="직사각형 465"/>
          <p:cNvSpPr/>
          <p:nvPr/>
        </p:nvSpPr>
        <p:spPr>
          <a:xfrm>
            <a:off x="1318692" y="12650216"/>
            <a:ext cx="6621362" cy="461665"/>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주교재 선정된 경우나 과목 특성에 따라 강의노트가 제공되지 않을 수 있습니다</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과목의 특성에 따라 제공여부가 변경</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취소 혹은 일부 </a:t>
            </a:r>
            <a:r>
              <a:rPr lang="ko-KR" altLang="en-US" sz="800" dirty="0">
                <a:solidFill>
                  <a:schemeClr val="tx1">
                    <a:lumMod val="65000"/>
                    <a:lumOff val="35000"/>
                  </a:schemeClr>
                </a:solidFill>
                <a:latin typeface="+mn-ea"/>
                <a:ea typeface="+mn-ea"/>
              </a:rPr>
              <a:t>차</a:t>
            </a:r>
            <a:r>
              <a:rPr lang="ko-KR" altLang="en-US" sz="800" dirty="0" smtClean="0">
                <a:solidFill>
                  <a:schemeClr val="tx1">
                    <a:lumMod val="65000"/>
                    <a:lumOff val="35000"/>
                  </a:schemeClr>
                </a:solidFill>
                <a:latin typeface="+mn-ea"/>
                <a:ea typeface="+mn-ea"/>
              </a:rPr>
              <a:t>시만 제공될 수 있습니다</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aphicFrame>
        <p:nvGraphicFramePr>
          <p:cNvPr id="467" name="표 466"/>
          <p:cNvGraphicFramePr>
            <a:graphicFrameLocks noGrp="1"/>
          </p:cNvGraphicFramePr>
          <p:nvPr>
            <p:extLst>
              <p:ext uri="{D42A27DB-BD31-4B8C-83A1-F6EECF244321}">
                <p14:modId xmlns:p14="http://schemas.microsoft.com/office/powerpoint/2010/main" val="4167082058"/>
              </p:ext>
            </p:extLst>
          </p:nvPr>
        </p:nvGraphicFramePr>
        <p:xfrm>
          <a:off x="1396851" y="11656962"/>
          <a:ext cx="7469406" cy="274320"/>
        </p:xfrm>
        <a:graphic>
          <a:graphicData uri="http://schemas.openxmlformats.org/drawingml/2006/table">
            <a:tbl>
              <a:tblPr/>
              <a:tblGrid>
                <a:gridCol w="1372698"/>
                <a:gridCol w="6096708"/>
              </a:tblGrid>
              <a:tr h="245158">
                <a:tc>
                  <a:txBody>
                    <a:bodyPr/>
                    <a:lstStyle/>
                    <a:p>
                      <a:pPr algn="l" latinLnBrk="1"/>
                      <a:r>
                        <a:rPr lang="ko-KR" altLang="en-US" sz="800" b="0" dirty="0" smtClean="0">
                          <a:solidFill>
                            <a:schemeClr val="tx1">
                              <a:lumMod val="75000"/>
                              <a:lumOff val="25000"/>
                            </a:schemeClr>
                          </a:solidFill>
                          <a:latin typeface="+mn-ea"/>
                          <a:ea typeface="+mn-ea"/>
                        </a:rPr>
                        <a:t>음성 파일</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음성파일</a:t>
                      </a:r>
                      <a:r>
                        <a:rPr lang="en-US" altLang="ko-KR" sz="800" b="0" dirty="0" smtClean="0">
                          <a:solidFill>
                            <a:schemeClr val="tx1">
                              <a:lumMod val="75000"/>
                              <a:lumOff val="25000"/>
                            </a:schemeClr>
                          </a:solidFill>
                          <a:latin typeface="+mn-ea"/>
                          <a:ea typeface="+mn-ea"/>
                        </a:rPr>
                        <a:t>125.zip</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69" name="Group 37"/>
          <p:cNvGraphicFramePr>
            <a:graphicFrameLocks noGrp="1"/>
          </p:cNvGraphicFramePr>
          <p:nvPr>
            <p:extLst>
              <p:ext uri="{D42A27DB-BD31-4B8C-83A1-F6EECF244321}">
                <p14:modId xmlns:p14="http://schemas.microsoft.com/office/powerpoint/2010/main" val="2793897922"/>
              </p:ext>
            </p:extLst>
          </p:nvPr>
        </p:nvGraphicFramePr>
        <p:xfrm>
          <a:off x="1391517" y="13134067"/>
          <a:ext cx="7478931" cy="490316"/>
        </p:xfrm>
        <a:graphic>
          <a:graphicData uri="http://schemas.openxmlformats.org/drawingml/2006/table">
            <a:tbl>
              <a:tblPr/>
              <a:tblGrid>
                <a:gridCol w="1380558"/>
                <a:gridCol w="6098373"/>
              </a:tblGrid>
              <a:tr h="245158">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평가벙법</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상대 평가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학업성과를 다른 학생과 비교하여 상대적 위치를 평가하는 방식</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bl>
          </a:graphicData>
        </a:graphic>
      </p:graphicFrame>
      <p:graphicFrame>
        <p:nvGraphicFramePr>
          <p:cNvPr id="470" name="Group 37"/>
          <p:cNvGraphicFramePr>
            <a:graphicFrameLocks noGrp="1"/>
          </p:cNvGraphicFramePr>
          <p:nvPr>
            <p:extLst>
              <p:ext uri="{D42A27DB-BD31-4B8C-83A1-F6EECF244321}">
                <p14:modId xmlns:p14="http://schemas.microsoft.com/office/powerpoint/2010/main" val="1293672316"/>
              </p:ext>
            </p:extLst>
          </p:nvPr>
        </p:nvGraphicFramePr>
        <p:xfrm>
          <a:off x="1393935" y="13696573"/>
          <a:ext cx="7466161" cy="980632"/>
        </p:xfrm>
        <a:graphic>
          <a:graphicData uri="http://schemas.openxmlformats.org/drawingml/2006/table">
            <a:tbl>
              <a:tblPr/>
              <a:tblGrid>
                <a:gridCol w="1378201"/>
                <a:gridCol w="760995"/>
                <a:gridCol w="760995"/>
                <a:gridCol w="760995"/>
                <a:gridCol w="760995"/>
                <a:gridCol w="760995"/>
                <a:gridCol w="760995"/>
                <a:gridCol w="760995"/>
                <a:gridCol w="760995"/>
              </a:tblGrid>
              <a:tr h="245158">
                <a:tc gridSpan="9">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평가비율</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a:txBody>
                    <a:bodyPr/>
                    <a:lstStyle/>
                    <a:p>
                      <a:pPr algn="l" latinLnBrk="1"/>
                      <a:r>
                        <a:rPr lang="ko-KR" altLang="en-US" sz="800" b="0" dirty="0" smtClean="0">
                          <a:solidFill>
                            <a:schemeClr val="tx1">
                              <a:lumMod val="75000"/>
                              <a:lumOff val="25000"/>
                            </a:schemeClr>
                          </a:solidFill>
                          <a:latin typeface="+mn-ea"/>
                          <a:ea typeface="+mn-ea"/>
                        </a:rPr>
                        <a:t>평가항목</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기말고사</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출석</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토론</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설문</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세미나</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algn="l" latinLnBrk="1"/>
                      <a:r>
                        <a:rPr lang="ko-KR" altLang="en-US" sz="800" b="0" dirty="0" smtClean="0">
                          <a:solidFill>
                            <a:schemeClr val="tx1">
                              <a:lumMod val="75000"/>
                              <a:lumOff val="25000"/>
                            </a:schemeClr>
                          </a:solidFill>
                          <a:latin typeface="+mn-ea"/>
                          <a:ea typeface="+mn-ea"/>
                        </a:rPr>
                        <a:t>비율 </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10</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5</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l" latinLnBrk="1"/>
                      <a:r>
                        <a:rPr lang="ko-KR" altLang="en-US" sz="800" b="0" dirty="0" smtClean="0">
                          <a:solidFill>
                            <a:schemeClr val="tx1">
                              <a:lumMod val="75000"/>
                              <a:lumOff val="25000"/>
                            </a:schemeClr>
                          </a:solidFill>
                          <a:latin typeface="+mn-ea"/>
                          <a:ea typeface="+mn-ea"/>
                        </a:rPr>
                        <a:t>성적공개여부</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비공개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공개</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71" name="직사각형 470"/>
          <p:cNvSpPr/>
          <p:nvPr/>
        </p:nvSpPr>
        <p:spPr>
          <a:xfrm>
            <a:off x="1328217" y="14651727"/>
            <a:ext cx="6599398" cy="461665"/>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출석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출석 마감일까지 중간</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기말고사를 제외하고 </a:t>
            </a:r>
            <a:r>
              <a:rPr lang="en-US" altLang="ko-KR" sz="800" dirty="0" smtClean="0">
                <a:solidFill>
                  <a:schemeClr val="tx1">
                    <a:lumMod val="65000"/>
                    <a:lumOff val="35000"/>
                  </a:schemeClr>
                </a:solidFill>
                <a:latin typeface="+mn-ea"/>
                <a:ea typeface="+mn-ea"/>
              </a:rPr>
              <a:t>70%</a:t>
            </a:r>
            <a:r>
              <a:rPr lang="ko-KR" altLang="en-US" sz="800" dirty="0" smtClean="0">
                <a:solidFill>
                  <a:schemeClr val="tx1">
                    <a:lumMod val="65000"/>
                    <a:lumOff val="35000"/>
                  </a:schemeClr>
                </a:solidFill>
                <a:latin typeface="+mn-ea"/>
                <a:ea typeface="+mn-ea"/>
              </a:rPr>
              <a:t>이상 수강해야 하며</a:t>
            </a:r>
            <a:r>
              <a:rPr lang="en-US" altLang="ko-KR" sz="800" dirty="0" smtClean="0">
                <a:solidFill>
                  <a:schemeClr val="tx1">
                    <a:lumMod val="65000"/>
                    <a:lumOff val="35000"/>
                  </a:schemeClr>
                </a:solidFill>
                <a:latin typeface="+mn-ea"/>
                <a:ea typeface="+mn-ea"/>
              </a:rPr>
              <a:t>, 70%</a:t>
            </a:r>
            <a:r>
              <a:rPr lang="ko-KR" altLang="en-US" sz="800" dirty="0" smtClean="0">
                <a:solidFill>
                  <a:schemeClr val="tx1">
                    <a:lumMod val="65000"/>
                    <a:lumOff val="35000"/>
                  </a:schemeClr>
                </a:solidFill>
                <a:latin typeface="+mn-ea"/>
                <a:ea typeface="+mn-ea"/>
              </a:rPr>
              <a:t>미만일 경우 </a:t>
            </a:r>
            <a:r>
              <a:rPr lang="en-US" altLang="ko-KR" sz="800" dirty="0" smtClean="0">
                <a:solidFill>
                  <a:schemeClr val="tx1">
                    <a:lumMod val="65000"/>
                    <a:lumOff val="35000"/>
                  </a:schemeClr>
                </a:solidFill>
                <a:latin typeface="+mn-ea"/>
                <a:ea typeface="+mn-ea"/>
              </a:rPr>
              <a:t>F</a:t>
            </a:r>
            <a:r>
              <a:rPr lang="ko-KR" altLang="en-US" sz="800" dirty="0" smtClean="0">
                <a:solidFill>
                  <a:schemeClr val="tx1">
                    <a:lumMod val="65000"/>
                    <a:lumOff val="35000"/>
                  </a:schemeClr>
                </a:solidFill>
                <a:latin typeface="+mn-ea"/>
                <a:ea typeface="+mn-ea"/>
              </a:rPr>
              <a:t>학점</a:t>
            </a:r>
            <a:r>
              <a:rPr lang="en-US" altLang="ko-KR" sz="800" dirty="0" smtClean="0">
                <a:solidFill>
                  <a:schemeClr val="tx1">
                    <a:lumMod val="65000"/>
                    <a:lumOff val="35000"/>
                  </a:schemeClr>
                </a:solidFill>
                <a:latin typeface="+mn-ea"/>
                <a:ea typeface="+mn-ea"/>
              </a:rPr>
              <a:t>(0</a:t>
            </a:r>
            <a:r>
              <a:rPr lang="ko-KR" altLang="en-US" sz="800" dirty="0" smtClean="0">
                <a:solidFill>
                  <a:schemeClr val="tx1">
                    <a:lumMod val="65000"/>
                    <a:lumOff val="35000"/>
                  </a:schemeClr>
                </a:solidFill>
                <a:latin typeface="+mn-ea"/>
                <a:ea typeface="+mn-ea"/>
              </a:rPr>
              <a:t>점</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처리됩니다</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정기시험 </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중간</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기말</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에 모두 미응시 경우 학점</a:t>
            </a:r>
            <a:r>
              <a:rPr lang="en-US" altLang="ko-KR" sz="800" dirty="0" smtClean="0">
                <a:solidFill>
                  <a:schemeClr val="tx1">
                    <a:lumMod val="65000"/>
                    <a:lumOff val="35000"/>
                  </a:schemeClr>
                </a:solidFill>
                <a:latin typeface="+mn-ea"/>
                <a:ea typeface="+mn-ea"/>
              </a:rPr>
              <a:t>(0</a:t>
            </a:r>
            <a:r>
              <a:rPr lang="ko-KR" altLang="en-US" sz="800" dirty="0" smtClean="0">
                <a:solidFill>
                  <a:schemeClr val="tx1">
                    <a:lumMod val="65000"/>
                    <a:lumOff val="35000"/>
                  </a:schemeClr>
                </a:solidFill>
                <a:latin typeface="+mn-ea"/>
                <a:ea typeface="+mn-ea"/>
              </a:rPr>
              <a:t>점</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처리됩니다</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aphicFrame>
        <p:nvGraphicFramePr>
          <p:cNvPr id="501" name="Group 37"/>
          <p:cNvGraphicFramePr>
            <a:graphicFrameLocks noGrp="1"/>
          </p:cNvGraphicFramePr>
          <p:nvPr>
            <p:extLst>
              <p:ext uri="{D42A27DB-BD31-4B8C-83A1-F6EECF244321}">
                <p14:modId xmlns:p14="http://schemas.microsoft.com/office/powerpoint/2010/main" val="3451037140"/>
              </p:ext>
            </p:extLst>
          </p:nvPr>
        </p:nvGraphicFramePr>
        <p:xfrm>
          <a:off x="1398128" y="15117329"/>
          <a:ext cx="7469406" cy="4575954"/>
        </p:xfrm>
        <a:graphic>
          <a:graphicData uri="http://schemas.openxmlformats.org/drawingml/2006/table">
            <a:tbl>
              <a:tblPr/>
              <a:tblGrid>
                <a:gridCol w="1378800"/>
                <a:gridCol w="5179545"/>
                <a:gridCol w="911061"/>
              </a:tblGrid>
              <a:tr h="245158">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주차별 강의내용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45158">
                <a:tc>
                  <a:txBody>
                    <a:bodyPr/>
                    <a:lstStyle/>
                    <a:p>
                      <a:pPr algn="ctr" latinLnBrk="1"/>
                      <a:r>
                        <a:rPr lang="ko-KR" altLang="en-US" sz="800" b="0" dirty="0" smtClean="0">
                          <a:solidFill>
                            <a:schemeClr val="tx1">
                              <a:lumMod val="75000"/>
                              <a:lumOff val="25000"/>
                            </a:schemeClr>
                          </a:solidFill>
                          <a:latin typeface="+mn-ea"/>
                          <a:ea typeface="+mn-ea"/>
                        </a:rPr>
                        <a:t>주차</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강의 내용</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담당교수</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일반화확 개요</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원소</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원자 및 이온</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반응</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조성</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화학에서의 양</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에너지</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현재 원자 이론</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8</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분자구조</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결합</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기체</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액체 및 고체</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산과 염기</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화학 평형</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산화</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환원 반응과 전기 화학</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158">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504" name="모서리가 둥근 직사각형 503"/>
          <p:cNvSpPr/>
          <p:nvPr/>
        </p:nvSpPr>
        <p:spPr>
          <a:xfrm>
            <a:off x="4625765" y="2247151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9" name="직사각형 508"/>
          <p:cNvSpPr/>
          <p:nvPr/>
        </p:nvSpPr>
        <p:spPr>
          <a:xfrm>
            <a:off x="1324025" y="19674233"/>
            <a:ext cx="6603590" cy="276999"/>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강의 내용은 사정에 따라 변경될 수 있습니다</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aphicFrame>
        <p:nvGraphicFramePr>
          <p:cNvPr id="510" name="Group 37"/>
          <p:cNvGraphicFramePr>
            <a:graphicFrameLocks noGrp="1"/>
          </p:cNvGraphicFramePr>
          <p:nvPr>
            <p:extLst>
              <p:ext uri="{D42A27DB-BD31-4B8C-83A1-F6EECF244321}">
                <p14:modId xmlns:p14="http://schemas.microsoft.com/office/powerpoint/2010/main" val="3104336920"/>
              </p:ext>
            </p:extLst>
          </p:nvPr>
        </p:nvGraphicFramePr>
        <p:xfrm>
          <a:off x="1398128" y="19973558"/>
          <a:ext cx="7469408" cy="735474"/>
        </p:xfrm>
        <a:graphic>
          <a:graphicData uri="http://schemas.openxmlformats.org/drawingml/2006/table">
            <a:tbl>
              <a:tblPr/>
              <a:tblGrid>
                <a:gridCol w="1378800"/>
                <a:gridCol w="1522652"/>
                <a:gridCol w="1522652"/>
                <a:gridCol w="1522652"/>
                <a:gridCol w="1522652"/>
              </a:tblGrid>
              <a:tr h="245158">
                <a:tc gridSpan="5">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장애인</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고령자 지원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45158">
                <a:tc rowSpan="2">
                  <a:txBody>
                    <a:bodyPr/>
                    <a:lstStyle/>
                    <a:p>
                      <a:pPr algn="l" latinLnBrk="1">
                        <a:lnSpc>
                          <a:spcPct val="150000"/>
                        </a:lnSpc>
                      </a:pPr>
                      <a:r>
                        <a:rPr lang="ko-KR" altLang="en-US" sz="800" b="0" dirty="0" smtClean="0">
                          <a:solidFill>
                            <a:schemeClr val="tx1">
                              <a:lumMod val="75000"/>
                              <a:lumOff val="25000"/>
                            </a:schemeClr>
                          </a:solidFill>
                          <a:latin typeface="+mn-ea"/>
                          <a:ea typeface="+mn-ea"/>
                        </a:rPr>
                        <a:t>콘텐츠 내</a:t>
                      </a:r>
                      <a:endParaRPr lang="en-US" altLang="ko-KR" sz="800" b="0" dirty="0" smtClean="0">
                        <a:solidFill>
                          <a:schemeClr val="tx1">
                            <a:lumMod val="75000"/>
                            <a:lumOff val="25000"/>
                          </a:schemeClr>
                        </a:solidFill>
                        <a:latin typeface="+mn-ea"/>
                        <a:ea typeface="+mn-ea"/>
                      </a:endParaRPr>
                    </a:p>
                    <a:p>
                      <a:pPr algn="l" latinLnBrk="1">
                        <a:lnSpc>
                          <a:spcPct val="150000"/>
                        </a:lnSpc>
                      </a:pPr>
                      <a:r>
                        <a:rPr lang="ko-KR" altLang="en-US" sz="800" b="0" dirty="0" smtClean="0">
                          <a:solidFill>
                            <a:schemeClr val="tx1">
                              <a:lumMod val="75000"/>
                              <a:lumOff val="25000"/>
                            </a:schemeClr>
                          </a:solidFill>
                          <a:latin typeface="+mn-ea"/>
                          <a:ea typeface="+mn-ea"/>
                        </a:rPr>
                        <a:t>학습지원 기능</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플레이어 단축키</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스크립트</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자막</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재생속도 조절</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1"/>
                  </a:ext>
                </a:extLst>
              </a:tr>
              <a:tr h="245158">
                <a:tc vMerge="1">
                  <a:txBody>
                    <a:bodyPr/>
                    <a:lstStyle/>
                    <a:p>
                      <a:pPr algn="l" latinLnBrk="1"/>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제공</a:t>
                      </a: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513" name="직사각형 512"/>
          <p:cNvSpPr/>
          <p:nvPr/>
        </p:nvSpPr>
        <p:spPr>
          <a:xfrm>
            <a:off x="1324025" y="20690541"/>
            <a:ext cx="6613686" cy="1384995"/>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개발 방식에 따라 일부 주차 혹은 페이지는 제공되지 않을 수 있습니다</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미디어 플레이어 단축키</a:t>
            </a:r>
            <a:endParaRPr lang="en-US" altLang="ko-KR" sz="800" dirty="0" smtClean="0">
              <a:solidFill>
                <a:schemeClr val="tx1">
                  <a:lumMod val="65000"/>
                  <a:lumOff val="35000"/>
                </a:schemeClr>
              </a:solidFill>
              <a:latin typeface="+mn-ea"/>
              <a:ea typeface="+mn-ea"/>
            </a:endParaRP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미디어 일시정지</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재생 </a:t>
            </a:r>
            <a:r>
              <a:rPr lang="en-US" altLang="ko-KR" sz="800" dirty="0" smtClean="0">
                <a:solidFill>
                  <a:schemeClr val="tx1">
                    <a:lumMod val="65000"/>
                    <a:lumOff val="35000"/>
                  </a:schemeClr>
                </a:solidFill>
                <a:latin typeface="+mn-ea"/>
                <a:ea typeface="+mn-ea"/>
              </a:rPr>
              <a:t>: Space Bar</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재생 속도 </a:t>
            </a:r>
            <a:r>
              <a:rPr lang="en-US" altLang="ko-KR" sz="800" dirty="0" smtClean="0">
                <a:solidFill>
                  <a:schemeClr val="tx1">
                    <a:lumMod val="65000"/>
                    <a:lumOff val="35000"/>
                  </a:schemeClr>
                </a:solidFill>
                <a:latin typeface="+mn-ea"/>
                <a:ea typeface="+mn-ea"/>
              </a:rPr>
              <a:t>: Z (1</a:t>
            </a:r>
            <a:r>
              <a:rPr lang="ko-KR" altLang="en-US" sz="800" dirty="0" smtClean="0">
                <a:solidFill>
                  <a:schemeClr val="tx1">
                    <a:lumMod val="65000"/>
                    <a:lumOff val="35000"/>
                  </a:schemeClr>
                </a:solidFill>
                <a:latin typeface="+mn-ea"/>
                <a:ea typeface="+mn-ea"/>
              </a:rPr>
              <a:t>배속</a:t>
            </a:r>
            <a:r>
              <a:rPr lang="en-US" altLang="ko-KR" sz="800" dirty="0" smtClean="0">
                <a:solidFill>
                  <a:schemeClr val="tx1">
                    <a:lumMod val="65000"/>
                    <a:lumOff val="35000"/>
                  </a:schemeClr>
                </a:solidFill>
                <a:latin typeface="+mn-ea"/>
                <a:ea typeface="+mn-ea"/>
              </a:rPr>
              <a:t>), X (</a:t>
            </a:r>
            <a:r>
              <a:rPr lang="ko-KR" altLang="en-US" sz="800" dirty="0" smtClean="0">
                <a:solidFill>
                  <a:schemeClr val="tx1">
                    <a:lumMod val="65000"/>
                    <a:lumOff val="35000"/>
                  </a:schemeClr>
                </a:solidFill>
                <a:latin typeface="+mn-ea"/>
                <a:ea typeface="+mn-ea"/>
              </a:rPr>
              <a:t>느리게</a:t>
            </a:r>
            <a:r>
              <a:rPr lang="en-US" altLang="ko-KR" sz="800" dirty="0" smtClean="0">
                <a:solidFill>
                  <a:schemeClr val="tx1">
                    <a:lumMod val="65000"/>
                    <a:lumOff val="35000"/>
                  </a:schemeClr>
                </a:solidFill>
                <a:latin typeface="+mn-ea"/>
                <a:ea typeface="+mn-ea"/>
              </a:rPr>
              <a:t>), C (</a:t>
            </a:r>
            <a:r>
              <a:rPr lang="ko-KR" altLang="en-US" sz="800" dirty="0" smtClean="0">
                <a:solidFill>
                  <a:schemeClr val="tx1">
                    <a:lumMod val="65000"/>
                    <a:lumOff val="35000"/>
                  </a:schemeClr>
                </a:solidFill>
                <a:latin typeface="+mn-ea"/>
                <a:ea typeface="+mn-ea"/>
              </a:rPr>
              <a:t>빠르게</a:t>
            </a:r>
            <a:r>
              <a:rPr lang="en-US" altLang="ko-KR" sz="800" dirty="0" smtClean="0">
                <a:solidFill>
                  <a:schemeClr val="tx1">
                    <a:lumMod val="65000"/>
                    <a:lumOff val="35000"/>
                  </a:schemeClr>
                </a:solidFill>
                <a:latin typeface="+mn-ea"/>
                <a:ea typeface="+mn-ea"/>
              </a:rPr>
              <a:t>) </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볼륨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위쪽 방향키 </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크게</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아래쪽 방향키 </a:t>
            </a:r>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작게</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이동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왼쪽 방향키 </a:t>
            </a:r>
            <a:r>
              <a:rPr lang="en-US" altLang="ko-KR" sz="800" dirty="0" smtClean="0">
                <a:solidFill>
                  <a:schemeClr val="tx1">
                    <a:lumMod val="65000"/>
                    <a:lumOff val="35000"/>
                  </a:schemeClr>
                </a:solidFill>
                <a:latin typeface="+mn-ea"/>
                <a:ea typeface="+mn-ea"/>
              </a:rPr>
              <a:t>(10</a:t>
            </a:r>
            <a:r>
              <a:rPr lang="ko-KR" altLang="en-US" sz="800" dirty="0" smtClean="0">
                <a:solidFill>
                  <a:schemeClr val="tx1">
                    <a:lumMod val="65000"/>
                    <a:lumOff val="35000"/>
                  </a:schemeClr>
                </a:solidFill>
                <a:latin typeface="+mn-ea"/>
                <a:ea typeface="+mn-ea"/>
              </a:rPr>
              <a:t>초 전</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오른쪽 방향키 </a:t>
            </a:r>
            <a:r>
              <a:rPr lang="en-US" altLang="ko-KR" sz="800" dirty="0" smtClean="0">
                <a:solidFill>
                  <a:schemeClr val="tx1">
                    <a:lumMod val="65000"/>
                    <a:lumOff val="35000"/>
                  </a:schemeClr>
                </a:solidFill>
                <a:latin typeface="+mn-ea"/>
                <a:ea typeface="+mn-ea"/>
              </a:rPr>
              <a:t>(10</a:t>
            </a:r>
            <a:r>
              <a:rPr lang="ko-KR" altLang="en-US" sz="800" dirty="0" smtClean="0">
                <a:solidFill>
                  <a:schemeClr val="tx1">
                    <a:lumMod val="65000"/>
                    <a:lumOff val="35000"/>
                  </a:schemeClr>
                </a:solidFill>
                <a:latin typeface="+mn-ea"/>
                <a:ea typeface="+mn-ea"/>
              </a:rPr>
              <a:t>초 후</a:t>
            </a:r>
            <a:r>
              <a:rPr lang="en-US" altLang="ko-KR" sz="800" dirty="0" smtClean="0">
                <a:solidFill>
                  <a:schemeClr val="tx1">
                    <a:lumMod val="65000"/>
                    <a:lumOff val="35000"/>
                  </a:schemeClr>
                </a:solidFill>
                <a:latin typeface="+mn-ea"/>
                <a:ea typeface="+mn-ea"/>
              </a:rPr>
              <a:t>)</a:t>
            </a:r>
          </a:p>
          <a:p>
            <a:pPr>
              <a:lnSpc>
                <a:spcPct val="150000"/>
              </a:lnSpc>
            </a:pP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전체 화면 </a:t>
            </a:r>
            <a:r>
              <a:rPr lang="en-US" altLang="ko-KR" sz="800" dirty="0" smtClean="0">
                <a:solidFill>
                  <a:schemeClr val="tx1">
                    <a:lumMod val="65000"/>
                    <a:lumOff val="35000"/>
                  </a:schemeClr>
                </a:solidFill>
                <a:latin typeface="+mn-ea"/>
                <a:ea typeface="+mn-ea"/>
              </a:rPr>
              <a:t>: F</a:t>
            </a:r>
            <a:endParaRPr lang="ko-KR" altLang="en-US" sz="800" dirty="0">
              <a:solidFill>
                <a:schemeClr val="tx1">
                  <a:lumMod val="65000"/>
                  <a:lumOff val="35000"/>
                </a:schemeClr>
              </a:solidFill>
              <a:latin typeface="+mn-ea"/>
              <a:ea typeface="+mn-ea"/>
            </a:endParaRPr>
          </a:p>
        </p:txBody>
      </p:sp>
      <p:graphicFrame>
        <p:nvGraphicFramePr>
          <p:cNvPr id="514" name="Group 37"/>
          <p:cNvGraphicFramePr>
            <a:graphicFrameLocks noGrp="1"/>
          </p:cNvGraphicFramePr>
          <p:nvPr>
            <p:extLst>
              <p:ext uri="{D42A27DB-BD31-4B8C-83A1-F6EECF244321}">
                <p14:modId xmlns:p14="http://schemas.microsoft.com/office/powerpoint/2010/main" val="3932114542"/>
              </p:ext>
            </p:extLst>
          </p:nvPr>
        </p:nvGraphicFramePr>
        <p:xfrm>
          <a:off x="1403464" y="22043651"/>
          <a:ext cx="7464070" cy="274320"/>
        </p:xfrm>
        <a:graphic>
          <a:graphicData uri="http://schemas.openxmlformats.org/drawingml/2006/table">
            <a:tbl>
              <a:tblPr/>
              <a:tblGrid>
                <a:gridCol w="1377815"/>
                <a:gridCol w="6086255"/>
              </a:tblGrid>
              <a:tr h="245158">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 지원</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온라인 시험 시간 연장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단</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담당교수의 운영방침에 따라 부여되지 않을 수 있습니다</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bl>
          </a:graphicData>
        </a:graphic>
      </p:graphicFrame>
      <p:cxnSp>
        <p:nvCxnSpPr>
          <p:cNvPr id="515" name="꺾인 연결선 514"/>
          <p:cNvCxnSpPr>
            <a:stCxn id="444" idx="2"/>
            <a:endCxn id="450" idx="0"/>
          </p:cNvCxnSpPr>
          <p:nvPr/>
        </p:nvCxnSpPr>
        <p:spPr>
          <a:xfrm rot="5400000">
            <a:off x="5024463" y="3167779"/>
            <a:ext cx="283998" cy="77061"/>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16" name="그룹 515"/>
          <p:cNvGrpSpPr/>
          <p:nvPr/>
        </p:nvGrpSpPr>
        <p:grpSpPr>
          <a:xfrm>
            <a:off x="4664968" y="2868905"/>
            <a:ext cx="234360" cy="200055"/>
            <a:chOff x="1152270" y="11706839"/>
            <a:chExt cx="234360" cy="200055"/>
          </a:xfrm>
        </p:grpSpPr>
        <p:sp>
          <p:nvSpPr>
            <p:cNvPr id="520" name="모서리가 둥근 직사각형 5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1" name="직사각형 52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63" name="모서리가 둥근 직사각형 462"/>
          <p:cNvSpPr/>
          <p:nvPr/>
        </p:nvSpPr>
        <p:spPr>
          <a:xfrm>
            <a:off x="8061945" y="11709920"/>
            <a:ext cx="720000" cy="1728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다운로드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65" name="모서리가 둥근 직사각형 464"/>
          <p:cNvSpPr/>
          <p:nvPr/>
        </p:nvSpPr>
        <p:spPr>
          <a:xfrm>
            <a:off x="8065100" y="12463699"/>
            <a:ext cx="720000" cy="1728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다운로드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68" name="모서리가 둥근 직사각형 467"/>
          <p:cNvSpPr/>
          <p:nvPr/>
        </p:nvSpPr>
        <p:spPr>
          <a:xfrm>
            <a:off x="8060908" y="12094134"/>
            <a:ext cx="720000" cy="1728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다운로드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32" name="그룹 431"/>
          <p:cNvGrpSpPr/>
          <p:nvPr/>
        </p:nvGrpSpPr>
        <p:grpSpPr>
          <a:xfrm>
            <a:off x="5640844" y="2041798"/>
            <a:ext cx="2994089" cy="162517"/>
            <a:chOff x="6384100" y="2032273"/>
            <a:chExt cx="2994089" cy="162517"/>
          </a:xfrm>
        </p:grpSpPr>
        <p:sp>
          <p:nvSpPr>
            <p:cNvPr id="433" name="직사각형 43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34" name="순서도: 대체 처리 43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36" name="직사각형 435"/>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42" name="순서도: 대체 처리 441"/>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44" name="순서도: 대체 처리 443"/>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45" name="순서도: 대체 처리 444"/>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446" name="TextBox 445"/>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22" name="그룹 521"/>
          <p:cNvGrpSpPr/>
          <p:nvPr/>
        </p:nvGrpSpPr>
        <p:grpSpPr>
          <a:xfrm>
            <a:off x="507554" y="1602349"/>
            <a:ext cx="3075218" cy="252000"/>
            <a:chOff x="507554" y="1537742"/>
            <a:chExt cx="3075218" cy="252000"/>
          </a:xfrm>
        </p:grpSpPr>
        <p:pic>
          <p:nvPicPr>
            <p:cNvPr id="523"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24" name="그룹 523"/>
            <p:cNvGrpSpPr/>
            <p:nvPr/>
          </p:nvGrpSpPr>
          <p:grpSpPr>
            <a:xfrm>
              <a:off x="2288704" y="1581175"/>
              <a:ext cx="1294068" cy="166725"/>
              <a:chOff x="2288704" y="1581175"/>
              <a:chExt cx="1294068" cy="166725"/>
            </a:xfrm>
          </p:grpSpPr>
          <p:sp>
            <p:nvSpPr>
              <p:cNvPr id="525" name="직사각형 524"/>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26" name="직사각형 525"/>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27" name="자유형 526"/>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2189947268"/>
      </p:ext>
    </p:extLst>
  </p:cSld>
  <p:clrMapOvr>
    <a:masterClrMapping/>
  </p:clrMapOvr>
  <p:transition>
    <p:wipe dir="r"/>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KNOU_UI_C02020300_01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평가비중</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83</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15" name="그룹 14"/>
          <p:cNvGrpSpPr/>
          <p:nvPr/>
        </p:nvGrpSpPr>
        <p:grpSpPr>
          <a:xfrm>
            <a:off x="579562" y="2166658"/>
            <a:ext cx="1384958" cy="5317057"/>
            <a:chOff x="579562" y="2166658"/>
            <a:chExt cx="1384958" cy="5317057"/>
          </a:xfrm>
        </p:grpSpPr>
        <p:grpSp>
          <p:nvGrpSpPr>
            <p:cNvPr id="236" name="그룹 235"/>
            <p:cNvGrpSpPr/>
            <p:nvPr/>
          </p:nvGrpSpPr>
          <p:grpSpPr>
            <a:xfrm>
              <a:off x="629956" y="3318264"/>
              <a:ext cx="1188000" cy="180000"/>
              <a:chOff x="666428" y="3785432"/>
              <a:chExt cx="1188000" cy="180000"/>
            </a:xfrm>
          </p:grpSpPr>
          <p:sp>
            <p:nvSpPr>
              <p:cNvPr id="237" name="모서리가 둥근 직사각형 2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568824"/>
              <a:ext cx="1188000" cy="180000"/>
              <a:chOff x="666428" y="4310612"/>
              <a:chExt cx="1188000" cy="180000"/>
            </a:xfrm>
          </p:grpSpPr>
          <p:sp>
            <p:nvSpPr>
              <p:cNvPr id="243" name="모서리가 둥근 직사각형 24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29955" y="3042501"/>
              <a:ext cx="1188000" cy="180000"/>
              <a:chOff x="666427" y="3266516"/>
              <a:chExt cx="1188000" cy="180000"/>
            </a:xfrm>
          </p:grpSpPr>
          <p:sp>
            <p:nvSpPr>
              <p:cNvPr id="246" name="모서리가 둥근 직사각형 24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3854780"/>
              <a:ext cx="1188000" cy="180000"/>
              <a:chOff x="666428" y="4570824"/>
              <a:chExt cx="1188000" cy="180000"/>
            </a:xfrm>
          </p:grpSpPr>
          <p:sp>
            <p:nvSpPr>
              <p:cNvPr id="249" name="모서리가 둥근 직사각형 24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6" y="5316875"/>
              <a:ext cx="1188000" cy="180000"/>
              <a:chOff x="666428" y="5096004"/>
              <a:chExt cx="1188000" cy="180000"/>
            </a:xfrm>
          </p:grpSpPr>
          <p:sp>
            <p:nvSpPr>
              <p:cNvPr id="252" name="모서리가 둥근 직사각형 25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34148" y="5634789"/>
              <a:ext cx="1188000" cy="180000"/>
              <a:chOff x="666428" y="3785432"/>
              <a:chExt cx="1188000" cy="180000"/>
            </a:xfrm>
          </p:grpSpPr>
          <p:sp>
            <p:nvSpPr>
              <p:cNvPr id="269" name="모서리가 둥근 직사각형 26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9" name="그룹 288"/>
            <p:cNvGrpSpPr/>
            <p:nvPr/>
          </p:nvGrpSpPr>
          <p:grpSpPr>
            <a:xfrm>
              <a:off x="631150" y="4135825"/>
              <a:ext cx="1188000" cy="180000"/>
              <a:chOff x="666428" y="4570824"/>
              <a:chExt cx="1188000" cy="180000"/>
            </a:xfrm>
          </p:grpSpPr>
          <p:sp>
            <p:nvSpPr>
              <p:cNvPr id="290" name="모서리가 둥근 직사각형 2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92" name="그룹 291"/>
            <p:cNvGrpSpPr/>
            <p:nvPr/>
          </p:nvGrpSpPr>
          <p:grpSpPr>
            <a:xfrm>
              <a:off x="629956" y="4423395"/>
              <a:ext cx="1188000" cy="180000"/>
              <a:chOff x="666428" y="4310612"/>
              <a:chExt cx="1188000" cy="180000"/>
            </a:xfrm>
          </p:grpSpPr>
          <p:sp>
            <p:nvSpPr>
              <p:cNvPr id="293" name="모서리가 둥근 직사각형 29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9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6" name="TextBox 26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7" name="그룹 636"/>
            <p:cNvGrpSpPr/>
            <p:nvPr/>
          </p:nvGrpSpPr>
          <p:grpSpPr>
            <a:xfrm>
              <a:off x="632520" y="4723068"/>
              <a:ext cx="1188000" cy="180000"/>
              <a:chOff x="666428" y="4310612"/>
              <a:chExt cx="1188000" cy="180000"/>
            </a:xfrm>
          </p:grpSpPr>
          <p:sp>
            <p:nvSpPr>
              <p:cNvPr id="638" name="모서리가 둥근 직사각형 63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39"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17" name="그룹 716"/>
            <p:cNvGrpSpPr/>
            <p:nvPr/>
          </p:nvGrpSpPr>
          <p:grpSpPr>
            <a:xfrm>
              <a:off x="632520" y="2752353"/>
              <a:ext cx="1332000" cy="180000"/>
              <a:chOff x="666427" y="3266516"/>
              <a:chExt cx="1332000" cy="180000"/>
            </a:xfrm>
          </p:grpSpPr>
          <p:sp>
            <p:nvSpPr>
              <p:cNvPr id="718" name="모서리가 둥근 직사각형 71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2" name="그룹 341"/>
            <p:cNvGrpSpPr/>
            <p:nvPr/>
          </p:nvGrpSpPr>
          <p:grpSpPr>
            <a:xfrm>
              <a:off x="632520" y="5005767"/>
              <a:ext cx="1188000" cy="180000"/>
              <a:chOff x="666428" y="4310612"/>
              <a:chExt cx="1188000" cy="180000"/>
            </a:xfrm>
          </p:grpSpPr>
          <p:sp>
            <p:nvSpPr>
              <p:cNvPr id="344" name="모서리가 둥근 직사각형 34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53"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32520" y="6227787"/>
              <a:ext cx="1188000" cy="180000"/>
              <a:chOff x="666428" y="3785432"/>
              <a:chExt cx="1188000" cy="180000"/>
            </a:xfrm>
          </p:grpSpPr>
          <p:sp>
            <p:nvSpPr>
              <p:cNvPr id="572" name="모서리가 둥근 직사각형 57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32520" y="6487872"/>
              <a:ext cx="1188000" cy="180000"/>
              <a:chOff x="666428" y="4310612"/>
              <a:chExt cx="1188000" cy="180000"/>
            </a:xfrm>
          </p:grpSpPr>
          <p:sp>
            <p:nvSpPr>
              <p:cNvPr id="575" name="모서리가 둥근 직사각형 5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7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32520" y="6773828"/>
              <a:ext cx="1188000" cy="180000"/>
              <a:chOff x="666428" y="4570824"/>
              <a:chExt cx="1188000" cy="180000"/>
            </a:xfrm>
          </p:grpSpPr>
          <p:sp>
            <p:nvSpPr>
              <p:cNvPr id="580" name="모서리가 둥근 직사각형 5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8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32520" y="7053155"/>
              <a:ext cx="1188000" cy="180000"/>
              <a:chOff x="666428" y="3785432"/>
              <a:chExt cx="1188000" cy="180000"/>
            </a:xfrm>
          </p:grpSpPr>
          <p:sp>
            <p:nvSpPr>
              <p:cNvPr id="635" name="모서리가 둥근 직사각형 63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7303715"/>
              <a:ext cx="1224000" cy="180000"/>
              <a:chOff x="666428" y="4310612"/>
              <a:chExt cx="1224000" cy="180000"/>
            </a:xfrm>
          </p:grpSpPr>
          <p:sp>
            <p:nvSpPr>
              <p:cNvPr id="641" name="모서리가 둥근 직사각형 640"/>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4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8" name="그룹 647"/>
            <p:cNvGrpSpPr/>
            <p:nvPr/>
          </p:nvGrpSpPr>
          <p:grpSpPr>
            <a:xfrm>
              <a:off x="622995" y="5922821"/>
              <a:ext cx="1188000" cy="180000"/>
              <a:chOff x="666427" y="3266516"/>
              <a:chExt cx="1188000" cy="180000"/>
            </a:xfrm>
          </p:grpSpPr>
          <p:sp>
            <p:nvSpPr>
              <p:cNvPr id="649" name="모서리가 둥근 직사각형 64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5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3793311122"/>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435837119"/>
              </p:ext>
            </p:extLst>
          </p:nvPr>
        </p:nvGraphicFramePr>
        <p:xfrm>
          <a:off x="9499029" y="1494927"/>
          <a:ext cx="1404156" cy="71178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평가비중 레이어팝업</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평가비중 비율</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강의계획서 등록시 설정</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각 학습 요소별 평가 비율 확인</a:t>
                      </a:r>
                      <a:endParaRPr lang="en-US" altLang="ko-KR" sz="800" kern="1200" dirty="0" smtClean="0">
                        <a:solidFill>
                          <a:schemeClr val="tx1">
                            <a:lumMod val="75000"/>
                            <a:lumOff val="25000"/>
                          </a:schemeClr>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rgbClr val="0070C0"/>
                          </a:solidFill>
                          <a:latin typeface="+mn-lt"/>
                          <a:ea typeface="+mn-ea"/>
                          <a:cs typeface="+mn-cs"/>
                        </a:rPr>
                        <a:t>평가비율이 없는 학습요소는 버튼 숨김</a:t>
                      </a: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715172" y="6346636"/>
            <a:ext cx="1497238" cy="215444"/>
            <a:chOff x="6484338" y="6346636"/>
            <a:chExt cx="1497238" cy="215444"/>
          </a:xfrm>
        </p:grpSpPr>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481" name="그룹 480"/>
          <p:cNvGrpSpPr/>
          <p:nvPr/>
        </p:nvGrpSpPr>
        <p:grpSpPr>
          <a:xfrm>
            <a:off x="7797368" y="9205078"/>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739555" y="9211444"/>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238" y="9177287"/>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443" name="직사각형 442"/>
          <p:cNvSpPr/>
          <p:nvPr/>
        </p:nvSpPr>
        <p:spPr>
          <a:xfrm>
            <a:off x="3480057" y="4043188"/>
            <a:ext cx="1800000" cy="216000"/>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tx1">
                    <a:lumMod val="75000"/>
                    <a:lumOff val="25000"/>
                  </a:schemeClr>
                </a:solidFill>
                <a:latin typeface="+mn-ea"/>
              </a:rPr>
              <a:t>샘플</a:t>
            </a:r>
            <a:endParaRPr lang="ko-KR" altLang="en-US" sz="800" b="1" dirty="0">
              <a:solidFill>
                <a:schemeClr val="tx1">
                  <a:lumMod val="75000"/>
                  <a:lumOff val="25000"/>
                </a:schemeClr>
              </a:solidFill>
              <a:latin typeface="+mn-ea"/>
            </a:endParaRPr>
          </a:p>
        </p:txBody>
      </p:sp>
      <p:grpSp>
        <p:nvGrpSpPr>
          <p:cNvPr id="409" name="그룹 408"/>
          <p:cNvGrpSpPr/>
          <p:nvPr/>
        </p:nvGrpSpPr>
        <p:grpSpPr>
          <a:xfrm>
            <a:off x="1346130" y="3500287"/>
            <a:ext cx="7567310" cy="2160961"/>
            <a:chOff x="1100571" y="3168288"/>
            <a:chExt cx="7567310" cy="2160961"/>
          </a:xfrm>
        </p:grpSpPr>
        <p:sp>
          <p:nvSpPr>
            <p:cNvPr id="415" name="직사각형 414"/>
            <p:cNvSpPr/>
            <p:nvPr/>
          </p:nvSpPr>
          <p:spPr>
            <a:xfrm>
              <a:off x="1100571" y="3176972"/>
              <a:ext cx="7563074" cy="2152277"/>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2" name="직사각형 431"/>
            <p:cNvSpPr/>
            <p:nvPr/>
          </p:nvSpPr>
          <p:spPr>
            <a:xfrm>
              <a:off x="1100572" y="3168288"/>
              <a:ext cx="7563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3" name="직사각형 432"/>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평가비중</a:t>
              </a:r>
              <a:endParaRPr lang="ko-KR" altLang="en-US" sz="800" b="1" dirty="0">
                <a:solidFill>
                  <a:schemeClr val="bg1"/>
                </a:solidFill>
                <a:latin typeface="+mn-ea"/>
                <a:ea typeface="+mn-ea"/>
              </a:endParaRPr>
            </a:p>
          </p:txBody>
        </p:sp>
        <p:sp>
          <p:nvSpPr>
            <p:cNvPr id="434" name="직사각형 433"/>
            <p:cNvSpPr/>
            <p:nvPr/>
          </p:nvSpPr>
          <p:spPr>
            <a:xfrm>
              <a:off x="8399859"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36" name="모서리가 둥근 직사각형 435"/>
          <p:cNvSpPr/>
          <p:nvPr/>
        </p:nvSpPr>
        <p:spPr>
          <a:xfrm>
            <a:off x="4625765" y="523716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2" name="직사각형 441"/>
          <p:cNvSpPr/>
          <p:nvPr/>
        </p:nvSpPr>
        <p:spPr>
          <a:xfrm>
            <a:off x="1373820" y="3804456"/>
            <a:ext cx="1335622"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평가비중 </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강의계획서</a:t>
            </a:r>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p:txBody>
      </p:sp>
      <p:sp>
        <p:nvSpPr>
          <p:cNvPr id="444" name="모서리가 둥근 직사각형 443"/>
          <p:cNvSpPr/>
          <p:nvPr/>
        </p:nvSpPr>
        <p:spPr>
          <a:xfrm>
            <a:off x="3903473" y="4732506"/>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 과제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5" name="모서리가 둥근 직사각형 444"/>
          <p:cNvSpPr/>
          <p:nvPr/>
        </p:nvSpPr>
        <p:spPr>
          <a:xfrm>
            <a:off x="4889891" y="4739935"/>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토론</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6" name="모서리가 둥근 직사각형 445"/>
          <p:cNvSpPr/>
          <p:nvPr/>
        </p:nvSpPr>
        <p:spPr>
          <a:xfrm>
            <a:off x="5876900" y="4739935"/>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퀴즈</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7" name="모서리가 둥근 직사각형 446"/>
          <p:cNvSpPr/>
          <p:nvPr/>
        </p:nvSpPr>
        <p:spPr>
          <a:xfrm>
            <a:off x="6870414" y="4739935"/>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설</a:t>
            </a:r>
            <a:r>
              <a:rPr lang="ko-KR" altLang="en-US" sz="800" dirty="0">
                <a:solidFill>
                  <a:schemeClr val="bg1"/>
                </a:solidFill>
                <a:latin typeface="맑은 고딕" panose="020B0503020000020004" pitchFamily="50" charset="-127"/>
                <a:ea typeface="맑은 고딕" panose="020B0503020000020004" pitchFamily="50" charset="-127"/>
              </a:rPr>
              <a:t>문</a:t>
            </a:r>
          </a:p>
        </p:txBody>
      </p:sp>
      <p:grpSp>
        <p:nvGrpSpPr>
          <p:cNvPr id="449" name="그룹 448"/>
          <p:cNvGrpSpPr/>
          <p:nvPr/>
        </p:nvGrpSpPr>
        <p:grpSpPr>
          <a:xfrm>
            <a:off x="3681953" y="4736409"/>
            <a:ext cx="234360" cy="200055"/>
            <a:chOff x="1152270" y="11716364"/>
            <a:chExt cx="234360" cy="200055"/>
          </a:xfrm>
        </p:grpSpPr>
        <p:sp>
          <p:nvSpPr>
            <p:cNvPr id="450" name="모서리가 둥근 직사각형 4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1" name="직사각형 45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452" name="모서리가 둥근 직사각형 451"/>
          <p:cNvSpPr/>
          <p:nvPr/>
        </p:nvSpPr>
        <p:spPr>
          <a:xfrm>
            <a:off x="7855024" y="4733107"/>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세미나</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53" name="표 452"/>
          <p:cNvGraphicFramePr>
            <a:graphicFrameLocks noGrp="1"/>
          </p:cNvGraphicFramePr>
          <p:nvPr>
            <p:extLst>
              <p:ext uri="{D42A27DB-BD31-4B8C-83A1-F6EECF244321}">
                <p14:modId xmlns:p14="http://schemas.microsoft.com/office/powerpoint/2010/main" val="3975198324"/>
              </p:ext>
            </p:extLst>
          </p:nvPr>
        </p:nvGraphicFramePr>
        <p:xfrm>
          <a:off x="1474403" y="4024964"/>
          <a:ext cx="7289762" cy="571000"/>
        </p:xfrm>
        <a:graphic>
          <a:graphicData uri="http://schemas.openxmlformats.org/drawingml/2006/table">
            <a:tbl>
              <a:tblPr firstRow="1" bandRow="1">
                <a:tableStyleId>{5C22544A-7EE6-4342-B048-85BDC9FD1C3A}</a:tableStyleId>
              </a:tblPr>
              <a:tblGrid>
                <a:gridCol w="844554"/>
                <a:gridCol w="805651"/>
                <a:gridCol w="805651"/>
                <a:gridCol w="805651"/>
                <a:gridCol w="805651"/>
                <a:gridCol w="805651"/>
                <a:gridCol w="805651"/>
                <a:gridCol w="805651"/>
                <a:gridCol w="805651"/>
              </a:tblGrid>
              <a:tr h="285500">
                <a:tc>
                  <a:txBody>
                    <a:bodyPr/>
                    <a:lstStyle/>
                    <a:p>
                      <a:pPr algn="l" latinLnBrk="1"/>
                      <a:r>
                        <a:rPr lang="ko-KR" altLang="en-US" sz="800" b="0" dirty="0" smtClean="0">
                          <a:solidFill>
                            <a:schemeClr val="tx1">
                              <a:lumMod val="75000"/>
                              <a:lumOff val="25000"/>
                            </a:schemeClr>
                          </a:solidFill>
                          <a:latin typeface="+mn-ea"/>
                          <a:ea typeface="+mn-ea"/>
                        </a:rPr>
                        <a:t>평가항목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출석</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r>
              <a:tr h="285500">
                <a:tc>
                  <a:txBody>
                    <a:bodyPr/>
                    <a:lstStyle/>
                    <a:p>
                      <a:pPr algn="l"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cxnSp>
        <p:nvCxnSpPr>
          <p:cNvPr id="454" name="꺾인 연결선 453"/>
          <p:cNvCxnSpPr>
            <a:stCxn id="489" idx="2"/>
            <a:endCxn id="432" idx="0"/>
          </p:cNvCxnSpPr>
          <p:nvPr/>
        </p:nvCxnSpPr>
        <p:spPr>
          <a:xfrm rot="5400000">
            <a:off x="5284880" y="2904562"/>
            <a:ext cx="438776" cy="752674"/>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55" name="그룹 454"/>
          <p:cNvGrpSpPr/>
          <p:nvPr/>
        </p:nvGrpSpPr>
        <p:grpSpPr>
          <a:xfrm>
            <a:off x="5770185" y="3030860"/>
            <a:ext cx="234360" cy="200055"/>
            <a:chOff x="1152270" y="11706839"/>
            <a:chExt cx="234360" cy="200055"/>
          </a:xfrm>
        </p:grpSpPr>
        <p:sp>
          <p:nvSpPr>
            <p:cNvPr id="456" name="모서리가 둥근 직사각형 45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8" name="직사각형 45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60" name="그룹 459"/>
          <p:cNvGrpSpPr/>
          <p:nvPr/>
        </p:nvGrpSpPr>
        <p:grpSpPr>
          <a:xfrm>
            <a:off x="1262256" y="3979849"/>
            <a:ext cx="234360" cy="200055"/>
            <a:chOff x="1152270" y="11706839"/>
            <a:chExt cx="234360" cy="200055"/>
          </a:xfrm>
        </p:grpSpPr>
        <p:sp>
          <p:nvSpPr>
            <p:cNvPr id="461" name="모서리가 둥근 직사각형 4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2" name="직사각형 46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63" name="직사각형 462"/>
          <p:cNvSpPr/>
          <p:nvPr/>
        </p:nvSpPr>
        <p:spPr>
          <a:xfrm>
            <a:off x="3866689" y="4689674"/>
            <a:ext cx="4958787" cy="267452"/>
          </a:xfrm>
          <a:prstGeom prst="rect">
            <a:avLst/>
          </a:prstGeom>
          <a:noFill/>
          <a:ln w="31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64" name="모서리가 둥근 직사각형 463"/>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65" name="모서리가 둥근 직사각형 464"/>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66" name="모서리가 둥근 직사각형 465"/>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467" name="모서리가 둥근 직사각형 466"/>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468" name="직사각형 467"/>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09" name="순서도: 대체 처리 508"/>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10" name="직사각형 509"/>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13" name="순서도: 대체 처리 512"/>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476" name="그룹 475"/>
          <p:cNvGrpSpPr/>
          <p:nvPr/>
        </p:nvGrpSpPr>
        <p:grpSpPr>
          <a:xfrm>
            <a:off x="5640844" y="2041798"/>
            <a:ext cx="2994089" cy="162517"/>
            <a:chOff x="6384100" y="2032273"/>
            <a:chExt cx="2994089" cy="162517"/>
          </a:xfrm>
        </p:grpSpPr>
        <p:sp>
          <p:nvSpPr>
            <p:cNvPr id="477" name="직사각형 476"/>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78" name="순서도: 대체 처리 477"/>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79" name="직사각형 478"/>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80" name="순서도: 대체 처리 47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88" name="순서도: 대체 처리 487"/>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89" name="순서도: 대체 처리 488"/>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14" name="순서도: 대체 처리 513"/>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15" name="순서도: 대체 처리 514"/>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16" name="사각형 설명선 515"/>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20" name="사각형 설명선 519"/>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521" name="TextBox 520"/>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22" name="그룹 521"/>
          <p:cNvGrpSpPr/>
          <p:nvPr/>
        </p:nvGrpSpPr>
        <p:grpSpPr>
          <a:xfrm>
            <a:off x="507554" y="1602349"/>
            <a:ext cx="3075218" cy="252000"/>
            <a:chOff x="507554" y="1537742"/>
            <a:chExt cx="3075218" cy="252000"/>
          </a:xfrm>
        </p:grpSpPr>
        <p:pic>
          <p:nvPicPr>
            <p:cNvPr id="523"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24" name="그룹 523"/>
            <p:cNvGrpSpPr/>
            <p:nvPr/>
          </p:nvGrpSpPr>
          <p:grpSpPr>
            <a:xfrm>
              <a:off x="2288704" y="1581175"/>
              <a:ext cx="1294068" cy="166725"/>
              <a:chOff x="2288704" y="1581175"/>
              <a:chExt cx="1294068" cy="166725"/>
            </a:xfrm>
          </p:grpSpPr>
          <p:sp>
            <p:nvSpPr>
              <p:cNvPr id="525" name="직사각형 524"/>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26" name="직사각형 525"/>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469" name="자유형 468"/>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2549124870"/>
      </p:ext>
    </p:extLst>
  </p:cSld>
  <p:clrMapOvr>
    <a:masterClrMapping/>
  </p:clrMapOvr>
  <p:transition>
    <p:wipe dir="r"/>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학습자 매뉴얼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15" name="그룹 14"/>
          <p:cNvGrpSpPr/>
          <p:nvPr/>
        </p:nvGrpSpPr>
        <p:grpSpPr>
          <a:xfrm>
            <a:off x="579562" y="2166658"/>
            <a:ext cx="1384958" cy="5317057"/>
            <a:chOff x="579562" y="2166658"/>
            <a:chExt cx="1384958" cy="5317057"/>
          </a:xfrm>
        </p:grpSpPr>
        <p:grpSp>
          <p:nvGrpSpPr>
            <p:cNvPr id="236" name="그룹 235"/>
            <p:cNvGrpSpPr/>
            <p:nvPr/>
          </p:nvGrpSpPr>
          <p:grpSpPr>
            <a:xfrm>
              <a:off x="629956" y="3318264"/>
              <a:ext cx="1188000" cy="180000"/>
              <a:chOff x="666428" y="3785432"/>
              <a:chExt cx="1188000" cy="180000"/>
            </a:xfrm>
          </p:grpSpPr>
          <p:sp>
            <p:nvSpPr>
              <p:cNvPr id="237" name="모서리가 둥근 직사각형 2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568824"/>
              <a:ext cx="1188000" cy="180000"/>
              <a:chOff x="666428" y="4310612"/>
              <a:chExt cx="1188000" cy="180000"/>
            </a:xfrm>
          </p:grpSpPr>
          <p:sp>
            <p:nvSpPr>
              <p:cNvPr id="243" name="모서리가 둥근 직사각형 24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29955" y="3042501"/>
              <a:ext cx="1188000" cy="180000"/>
              <a:chOff x="666427" y="3266516"/>
              <a:chExt cx="1188000" cy="180000"/>
            </a:xfrm>
          </p:grpSpPr>
          <p:sp>
            <p:nvSpPr>
              <p:cNvPr id="246" name="모서리가 둥근 직사각형 24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3854780"/>
              <a:ext cx="1188000" cy="180000"/>
              <a:chOff x="666428" y="4570824"/>
              <a:chExt cx="1188000" cy="180000"/>
            </a:xfrm>
          </p:grpSpPr>
          <p:sp>
            <p:nvSpPr>
              <p:cNvPr id="249" name="모서리가 둥근 직사각형 24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6" y="5316875"/>
              <a:ext cx="1188000" cy="180000"/>
              <a:chOff x="666428" y="5096004"/>
              <a:chExt cx="1188000" cy="180000"/>
            </a:xfrm>
          </p:grpSpPr>
          <p:sp>
            <p:nvSpPr>
              <p:cNvPr id="252" name="모서리가 둥근 직사각형 25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34148" y="5634789"/>
              <a:ext cx="1188000" cy="180000"/>
              <a:chOff x="666428" y="3785432"/>
              <a:chExt cx="1188000" cy="180000"/>
            </a:xfrm>
          </p:grpSpPr>
          <p:sp>
            <p:nvSpPr>
              <p:cNvPr id="269" name="모서리가 둥근 직사각형 26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9" name="그룹 288"/>
            <p:cNvGrpSpPr/>
            <p:nvPr/>
          </p:nvGrpSpPr>
          <p:grpSpPr>
            <a:xfrm>
              <a:off x="631150" y="4135825"/>
              <a:ext cx="1188000" cy="180000"/>
              <a:chOff x="666428" y="4570824"/>
              <a:chExt cx="1188000" cy="180000"/>
            </a:xfrm>
          </p:grpSpPr>
          <p:sp>
            <p:nvSpPr>
              <p:cNvPr id="290" name="모서리가 둥근 직사각형 2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92" name="그룹 291"/>
            <p:cNvGrpSpPr/>
            <p:nvPr/>
          </p:nvGrpSpPr>
          <p:grpSpPr>
            <a:xfrm>
              <a:off x="629956" y="4423395"/>
              <a:ext cx="1188000" cy="180000"/>
              <a:chOff x="666428" y="4310612"/>
              <a:chExt cx="1188000" cy="180000"/>
            </a:xfrm>
          </p:grpSpPr>
          <p:sp>
            <p:nvSpPr>
              <p:cNvPr id="293" name="모서리가 둥근 직사각형 29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9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6" name="TextBox 26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7" name="그룹 636"/>
            <p:cNvGrpSpPr/>
            <p:nvPr/>
          </p:nvGrpSpPr>
          <p:grpSpPr>
            <a:xfrm>
              <a:off x="632520" y="4723068"/>
              <a:ext cx="1188000" cy="180000"/>
              <a:chOff x="666428" y="4310612"/>
              <a:chExt cx="1188000" cy="180000"/>
            </a:xfrm>
          </p:grpSpPr>
          <p:sp>
            <p:nvSpPr>
              <p:cNvPr id="638" name="모서리가 둥근 직사각형 63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39"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17" name="그룹 716"/>
            <p:cNvGrpSpPr/>
            <p:nvPr/>
          </p:nvGrpSpPr>
          <p:grpSpPr>
            <a:xfrm>
              <a:off x="632520" y="2752353"/>
              <a:ext cx="1332000" cy="180000"/>
              <a:chOff x="666427" y="3266516"/>
              <a:chExt cx="1332000" cy="180000"/>
            </a:xfrm>
          </p:grpSpPr>
          <p:sp>
            <p:nvSpPr>
              <p:cNvPr id="718" name="모서리가 둥근 직사각형 71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2" name="그룹 341"/>
            <p:cNvGrpSpPr/>
            <p:nvPr/>
          </p:nvGrpSpPr>
          <p:grpSpPr>
            <a:xfrm>
              <a:off x="632520" y="5005767"/>
              <a:ext cx="1188000" cy="180000"/>
              <a:chOff x="666428" y="4310612"/>
              <a:chExt cx="1188000" cy="180000"/>
            </a:xfrm>
          </p:grpSpPr>
          <p:sp>
            <p:nvSpPr>
              <p:cNvPr id="344" name="모서리가 둥근 직사각형 34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53"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32520" y="6227787"/>
              <a:ext cx="1188000" cy="180000"/>
              <a:chOff x="666428" y="3785432"/>
              <a:chExt cx="1188000" cy="180000"/>
            </a:xfrm>
          </p:grpSpPr>
          <p:sp>
            <p:nvSpPr>
              <p:cNvPr id="572" name="모서리가 둥근 직사각형 57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32520" y="6487872"/>
              <a:ext cx="1188000" cy="180000"/>
              <a:chOff x="666428" y="4310612"/>
              <a:chExt cx="1188000" cy="180000"/>
            </a:xfrm>
          </p:grpSpPr>
          <p:sp>
            <p:nvSpPr>
              <p:cNvPr id="575" name="모서리가 둥근 직사각형 5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7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32520" y="6773828"/>
              <a:ext cx="1188000" cy="180000"/>
              <a:chOff x="666428" y="4570824"/>
              <a:chExt cx="1188000" cy="180000"/>
            </a:xfrm>
          </p:grpSpPr>
          <p:sp>
            <p:nvSpPr>
              <p:cNvPr id="580" name="모서리가 둥근 직사각형 5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8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32520" y="7053155"/>
              <a:ext cx="1188000" cy="180000"/>
              <a:chOff x="666428" y="3785432"/>
              <a:chExt cx="1188000" cy="180000"/>
            </a:xfrm>
          </p:grpSpPr>
          <p:sp>
            <p:nvSpPr>
              <p:cNvPr id="635" name="모서리가 둥근 직사각형 63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7303715"/>
              <a:ext cx="1224000" cy="180000"/>
              <a:chOff x="666428" y="4310612"/>
              <a:chExt cx="1224000" cy="180000"/>
            </a:xfrm>
          </p:grpSpPr>
          <p:sp>
            <p:nvSpPr>
              <p:cNvPr id="641" name="모서리가 둥근 직사각형 640"/>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4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8" name="그룹 647"/>
            <p:cNvGrpSpPr/>
            <p:nvPr/>
          </p:nvGrpSpPr>
          <p:grpSpPr>
            <a:xfrm>
              <a:off x="622995" y="5922821"/>
              <a:ext cx="1188000" cy="180000"/>
              <a:chOff x="666427" y="3266516"/>
              <a:chExt cx="1188000" cy="180000"/>
            </a:xfrm>
          </p:grpSpPr>
          <p:sp>
            <p:nvSpPr>
              <p:cNvPr id="649" name="모서리가 둥근 직사각형 64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5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422056553"/>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1" name="모서리가 둥근 직사각형 860"/>
          <p:cNvSpPr/>
          <p:nvPr/>
        </p:nvSpPr>
        <p:spPr>
          <a:xfrm>
            <a:off x="2274987" y="6777120"/>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62" name="직사각형 861"/>
          <p:cNvSpPr/>
          <p:nvPr/>
        </p:nvSpPr>
        <p:spPr>
          <a:xfrm>
            <a:off x="309984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863" name="순서도: 대체 처리 862"/>
          <p:cNvSpPr/>
          <p:nvPr/>
        </p:nvSpPr>
        <p:spPr bwMode="auto">
          <a:xfrm>
            <a:off x="276837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67" name="모서리가 둥근 직사각형 866"/>
          <p:cNvSpPr/>
          <p:nvPr/>
        </p:nvSpPr>
        <p:spPr>
          <a:xfrm>
            <a:off x="7132410"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8" name="그룹 607"/>
          <p:cNvGrpSpPr/>
          <p:nvPr/>
        </p:nvGrpSpPr>
        <p:grpSpPr>
          <a:xfrm>
            <a:off x="2269654" y="7140804"/>
            <a:ext cx="6890992" cy="295477"/>
            <a:chOff x="2269654" y="7140804"/>
            <a:chExt cx="6890992" cy="295477"/>
          </a:xfrm>
        </p:grpSpPr>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3" name="모서리가 둥근 직사각형 852"/>
            <p:cNvSpPr/>
            <p:nvPr/>
          </p:nvSpPr>
          <p:spPr>
            <a:xfrm>
              <a:off x="2269654" y="7140804"/>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54" name="직사각형 853"/>
            <p:cNvSpPr/>
            <p:nvPr/>
          </p:nvSpPr>
          <p:spPr>
            <a:xfrm>
              <a:off x="3094509"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855" name="순서도: 대체 처리 854"/>
            <p:cNvSpPr/>
            <p:nvPr/>
          </p:nvSpPr>
          <p:spPr bwMode="auto">
            <a:xfrm>
              <a:off x="2763044"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58" name="모서리가 둥근 직사각형 857"/>
            <p:cNvSpPr/>
            <p:nvPr/>
          </p:nvSpPr>
          <p:spPr>
            <a:xfrm>
              <a:off x="7132410"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3790172741"/>
              </p:ext>
            </p:extLst>
          </p:nvPr>
        </p:nvGraphicFramePr>
        <p:xfrm>
          <a:off x="9499029" y="1494927"/>
          <a:ext cx="1404156" cy="67520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해당 과목의 등록 과제 목록</a:t>
                      </a:r>
                      <a:r>
                        <a:rPr lang="ko-KR" altLang="en-US" sz="800" kern="1200" baseline="0" dirty="0" smtClean="0">
                          <a:solidFill>
                            <a:schemeClr val="tx1">
                              <a:lumMod val="75000"/>
                              <a:lumOff val="25000"/>
                            </a:schemeClr>
                          </a:solidFill>
                          <a:latin typeface="+mn-lt"/>
                          <a:ea typeface="+mn-ea"/>
                          <a:cs typeface="+mn-cs"/>
                        </a:rPr>
                        <a:t> 노출</a:t>
                      </a:r>
                      <a:r>
                        <a:rPr lang="ko-KR" altLang="en-US" sz="800" kern="1200" dirty="0" smtClean="0">
                          <a:solidFill>
                            <a:schemeClr val="tx1">
                              <a:lumMod val="75000"/>
                              <a:lumOff val="25000"/>
                            </a:schemeClr>
                          </a:solidFill>
                          <a:latin typeface="+mn-lt"/>
                          <a:ea typeface="+mn-ea"/>
                          <a:cs typeface="+mn-cs"/>
                        </a:rPr>
                        <a:t> </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진행상태</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대기 </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제출기간 시작 </a:t>
                      </a:r>
                      <a:endParaRPr lang="en-US" altLang="ko-KR" sz="800" kern="1200" baseline="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진행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중</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완료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종료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443" name="직사각형 442"/>
          <p:cNvSpPr/>
          <p:nvPr/>
        </p:nvSpPr>
        <p:spPr>
          <a:xfrm>
            <a:off x="3480057" y="4043188"/>
            <a:ext cx="1800000" cy="216000"/>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tx1">
                    <a:lumMod val="75000"/>
                    <a:lumOff val="25000"/>
                  </a:schemeClr>
                </a:solidFill>
                <a:latin typeface="+mn-ea"/>
              </a:rPr>
              <a:t>샘플</a:t>
            </a:r>
            <a:endParaRPr lang="ko-KR" altLang="en-US" sz="800" b="1" dirty="0">
              <a:solidFill>
                <a:schemeClr val="tx1">
                  <a:lumMod val="75000"/>
                  <a:lumOff val="25000"/>
                </a:schemeClr>
              </a:solidFill>
              <a:latin typeface="+mn-ea"/>
            </a:endParaRPr>
          </a:p>
        </p:txBody>
      </p:sp>
      <p:grpSp>
        <p:nvGrpSpPr>
          <p:cNvPr id="436" name="그룹 435"/>
          <p:cNvGrpSpPr/>
          <p:nvPr/>
        </p:nvGrpSpPr>
        <p:grpSpPr>
          <a:xfrm>
            <a:off x="1346130" y="3423880"/>
            <a:ext cx="7567310" cy="4037568"/>
            <a:chOff x="1100571" y="3168288"/>
            <a:chExt cx="7567310" cy="4037568"/>
          </a:xfrm>
        </p:grpSpPr>
        <p:sp>
          <p:nvSpPr>
            <p:cNvPr id="442" name="직사각형 441"/>
            <p:cNvSpPr/>
            <p:nvPr/>
          </p:nvSpPr>
          <p:spPr>
            <a:xfrm>
              <a:off x="1100571" y="3176973"/>
              <a:ext cx="7563074" cy="402888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0572" y="3168288"/>
              <a:ext cx="7563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평가비중</a:t>
              </a:r>
              <a:endParaRPr lang="ko-KR" altLang="en-US" sz="800" b="1" dirty="0">
                <a:solidFill>
                  <a:schemeClr val="bg1"/>
                </a:solidFill>
                <a:latin typeface="+mn-ea"/>
                <a:ea typeface="+mn-ea"/>
              </a:endParaRPr>
            </a:p>
          </p:txBody>
        </p:sp>
        <p:sp>
          <p:nvSpPr>
            <p:cNvPr id="446" name="직사각형 445"/>
            <p:cNvSpPr/>
            <p:nvPr/>
          </p:nvSpPr>
          <p:spPr>
            <a:xfrm>
              <a:off x="8399859"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7" name="모서리가 둥근 직사각형 446"/>
          <p:cNvSpPr/>
          <p:nvPr/>
        </p:nvSpPr>
        <p:spPr>
          <a:xfrm>
            <a:off x="4625765" y="710932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9" name="직사각형 448"/>
          <p:cNvSpPr/>
          <p:nvPr/>
        </p:nvSpPr>
        <p:spPr>
          <a:xfrm>
            <a:off x="1373820" y="3708999"/>
            <a:ext cx="1335622"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평가비중 </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강의계획서</a:t>
            </a:r>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p:txBody>
      </p:sp>
      <p:sp>
        <p:nvSpPr>
          <p:cNvPr id="450" name="모서리가 둥근 직사각형 449"/>
          <p:cNvSpPr/>
          <p:nvPr/>
        </p:nvSpPr>
        <p:spPr>
          <a:xfrm>
            <a:off x="3903473" y="4603141"/>
            <a:ext cx="914400" cy="180000"/>
          </a:xfrm>
          <a:prstGeom prst="roundRect">
            <a:avLst/>
          </a:prstGeom>
          <a:solidFill>
            <a:srgbClr val="B1C1D5"/>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과제</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51" name="모서리가 둥근 직사각형 450"/>
          <p:cNvSpPr/>
          <p:nvPr/>
        </p:nvSpPr>
        <p:spPr>
          <a:xfrm>
            <a:off x="4889891" y="4601045"/>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토론</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52" name="모서리가 둥근 직사각형 451"/>
          <p:cNvSpPr/>
          <p:nvPr/>
        </p:nvSpPr>
        <p:spPr>
          <a:xfrm>
            <a:off x="5876900" y="4601045"/>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퀴즈</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53" name="모서리가 둥근 직사각형 452"/>
          <p:cNvSpPr/>
          <p:nvPr/>
        </p:nvSpPr>
        <p:spPr>
          <a:xfrm>
            <a:off x="6870414" y="4601045"/>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설</a:t>
            </a:r>
            <a:r>
              <a:rPr lang="ko-KR" altLang="en-US" sz="800" dirty="0">
                <a:solidFill>
                  <a:schemeClr val="bg1"/>
                </a:solidFill>
                <a:latin typeface="맑은 고딕" panose="020B0503020000020004" pitchFamily="50" charset="-127"/>
                <a:ea typeface="맑은 고딕" panose="020B0503020000020004" pitchFamily="50" charset="-127"/>
              </a:rPr>
              <a:t>문</a:t>
            </a:r>
          </a:p>
        </p:txBody>
      </p:sp>
      <p:grpSp>
        <p:nvGrpSpPr>
          <p:cNvPr id="454" name="그룹 453"/>
          <p:cNvGrpSpPr/>
          <p:nvPr/>
        </p:nvGrpSpPr>
        <p:grpSpPr>
          <a:xfrm>
            <a:off x="3701003" y="4607044"/>
            <a:ext cx="234360" cy="200055"/>
            <a:chOff x="1152270" y="11716364"/>
            <a:chExt cx="234360" cy="200055"/>
          </a:xfrm>
        </p:grpSpPr>
        <p:sp>
          <p:nvSpPr>
            <p:cNvPr id="455" name="모서리가 둥근 직사각형 45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6" name="직사각형 45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58" name="모서리가 둥근 직사각형 457"/>
          <p:cNvSpPr/>
          <p:nvPr/>
        </p:nvSpPr>
        <p:spPr>
          <a:xfrm>
            <a:off x="7855024" y="4594217"/>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세미나</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60" name="표 459"/>
          <p:cNvGraphicFramePr>
            <a:graphicFrameLocks noGrp="1"/>
          </p:cNvGraphicFramePr>
          <p:nvPr>
            <p:extLst>
              <p:ext uri="{D42A27DB-BD31-4B8C-83A1-F6EECF244321}">
                <p14:modId xmlns:p14="http://schemas.microsoft.com/office/powerpoint/2010/main" val="3682653858"/>
              </p:ext>
            </p:extLst>
          </p:nvPr>
        </p:nvGraphicFramePr>
        <p:xfrm>
          <a:off x="1474403" y="3932989"/>
          <a:ext cx="7289762" cy="559820"/>
        </p:xfrm>
        <a:graphic>
          <a:graphicData uri="http://schemas.openxmlformats.org/drawingml/2006/table">
            <a:tbl>
              <a:tblPr firstRow="1" bandRow="1">
                <a:tableStyleId>{5C22544A-7EE6-4342-B048-85BDC9FD1C3A}</a:tableStyleId>
              </a:tblPr>
              <a:tblGrid>
                <a:gridCol w="844554"/>
                <a:gridCol w="805651"/>
                <a:gridCol w="805651"/>
                <a:gridCol w="805651"/>
                <a:gridCol w="805651"/>
                <a:gridCol w="805651"/>
                <a:gridCol w="805651"/>
                <a:gridCol w="805651"/>
                <a:gridCol w="805651"/>
              </a:tblGrid>
              <a:tr h="285500">
                <a:tc>
                  <a:txBody>
                    <a:bodyPr/>
                    <a:lstStyle/>
                    <a:p>
                      <a:pPr algn="l" latinLnBrk="1"/>
                      <a:r>
                        <a:rPr lang="ko-KR" altLang="en-US" sz="800" b="0" dirty="0" smtClean="0">
                          <a:solidFill>
                            <a:schemeClr val="tx1">
                              <a:lumMod val="75000"/>
                              <a:lumOff val="25000"/>
                            </a:schemeClr>
                          </a:solidFill>
                          <a:latin typeface="+mn-ea"/>
                          <a:ea typeface="+mn-ea"/>
                        </a:rPr>
                        <a:t>평가항목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출석</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r>
              <a:tr h="206619">
                <a:tc>
                  <a:txBody>
                    <a:bodyPr/>
                    <a:lstStyle/>
                    <a:p>
                      <a:pPr algn="l"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61" name="직사각형 460"/>
          <p:cNvSpPr/>
          <p:nvPr/>
        </p:nvSpPr>
        <p:spPr>
          <a:xfrm>
            <a:off x="1395216" y="5040718"/>
            <a:ext cx="917239"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반영비율</a:t>
            </a:r>
            <a:endParaRPr lang="ko-KR" altLang="en-US" sz="800" b="1" dirty="0">
              <a:solidFill>
                <a:schemeClr val="tx1">
                  <a:lumMod val="75000"/>
                  <a:lumOff val="25000"/>
                </a:schemeClr>
              </a:solidFill>
              <a:latin typeface="+mn-ea"/>
              <a:ea typeface="+mn-ea"/>
            </a:endParaRPr>
          </a:p>
        </p:txBody>
      </p:sp>
      <p:graphicFrame>
        <p:nvGraphicFramePr>
          <p:cNvPr id="462" name="표 461"/>
          <p:cNvGraphicFramePr>
            <a:graphicFrameLocks noGrp="1"/>
          </p:cNvGraphicFramePr>
          <p:nvPr>
            <p:extLst>
              <p:ext uri="{D42A27DB-BD31-4B8C-83A1-F6EECF244321}">
                <p14:modId xmlns:p14="http://schemas.microsoft.com/office/powerpoint/2010/main" val="1460917073"/>
              </p:ext>
            </p:extLst>
          </p:nvPr>
        </p:nvGraphicFramePr>
        <p:xfrm>
          <a:off x="1474652" y="5284556"/>
          <a:ext cx="7312258" cy="1676400"/>
        </p:xfrm>
        <a:graphic>
          <a:graphicData uri="http://schemas.openxmlformats.org/drawingml/2006/table">
            <a:tbl>
              <a:tblPr firstRow="1" bandRow="1">
                <a:tableStyleId>{5C22544A-7EE6-4342-B048-85BDC9FD1C3A}</a:tableStyleId>
              </a:tblPr>
              <a:tblGrid>
                <a:gridCol w="441090"/>
                <a:gridCol w="758628"/>
                <a:gridCol w="1558550"/>
                <a:gridCol w="1080120"/>
                <a:gridCol w="960075"/>
                <a:gridCol w="696109"/>
                <a:gridCol w="694376"/>
                <a:gridCol w="581172"/>
                <a:gridCol w="542138"/>
              </a:tblGrid>
              <a:tr h="231454">
                <a:tc>
                  <a:txBody>
                    <a:bodyPr/>
                    <a:lstStyle/>
                    <a:p>
                      <a:pPr algn="ctr" latinLnBrk="1"/>
                      <a:r>
                        <a:rPr lang="en-US" altLang="ko-KR" sz="800" b="0" dirty="0" smtClean="0">
                          <a:solidFill>
                            <a:schemeClr val="tx1">
                              <a:lumMod val="75000"/>
                              <a:lumOff val="25000"/>
                            </a:schemeClr>
                          </a:solidFill>
                          <a:latin typeface="+mn-ea"/>
                          <a:ea typeface="+mn-ea"/>
                        </a:rPr>
                        <a:t>No</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과제명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제출기간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지각제출</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마감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평가</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방법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성적반영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상태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과제과제과제과제</a:t>
                      </a:r>
                      <a:r>
                        <a:rPr lang="en-US" altLang="ko-KR" sz="800" b="0" dirty="0" smtClean="0">
                          <a:solidFill>
                            <a:schemeClr val="tx1">
                              <a:lumMod val="75000"/>
                              <a:lumOff val="25000"/>
                            </a:schemeClr>
                          </a:solidFill>
                          <a:latin typeface="+mn-ea"/>
                          <a:ea typeface="+mn-ea"/>
                        </a:rPr>
                        <a:t>01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2026.06.22 22:00</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점수형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팀과제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팀과제팀과제팀과제</a:t>
                      </a:r>
                      <a:r>
                        <a:rPr lang="en-US" altLang="ko-KR" sz="800" b="0" dirty="0" smtClean="0">
                          <a:solidFill>
                            <a:schemeClr val="tx1">
                              <a:lumMod val="75000"/>
                              <a:lumOff val="25000"/>
                            </a:schemeClr>
                          </a:solidFill>
                          <a:latin typeface="+mn-ea"/>
                          <a:ea typeface="+mn-ea"/>
                        </a:rPr>
                        <a:t>02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2026.06.22 22:00</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루브릭</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실기과제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실기과제실기과제</a:t>
                      </a:r>
                      <a:r>
                        <a:rPr lang="en-US" altLang="ko-KR" sz="800" b="0" dirty="0" smtClean="0">
                          <a:solidFill>
                            <a:schemeClr val="tx1">
                              <a:lumMod val="75000"/>
                              <a:lumOff val="25000"/>
                            </a:schemeClr>
                          </a:solidFill>
                          <a:latin typeface="+mn-ea"/>
                          <a:ea typeface="+mn-ea"/>
                        </a:rPr>
                        <a:t>03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latin typeface="+mn-ea"/>
                          <a:ea typeface="+mn-ea"/>
                        </a:rPr>
                        <a:t>-</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점수형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완료</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과제과제과제과제과제</a:t>
                      </a:r>
                      <a:r>
                        <a:rPr lang="en-US" altLang="ko-KR" sz="800" b="0" dirty="0" smtClean="0">
                          <a:solidFill>
                            <a:schemeClr val="tx1">
                              <a:lumMod val="75000"/>
                              <a:lumOff val="25000"/>
                            </a:schemeClr>
                          </a:solidFill>
                          <a:latin typeface="+mn-ea"/>
                          <a:ea typeface="+mn-ea"/>
                        </a:rPr>
                        <a:t>04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latin typeface="+mn-ea"/>
                          <a:ea typeface="+mn-ea"/>
                        </a:rPr>
                        <a:t>-</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루브릭</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cxnSp>
        <p:nvCxnSpPr>
          <p:cNvPr id="525" name="꺾인 연결선 524"/>
          <p:cNvCxnSpPr>
            <a:stCxn id="466" idx="2"/>
            <a:endCxn id="444" idx="0"/>
          </p:cNvCxnSpPr>
          <p:nvPr/>
        </p:nvCxnSpPr>
        <p:spPr>
          <a:xfrm rot="5400000">
            <a:off x="5323084" y="2866358"/>
            <a:ext cx="362369" cy="752674"/>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26" name="그룹 525"/>
          <p:cNvGrpSpPr/>
          <p:nvPr/>
        </p:nvGrpSpPr>
        <p:grpSpPr>
          <a:xfrm>
            <a:off x="8406557" y="5515854"/>
            <a:ext cx="234360" cy="200055"/>
            <a:chOff x="1152270" y="11716364"/>
            <a:chExt cx="234360" cy="200055"/>
          </a:xfrm>
        </p:grpSpPr>
        <p:sp>
          <p:nvSpPr>
            <p:cNvPr id="530" name="모서리가 둥근 직사각형 52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1" name="직사각형 53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532" name="TextBox 531"/>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KNOU_UI_C02020300_02</a:t>
            </a:r>
            <a:endParaRPr lang="ko-KR" altLang="en-US" sz="800" spc="-60" dirty="0">
              <a:latin typeface="+mn-ea"/>
            </a:endParaRPr>
          </a:p>
        </p:txBody>
      </p:sp>
      <p:grpSp>
        <p:nvGrpSpPr>
          <p:cNvPr id="432" name="그룹 431"/>
          <p:cNvGrpSpPr/>
          <p:nvPr/>
        </p:nvGrpSpPr>
        <p:grpSpPr>
          <a:xfrm>
            <a:off x="5640844" y="2041798"/>
            <a:ext cx="2994089" cy="162517"/>
            <a:chOff x="6384100" y="2032273"/>
            <a:chExt cx="2994089" cy="162517"/>
          </a:xfrm>
        </p:grpSpPr>
        <p:sp>
          <p:nvSpPr>
            <p:cNvPr id="433" name="직사각형 43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34" name="순서도: 대체 처리 43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63" name="직사각형 462"/>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64" name="순서도: 대체 처리 463"/>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65" name="순서도: 대체 처리 464"/>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66" name="순서도: 대체 처리 465"/>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467" name="순서도: 대체 처리 466"/>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68" name="순서도: 대체 처리 467"/>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69" name="사각형 설명선 468"/>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470" name="사각형 설명선 469"/>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471" name="TextBox 470"/>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01" name="그룹 500"/>
          <p:cNvGrpSpPr/>
          <p:nvPr/>
        </p:nvGrpSpPr>
        <p:grpSpPr>
          <a:xfrm>
            <a:off x="507554" y="1602349"/>
            <a:ext cx="3075218" cy="252000"/>
            <a:chOff x="507554" y="1537742"/>
            <a:chExt cx="3075218" cy="252000"/>
          </a:xfrm>
        </p:grpSpPr>
        <p:pic>
          <p:nvPicPr>
            <p:cNvPr id="504"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09" name="그룹 508"/>
            <p:cNvGrpSpPr/>
            <p:nvPr/>
          </p:nvGrpSpPr>
          <p:grpSpPr>
            <a:xfrm>
              <a:off x="2288704" y="1581175"/>
              <a:ext cx="1294068" cy="166725"/>
              <a:chOff x="2288704" y="1581175"/>
              <a:chExt cx="1294068" cy="166725"/>
            </a:xfrm>
          </p:grpSpPr>
          <p:sp>
            <p:nvSpPr>
              <p:cNvPr id="510" name="직사각형 509"/>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13" name="직사각형 512"/>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14" name="자유형 513"/>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1553853957"/>
      </p:ext>
    </p:extLst>
  </p:cSld>
  <p:clrMapOvr>
    <a:masterClrMapping/>
  </p:clrMapOvr>
  <p:transition>
    <p:wipe dir="r"/>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학습자 매뉴얼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85</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15" name="그룹 14"/>
          <p:cNvGrpSpPr/>
          <p:nvPr/>
        </p:nvGrpSpPr>
        <p:grpSpPr>
          <a:xfrm>
            <a:off x="579562" y="2166658"/>
            <a:ext cx="1384958" cy="5317057"/>
            <a:chOff x="579562" y="2166658"/>
            <a:chExt cx="1384958" cy="5317057"/>
          </a:xfrm>
        </p:grpSpPr>
        <p:grpSp>
          <p:nvGrpSpPr>
            <p:cNvPr id="236" name="그룹 235"/>
            <p:cNvGrpSpPr/>
            <p:nvPr/>
          </p:nvGrpSpPr>
          <p:grpSpPr>
            <a:xfrm>
              <a:off x="629956" y="3318264"/>
              <a:ext cx="1188000" cy="180000"/>
              <a:chOff x="666428" y="3785432"/>
              <a:chExt cx="1188000" cy="180000"/>
            </a:xfrm>
          </p:grpSpPr>
          <p:sp>
            <p:nvSpPr>
              <p:cNvPr id="237" name="모서리가 둥근 직사각형 2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568824"/>
              <a:ext cx="1188000" cy="180000"/>
              <a:chOff x="666428" y="4310612"/>
              <a:chExt cx="1188000" cy="180000"/>
            </a:xfrm>
          </p:grpSpPr>
          <p:sp>
            <p:nvSpPr>
              <p:cNvPr id="243" name="모서리가 둥근 직사각형 24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29955" y="3042501"/>
              <a:ext cx="1188000" cy="180000"/>
              <a:chOff x="666427" y="3266516"/>
              <a:chExt cx="1188000" cy="180000"/>
            </a:xfrm>
          </p:grpSpPr>
          <p:sp>
            <p:nvSpPr>
              <p:cNvPr id="246" name="모서리가 둥근 직사각형 24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3854780"/>
              <a:ext cx="1188000" cy="180000"/>
              <a:chOff x="666428" y="4570824"/>
              <a:chExt cx="1188000" cy="180000"/>
            </a:xfrm>
          </p:grpSpPr>
          <p:sp>
            <p:nvSpPr>
              <p:cNvPr id="249" name="모서리가 둥근 직사각형 24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6" y="5316875"/>
              <a:ext cx="1188000" cy="180000"/>
              <a:chOff x="666428" y="5096004"/>
              <a:chExt cx="1188000" cy="180000"/>
            </a:xfrm>
          </p:grpSpPr>
          <p:sp>
            <p:nvSpPr>
              <p:cNvPr id="252" name="모서리가 둥근 직사각형 25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34148" y="5634789"/>
              <a:ext cx="1188000" cy="180000"/>
              <a:chOff x="666428" y="3785432"/>
              <a:chExt cx="1188000" cy="180000"/>
            </a:xfrm>
          </p:grpSpPr>
          <p:sp>
            <p:nvSpPr>
              <p:cNvPr id="269" name="모서리가 둥근 직사각형 26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9" name="그룹 288"/>
            <p:cNvGrpSpPr/>
            <p:nvPr/>
          </p:nvGrpSpPr>
          <p:grpSpPr>
            <a:xfrm>
              <a:off x="631150" y="4135825"/>
              <a:ext cx="1188000" cy="180000"/>
              <a:chOff x="666428" y="4570824"/>
              <a:chExt cx="1188000" cy="180000"/>
            </a:xfrm>
          </p:grpSpPr>
          <p:sp>
            <p:nvSpPr>
              <p:cNvPr id="290" name="모서리가 둥근 직사각형 2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92" name="그룹 291"/>
            <p:cNvGrpSpPr/>
            <p:nvPr/>
          </p:nvGrpSpPr>
          <p:grpSpPr>
            <a:xfrm>
              <a:off x="629956" y="4423395"/>
              <a:ext cx="1188000" cy="180000"/>
              <a:chOff x="666428" y="4310612"/>
              <a:chExt cx="1188000" cy="180000"/>
            </a:xfrm>
          </p:grpSpPr>
          <p:sp>
            <p:nvSpPr>
              <p:cNvPr id="293" name="모서리가 둥근 직사각형 29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9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6" name="TextBox 26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7" name="그룹 636"/>
            <p:cNvGrpSpPr/>
            <p:nvPr/>
          </p:nvGrpSpPr>
          <p:grpSpPr>
            <a:xfrm>
              <a:off x="632520" y="4723068"/>
              <a:ext cx="1188000" cy="180000"/>
              <a:chOff x="666428" y="4310612"/>
              <a:chExt cx="1188000" cy="180000"/>
            </a:xfrm>
          </p:grpSpPr>
          <p:sp>
            <p:nvSpPr>
              <p:cNvPr id="638" name="모서리가 둥근 직사각형 63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39"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17" name="그룹 716"/>
            <p:cNvGrpSpPr/>
            <p:nvPr/>
          </p:nvGrpSpPr>
          <p:grpSpPr>
            <a:xfrm>
              <a:off x="632520" y="2752353"/>
              <a:ext cx="1332000" cy="180000"/>
              <a:chOff x="666427" y="3266516"/>
              <a:chExt cx="1332000" cy="180000"/>
            </a:xfrm>
          </p:grpSpPr>
          <p:sp>
            <p:nvSpPr>
              <p:cNvPr id="718" name="모서리가 둥근 직사각형 71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2" name="그룹 341"/>
            <p:cNvGrpSpPr/>
            <p:nvPr/>
          </p:nvGrpSpPr>
          <p:grpSpPr>
            <a:xfrm>
              <a:off x="632520" y="5005767"/>
              <a:ext cx="1188000" cy="180000"/>
              <a:chOff x="666428" y="4310612"/>
              <a:chExt cx="1188000" cy="180000"/>
            </a:xfrm>
          </p:grpSpPr>
          <p:sp>
            <p:nvSpPr>
              <p:cNvPr id="344" name="모서리가 둥근 직사각형 34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53"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32520" y="6227787"/>
              <a:ext cx="1188000" cy="180000"/>
              <a:chOff x="666428" y="3785432"/>
              <a:chExt cx="1188000" cy="180000"/>
            </a:xfrm>
          </p:grpSpPr>
          <p:sp>
            <p:nvSpPr>
              <p:cNvPr id="572" name="모서리가 둥근 직사각형 57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32520" y="6487872"/>
              <a:ext cx="1188000" cy="180000"/>
              <a:chOff x="666428" y="4310612"/>
              <a:chExt cx="1188000" cy="180000"/>
            </a:xfrm>
          </p:grpSpPr>
          <p:sp>
            <p:nvSpPr>
              <p:cNvPr id="575" name="모서리가 둥근 직사각형 5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7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32520" y="6773828"/>
              <a:ext cx="1188000" cy="180000"/>
              <a:chOff x="666428" y="4570824"/>
              <a:chExt cx="1188000" cy="180000"/>
            </a:xfrm>
          </p:grpSpPr>
          <p:sp>
            <p:nvSpPr>
              <p:cNvPr id="580" name="모서리가 둥근 직사각형 5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8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32520" y="7053155"/>
              <a:ext cx="1188000" cy="180000"/>
              <a:chOff x="666428" y="3785432"/>
              <a:chExt cx="1188000" cy="180000"/>
            </a:xfrm>
          </p:grpSpPr>
          <p:sp>
            <p:nvSpPr>
              <p:cNvPr id="635" name="모서리가 둥근 직사각형 63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7303715"/>
              <a:ext cx="1224000" cy="180000"/>
              <a:chOff x="666428" y="4310612"/>
              <a:chExt cx="1224000" cy="180000"/>
            </a:xfrm>
          </p:grpSpPr>
          <p:sp>
            <p:nvSpPr>
              <p:cNvPr id="641" name="모서리가 둥근 직사각형 640"/>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4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8" name="그룹 647"/>
            <p:cNvGrpSpPr/>
            <p:nvPr/>
          </p:nvGrpSpPr>
          <p:grpSpPr>
            <a:xfrm>
              <a:off x="622995" y="5922821"/>
              <a:ext cx="1188000" cy="180000"/>
              <a:chOff x="666427" y="3266516"/>
              <a:chExt cx="1188000" cy="180000"/>
            </a:xfrm>
          </p:grpSpPr>
          <p:sp>
            <p:nvSpPr>
              <p:cNvPr id="649" name="모서리가 둥근 직사각형 64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5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3941976442"/>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1" name="모서리가 둥근 직사각형 860"/>
          <p:cNvSpPr/>
          <p:nvPr/>
        </p:nvSpPr>
        <p:spPr>
          <a:xfrm>
            <a:off x="2274987" y="6777120"/>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62" name="직사각형 861"/>
          <p:cNvSpPr/>
          <p:nvPr/>
        </p:nvSpPr>
        <p:spPr>
          <a:xfrm>
            <a:off x="309984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863" name="순서도: 대체 처리 862"/>
          <p:cNvSpPr/>
          <p:nvPr/>
        </p:nvSpPr>
        <p:spPr bwMode="auto">
          <a:xfrm>
            <a:off x="276837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67" name="모서리가 둥근 직사각형 866"/>
          <p:cNvSpPr/>
          <p:nvPr/>
        </p:nvSpPr>
        <p:spPr>
          <a:xfrm>
            <a:off x="7132410"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8" name="그룹 607"/>
          <p:cNvGrpSpPr/>
          <p:nvPr/>
        </p:nvGrpSpPr>
        <p:grpSpPr>
          <a:xfrm>
            <a:off x="2269654" y="7140804"/>
            <a:ext cx="6890992" cy="295477"/>
            <a:chOff x="2269654" y="7140804"/>
            <a:chExt cx="6890992" cy="295477"/>
          </a:xfrm>
        </p:grpSpPr>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3" name="모서리가 둥근 직사각형 852"/>
            <p:cNvSpPr/>
            <p:nvPr/>
          </p:nvSpPr>
          <p:spPr>
            <a:xfrm>
              <a:off x="2269654" y="7140804"/>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54" name="직사각형 853"/>
            <p:cNvSpPr/>
            <p:nvPr/>
          </p:nvSpPr>
          <p:spPr>
            <a:xfrm>
              <a:off x="3094509"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855" name="순서도: 대체 처리 854"/>
            <p:cNvSpPr/>
            <p:nvPr/>
          </p:nvSpPr>
          <p:spPr bwMode="auto">
            <a:xfrm>
              <a:off x="2763044"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58" name="모서리가 둥근 직사각형 857"/>
            <p:cNvSpPr/>
            <p:nvPr/>
          </p:nvSpPr>
          <p:spPr>
            <a:xfrm>
              <a:off x="7132410"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552750312"/>
              </p:ext>
            </p:extLst>
          </p:nvPr>
        </p:nvGraphicFramePr>
        <p:xfrm>
          <a:off x="9499029" y="1494927"/>
          <a:ext cx="1404156" cy="67520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해당 과목의 등록 퀴즈 목록</a:t>
                      </a:r>
                      <a:r>
                        <a:rPr lang="ko-KR" altLang="en-US" sz="800" kern="1200" baseline="0" dirty="0" smtClean="0">
                          <a:solidFill>
                            <a:schemeClr val="tx1">
                              <a:lumMod val="75000"/>
                              <a:lumOff val="25000"/>
                            </a:schemeClr>
                          </a:solidFill>
                          <a:latin typeface="+mn-lt"/>
                          <a:ea typeface="+mn-ea"/>
                          <a:cs typeface="+mn-cs"/>
                        </a:rPr>
                        <a:t> 노출</a:t>
                      </a:r>
                      <a:r>
                        <a:rPr lang="ko-KR" altLang="en-US" sz="800" kern="1200" dirty="0" smtClean="0">
                          <a:solidFill>
                            <a:schemeClr val="tx1">
                              <a:lumMod val="75000"/>
                              <a:lumOff val="25000"/>
                            </a:schemeClr>
                          </a:solidFill>
                          <a:latin typeface="+mn-lt"/>
                          <a:ea typeface="+mn-ea"/>
                          <a:cs typeface="+mn-cs"/>
                        </a:rPr>
                        <a:t> </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진행상태</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대기 </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제출기간 시작 </a:t>
                      </a:r>
                      <a:endParaRPr lang="en-US" altLang="ko-KR" sz="800" kern="1200" baseline="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진행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중</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완료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종료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443" name="직사각형 442"/>
          <p:cNvSpPr/>
          <p:nvPr/>
        </p:nvSpPr>
        <p:spPr>
          <a:xfrm>
            <a:off x="3480057" y="4043188"/>
            <a:ext cx="1800000" cy="216000"/>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tx1">
                    <a:lumMod val="75000"/>
                    <a:lumOff val="25000"/>
                  </a:schemeClr>
                </a:solidFill>
                <a:latin typeface="+mn-ea"/>
              </a:rPr>
              <a:t>샘플</a:t>
            </a:r>
            <a:endParaRPr lang="ko-KR" altLang="en-US" sz="800" b="1" dirty="0">
              <a:solidFill>
                <a:schemeClr val="tx1">
                  <a:lumMod val="75000"/>
                  <a:lumOff val="25000"/>
                </a:schemeClr>
              </a:solidFill>
              <a:latin typeface="+mn-ea"/>
            </a:endParaRPr>
          </a:p>
        </p:txBody>
      </p:sp>
      <p:grpSp>
        <p:nvGrpSpPr>
          <p:cNvPr id="436" name="그룹 435"/>
          <p:cNvGrpSpPr/>
          <p:nvPr/>
        </p:nvGrpSpPr>
        <p:grpSpPr>
          <a:xfrm>
            <a:off x="1346130" y="3423880"/>
            <a:ext cx="7567310" cy="4037568"/>
            <a:chOff x="1100571" y="3168288"/>
            <a:chExt cx="7567310" cy="4037568"/>
          </a:xfrm>
        </p:grpSpPr>
        <p:sp>
          <p:nvSpPr>
            <p:cNvPr id="442" name="직사각형 441"/>
            <p:cNvSpPr/>
            <p:nvPr/>
          </p:nvSpPr>
          <p:spPr>
            <a:xfrm>
              <a:off x="1100571" y="3176973"/>
              <a:ext cx="7563074" cy="402888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0572" y="3168288"/>
              <a:ext cx="7563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평가비중</a:t>
              </a:r>
              <a:endParaRPr lang="ko-KR" altLang="en-US" sz="800" b="1" dirty="0">
                <a:solidFill>
                  <a:schemeClr val="bg1"/>
                </a:solidFill>
                <a:latin typeface="+mn-ea"/>
                <a:ea typeface="+mn-ea"/>
              </a:endParaRPr>
            </a:p>
          </p:txBody>
        </p:sp>
        <p:sp>
          <p:nvSpPr>
            <p:cNvPr id="446" name="직사각형 445"/>
            <p:cNvSpPr/>
            <p:nvPr/>
          </p:nvSpPr>
          <p:spPr>
            <a:xfrm>
              <a:off x="8399859"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7" name="모서리가 둥근 직사각형 446"/>
          <p:cNvSpPr/>
          <p:nvPr/>
        </p:nvSpPr>
        <p:spPr>
          <a:xfrm>
            <a:off x="4625765" y="710932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9" name="직사각형 448"/>
          <p:cNvSpPr/>
          <p:nvPr/>
        </p:nvSpPr>
        <p:spPr>
          <a:xfrm>
            <a:off x="1373820" y="3708999"/>
            <a:ext cx="1335622"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평가비중 </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강의계획서</a:t>
            </a:r>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p:txBody>
      </p:sp>
      <p:sp>
        <p:nvSpPr>
          <p:cNvPr id="453" name="모서리가 둥근 직사각형 452"/>
          <p:cNvSpPr/>
          <p:nvPr/>
        </p:nvSpPr>
        <p:spPr>
          <a:xfrm>
            <a:off x="6870414" y="4601045"/>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설</a:t>
            </a:r>
            <a:r>
              <a:rPr lang="ko-KR" altLang="en-US" sz="800" dirty="0">
                <a:solidFill>
                  <a:schemeClr val="bg1"/>
                </a:solidFill>
                <a:latin typeface="맑은 고딕" panose="020B0503020000020004" pitchFamily="50" charset="-127"/>
                <a:ea typeface="맑은 고딕" panose="020B0503020000020004" pitchFamily="50" charset="-127"/>
              </a:rPr>
              <a:t>문</a:t>
            </a:r>
          </a:p>
        </p:txBody>
      </p:sp>
      <p:sp>
        <p:nvSpPr>
          <p:cNvPr id="458" name="모서리가 둥근 직사각형 457"/>
          <p:cNvSpPr/>
          <p:nvPr/>
        </p:nvSpPr>
        <p:spPr>
          <a:xfrm>
            <a:off x="7855024" y="4594217"/>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세미나</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60" name="표 459"/>
          <p:cNvGraphicFramePr>
            <a:graphicFrameLocks noGrp="1"/>
          </p:cNvGraphicFramePr>
          <p:nvPr>
            <p:extLst>
              <p:ext uri="{D42A27DB-BD31-4B8C-83A1-F6EECF244321}">
                <p14:modId xmlns:p14="http://schemas.microsoft.com/office/powerpoint/2010/main" val="3404472392"/>
              </p:ext>
            </p:extLst>
          </p:nvPr>
        </p:nvGraphicFramePr>
        <p:xfrm>
          <a:off x="1474403" y="3932989"/>
          <a:ext cx="7289762" cy="559820"/>
        </p:xfrm>
        <a:graphic>
          <a:graphicData uri="http://schemas.openxmlformats.org/drawingml/2006/table">
            <a:tbl>
              <a:tblPr firstRow="1" bandRow="1">
                <a:tableStyleId>{5C22544A-7EE6-4342-B048-85BDC9FD1C3A}</a:tableStyleId>
              </a:tblPr>
              <a:tblGrid>
                <a:gridCol w="844554"/>
                <a:gridCol w="805651"/>
                <a:gridCol w="805651"/>
                <a:gridCol w="805651"/>
                <a:gridCol w="805651"/>
                <a:gridCol w="805651"/>
                <a:gridCol w="805651"/>
                <a:gridCol w="805651"/>
                <a:gridCol w="805651"/>
              </a:tblGrid>
              <a:tr h="285500">
                <a:tc>
                  <a:txBody>
                    <a:bodyPr/>
                    <a:lstStyle/>
                    <a:p>
                      <a:pPr algn="l" latinLnBrk="1"/>
                      <a:r>
                        <a:rPr lang="ko-KR" altLang="en-US" sz="800" b="0" dirty="0" smtClean="0">
                          <a:solidFill>
                            <a:schemeClr val="tx1">
                              <a:lumMod val="75000"/>
                              <a:lumOff val="25000"/>
                            </a:schemeClr>
                          </a:solidFill>
                          <a:latin typeface="+mn-ea"/>
                          <a:ea typeface="+mn-ea"/>
                        </a:rPr>
                        <a:t>평가항목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출석</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r>
              <a:tr h="206619">
                <a:tc>
                  <a:txBody>
                    <a:bodyPr/>
                    <a:lstStyle/>
                    <a:p>
                      <a:pPr algn="l"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61" name="직사각형 460"/>
          <p:cNvSpPr/>
          <p:nvPr/>
        </p:nvSpPr>
        <p:spPr>
          <a:xfrm>
            <a:off x="1395216" y="5040718"/>
            <a:ext cx="917239"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반영비율</a:t>
            </a:r>
            <a:endParaRPr lang="ko-KR" altLang="en-US" sz="800" b="1" dirty="0">
              <a:solidFill>
                <a:schemeClr val="tx1">
                  <a:lumMod val="75000"/>
                  <a:lumOff val="25000"/>
                </a:schemeClr>
              </a:solidFill>
              <a:latin typeface="+mn-ea"/>
              <a:ea typeface="+mn-ea"/>
            </a:endParaRPr>
          </a:p>
        </p:txBody>
      </p:sp>
      <p:cxnSp>
        <p:nvCxnSpPr>
          <p:cNvPr id="525" name="꺾인 연결선 524"/>
          <p:cNvCxnSpPr>
            <a:stCxn id="454" idx="2"/>
            <a:endCxn id="444" idx="0"/>
          </p:cNvCxnSpPr>
          <p:nvPr/>
        </p:nvCxnSpPr>
        <p:spPr>
          <a:xfrm rot="5400000">
            <a:off x="5323084" y="2866358"/>
            <a:ext cx="362369" cy="752674"/>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532" name="TextBox 531"/>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KNOU_UI_C02020300_03</a:t>
            </a:r>
            <a:endParaRPr lang="ko-KR" altLang="en-US" sz="800" spc="-60" dirty="0">
              <a:latin typeface="+mn-ea"/>
            </a:endParaRPr>
          </a:p>
        </p:txBody>
      </p:sp>
      <p:sp>
        <p:nvSpPr>
          <p:cNvPr id="463" name="모서리가 둥근 직사각형 462"/>
          <p:cNvSpPr/>
          <p:nvPr/>
        </p:nvSpPr>
        <p:spPr>
          <a:xfrm>
            <a:off x="3903473" y="4615546"/>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 과제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1" name="모서리가 둥근 직사각형 500"/>
          <p:cNvSpPr/>
          <p:nvPr/>
        </p:nvSpPr>
        <p:spPr>
          <a:xfrm>
            <a:off x="4889891" y="4612339"/>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토론</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4" name="모서리가 둥근 직사각형 503"/>
          <p:cNvSpPr/>
          <p:nvPr/>
        </p:nvSpPr>
        <p:spPr>
          <a:xfrm>
            <a:off x="5876900" y="4612339"/>
            <a:ext cx="914400" cy="180000"/>
          </a:xfrm>
          <a:prstGeom prst="roundRect">
            <a:avLst/>
          </a:prstGeom>
          <a:solidFill>
            <a:srgbClr val="B1C1D5"/>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퀴즈</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09" name="그룹 508"/>
          <p:cNvGrpSpPr/>
          <p:nvPr/>
        </p:nvGrpSpPr>
        <p:grpSpPr>
          <a:xfrm>
            <a:off x="5870768" y="4794071"/>
            <a:ext cx="234360" cy="200055"/>
            <a:chOff x="1152270" y="11716364"/>
            <a:chExt cx="234360" cy="200055"/>
          </a:xfrm>
        </p:grpSpPr>
        <p:sp>
          <p:nvSpPr>
            <p:cNvPr id="510" name="모서리가 둥근 직사각형 5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13" name="직사각형 51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515" name="표 514"/>
          <p:cNvGraphicFramePr>
            <a:graphicFrameLocks noGrp="1"/>
          </p:cNvGraphicFramePr>
          <p:nvPr>
            <p:extLst>
              <p:ext uri="{D42A27DB-BD31-4B8C-83A1-F6EECF244321}">
                <p14:modId xmlns:p14="http://schemas.microsoft.com/office/powerpoint/2010/main" val="1739822907"/>
              </p:ext>
            </p:extLst>
          </p:nvPr>
        </p:nvGraphicFramePr>
        <p:xfrm>
          <a:off x="1474652" y="5290517"/>
          <a:ext cx="7312258" cy="1676400"/>
        </p:xfrm>
        <a:graphic>
          <a:graphicData uri="http://schemas.openxmlformats.org/drawingml/2006/table">
            <a:tbl>
              <a:tblPr firstRow="1" bandRow="1">
                <a:tableStyleId>{5C22544A-7EE6-4342-B048-85BDC9FD1C3A}</a:tableStyleId>
              </a:tblPr>
              <a:tblGrid>
                <a:gridCol w="441090"/>
                <a:gridCol w="758628"/>
                <a:gridCol w="1558550"/>
                <a:gridCol w="2736304"/>
                <a:gridCol w="694376"/>
                <a:gridCol w="581172"/>
                <a:gridCol w="542138"/>
              </a:tblGrid>
              <a:tr h="231454">
                <a:tc>
                  <a:txBody>
                    <a:bodyPr/>
                    <a:lstStyle/>
                    <a:p>
                      <a:pPr algn="ctr" latinLnBrk="1"/>
                      <a:r>
                        <a:rPr lang="en-US" altLang="ko-KR" sz="800" b="0" dirty="0" smtClean="0">
                          <a:solidFill>
                            <a:schemeClr val="tx1">
                              <a:lumMod val="75000"/>
                              <a:lumOff val="25000"/>
                            </a:schemeClr>
                          </a:solidFill>
                          <a:latin typeface="+mn-ea"/>
                          <a:ea typeface="+mn-ea"/>
                        </a:rPr>
                        <a:t>No</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퀴즈명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제출기간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성적반영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상태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퀴즈퀴즈퀴즈퀴즈</a:t>
                      </a:r>
                      <a:r>
                        <a:rPr lang="en-US" altLang="ko-KR" sz="800" b="0" dirty="0" smtClean="0">
                          <a:solidFill>
                            <a:schemeClr val="tx1">
                              <a:lumMod val="75000"/>
                              <a:lumOff val="25000"/>
                            </a:schemeClr>
                          </a:solidFill>
                          <a:latin typeface="+mn-ea"/>
                          <a:ea typeface="+mn-ea"/>
                        </a:rPr>
                        <a:t>01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퀴즈퀴즈퀴즈퀴즈퀴즈</a:t>
                      </a:r>
                      <a:r>
                        <a:rPr lang="en-US" altLang="ko-KR" sz="800" b="0" dirty="0" smtClean="0">
                          <a:solidFill>
                            <a:schemeClr val="tx1">
                              <a:lumMod val="75000"/>
                              <a:lumOff val="25000"/>
                            </a:schemeClr>
                          </a:solidFill>
                          <a:latin typeface="+mn-ea"/>
                          <a:ea typeface="+mn-ea"/>
                        </a:rPr>
                        <a:t>02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퀴즈퀴즈퀴즈</a:t>
                      </a:r>
                      <a:r>
                        <a:rPr lang="en-US" altLang="ko-KR" sz="800" b="0" dirty="0" smtClean="0">
                          <a:solidFill>
                            <a:schemeClr val="tx1">
                              <a:lumMod val="75000"/>
                              <a:lumOff val="25000"/>
                            </a:schemeClr>
                          </a:solidFill>
                          <a:latin typeface="+mn-ea"/>
                          <a:ea typeface="+mn-ea"/>
                        </a:rPr>
                        <a:t>03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완료</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퀴즈퀴즈퀴즈퀴즈</a:t>
                      </a:r>
                      <a:r>
                        <a:rPr lang="en-US" altLang="ko-KR" sz="800" b="0" dirty="0" smtClean="0">
                          <a:solidFill>
                            <a:schemeClr val="tx1">
                              <a:lumMod val="75000"/>
                              <a:lumOff val="25000"/>
                            </a:schemeClr>
                          </a:solidFill>
                          <a:latin typeface="+mn-ea"/>
                          <a:ea typeface="+mn-ea"/>
                        </a:rPr>
                        <a:t>04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516" name="그룹 515"/>
          <p:cNvGrpSpPr/>
          <p:nvPr/>
        </p:nvGrpSpPr>
        <p:grpSpPr>
          <a:xfrm>
            <a:off x="8396679" y="5553811"/>
            <a:ext cx="234360" cy="200055"/>
            <a:chOff x="1152270" y="11716364"/>
            <a:chExt cx="234360" cy="200055"/>
          </a:xfrm>
        </p:grpSpPr>
        <p:sp>
          <p:nvSpPr>
            <p:cNvPr id="520" name="모서리가 둥근 직사각형 5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1" name="직사각형 52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32" name="그룹 431"/>
          <p:cNvGrpSpPr/>
          <p:nvPr/>
        </p:nvGrpSpPr>
        <p:grpSpPr>
          <a:xfrm>
            <a:off x="5640844" y="2041798"/>
            <a:ext cx="2994089" cy="162517"/>
            <a:chOff x="6384100" y="2032273"/>
            <a:chExt cx="2994089" cy="162517"/>
          </a:xfrm>
        </p:grpSpPr>
        <p:sp>
          <p:nvSpPr>
            <p:cNvPr id="433" name="직사각형 43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34" name="순서도: 대체 처리 43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50" name="직사각형 449"/>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51" name="순서도: 대체 처리 450"/>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52" name="순서도: 대체 처리 451"/>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54" name="순서도: 대체 처리 453"/>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455" name="순서도: 대체 처리 454"/>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56" name="순서도: 대체 처리 455"/>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62" name="사각형 설명선 461"/>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464" name="사각형 설명선 463"/>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465" name="TextBox 464"/>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66" name="그룹 465"/>
          <p:cNvGrpSpPr/>
          <p:nvPr/>
        </p:nvGrpSpPr>
        <p:grpSpPr>
          <a:xfrm>
            <a:off x="507554" y="1602349"/>
            <a:ext cx="3075218" cy="252000"/>
            <a:chOff x="507554" y="1537742"/>
            <a:chExt cx="3075218" cy="252000"/>
          </a:xfrm>
        </p:grpSpPr>
        <p:pic>
          <p:nvPicPr>
            <p:cNvPr id="467"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68" name="그룹 467"/>
            <p:cNvGrpSpPr/>
            <p:nvPr/>
          </p:nvGrpSpPr>
          <p:grpSpPr>
            <a:xfrm>
              <a:off x="2288704" y="1581175"/>
              <a:ext cx="1294068" cy="166725"/>
              <a:chOff x="2288704" y="1581175"/>
              <a:chExt cx="1294068" cy="166725"/>
            </a:xfrm>
          </p:grpSpPr>
          <p:sp>
            <p:nvSpPr>
              <p:cNvPr id="469" name="직사각형 468"/>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470" name="직사각형 469"/>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471" name="자유형 4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3137997659"/>
      </p:ext>
    </p:extLst>
  </p:cSld>
  <p:clrMapOvr>
    <a:masterClrMapping/>
  </p:clrMapOvr>
  <p:transition>
    <p:wipe dir="r"/>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467" name="그룹 466"/>
          <p:cNvGrpSpPr/>
          <p:nvPr/>
        </p:nvGrpSpPr>
        <p:grpSpPr>
          <a:xfrm>
            <a:off x="579562" y="2166658"/>
            <a:ext cx="1384958" cy="5317057"/>
            <a:chOff x="579562" y="2166658"/>
            <a:chExt cx="1384958" cy="5317057"/>
          </a:xfrm>
        </p:grpSpPr>
        <p:grpSp>
          <p:nvGrpSpPr>
            <p:cNvPr id="468" name="그룹 467"/>
            <p:cNvGrpSpPr/>
            <p:nvPr/>
          </p:nvGrpSpPr>
          <p:grpSpPr>
            <a:xfrm>
              <a:off x="629956" y="3318264"/>
              <a:ext cx="1188000" cy="180000"/>
              <a:chOff x="666428" y="3785432"/>
              <a:chExt cx="1188000" cy="180000"/>
            </a:xfrm>
          </p:grpSpPr>
          <p:sp>
            <p:nvSpPr>
              <p:cNvPr id="587" name="모서리가 둥근 직사각형 58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58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69" name="그룹 468"/>
            <p:cNvGrpSpPr/>
            <p:nvPr/>
          </p:nvGrpSpPr>
          <p:grpSpPr>
            <a:xfrm>
              <a:off x="629956" y="3568824"/>
              <a:ext cx="1188000" cy="180000"/>
              <a:chOff x="666428" y="4310612"/>
              <a:chExt cx="1188000" cy="180000"/>
            </a:xfrm>
          </p:grpSpPr>
          <p:sp>
            <p:nvSpPr>
              <p:cNvPr id="585" name="모서리가 둥근 직사각형 58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5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70" name="그룹 469"/>
            <p:cNvGrpSpPr/>
            <p:nvPr/>
          </p:nvGrpSpPr>
          <p:grpSpPr>
            <a:xfrm>
              <a:off x="629955" y="3042501"/>
              <a:ext cx="1188000" cy="180000"/>
              <a:chOff x="666427" y="3266516"/>
              <a:chExt cx="1188000" cy="180000"/>
            </a:xfrm>
          </p:grpSpPr>
          <p:sp>
            <p:nvSpPr>
              <p:cNvPr id="583" name="모서리가 둥근 직사각형 58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5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6" name="그룹 525"/>
            <p:cNvGrpSpPr/>
            <p:nvPr/>
          </p:nvGrpSpPr>
          <p:grpSpPr>
            <a:xfrm>
              <a:off x="629956" y="3854780"/>
              <a:ext cx="1188000" cy="180000"/>
              <a:chOff x="666428" y="4570824"/>
              <a:chExt cx="1188000" cy="180000"/>
            </a:xfrm>
          </p:grpSpPr>
          <p:sp>
            <p:nvSpPr>
              <p:cNvPr id="579" name="모서리가 둥근 직사각형 57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58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7" name="그룹 526"/>
            <p:cNvGrpSpPr/>
            <p:nvPr/>
          </p:nvGrpSpPr>
          <p:grpSpPr>
            <a:xfrm>
              <a:off x="629956" y="5316875"/>
              <a:ext cx="1188000" cy="180000"/>
              <a:chOff x="666428" y="5096004"/>
              <a:chExt cx="1188000" cy="180000"/>
            </a:xfrm>
          </p:grpSpPr>
          <p:sp>
            <p:nvSpPr>
              <p:cNvPr id="569" name="모서리가 둥근 직사각형 56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578"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8" name="그룹 527"/>
            <p:cNvGrpSpPr/>
            <p:nvPr/>
          </p:nvGrpSpPr>
          <p:grpSpPr>
            <a:xfrm>
              <a:off x="634148" y="5634789"/>
              <a:ext cx="1188000" cy="180000"/>
              <a:chOff x="666428" y="3785432"/>
              <a:chExt cx="1188000" cy="180000"/>
            </a:xfrm>
          </p:grpSpPr>
          <p:sp>
            <p:nvSpPr>
              <p:cNvPr id="567" name="모서리가 둥근 직사각형 56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56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9" name="그룹 528"/>
            <p:cNvGrpSpPr/>
            <p:nvPr/>
          </p:nvGrpSpPr>
          <p:grpSpPr>
            <a:xfrm>
              <a:off x="631150" y="4135825"/>
              <a:ext cx="1188000" cy="180000"/>
              <a:chOff x="666428" y="4570824"/>
              <a:chExt cx="1188000" cy="180000"/>
            </a:xfrm>
          </p:grpSpPr>
          <p:sp>
            <p:nvSpPr>
              <p:cNvPr id="565" name="모서리가 둥근 직사각형 56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56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0" name="그룹 529"/>
            <p:cNvGrpSpPr/>
            <p:nvPr/>
          </p:nvGrpSpPr>
          <p:grpSpPr>
            <a:xfrm>
              <a:off x="629956" y="4423395"/>
              <a:ext cx="1188000" cy="180000"/>
              <a:chOff x="666428" y="4310612"/>
              <a:chExt cx="1188000" cy="180000"/>
            </a:xfrm>
          </p:grpSpPr>
          <p:sp>
            <p:nvSpPr>
              <p:cNvPr id="563" name="모서리가 둥근 직사각형 56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564"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31" name="TextBox 53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33" name="그룹 532"/>
            <p:cNvGrpSpPr/>
            <p:nvPr/>
          </p:nvGrpSpPr>
          <p:grpSpPr>
            <a:xfrm>
              <a:off x="632520" y="4723068"/>
              <a:ext cx="1188000" cy="180000"/>
              <a:chOff x="666428" y="4310612"/>
              <a:chExt cx="1188000" cy="180000"/>
            </a:xfrm>
          </p:grpSpPr>
          <p:sp>
            <p:nvSpPr>
              <p:cNvPr id="561" name="모서리가 둥근 직사각형 56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56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4" name="그룹 533"/>
            <p:cNvGrpSpPr/>
            <p:nvPr/>
          </p:nvGrpSpPr>
          <p:grpSpPr>
            <a:xfrm>
              <a:off x="632520" y="2752353"/>
              <a:ext cx="1332000" cy="180000"/>
              <a:chOff x="666427" y="3266516"/>
              <a:chExt cx="1332000" cy="180000"/>
            </a:xfrm>
          </p:grpSpPr>
          <p:sp>
            <p:nvSpPr>
              <p:cNvPr id="559" name="모서리가 둥근 직사각형 55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56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5" name="그룹 534"/>
            <p:cNvGrpSpPr/>
            <p:nvPr/>
          </p:nvGrpSpPr>
          <p:grpSpPr>
            <a:xfrm>
              <a:off x="632520" y="5005767"/>
              <a:ext cx="1188000" cy="180000"/>
              <a:chOff x="666428" y="4310612"/>
              <a:chExt cx="1188000" cy="180000"/>
            </a:xfrm>
          </p:grpSpPr>
          <p:sp>
            <p:nvSpPr>
              <p:cNvPr id="557" name="모서리가 둥근 직사각형 55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5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6" name="그룹 535"/>
            <p:cNvGrpSpPr/>
            <p:nvPr/>
          </p:nvGrpSpPr>
          <p:grpSpPr>
            <a:xfrm>
              <a:off x="632520" y="6227787"/>
              <a:ext cx="1188000" cy="180000"/>
              <a:chOff x="666428" y="3785432"/>
              <a:chExt cx="1188000" cy="180000"/>
            </a:xfrm>
          </p:grpSpPr>
          <p:sp>
            <p:nvSpPr>
              <p:cNvPr id="555" name="모서리가 둥근 직사각형 55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5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7" name="그룹 536"/>
            <p:cNvGrpSpPr/>
            <p:nvPr/>
          </p:nvGrpSpPr>
          <p:grpSpPr>
            <a:xfrm>
              <a:off x="632520" y="6487872"/>
              <a:ext cx="1188000" cy="180000"/>
              <a:chOff x="666428" y="4310612"/>
              <a:chExt cx="1188000" cy="180000"/>
            </a:xfrm>
          </p:grpSpPr>
          <p:sp>
            <p:nvSpPr>
              <p:cNvPr id="553" name="모서리가 둥근 직사각형 55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54"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8" name="그룹 537"/>
            <p:cNvGrpSpPr/>
            <p:nvPr/>
          </p:nvGrpSpPr>
          <p:grpSpPr>
            <a:xfrm>
              <a:off x="632520" y="6773828"/>
              <a:ext cx="1188000" cy="180000"/>
              <a:chOff x="666428" y="4570824"/>
              <a:chExt cx="1188000" cy="180000"/>
            </a:xfrm>
          </p:grpSpPr>
          <p:sp>
            <p:nvSpPr>
              <p:cNvPr id="551" name="모서리가 둥근 직사각형 55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5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9" name="그룹 538"/>
            <p:cNvGrpSpPr/>
            <p:nvPr/>
          </p:nvGrpSpPr>
          <p:grpSpPr>
            <a:xfrm>
              <a:off x="632520" y="7053155"/>
              <a:ext cx="1188000" cy="180000"/>
              <a:chOff x="666428" y="3785432"/>
              <a:chExt cx="1188000" cy="180000"/>
            </a:xfrm>
          </p:grpSpPr>
          <p:sp>
            <p:nvSpPr>
              <p:cNvPr id="549" name="모서리가 둥근 직사각형 54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5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0" name="그룹 539"/>
            <p:cNvGrpSpPr/>
            <p:nvPr/>
          </p:nvGrpSpPr>
          <p:grpSpPr>
            <a:xfrm>
              <a:off x="632520" y="7303715"/>
              <a:ext cx="1224000" cy="180000"/>
              <a:chOff x="666428" y="4310612"/>
              <a:chExt cx="1224000" cy="180000"/>
            </a:xfrm>
          </p:grpSpPr>
          <p:sp>
            <p:nvSpPr>
              <p:cNvPr id="547" name="모서리가 둥근 직사각형 546"/>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4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2" name="그룹 541"/>
            <p:cNvGrpSpPr/>
            <p:nvPr/>
          </p:nvGrpSpPr>
          <p:grpSpPr>
            <a:xfrm>
              <a:off x="622995" y="5922821"/>
              <a:ext cx="1188000" cy="180000"/>
              <a:chOff x="666427" y="3266516"/>
              <a:chExt cx="1188000" cy="180000"/>
            </a:xfrm>
          </p:grpSpPr>
          <p:sp>
            <p:nvSpPr>
              <p:cNvPr id="543" name="모서리가 둥근 직사각형 54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54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학습자 매뉴얼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86</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1257415519"/>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1" name="모서리가 둥근 직사각형 860"/>
          <p:cNvSpPr/>
          <p:nvPr/>
        </p:nvSpPr>
        <p:spPr>
          <a:xfrm>
            <a:off x="2274987" y="6777120"/>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62" name="직사각형 861"/>
          <p:cNvSpPr/>
          <p:nvPr/>
        </p:nvSpPr>
        <p:spPr>
          <a:xfrm>
            <a:off x="309984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863" name="순서도: 대체 처리 862"/>
          <p:cNvSpPr/>
          <p:nvPr/>
        </p:nvSpPr>
        <p:spPr bwMode="auto">
          <a:xfrm>
            <a:off x="276837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67" name="모서리가 둥근 직사각형 866"/>
          <p:cNvSpPr/>
          <p:nvPr/>
        </p:nvSpPr>
        <p:spPr>
          <a:xfrm>
            <a:off x="7132410"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8" name="그룹 607"/>
          <p:cNvGrpSpPr/>
          <p:nvPr/>
        </p:nvGrpSpPr>
        <p:grpSpPr>
          <a:xfrm>
            <a:off x="2269654" y="7140804"/>
            <a:ext cx="6890992" cy="295477"/>
            <a:chOff x="2269654" y="7140804"/>
            <a:chExt cx="6890992" cy="295477"/>
          </a:xfrm>
        </p:grpSpPr>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3" name="모서리가 둥근 직사각형 852"/>
            <p:cNvSpPr/>
            <p:nvPr/>
          </p:nvSpPr>
          <p:spPr>
            <a:xfrm>
              <a:off x="2269654" y="7140804"/>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54" name="직사각형 853"/>
            <p:cNvSpPr/>
            <p:nvPr/>
          </p:nvSpPr>
          <p:spPr>
            <a:xfrm>
              <a:off x="3094509"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855" name="순서도: 대체 처리 854"/>
            <p:cNvSpPr/>
            <p:nvPr/>
          </p:nvSpPr>
          <p:spPr bwMode="auto">
            <a:xfrm>
              <a:off x="2763044"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58" name="모서리가 둥근 직사각형 857"/>
            <p:cNvSpPr/>
            <p:nvPr/>
          </p:nvSpPr>
          <p:spPr>
            <a:xfrm>
              <a:off x="7132410"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1416606698"/>
              </p:ext>
            </p:extLst>
          </p:nvPr>
        </p:nvGraphicFramePr>
        <p:xfrm>
          <a:off x="9499029" y="1494927"/>
          <a:ext cx="1404156" cy="67520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해당 과목의 등록 설문 목록</a:t>
                      </a:r>
                      <a:r>
                        <a:rPr lang="ko-KR" altLang="en-US" sz="800" kern="1200" baseline="0" dirty="0" smtClean="0">
                          <a:solidFill>
                            <a:schemeClr val="tx1">
                              <a:lumMod val="75000"/>
                              <a:lumOff val="25000"/>
                            </a:schemeClr>
                          </a:solidFill>
                          <a:latin typeface="+mn-lt"/>
                          <a:ea typeface="+mn-ea"/>
                          <a:cs typeface="+mn-cs"/>
                        </a:rPr>
                        <a:t> 노출</a:t>
                      </a:r>
                      <a:r>
                        <a:rPr lang="ko-KR" altLang="en-US" sz="800" kern="1200" dirty="0" smtClean="0">
                          <a:solidFill>
                            <a:schemeClr val="tx1">
                              <a:lumMod val="75000"/>
                              <a:lumOff val="25000"/>
                            </a:schemeClr>
                          </a:solidFill>
                          <a:latin typeface="+mn-lt"/>
                          <a:ea typeface="+mn-ea"/>
                          <a:cs typeface="+mn-cs"/>
                        </a:rPr>
                        <a:t> </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진행상태</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대기 </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제출기간 시작 </a:t>
                      </a:r>
                      <a:endParaRPr lang="en-US" altLang="ko-KR" sz="800" kern="1200" baseline="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진행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중</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완료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종료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443" name="직사각형 442"/>
          <p:cNvSpPr/>
          <p:nvPr/>
        </p:nvSpPr>
        <p:spPr>
          <a:xfrm>
            <a:off x="3480057" y="4043188"/>
            <a:ext cx="1800000" cy="216000"/>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tx1">
                    <a:lumMod val="75000"/>
                    <a:lumOff val="25000"/>
                  </a:schemeClr>
                </a:solidFill>
                <a:latin typeface="+mn-ea"/>
              </a:rPr>
              <a:t>샘플</a:t>
            </a:r>
            <a:endParaRPr lang="ko-KR" altLang="en-US" sz="800" b="1" dirty="0">
              <a:solidFill>
                <a:schemeClr val="tx1">
                  <a:lumMod val="75000"/>
                  <a:lumOff val="25000"/>
                </a:schemeClr>
              </a:solidFill>
              <a:latin typeface="+mn-ea"/>
            </a:endParaRPr>
          </a:p>
        </p:txBody>
      </p:sp>
      <p:grpSp>
        <p:nvGrpSpPr>
          <p:cNvPr id="436" name="그룹 435"/>
          <p:cNvGrpSpPr/>
          <p:nvPr/>
        </p:nvGrpSpPr>
        <p:grpSpPr>
          <a:xfrm>
            <a:off x="1346130" y="3423880"/>
            <a:ext cx="7567310" cy="4037568"/>
            <a:chOff x="1100571" y="3168288"/>
            <a:chExt cx="7567310" cy="4037568"/>
          </a:xfrm>
        </p:grpSpPr>
        <p:sp>
          <p:nvSpPr>
            <p:cNvPr id="442" name="직사각형 441"/>
            <p:cNvSpPr/>
            <p:nvPr/>
          </p:nvSpPr>
          <p:spPr>
            <a:xfrm>
              <a:off x="1100571" y="3176973"/>
              <a:ext cx="7563074" cy="402888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0572" y="3168288"/>
              <a:ext cx="7563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평가비중</a:t>
              </a:r>
              <a:endParaRPr lang="ko-KR" altLang="en-US" sz="800" b="1" dirty="0">
                <a:solidFill>
                  <a:schemeClr val="bg1"/>
                </a:solidFill>
                <a:latin typeface="+mn-ea"/>
                <a:ea typeface="+mn-ea"/>
              </a:endParaRPr>
            </a:p>
          </p:txBody>
        </p:sp>
        <p:sp>
          <p:nvSpPr>
            <p:cNvPr id="446" name="직사각형 445"/>
            <p:cNvSpPr/>
            <p:nvPr/>
          </p:nvSpPr>
          <p:spPr>
            <a:xfrm>
              <a:off x="8399859"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7" name="모서리가 둥근 직사각형 446"/>
          <p:cNvSpPr/>
          <p:nvPr/>
        </p:nvSpPr>
        <p:spPr>
          <a:xfrm>
            <a:off x="4625765" y="710932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9" name="직사각형 448"/>
          <p:cNvSpPr/>
          <p:nvPr/>
        </p:nvSpPr>
        <p:spPr>
          <a:xfrm>
            <a:off x="1373820" y="3708999"/>
            <a:ext cx="1335622"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평가비중 </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강의계획서</a:t>
            </a:r>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p:txBody>
      </p:sp>
      <p:sp>
        <p:nvSpPr>
          <p:cNvPr id="458" name="모서리가 둥근 직사각형 457"/>
          <p:cNvSpPr/>
          <p:nvPr/>
        </p:nvSpPr>
        <p:spPr>
          <a:xfrm>
            <a:off x="7855024" y="4594217"/>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세미나</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60" name="표 459"/>
          <p:cNvGraphicFramePr>
            <a:graphicFrameLocks noGrp="1"/>
          </p:cNvGraphicFramePr>
          <p:nvPr>
            <p:extLst>
              <p:ext uri="{D42A27DB-BD31-4B8C-83A1-F6EECF244321}">
                <p14:modId xmlns:p14="http://schemas.microsoft.com/office/powerpoint/2010/main" val="3828649583"/>
              </p:ext>
            </p:extLst>
          </p:nvPr>
        </p:nvGraphicFramePr>
        <p:xfrm>
          <a:off x="1474403" y="3932989"/>
          <a:ext cx="7289762" cy="559820"/>
        </p:xfrm>
        <a:graphic>
          <a:graphicData uri="http://schemas.openxmlformats.org/drawingml/2006/table">
            <a:tbl>
              <a:tblPr firstRow="1" bandRow="1">
                <a:tableStyleId>{5C22544A-7EE6-4342-B048-85BDC9FD1C3A}</a:tableStyleId>
              </a:tblPr>
              <a:tblGrid>
                <a:gridCol w="844554"/>
                <a:gridCol w="805651"/>
                <a:gridCol w="805651"/>
                <a:gridCol w="805651"/>
                <a:gridCol w="805651"/>
                <a:gridCol w="805651"/>
                <a:gridCol w="805651"/>
                <a:gridCol w="805651"/>
                <a:gridCol w="805651"/>
              </a:tblGrid>
              <a:tr h="285500">
                <a:tc>
                  <a:txBody>
                    <a:bodyPr/>
                    <a:lstStyle/>
                    <a:p>
                      <a:pPr algn="l" latinLnBrk="1"/>
                      <a:r>
                        <a:rPr lang="ko-KR" altLang="en-US" sz="800" b="0" dirty="0" smtClean="0">
                          <a:solidFill>
                            <a:schemeClr val="tx1">
                              <a:lumMod val="75000"/>
                              <a:lumOff val="25000"/>
                            </a:schemeClr>
                          </a:solidFill>
                          <a:latin typeface="+mn-ea"/>
                          <a:ea typeface="+mn-ea"/>
                        </a:rPr>
                        <a:t>평가항목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출석</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r>
              <a:tr h="206619">
                <a:tc>
                  <a:txBody>
                    <a:bodyPr/>
                    <a:lstStyle/>
                    <a:p>
                      <a:pPr algn="l"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61" name="직사각형 460"/>
          <p:cNvSpPr/>
          <p:nvPr/>
        </p:nvSpPr>
        <p:spPr>
          <a:xfrm>
            <a:off x="1395216" y="5040718"/>
            <a:ext cx="917239"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반영비율</a:t>
            </a:r>
            <a:endParaRPr lang="ko-KR" altLang="en-US" sz="800" b="1" dirty="0">
              <a:solidFill>
                <a:schemeClr val="tx1">
                  <a:lumMod val="75000"/>
                  <a:lumOff val="25000"/>
                </a:schemeClr>
              </a:solidFill>
              <a:latin typeface="+mn-ea"/>
              <a:ea typeface="+mn-ea"/>
            </a:endParaRPr>
          </a:p>
        </p:txBody>
      </p:sp>
      <p:cxnSp>
        <p:nvCxnSpPr>
          <p:cNvPr id="525" name="꺾인 연결선 524"/>
          <p:cNvCxnSpPr>
            <a:stCxn id="509" idx="2"/>
            <a:endCxn id="444" idx="0"/>
          </p:cNvCxnSpPr>
          <p:nvPr/>
        </p:nvCxnSpPr>
        <p:spPr>
          <a:xfrm rot="5400000">
            <a:off x="5323084" y="2866358"/>
            <a:ext cx="362369" cy="752674"/>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532" name="TextBox 531"/>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KNOU_UI_C02020300_04</a:t>
            </a:r>
            <a:endParaRPr lang="ko-KR" altLang="en-US" sz="800" spc="-60" dirty="0">
              <a:latin typeface="+mn-ea"/>
            </a:endParaRPr>
          </a:p>
        </p:txBody>
      </p:sp>
      <p:sp>
        <p:nvSpPr>
          <p:cNvPr id="463" name="모서리가 둥근 직사각형 462"/>
          <p:cNvSpPr/>
          <p:nvPr/>
        </p:nvSpPr>
        <p:spPr>
          <a:xfrm>
            <a:off x="3903473" y="4615546"/>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 과제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1" name="모서리가 둥근 직사각형 500"/>
          <p:cNvSpPr/>
          <p:nvPr/>
        </p:nvSpPr>
        <p:spPr>
          <a:xfrm>
            <a:off x="4889891" y="4612339"/>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토론</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50" name="모서리가 둥근 직사각형 449"/>
          <p:cNvSpPr/>
          <p:nvPr/>
        </p:nvSpPr>
        <p:spPr>
          <a:xfrm>
            <a:off x="5876900" y="4598592"/>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퀴즈</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51" name="모서리가 둥근 직사각형 450"/>
          <p:cNvSpPr/>
          <p:nvPr/>
        </p:nvSpPr>
        <p:spPr>
          <a:xfrm>
            <a:off x="6870414" y="4598592"/>
            <a:ext cx="914400" cy="180000"/>
          </a:xfrm>
          <a:prstGeom prst="roundRect">
            <a:avLst/>
          </a:prstGeom>
          <a:solidFill>
            <a:srgbClr val="B1C1D5"/>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설</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문</a:t>
            </a:r>
          </a:p>
        </p:txBody>
      </p:sp>
      <p:grpSp>
        <p:nvGrpSpPr>
          <p:cNvPr id="452" name="그룹 451"/>
          <p:cNvGrpSpPr/>
          <p:nvPr/>
        </p:nvGrpSpPr>
        <p:grpSpPr>
          <a:xfrm>
            <a:off x="6853764" y="4779213"/>
            <a:ext cx="234360" cy="200055"/>
            <a:chOff x="1152270" y="11716364"/>
            <a:chExt cx="234360" cy="200055"/>
          </a:xfrm>
        </p:grpSpPr>
        <p:sp>
          <p:nvSpPr>
            <p:cNvPr id="454" name="모서리가 둥근 직사각형 45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5" name="직사각형 45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456" name="표 455"/>
          <p:cNvGraphicFramePr>
            <a:graphicFrameLocks noGrp="1"/>
          </p:cNvGraphicFramePr>
          <p:nvPr>
            <p:extLst>
              <p:ext uri="{D42A27DB-BD31-4B8C-83A1-F6EECF244321}">
                <p14:modId xmlns:p14="http://schemas.microsoft.com/office/powerpoint/2010/main" val="1691472585"/>
              </p:ext>
            </p:extLst>
          </p:nvPr>
        </p:nvGraphicFramePr>
        <p:xfrm>
          <a:off x="1474652" y="5286325"/>
          <a:ext cx="7312258" cy="1676400"/>
        </p:xfrm>
        <a:graphic>
          <a:graphicData uri="http://schemas.openxmlformats.org/drawingml/2006/table">
            <a:tbl>
              <a:tblPr firstRow="1" bandRow="1">
                <a:tableStyleId>{5C22544A-7EE6-4342-B048-85BDC9FD1C3A}</a:tableStyleId>
              </a:tblPr>
              <a:tblGrid>
                <a:gridCol w="441090"/>
                <a:gridCol w="758628"/>
                <a:gridCol w="1558550"/>
                <a:gridCol w="1080120"/>
                <a:gridCol w="960075"/>
                <a:gridCol w="696109"/>
                <a:gridCol w="694376"/>
                <a:gridCol w="581172"/>
                <a:gridCol w="542138"/>
              </a:tblGrid>
              <a:tr h="231454">
                <a:tc>
                  <a:txBody>
                    <a:bodyPr/>
                    <a:lstStyle/>
                    <a:p>
                      <a:pPr algn="ctr" latinLnBrk="1"/>
                      <a:r>
                        <a:rPr lang="en-US" altLang="ko-KR" sz="800" b="0" dirty="0" smtClean="0">
                          <a:solidFill>
                            <a:schemeClr val="tx1">
                              <a:lumMod val="75000"/>
                              <a:lumOff val="25000"/>
                            </a:schemeClr>
                          </a:solidFill>
                          <a:latin typeface="+mn-ea"/>
                          <a:ea typeface="+mn-ea"/>
                        </a:rPr>
                        <a:t>No</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설문명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제출기간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지각제출</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마감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평가</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방법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성적반영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상태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전체설문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설문설문설문설문</a:t>
                      </a:r>
                      <a:r>
                        <a:rPr lang="en-US" altLang="ko-KR" sz="800" b="0" dirty="0" smtClean="0">
                          <a:solidFill>
                            <a:schemeClr val="tx1">
                              <a:lumMod val="75000"/>
                              <a:lumOff val="25000"/>
                            </a:schemeClr>
                          </a:solidFill>
                          <a:latin typeface="+mn-ea"/>
                          <a:ea typeface="+mn-ea"/>
                        </a:rPr>
                        <a:t>01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2026.06.22 22:00</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점수형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전체설문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설문설문설문설문설문</a:t>
                      </a:r>
                      <a:r>
                        <a:rPr lang="en-US" altLang="ko-KR" sz="800" b="0" dirty="0" smtClean="0">
                          <a:solidFill>
                            <a:schemeClr val="tx1">
                              <a:lumMod val="75000"/>
                              <a:lumOff val="25000"/>
                            </a:schemeClr>
                          </a:solidFill>
                          <a:latin typeface="+mn-ea"/>
                          <a:ea typeface="+mn-ea"/>
                        </a:rPr>
                        <a:t>02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2026.06.22 22:00</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참여형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전체설문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설문설문설문설문</a:t>
                      </a:r>
                      <a:r>
                        <a:rPr lang="en-US" altLang="ko-KR" sz="800" b="0" dirty="0" smtClean="0">
                          <a:solidFill>
                            <a:schemeClr val="tx1">
                              <a:lumMod val="75000"/>
                              <a:lumOff val="25000"/>
                            </a:schemeClr>
                          </a:solidFill>
                          <a:latin typeface="+mn-ea"/>
                          <a:ea typeface="+mn-ea"/>
                        </a:rPr>
                        <a:t>03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latin typeface="+mn-ea"/>
                          <a:ea typeface="+mn-ea"/>
                        </a:rPr>
                        <a:t>-</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점수형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완료</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전체설문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설문설문설문설문</a:t>
                      </a:r>
                      <a:r>
                        <a:rPr lang="en-US" altLang="ko-KR" sz="800" b="0" dirty="0" smtClean="0">
                          <a:solidFill>
                            <a:schemeClr val="tx1">
                              <a:lumMod val="75000"/>
                              <a:lumOff val="25000"/>
                            </a:schemeClr>
                          </a:solidFill>
                          <a:latin typeface="+mn-ea"/>
                          <a:ea typeface="+mn-ea"/>
                        </a:rPr>
                        <a:t>04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a:t>
                      </a:r>
                    </a:p>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latin typeface="+mn-ea"/>
                          <a:ea typeface="+mn-ea"/>
                        </a:rPr>
                        <a:t>-</a:t>
                      </a:r>
                      <a:endParaRPr lang="ko-KR" altLang="en-US" sz="800" b="0" dirty="0">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참여형</a:t>
                      </a:r>
                    </a:p>
                    <a:p>
                      <a:pPr algn="ctr"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462" name="그룹 461"/>
          <p:cNvGrpSpPr/>
          <p:nvPr/>
        </p:nvGrpSpPr>
        <p:grpSpPr>
          <a:xfrm>
            <a:off x="8406557" y="5555723"/>
            <a:ext cx="234360" cy="200055"/>
            <a:chOff x="1152270" y="11716364"/>
            <a:chExt cx="234360" cy="200055"/>
          </a:xfrm>
        </p:grpSpPr>
        <p:sp>
          <p:nvSpPr>
            <p:cNvPr id="464" name="모서리가 둥근 직사각형 46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5" name="직사각형 46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32" name="그룹 431"/>
          <p:cNvGrpSpPr/>
          <p:nvPr/>
        </p:nvGrpSpPr>
        <p:grpSpPr>
          <a:xfrm>
            <a:off x="5640844" y="2041798"/>
            <a:ext cx="2994089" cy="162517"/>
            <a:chOff x="6384100" y="2032273"/>
            <a:chExt cx="2994089" cy="162517"/>
          </a:xfrm>
        </p:grpSpPr>
        <p:sp>
          <p:nvSpPr>
            <p:cNvPr id="433" name="직사각형 43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34" name="순서도: 대체 처리 43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53" name="직사각형 452"/>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71" name="순서도: 대체 처리 470"/>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04" name="순서도: 대체 처리 503"/>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09" name="순서도: 대체 처리 508"/>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10" name="순서도: 대체 처리 509"/>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13" name="순서도: 대체 처리 512"/>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14" name="사각형 설명선 513"/>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15" name="사각형 설명선 514"/>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516" name="TextBox 515"/>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20" name="그룹 519"/>
          <p:cNvGrpSpPr/>
          <p:nvPr/>
        </p:nvGrpSpPr>
        <p:grpSpPr>
          <a:xfrm>
            <a:off x="507554" y="1602349"/>
            <a:ext cx="3075218" cy="252000"/>
            <a:chOff x="507554" y="1537742"/>
            <a:chExt cx="3075218" cy="252000"/>
          </a:xfrm>
        </p:grpSpPr>
        <p:pic>
          <p:nvPicPr>
            <p:cNvPr id="521"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22" name="그룹 521"/>
            <p:cNvGrpSpPr/>
            <p:nvPr/>
          </p:nvGrpSpPr>
          <p:grpSpPr>
            <a:xfrm>
              <a:off x="2288704" y="1581175"/>
              <a:ext cx="1294068" cy="166725"/>
              <a:chOff x="2288704" y="1581175"/>
              <a:chExt cx="1294068" cy="166725"/>
            </a:xfrm>
          </p:grpSpPr>
          <p:sp>
            <p:nvSpPr>
              <p:cNvPr id="523" name="직사각형 52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24" name="직사각형 52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466" name="자유형 465"/>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3289112835"/>
      </p:ext>
    </p:extLst>
  </p:cSld>
  <p:clrMapOvr>
    <a:masterClrMapping/>
  </p:clrMapOvr>
  <p:transition>
    <p:wipe dir="r"/>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학습자 매뉴얼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87</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15" name="그룹 14"/>
          <p:cNvGrpSpPr/>
          <p:nvPr/>
        </p:nvGrpSpPr>
        <p:grpSpPr>
          <a:xfrm>
            <a:off x="579562" y="2166658"/>
            <a:ext cx="1384958" cy="5317057"/>
            <a:chOff x="579562" y="2166658"/>
            <a:chExt cx="1384958" cy="5317057"/>
          </a:xfrm>
        </p:grpSpPr>
        <p:grpSp>
          <p:nvGrpSpPr>
            <p:cNvPr id="236" name="그룹 235"/>
            <p:cNvGrpSpPr/>
            <p:nvPr/>
          </p:nvGrpSpPr>
          <p:grpSpPr>
            <a:xfrm>
              <a:off x="629956" y="3318264"/>
              <a:ext cx="1188000" cy="180000"/>
              <a:chOff x="666428" y="3785432"/>
              <a:chExt cx="1188000" cy="180000"/>
            </a:xfrm>
          </p:grpSpPr>
          <p:sp>
            <p:nvSpPr>
              <p:cNvPr id="237" name="모서리가 둥근 직사각형 2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568824"/>
              <a:ext cx="1188000" cy="180000"/>
              <a:chOff x="666428" y="4310612"/>
              <a:chExt cx="1188000" cy="180000"/>
            </a:xfrm>
          </p:grpSpPr>
          <p:sp>
            <p:nvSpPr>
              <p:cNvPr id="243" name="모서리가 둥근 직사각형 24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29955" y="3042501"/>
              <a:ext cx="1188000" cy="180000"/>
              <a:chOff x="666427" y="3266516"/>
              <a:chExt cx="1188000" cy="180000"/>
            </a:xfrm>
          </p:grpSpPr>
          <p:sp>
            <p:nvSpPr>
              <p:cNvPr id="246" name="모서리가 둥근 직사각형 24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3854780"/>
              <a:ext cx="1188000" cy="180000"/>
              <a:chOff x="666428" y="4570824"/>
              <a:chExt cx="1188000" cy="180000"/>
            </a:xfrm>
          </p:grpSpPr>
          <p:sp>
            <p:nvSpPr>
              <p:cNvPr id="249" name="모서리가 둥근 직사각형 24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6" y="5316875"/>
              <a:ext cx="1188000" cy="180000"/>
              <a:chOff x="666428" y="5096004"/>
              <a:chExt cx="1188000" cy="180000"/>
            </a:xfrm>
          </p:grpSpPr>
          <p:sp>
            <p:nvSpPr>
              <p:cNvPr id="252" name="모서리가 둥근 직사각형 251"/>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34148" y="5634789"/>
              <a:ext cx="1188000" cy="180000"/>
              <a:chOff x="666428" y="3785432"/>
              <a:chExt cx="1188000" cy="180000"/>
            </a:xfrm>
          </p:grpSpPr>
          <p:sp>
            <p:nvSpPr>
              <p:cNvPr id="269" name="모서리가 둥근 직사각형 26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9" name="그룹 288"/>
            <p:cNvGrpSpPr/>
            <p:nvPr/>
          </p:nvGrpSpPr>
          <p:grpSpPr>
            <a:xfrm>
              <a:off x="631150" y="4135825"/>
              <a:ext cx="1188000" cy="180000"/>
              <a:chOff x="666428" y="4570824"/>
              <a:chExt cx="1188000" cy="180000"/>
            </a:xfrm>
          </p:grpSpPr>
          <p:sp>
            <p:nvSpPr>
              <p:cNvPr id="290" name="모서리가 둥근 직사각형 28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92" name="그룹 291"/>
            <p:cNvGrpSpPr/>
            <p:nvPr/>
          </p:nvGrpSpPr>
          <p:grpSpPr>
            <a:xfrm>
              <a:off x="629956" y="4423395"/>
              <a:ext cx="1188000" cy="180000"/>
              <a:chOff x="666428" y="4310612"/>
              <a:chExt cx="1188000" cy="180000"/>
            </a:xfrm>
          </p:grpSpPr>
          <p:sp>
            <p:nvSpPr>
              <p:cNvPr id="293" name="모서리가 둥근 직사각형 29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94"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6" name="TextBox 26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7" name="그룹 636"/>
            <p:cNvGrpSpPr/>
            <p:nvPr/>
          </p:nvGrpSpPr>
          <p:grpSpPr>
            <a:xfrm>
              <a:off x="632520" y="4723068"/>
              <a:ext cx="1188000" cy="180000"/>
              <a:chOff x="666428" y="4310612"/>
              <a:chExt cx="1188000" cy="180000"/>
            </a:xfrm>
          </p:grpSpPr>
          <p:sp>
            <p:nvSpPr>
              <p:cNvPr id="638" name="모서리가 둥근 직사각형 63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39"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17" name="그룹 716"/>
            <p:cNvGrpSpPr/>
            <p:nvPr/>
          </p:nvGrpSpPr>
          <p:grpSpPr>
            <a:xfrm>
              <a:off x="632520" y="2752353"/>
              <a:ext cx="1332000" cy="180000"/>
              <a:chOff x="666427" y="3266516"/>
              <a:chExt cx="1332000" cy="180000"/>
            </a:xfrm>
          </p:grpSpPr>
          <p:sp>
            <p:nvSpPr>
              <p:cNvPr id="718" name="모서리가 둥근 직사각형 71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2" name="그룹 341"/>
            <p:cNvGrpSpPr/>
            <p:nvPr/>
          </p:nvGrpSpPr>
          <p:grpSpPr>
            <a:xfrm>
              <a:off x="632520" y="5005767"/>
              <a:ext cx="1188000" cy="180000"/>
              <a:chOff x="666428" y="4310612"/>
              <a:chExt cx="1188000" cy="180000"/>
            </a:xfrm>
          </p:grpSpPr>
          <p:sp>
            <p:nvSpPr>
              <p:cNvPr id="344" name="모서리가 둥근 직사각형 34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53"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32520" y="6227787"/>
              <a:ext cx="1188000" cy="180000"/>
              <a:chOff x="666428" y="3785432"/>
              <a:chExt cx="1188000" cy="180000"/>
            </a:xfrm>
          </p:grpSpPr>
          <p:sp>
            <p:nvSpPr>
              <p:cNvPr id="572" name="모서리가 둥근 직사각형 57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32520" y="6487872"/>
              <a:ext cx="1188000" cy="180000"/>
              <a:chOff x="666428" y="4310612"/>
              <a:chExt cx="1188000" cy="180000"/>
            </a:xfrm>
          </p:grpSpPr>
          <p:sp>
            <p:nvSpPr>
              <p:cNvPr id="575" name="모서리가 둥근 직사각형 57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수강현황</a:t>
                </a:r>
                <a:endParaRPr kumimoji="1" lang="ko-KR" altLang="en-US" sz="800" dirty="0">
                  <a:solidFill>
                    <a:schemeClr val="bg1"/>
                  </a:solidFill>
                  <a:latin typeface="+mn-ea"/>
                  <a:ea typeface="+mn-ea"/>
                  <a:cs typeface="Calibri" pitchFamily="34" charset="0"/>
                </a:endParaRPr>
              </a:p>
            </p:txBody>
          </p:sp>
          <p:pic>
            <p:nvPicPr>
              <p:cNvPr id="57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32520" y="6773828"/>
              <a:ext cx="1188000" cy="180000"/>
              <a:chOff x="666428" y="4570824"/>
              <a:chExt cx="1188000" cy="180000"/>
            </a:xfrm>
          </p:grpSpPr>
          <p:sp>
            <p:nvSpPr>
              <p:cNvPr id="580" name="모서리가 둥근 직사각형 5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81"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32520" y="7053155"/>
              <a:ext cx="1188000" cy="180000"/>
              <a:chOff x="666428" y="3785432"/>
              <a:chExt cx="1188000" cy="180000"/>
            </a:xfrm>
          </p:grpSpPr>
          <p:sp>
            <p:nvSpPr>
              <p:cNvPr id="635" name="모서리가 둥근 직사각형 63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7303715"/>
              <a:ext cx="1224000" cy="180000"/>
              <a:chOff x="666428" y="4310612"/>
              <a:chExt cx="1224000" cy="180000"/>
            </a:xfrm>
          </p:grpSpPr>
          <p:sp>
            <p:nvSpPr>
              <p:cNvPr id="641" name="모서리가 둥근 직사각형 640"/>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4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8" name="그룹 647"/>
            <p:cNvGrpSpPr/>
            <p:nvPr/>
          </p:nvGrpSpPr>
          <p:grpSpPr>
            <a:xfrm>
              <a:off x="622995" y="5922821"/>
              <a:ext cx="1188000" cy="180000"/>
              <a:chOff x="666427" y="3266516"/>
              <a:chExt cx="1188000" cy="180000"/>
            </a:xfrm>
          </p:grpSpPr>
          <p:sp>
            <p:nvSpPr>
              <p:cNvPr id="649" name="모서리가 둥근 직사각형 64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5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91736464"/>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1" name="모서리가 둥근 직사각형 860"/>
          <p:cNvSpPr/>
          <p:nvPr/>
        </p:nvSpPr>
        <p:spPr>
          <a:xfrm>
            <a:off x="2274987" y="6777120"/>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62" name="직사각형 861"/>
          <p:cNvSpPr/>
          <p:nvPr/>
        </p:nvSpPr>
        <p:spPr>
          <a:xfrm>
            <a:off x="309984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863" name="순서도: 대체 처리 862"/>
          <p:cNvSpPr/>
          <p:nvPr/>
        </p:nvSpPr>
        <p:spPr bwMode="auto">
          <a:xfrm>
            <a:off x="276837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67" name="모서리가 둥근 직사각형 866"/>
          <p:cNvSpPr/>
          <p:nvPr/>
        </p:nvSpPr>
        <p:spPr>
          <a:xfrm>
            <a:off x="7132410"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8" name="그룹 607"/>
          <p:cNvGrpSpPr/>
          <p:nvPr/>
        </p:nvGrpSpPr>
        <p:grpSpPr>
          <a:xfrm>
            <a:off x="2269654" y="7140804"/>
            <a:ext cx="6890992" cy="295477"/>
            <a:chOff x="2269654" y="7140804"/>
            <a:chExt cx="6890992" cy="295477"/>
          </a:xfrm>
        </p:grpSpPr>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3" name="모서리가 둥근 직사각형 852"/>
            <p:cNvSpPr/>
            <p:nvPr/>
          </p:nvSpPr>
          <p:spPr>
            <a:xfrm>
              <a:off x="2269654" y="7140804"/>
              <a:ext cx="432000" cy="295200"/>
            </a:xfrm>
            <a:prstGeom prst="roundRect">
              <a:avLst/>
            </a:prstGeom>
            <a:solidFill>
              <a:schemeClr val="bg1">
                <a:lumMod val="95000"/>
              </a:schemeClr>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50000"/>
                      <a:lumOff val="50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50000"/>
                      <a:lumOff val="50000"/>
                    </a:schemeClr>
                  </a:solidFill>
                  <a:latin typeface="맑은 고딕" panose="020B0503020000020004" pitchFamily="50" charset="-127"/>
                  <a:ea typeface="맑은 고딕" panose="020B0503020000020004" pitchFamily="50" charset="-127"/>
                </a:rPr>
                <a:t>차시</a:t>
              </a:r>
            </a:p>
          </p:txBody>
        </p:sp>
        <p:sp>
          <p:nvSpPr>
            <p:cNvPr id="854" name="직사각형 853"/>
            <p:cNvSpPr/>
            <p:nvPr/>
          </p:nvSpPr>
          <p:spPr>
            <a:xfrm>
              <a:off x="3094509"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855" name="순서도: 대체 처리 854"/>
            <p:cNvSpPr/>
            <p:nvPr/>
          </p:nvSpPr>
          <p:spPr bwMode="auto">
            <a:xfrm>
              <a:off x="2763044"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858" name="모서리가 둥근 직사각형 857"/>
            <p:cNvSpPr/>
            <p:nvPr/>
          </p:nvSpPr>
          <p:spPr>
            <a:xfrm>
              <a:off x="7132410"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2397109352"/>
              </p:ext>
            </p:extLst>
          </p:nvPr>
        </p:nvGraphicFramePr>
        <p:xfrm>
          <a:off x="9499029" y="1494927"/>
          <a:ext cx="1404156" cy="67520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해당 과목의 등록 세미나 목록</a:t>
                      </a:r>
                      <a:r>
                        <a:rPr lang="ko-KR" altLang="en-US" sz="800" kern="1200" baseline="0" dirty="0" smtClean="0">
                          <a:solidFill>
                            <a:schemeClr val="tx1">
                              <a:lumMod val="75000"/>
                              <a:lumOff val="25000"/>
                            </a:schemeClr>
                          </a:solidFill>
                          <a:latin typeface="+mn-lt"/>
                          <a:ea typeface="+mn-ea"/>
                          <a:cs typeface="+mn-cs"/>
                        </a:rPr>
                        <a:t> 노출</a:t>
                      </a:r>
                      <a:r>
                        <a:rPr lang="ko-KR" altLang="en-US" sz="800" kern="1200" dirty="0" smtClean="0">
                          <a:solidFill>
                            <a:schemeClr val="tx1">
                              <a:lumMod val="75000"/>
                              <a:lumOff val="25000"/>
                            </a:schemeClr>
                          </a:solidFill>
                          <a:latin typeface="+mn-lt"/>
                          <a:ea typeface="+mn-ea"/>
                          <a:cs typeface="+mn-cs"/>
                        </a:rPr>
                        <a:t> </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진행상태</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대기 </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제출기간 시작 </a:t>
                      </a:r>
                      <a:endParaRPr lang="en-US" altLang="ko-KR" sz="800" kern="1200" baseline="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진행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중</a:t>
                      </a:r>
                      <a:endParaRPr lang="en-US" altLang="ko-KR" sz="800" kern="1200" dirty="0" smtClean="0">
                        <a:solidFill>
                          <a:schemeClr val="tx1">
                            <a:lumMod val="75000"/>
                            <a:lumOff val="25000"/>
                          </a:schemeClr>
                        </a:solidFill>
                        <a:latin typeface="+mn-ea"/>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완료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제출기간 종료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443" name="직사각형 442"/>
          <p:cNvSpPr/>
          <p:nvPr/>
        </p:nvSpPr>
        <p:spPr>
          <a:xfrm>
            <a:off x="3480057" y="4043188"/>
            <a:ext cx="1800000" cy="216000"/>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tx1">
                    <a:lumMod val="75000"/>
                    <a:lumOff val="25000"/>
                  </a:schemeClr>
                </a:solidFill>
                <a:latin typeface="+mn-ea"/>
              </a:rPr>
              <a:t>샘플</a:t>
            </a:r>
            <a:endParaRPr lang="ko-KR" altLang="en-US" sz="800" b="1" dirty="0">
              <a:solidFill>
                <a:schemeClr val="tx1">
                  <a:lumMod val="75000"/>
                  <a:lumOff val="25000"/>
                </a:schemeClr>
              </a:solidFill>
              <a:latin typeface="+mn-ea"/>
            </a:endParaRPr>
          </a:p>
        </p:txBody>
      </p:sp>
      <p:grpSp>
        <p:nvGrpSpPr>
          <p:cNvPr id="436" name="그룹 435"/>
          <p:cNvGrpSpPr/>
          <p:nvPr/>
        </p:nvGrpSpPr>
        <p:grpSpPr>
          <a:xfrm>
            <a:off x="1346130" y="3423880"/>
            <a:ext cx="7567310" cy="4037568"/>
            <a:chOff x="1100571" y="3168288"/>
            <a:chExt cx="7567310" cy="4037568"/>
          </a:xfrm>
        </p:grpSpPr>
        <p:sp>
          <p:nvSpPr>
            <p:cNvPr id="442" name="직사각형 441"/>
            <p:cNvSpPr/>
            <p:nvPr/>
          </p:nvSpPr>
          <p:spPr>
            <a:xfrm>
              <a:off x="1100571" y="3176973"/>
              <a:ext cx="7563074" cy="402888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0572" y="3168288"/>
              <a:ext cx="7563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평가비중</a:t>
              </a:r>
              <a:endParaRPr lang="ko-KR" altLang="en-US" sz="800" b="1" dirty="0">
                <a:solidFill>
                  <a:schemeClr val="bg1"/>
                </a:solidFill>
                <a:latin typeface="+mn-ea"/>
                <a:ea typeface="+mn-ea"/>
              </a:endParaRPr>
            </a:p>
          </p:txBody>
        </p:sp>
        <p:sp>
          <p:nvSpPr>
            <p:cNvPr id="446" name="직사각형 445"/>
            <p:cNvSpPr/>
            <p:nvPr/>
          </p:nvSpPr>
          <p:spPr>
            <a:xfrm>
              <a:off x="8399859"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7" name="모서리가 둥근 직사각형 446"/>
          <p:cNvSpPr/>
          <p:nvPr/>
        </p:nvSpPr>
        <p:spPr>
          <a:xfrm>
            <a:off x="4625765" y="710932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9" name="직사각형 448"/>
          <p:cNvSpPr/>
          <p:nvPr/>
        </p:nvSpPr>
        <p:spPr>
          <a:xfrm>
            <a:off x="1373820" y="3708999"/>
            <a:ext cx="1335622"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평가비중 </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강의계획서</a:t>
            </a:r>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p:txBody>
      </p:sp>
      <p:graphicFrame>
        <p:nvGraphicFramePr>
          <p:cNvPr id="460" name="표 459"/>
          <p:cNvGraphicFramePr>
            <a:graphicFrameLocks noGrp="1"/>
          </p:cNvGraphicFramePr>
          <p:nvPr>
            <p:extLst>
              <p:ext uri="{D42A27DB-BD31-4B8C-83A1-F6EECF244321}">
                <p14:modId xmlns:p14="http://schemas.microsoft.com/office/powerpoint/2010/main" val="179423407"/>
              </p:ext>
            </p:extLst>
          </p:nvPr>
        </p:nvGraphicFramePr>
        <p:xfrm>
          <a:off x="1474403" y="3932989"/>
          <a:ext cx="7289762" cy="559820"/>
        </p:xfrm>
        <a:graphic>
          <a:graphicData uri="http://schemas.openxmlformats.org/drawingml/2006/table">
            <a:tbl>
              <a:tblPr firstRow="1" bandRow="1">
                <a:tableStyleId>{5C22544A-7EE6-4342-B048-85BDC9FD1C3A}</a:tableStyleId>
              </a:tblPr>
              <a:tblGrid>
                <a:gridCol w="844554"/>
                <a:gridCol w="805651"/>
                <a:gridCol w="805651"/>
                <a:gridCol w="805651"/>
                <a:gridCol w="805651"/>
                <a:gridCol w="805651"/>
                <a:gridCol w="805651"/>
                <a:gridCol w="805651"/>
                <a:gridCol w="805651"/>
              </a:tblGrid>
              <a:tr h="285500">
                <a:tc>
                  <a:txBody>
                    <a:bodyPr/>
                    <a:lstStyle/>
                    <a:p>
                      <a:pPr algn="l" latinLnBrk="1"/>
                      <a:r>
                        <a:rPr lang="ko-KR" altLang="en-US" sz="800" b="0" dirty="0" smtClean="0">
                          <a:solidFill>
                            <a:schemeClr val="tx1">
                              <a:lumMod val="75000"/>
                              <a:lumOff val="25000"/>
                            </a:schemeClr>
                          </a:solidFill>
                          <a:latin typeface="+mn-ea"/>
                          <a:ea typeface="+mn-ea"/>
                        </a:rPr>
                        <a:t>평가항목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출석</a:t>
                      </a:r>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과제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r>
              <a:tr h="206619">
                <a:tc>
                  <a:txBody>
                    <a:bodyPr/>
                    <a:lstStyle/>
                    <a:p>
                      <a:pPr algn="l"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lnSpc>
                          <a:spcPct val="150000"/>
                        </a:lnSpc>
                      </a:pPr>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61" name="직사각형 460"/>
          <p:cNvSpPr/>
          <p:nvPr/>
        </p:nvSpPr>
        <p:spPr>
          <a:xfrm>
            <a:off x="1395216" y="5040718"/>
            <a:ext cx="917239"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반영비율</a:t>
            </a:r>
            <a:endParaRPr lang="ko-KR" altLang="en-US" sz="800" b="1" dirty="0">
              <a:solidFill>
                <a:schemeClr val="tx1">
                  <a:lumMod val="75000"/>
                  <a:lumOff val="25000"/>
                </a:schemeClr>
              </a:solidFill>
              <a:latin typeface="+mn-ea"/>
              <a:ea typeface="+mn-ea"/>
            </a:endParaRPr>
          </a:p>
        </p:txBody>
      </p:sp>
      <p:cxnSp>
        <p:nvCxnSpPr>
          <p:cNvPr id="525" name="꺾인 연결선 524"/>
          <p:cNvCxnSpPr>
            <a:stCxn id="455" idx="2"/>
            <a:endCxn id="444" idx="0"/>
          </p:cNvCxnSpPr>
          <p:nvPr/>
        </p:nvCxnSpPr>
        <p:spPr>
          <a:xfrm rot="5400000">
            <a:off x="5323084" y="2866358"/>
            <a:ext cx="362369" cy="752674"/>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532" name="TextBox 531"/>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KNOU_UI_C02020300_05</a:t>
            </a:r>
            <a:endParaRPr lang="ko-KR" altLang="en-US" sz="800" spc="-60" dirty="0">
              <a:latin typeface="+mn-ea"/>
            </a:endParaRPr>
          </a:p>
        </p:txBody>
      </p:sp>
      <p:sp>
        <p:nvSpPr>
          <p:cNvPr id="463" name="모서리가 둥근 직사각형 462"/>
          <p:cNvSpPr/>
          <p:nvPr/>
        </p:nvSpPr>
        <p:spPr>
          <a:xfrm>
            <a:off x="3903473" y="4615546"/>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 과제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1" name="모서리가 둥근 직사각형 500"/>
          <p:cNvSpPr/>
          <p:nvPr/>
        </p:nvSpPr>
        <p:spPr>
          <a:xfrm>
            <a:off x="4889891" y="4612339"/>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토론</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50" name="모서리가 둥근 직사각형 449"/>
          <p:cNvSpPr/>
          <p:nvPr/>
        </p:nvSpPr>
        <p:spPr>
          <a:xfrm>
            <a:off x="5876900" y="4598592"/>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퀴즈</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53" name="모서리가 둥근 직사각형 452"/>
          <p:cNvSpPr/>
          <p:nvPr/>
        </p:nvSpPr>
        <p:spPr>
          <a:xfrm>
            <a:off x="6870414" y="4602430"/>
            <a:ext cx="9144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bg1"/>
                </a:solidFill>
                <a:latin typeface="맑은 고딕" panose="020B0503020000020004" pitchFamily="50" charset="-127"/>
                <a:ea typeface="맑은 고딕" panose="020B0503020000020004" pitchFamily="50" charset="-127"/>
              </a:rPr>
              <a:t> </a:t>
            </a:r>
            <a:r>
              <a:rPr lang="ko-KR" altLang="en-US" sz="800" dirty="0" smtClean="0">
                <a:solidFill>
                  <a:schemeClr val="bg1"/>
                </a:solidFill>
                <a:latin typeface="맑은 고딕" panose="020B0503020000020004" pitchFamily="50" charset="-127"/>
                <a:ea typeface="맑은 고딕" panose="020B0503020000020004" pitchFamily="50" charset="-127"/>
              </a:rPr>
              <a:t>설</a:t>
            </a:r>
            <a:r>
              <a:rPr lang="ko-KR" altLang="en-US" sz="800" dirty="0">
                <a:solidFill>
                  <a:schemeClr val="bg1"/>
                </a:solidFill>
                <a:latin typeface="맑은 고딕" panose="020B0503020000020004" pitchFamily="50" charset="-127"/>
                <a:ea typeface="맑은 고딕" panose="020B0503020000020004" pitchFamily="50" charset="-127"/>
              </a:rPr>
              <a:t>문</a:t>
            </a:r>
          </a:p>
        </p:txBody>
      </p:sp>
      <p:grpSp>
        <p:nvGrpSpPr>
          <p:cNvPr id="466" name="그룹 465"/>
          <p:cNvGrpSpPr/>
          <p:nvPr/>
        </p:nvGrpSpPr>
        <p:grpSpPr>
          <a:xfrm>
            <a:off x="7823795" y="4769688"/>
            <a:ext cx="234360" cy="200055"/>
            <a:chOff x="1152270" y="11716364"/>
            <a:chExt cx="234360" cy="200055"/>
          </a:xfrm>
        </p:grpSpPr>
        <p:sp>
          <p:nvSpPr>
            <p:cNvPr id="467" name="모서리가 둥근 직사각형 4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8" name="직사각형 46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69" name="모서리가 둥근 직사각형 468"/>
          <p:cNvSpPr/>
          <p:nvPr/>
        </p:nvSpPr>
        <p:spPr>
          <a:xfrm>
            <a:off x="7855024" y="4595602"/>
            <a:ext cx="914400" cy="180000"/>
          </a:xfrm>
          <a:prstGeom prst="roundRect">
            <a:avLst/>
          </a:prstGeom>
          <a:solidFill>
            <a:srgbClr val="B1C1D5"/>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세미나</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aphicFrame>
        <p:nvGraphicFramePr>
          <p:cNvPr id="470" name="표 469"/>
          <p:cNvGraphicFramePr>
            <a:graphicFrameLocks noGrp="1"/>
          </p:cNvGraphicFramePr>
          <p:nvPr>
            <p:extLst>
              <p:ext uri="{D42A27DB-BD31-4B8C-83A1-F6EECF244321}">
                <p14:modId xmlns:p14="http://schemas.microsoft.com/office/powerpoint/2010/main" val="2729245904"/>
              </p:ext>
            </p:extLst>
          </p:nvPr>
        </p:nvGraphicFramePr>
        <p:xfrm>
          <a:off x="1474652" y="5290517"/>
          <a:ext cx="7312258" cy="1676400"/>
        </p:xfrm>
        <a:graphic>
          <a:graphicData uri="http://schemas.openxmlformats.org/drawingml/2006/table">
            <a:tbl>
              <a:tblPr firstRow="1" bandRow="1">
                <a:tableStyleId>{5C22544A-7EE6-4342-B048-85BDC9FD1C3A}</a:tableStyleId>
              </a:tblPr>
              <a:tblGrid>
                <a:gridCol w="441090"/>
                <a:gridCol w="758628"/>
                <a:gridCol w="1558550"/>
                <a:gridCol w="2736304"/>
                <a:gridCol w="694376"/>
                <a:gridCol w="581172"/>
                <a:gridCol w="542138"/>
              </a:tblGrid>
              <a:tr h="231454">
                <a:tc>
                  <a:txBody>
                    <a:bodyPr/>
                    <a:lstStyle/>
                    <a:p>
                      <a:pPr algn="ctr" latinLnBrk="1"/>
                      <a:r>
                        <a:rPr lang="en-US" altLang="ko-KR" sz="800" b="0" dirty="0" smtClean="0">
                          <a:solidFill>
                            <a:schemeClr val="tx1">
                              <a:lumMod val="75000"/>
                              <a:lumOff val="25000"/>
                            </a:schemeClr>
                          </a:solidFill>
                          <a:latin typeface="+mn-ea"/>
                          <a:ea typeface="+mn-ea"/>
                        </a:rPr>
                        <a:t>No</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err="1" smtClean="0">
                          <a:solidFill>
                            <a:schemeClr val="tx1">
                              <a:lumMod val="75000"/>
                              <a:lumOff val="25000"/>
                            </a:schemeClr>
                          </a:solidFill>
                          <a:latin typeface="+mn-ea"/>
                          <a:ea typeface="+mn-ea"/>
                        </a:rPr>
                        <a:t>세미나명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제출기간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성적반영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성적</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en-US" altLang="ko-KR" sz="800" b="0" dirty="0" smtClean="0">
                        <a:solidFill>
                          <a:schemeClr val="tx1">
                            <a:lumMod val="75000"/>
                            <a:lumOff val="25000"/>
                          </a:schemeClr>
                        </a:solidFill>
                        <a:latin typeface="+mn-ea"/>
                        <a:ea typeface="+mn-ea"/>
                      </a:endParaRPr>
                    </a:p>
                    <a:p>
                      <a:pPr algn="ctr" latinLnBrk="1"/>
                      <a:r>
                        <a:rPr lang="ko-KR" altLang="en-US" sz="800" b="0" dirty="0" smtClean="0">
                          <a:solidFill>
                            <a:schemeClr val="tx1">
                              <a:lumMod val="75000"/>
                              <a:lumOff val="25000"/>
                            </a:schemeClr>
                          </a:solidFill>
                          <a:latin typeface="+mn-ea"/>
                          <a:ea typeface="+mn-ea"/>
                        </a:rPr>
                        <a:t>상태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일반수시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세미나세미나</a:t>
                      </a:r>
                      <a:r>
                        <a:rPr lang="en-US" altLang="ko-KR" sz="800" b="0" dirty="0" smtClean="0">
                          <a:solidFill>
                            <a:schemeClr val="tx1">
                              <a:lumMod val="75000"/>
                              <a:lumOff val="25000"/>
                            </a:schemeClr>
                          </a:solidFill>
                          <a:latin typeface="+mn-ea"/>
                          <a:ea typeface="+mn-ea"/>
                        </a:rPr>
                        <a:t>01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진행</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일반수시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세미나세미나</a:t>
                      </a:r>
                      <a:r>
                        <a:rPr lang="en-US" altLang="ko-KR" sz="800" b="0" dirty="0" smtClean="0">
                          <a:solidFill>
                            <a:schemeClr val="tx1">
                              <a:lumMod val="75000"/>
                              <a:lumOff val="25000"/>
                            </a:schemeClr>
                          </a:solidFill>
                          <a:latin typeface="+mn-ea"/>
                          <a:ea typeface="+mn-ea"/>
                        </a:rPr>
                        <a:t>02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일반수시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세미나세미나</a:t>
                      </a:r>
                      <a:r>
                        <a:rPr lang="en-US" altLang="ko-KR" sz="800" b="0" dirty="0" smtClean="0">
                          <a:solidFill>
                            <a:schemeClr val="tx1">
                              <a:lumMod val="75000"/>
                              <a:lumOff val="25000"/>
                            </a:schemeClr>
                          </a:solidFill>
                          <a:latin typeface="+mn-ea"/>
                          <a:ea typeface="+mn-ea"/>
                        </a:rPr>
                        <a:t>03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완료</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335280">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일반수시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세미나세미나</a:t>
                      </a:r>
                      <a:r>
                        <a:rPr lang="en-US" altLang="ko-KR" sz="800" b="0" dirty="0" smtClean="0">
                          <a:solidFill>
                            <a:schemeClr val="tx1">
                              <a:lumMod val="75000"/>
                              <a:lumOff val="25000"/>
                            </a:schemeClr>
                          </a:solidFill>
                          <a:latin typeface="+mn-ea"/>
                          <a:ea typeface="+mn-ea"/>
                        </a:rPr>
                        <a:t>04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2026.06.13 18:00 ~ 2026.06.17 22:00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latinLnBrk="1"/>
                      <a:r>
                        <a:rPr lang="ko-KR" altLang="en-US" sz="800" b="0" dirty="0" smtClean="0">
                          <a:solidFill>
                            <a:schemeClr val="tx1">
                              <a:lumMod val="75000"/>
                              <a:lumOff val="25000"/>
                            </a:schemeClr>
                          </a:solidFill>
                          <a:latin typeface="+mn-ea"/>
                          <a:ea typeface="+mn-ea"/>
                        </a:rPr>
                        <a:t>비공개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대기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471" name="그룹 470"/>
          <p:cNvGrpSpPr/>
          <p:nvPr/>
        </p:nvGrpSpPr>
        <p:grpSpPr>
          <a:xfrm>
            <a:off x="8406557" y="5550390"/>
            <a:ext cx="234360" cy="200055"/>
            <a:chOff x="1152270" y="11716364"/>
            <a:chExt cx="234360" cy="200055"/>
          </a:xfrm>
        </p:grpSpPr>
        <p:sp>
          <p:nvSpPr>
            <p:cNvPr id="504" name="모서리가 둥근 직사각형 5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09" name="직사각형 50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32" name="그룹 431"/>
          <p:cNvGrpSpPr/>
          <p:nvPr/>
        </p:nvGrpSpPr>
        <p:grpSpPr>
          <a:xfrm>
            <a:off x="5640844" y="2041798"/>
            <a:ext cx="2994089" cy="162517"/>
            <a:chOff x="6384100" y="2032273"/>
            <a:chExt cx="2994089" cy="162517"/>
          </a:xfrm>
        </p:grpSpPr>
        <p:sp>
          <p:nvSpPr>
            <p:cNvPr id="433" name="직사각형 43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34" name="순서도: 대체 처리 43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51" name="직사각형 450"/>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52" name="순서도: 대체 처리 451"/>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54" name="순서도: 대체 처리 453"/>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55" name="순서도: 대체 처리 454"/>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456" name="순서도: 대체 처리 455"/>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58" name="순서도: 대체 처리 457"/>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62" name="사각형 설명선 461"/>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464" name="사각형 설명선 463"/>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465" name="TextBox 464"/>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20" name="그룹 519"/>
          <p:cNvGrpSpPr/>
          <p:nvPr/>
        </p:nvGrpSpPr>
        <p:grpSpPr>
          <a:xfrm>
            <a:off x="507554" y="1602349"/>
            <a:ext cx="3075218" cy="252000"/>
            <a:chOff x="507554" y="1537742"/>
            <a:chExt cx="3075218" cy="252000"/>
          </a:xfrm>
        </p:grpSpPr>
        <p:pic>
          <p:nvPicPr>
            <p:cNvPr id="521"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22" name="그룹 521"/>
            <p:cNvGrpSpPr/>
            <p:nvPr/>
          </p:nvGrpSpPr>
          <p:grpSpPr>
            <a:xfrm>
              <a:off x="2288704" y="1581175"/>
              <a:ext cx="1294068" cy="166725"/>
              <a:chOff x="2288704" y="1581175"/>
              <a:chExt cx="1294068" cy="166725"/>
            </a:xfrm>
          </p:grpSpPr>
          <p:sp>
            <p:nvSpPr>
              <p:cNvPr id="523" name="직사각형 52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24" name="직사각형 52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10" name="자유형 509"/>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3366366947"/>
      </p:ext>
    </p:extLst>
  </p:cSld>
  <p:clrMapOvr>
    <a:masterClrMapping/>
  </p:clrMapOvr>
  <p:transition>
    <p:wipe dir="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88</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894756"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1381795123"/>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60" name="모서리가 둥근 직사각형 859"/>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67" name="모서리가 둥근 직사각형 866"/>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251386"/>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712400" y="6286572"/>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2351507" y="10252858"/>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80824" y="1008774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5" name="TextBox 874"/>
          <p:cNvSpPr txBox="1"/>
          <p:nvPr/>
        </p:nvSpPr>
        <p:spPr>
          <a:xfrm>
            <a:off x="2332137" y="9309853"/>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17" name="그룹 16"/>
          <p:cNvGrpSpPr/>
          <p:nvPr/>
        </p:nvGrpSpPr>
        <p:grpSpPr>
          <a:xfrm>
            <a:off x="2243524" y="9108107"/>
            <a:ext cx="1125300" cy="215444"/>
            <a:chOff x="2243524" y="9217908"/>
            <a:chExt cx="1125300" cy="215444"/>
          </a:xfrm>
        </p:grpSpPr>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80824"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717562"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2" name="모서리가 둥근 직사각형 851"/>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858" name="모서리가 둥근 직사각형 857"/>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48749" y="1343811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2341982" y="1363566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730325" y="13473298"/>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47716" y="14023701"/>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2317279" y="142212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756792" y="14058887"/>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42967" y="15761418"/>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2360712" y="1595897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31432" y="1579660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7041232" y="6318845"/>
            <a:ext cx="2235558" cy="237902"/>
            <a:chOff x="7041232" y="6318845"/>
            <a:chExt cx="2235558" cy="237902"/>
          </a:xfrm>
        </p:grpSpPr>
        <p:grpSp>
          <p:nvGrpSpPr>
            <p:cNvPr id="840" name="그룹 839"/>
            <p:cNvGrpSpPr/>
            <p:nvPr/>
          </p:nvGrpSpPr>
          <p:grpSpPr>
            <a:xfrm>
              <a:off x="7941384" y="6341303"/>
              <a:ext cx="587633" cy="215444"/>
              <a:chOff x="6245008" y="5123284"/>
              <a:chExt cx="587633" cy="215444"/>
            </a:xfrm>
          </p:grpSpPr>
          <p:sp>
            <p:nvSpPr>
              <p:cNvPr id="850" name="TextBox 849"/>
              <p:cNvSpPr txBox="1"/>
              <p:nvPr/>
            </p:nvSpPr>
            <p:spPr>
              <a:xfrm>
                <a:off x="624500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704123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7041232" y="9177287"/>
            <a:ext cx="2235438" cy="237902"/>
            <a:chOff x="7041352" y="6318845"/>
            <a:chExt cx="2235438" cy="237902"/>
          </a:xfrm>
        </p:grpSpPr>
        <p:grpSp>
          <p:nvGrpSpPr>
            <p:cNvPr id="480" name="그룹 479"/>
            <p:cNvGrpSpPr/>
            <p:nvPr/>
          </p:nvGrpSpPr>
          <p:grpSpPr>
            <a:xfrm>
              <a:off x="7941504" y="6341303"/>
              <a:ext cx="587513" cy="215444"/>
              <a:chOff x="6245128" y="5123284"/>
              <a:chExt cx="587513" cy="215444"/>
            </a:xfrm>
          </p:grpSpPr>
          <p:sp>
            <p:nvSpPr>
              <p:cNvPr id="488" name="TextBox 487"/>
              <p:cNvSpPr txBox="1"/>
              <p:nvPr/>
            </p:nvSpPr>
            <p:spPr>
              <a:xfrm>
                <a:off x="624512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704135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7041232" y="13543467"/>
            <a:ext cx="1487785" cy="215444"/>
            <a:chOff x="7041232" y="6341303"/>
            <a:chExt cx="1487785" cy="215444"/>
          </a:xfrm>
        </p:grpSpPr>
        <p:grpSp>
          <p:nvGrpSpPr>
            <p:cNvPr id="491" name="그룹 490"/>
            <p:cNvGrpSpPr/>
            <p:nvPr/>
          </p:nvGrpSpPr>
          <p:grpSpPr>
            <a:xfrm>
              <a:off x="7941384" y="6341303"/>
              <a:ext cx="587633" cy="215444"/>
              <a:chOff x="6245008" y="5123284"/>
              <a:chExt cx="587633" cy="215444"/>
            </a:xfrm>
          </p:grpSpPr>
          <p:sp>
            <p:nvSpPr>
              <p:cNvPr id="499" name="TextBox 498"/>
              <p:cNvSpPr txBox="1"/>
              <p:nvPr/>
            </p:nvSpPr>
            <p:spPr>
              <a:xfrm>
                <a:off x="624500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704123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7041232" y="14106598"/>
            <a:ext cx="2235438" cy="237902"/>
            <a:chOff x="7041352" y="6318845"/>
            <a:chExt cx="2235438" cy="237902"/>
          </a:xfrm>
        </p:grpSpPr>
        <p:grpSp>
          <p:nvGrpSpPr>
            <p:cNvPr id="503" name="그룹 502"/>
            <p:cNvGrpSpPr/>
            <p:nvPr/>
          </p:nvGrpSpPr>
          <p:grpSpPr>
            <a:xfrm>
              <a:off x="7941504" y="6341303"/>
              <a:ext cx="587513" cy="215444"/>
              <a:chOff x="6245128" y="5123284"/>
              <a:chExt cx="587513" cy="215444"/>
            </a:xfrm>
          </p:grpSpPr>
          <p:sp>
            <p:nvSpPr>
              <p:cNvPr id="511" name="TextBox 510"/>
              <p:cNvSpPr txBox="1"/>
              <p:nvPr/>
            </p:nvSpPr>
            <p:spPr>
              <a:xfrm>
                <a:off x="6245128" y="5123284"/>
                <a:ext cx="468000" cy="215444"/>
              </a:xfrm>
              <a:prstGeom prst="rect">
                <a:avLst/>
              </a:prstGeom>
              <a:noFill/>
            </p:spPr>
            <p:txBody>
              <a:bodyPr wrap="square" lIns="0" rIns="0" rtlCol="0">
                <a:spAutoFit/>
              </a:bodyPr>
              <a:lstStyle/>
              <a:p>
                <a:pPr algn="r"/>
                <a:r>
                  <a:rPr lang="ko-KR" altLang="en-US" sz="750" b="1"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7041352"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sp>
        <p:nvSpPr>
          <p:cNvPr id="494" name="직사각형 493"/>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495" name="순서도: 대체 처리 494"/>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96" name="직사각형 495"/>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497" name="순서도: 대체 처리 496"/>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98" name="TextBox 497"/>
          <p:cNvSpPr txBox="1"/>
          <p:nvPr/>
        </p:nvSpPr>
        <p:spPr>
          <a:xfrm>
            <a:off x="2357281" y="6237312"/>
            <a:ext cx="2974809"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강</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번역입문</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01" name="그룹 500"/>
          <p:cNvGrpSpPr/>
          <p:nvPr/>
        </p:nvGrpSpPr>
        <p:grpSpPr>
          <a:xfrm>
            <a:off x="3512840" y="6266381"/>
            <a:ext cx="974375" cy="133200"/>
            <a:chOff x="3690593" y="6266381"/>
            <a:chExt cx="974375" cy="133200"/>
          </a:xfrm>
        </p:grpSpPr>
        <p:grpSp>
          <p:nvGrpSpPr>
            <p:cNvPr id="504" name="그룹 503"/>
            <p:cNvGrpSpPr/>
            <p:nvPr/>
          </p:nvGrpSpPr>
          <p:grpSpPr>
            <a:xfrm>
              <a:off x="4052812" y="6266381"/>
              <a:ext cx="612156" cy="133200"/>
              <a:chOff x="2214512" y="5085184"/>
              <a:chExt cx="612156" cy="133200"/>
            </a:xfrm>
          </p:grpSpPr>
          <p:sp>
            <p:nvSpPr>
              <p:cNvPr id="510" name="순서도: 대체 처리 509"/>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513" name="순서도: 대체 처리 512"/>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509" name="순서도: 대체 처리 508"/>
            <p:cNvSpPr/>
            <p:nvPr/>
          </p:nvSpPr>
          <p:spPr bwMode="auto">
            <a:xfrm>
              <a:off x="3690593" y="627249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sp>
        <p:nvSpPr>
          <p:cNvPr id="514" name="TextBox 513"/>
          <p:cNvSpPr txBox="1"/>
          <p:nvPr/>
        </p:nvSpPr>
        <p:spPr>
          <a:xfrm>
            <a:off x="2360712" y="645391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aphicFrame>
        <p:nvGraphicFramePr>
          <p:cNvPr id="566" name="Group 175"/>
          <p:cNvGraphicFramePr>
            <a:graphicFrameLocks noGrp="1"/>
          </p:cNvGraphicFramePr>
          <p:nvPr>
            <p:extLst>
              <p:ext uri="{D42A27DB-BD31-4B8C-83A1-F6EECF244321}">
                <p14:modId xmlns:p14="http://schemas.microsoft.com/office/powerpoint/2010/main" val="1741012297"/>
              </p:ext>
            </p:extLst>
          </p:nvPr>
        </p:nvGraphicFramePr>
        <p:xfrm>
          <a:off x="9499029" y="1494927"/>
          <a:ext cx="1404156" cy="60205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강의보기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1"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04" name="TextBox 403"/>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409" name="TextBox 408"/>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KNOU_UI_C02021800_01</a:t>
            </a:r>
            <a:endParaRPr lang="ko-KR" altLang="en-US" sz="800" spc="-60" dirty="0">
              <a:latin typeface="+mn-ea"/>
            </a:endParaRPr>
          </a:p>
        </p:txBody>
      </p:sp>
      <p:sp>
        <p:nvSpPr>
          <p:cNvPr id="415" name="TextBox 414"/>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강의보기 </a:t>
            </a:r>
            <a:r>
              <a:rPr lang="en-US" altLang="ko-KR" sz="800" spc="-60" dirty="0" smtClean="0">
                <a:latin typeface="+mn-ea"/>
                <a:ea typeface="+mn-ea"/>
              </a:rPr>
              <a:t>&gt; </a:t>
            </a:r>
            <a:r>
              <a:rPr lang="ko-KR" altLang="en-US" sz="800" spc="-60" dirty="0" smtClean="0">
                <a:latin typeface="+mn-ea"/>
                <a:ea typeface="+mn-ea"/>
              </a:rPr>
              <a:t>강의콘텐츠가 있는 경우 </a:t>
            </a:r>
            <a:r>
              <a:rPr lang="en-US" altLang="ko-KR" sz="800" spc="-60" dirty="0" smtClean="0">
                <a:latin typeface="+mn-ea"/>
                <a:ea typeface="+mn-ea"/>
              </a:rPr>
              <a:t>: </a:t>
            </a:r>
            <a:r>
              <a:rPr lang="ko-KR" altLang="en-US" sz="800" spc="-60" dirty="0" smtClean="0">
                <a:latin typeface="+mn-ea"/>
                <a:ea typeface="+mn-ea"/>
              </a:rPr>
              <a:t>학습목차</a:t>
            </a:r>
            <a:r>
              <a:rPr lang="en-US" altLang="ko-KR" sz="800" spc="-60" dirty="0" smtClean="0">
                <a:latin typeface="+mn-ea"/>
                <a:ea typeface="+mn-ea"/>
              </a:rPr>
              <a:t>(</a:t>
            </a:r>
            <a:r>
              <a:rPr lang="ko-KR" altLang="en-US" sz="800" spc="-60" dirty="0" smtClean="0">
                <a:latin typeface="+mn-ea"/>
                <a:ea typeface="+mn-ea"/>
              </a:rPr>
              <a:t>저작도구</a:t>
            </a:r>
            <a:r>
              <a:rPr lang="en-US" altLang="ko-KR" sz="800" spc="-60" dirty="0" smtClean="0">
                <a:latin typeface="+mn-ea"/>
                <a:ea typeface="+mn-ea"/>
              </a:rPr>
              <a:t>) </a:t>
            </a:r>
            <a:r>
              <a:rPr lang="ko-KR" altLang="en-US" sz="800" spc="-60" dirty="0" smtClean="0">
                <a:latin typeface="+mn-ea"/>
                <a:ea typeface="+mn-ea"/>
              </a:rPr>
              <a:t>연동형</a:t>
            </a:r>
            <a:endParaRPr lang="ko-KR" altLang="en-US" sz="800" spc="-60" dirty="0">
              <a:latin typeface="+mn-ea"/>
              <a:ea typeface="+mn-ea"/>
            </a:endParaRPr>
          </a:p>
        </p:txBody>
      </p:sp>
      <p:sp>
        <p:nvSpPr>
          <p:cNvPr id="432" name="TextBox 431"/>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cxnSp>
        <p:nvCxnSpPr>
          <p:cNvPr id="433" name="꺾인 연결선 432"/>
          <p:cNvCxnSpPr/>
          <p:nvPr/>
        </p:nvCxnSpPr>
        <p:spPr>
          <a:xfrm rot="5400000">
            <a:off x="6885415" y="5149174"/>
            <a:ext cx="587071" cy="3361280"/>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34" name="그룹 433"/>
          <p:cNvGrpSpPr/>
          <p:nvPr/>
        </p:nvGrpSpPr>
        <p:grpSpPr>
          <a:xfrm>
            <a:off x="8554114" y="6201756"/>
            <a:ext cx="234360" cy="200055"/>
            <a:chOff x="1152270" y="11716364"/>
            <a:chExt cx="234360" cy="200055"/>
          </a:xfrm>
        </p:grpSpPr>
        <p:sp>
          <p:nvSpPr>
            <p:cNvPr id="436" name="모서리가 둥근 직사각형 4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2" name="직사각형 44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43" name="그룹 442"/>
          <p:cNvGrpSpPr/>
          <p:nvPr/>
        </p:nvGrpSpPr>
        <p:grpSpPr>
          <a:xfrm>
            <a:off x="2272709" y="7122951"/>
            <a:ext cx="6451201" cy="23741097"/>
            <a:chOff x="1100571" y="3167889"/>
            <a:chExt cx="6451201" cy="23741097"/>
          </a:xfrm>
        </p:grpSpPr>
        <p:sp>
          <p:nvSpPr>
            <p:cNvPr id="444" name="직사각형 443"/>
            <p:cNvSpPr/>
            <p:nvPr/>
          </p:nvSpPr>
          <p:spPr>
            <a:xfrm>
              <a:off x="1100571" y="3176973"/>
              <a:ext cx="6450675" cy="2373201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00572" y="3168288"/>
              <a:ext cx="6451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6" name="직사각형 445"/>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강의보기</a:t>
              </a:r>
              <a:endParaRPr lang="ko-KR" altLang="en-US" sz="800" b="1" dirty="0">
                <a:solidFill>
                  <a:schemeClr val="bg1"/>
                </a:solidFill>
                <a:latin typeface="+mn-ea"/>
                <a:ea typeface="+mn-ea"/>
              </a:endParaRPr>
            </a:p>
          </p:txBody>
        </p:sp>
        <p:sp>
          <p:nvSpPr>
            <p:cNvPr id="447" name="직사각형 446"/>
            <p:cNvSpPr/>
            <p:nvPr/>
          </p:nvSpPr>
          <p:spPr>
            <a:xfrm>
              <a:off x="7266781"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450" name="그룹 449"/>
          <p:cNvGrpSpPr/>
          <p:nvPr/>
        </p:nvGrpSpPr>
        <p:grpSpPr>
          <a:xfrm>
            <a:off x="2269654" y="7388108"/>
            <a:ext cx="6467129" cy="445398"/>
            <a:chOff x="2269654" y="7016050"/>
            <a:chExt cx="6467129" cy="445398"/>
          </a:xfrm>
        </p:grpSpPr>
        <p:sp>
          <p:nvSpPr>
            <p:cNvPr id="451" name="직사각형 450"/>
            <p:cNvSpPr/>
            <p:nvPr/>
          </p:nvSpPr>
          <p:spPr>
            <a:xfrm>
              <a:off x="2269654" y="7016050"/>
              <a:ext cx="4726049" cy="215444"/>
            </a:xfrm>
            <a:prstGeom prst="rect">
              <a:avLst/>
            </a:prstGeom>
          </p:spPr>
          <p:txBody>
            <a:bodyPr wrap="square">
              <a:spAutoFit/>
            </a:bodyPr>
            <a:lstStyle/>
            <a:p>
              <a:r>
                <a:rPr lang="en-US" altLang="ko-KR" sz="800" b="1" dirty="0" smtClean="0">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주차</a:t>
              </a:r>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2</a:t>
              </a:r>
              <a:r>
                <a:rPr lang="ko-KR" altLang="en-US" sz="800" b="1" dirty="0" smtClean="0">
                  <a:solidFill>
                    <a:schemeClr val="tx1">
                      <a:lumMod val="75000"/>
                      <a:lumOff val="25000"/>
                    </a:schemeClr>
                  </a:solidFill>
                  <a:latin typeface="+mn-ea"/>
                  <a:ea typeface="+mn-ea"/>
                </a:rPr>
                <a:t>강</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무생물주어의 처리</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 </a:t>
              </a:r>
              <a:r>
                <a:rPr lang="ko-KR" altLang="en-US" sz="800" b="1" dirty="0" smtClean="0">
                  <a:latin typeface="+mn-ea"/>
                  <a:ea typeface="+mn-ea"/>
                </a:rPr>
                <a:t> </a:t>
              </a:r>
              <a:endParaRPr lang="ko-KR" altLang="en-US" sz="800" dirty="0">
                <a:solidFill>
                  <a:schemeClr val="tx1">
                    <a:lumMod val="50000"/>
                    <a:lumOff val="50000"/>
                  </a:schemeClr>
                </a:solidFill>
                <a:latin typeface="+mn-ea"/>
                <a:ea typeface="+mn-ea"/>
              </a:endParaRPr>
            </a:p>
          </p:txBody>
        </p:sp>
        <p:sp>
          <p:nvSpPr>
            <p:cNvPr id="452" name="Rectangle 122"/>
            <p:cNvSpPr>
              <a:spLocks noChangeArrowheads="1"/>
            </p:cNvSpPr>
            <p:nvPr/>
          </p:nvSpPr>
          <p:spPr bwMode="auto">
            <a:xfrm>
              <a:off x="7910741" y="71374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학습종료</a:t>
              </a:r>
              <a:endParaRPr lang="ko-KR" altLang="en-US" sz="800" kern="0" dirty="0">
                <a:solidFill>
                  <a:schemeClr val="bg1"/>
                </a:solidFill>
                <a:latin typeface="+mn-ea"/>
                <a:ea typeface="+mn-ea"/>
              </a:endParaRPr>
            </a:p>
          </p:txBody>
        </p:sp>
        <p:sp>
          <p:nvSpPr>
            <p:cNvPr id="453" name="직사각형 452"/>
            <p:cNvSpPr/>
            <p:nvPr/>
          </p:nvSpPr>
          <p:spPr>
            <a:xfrm>
              <a:off x="2347294" y="7184449"/>
              <a:ext cx="4699622"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cxnSp>
          <p:nvCxnSpPr>
            <p:cNvPr id="454" name="직선 연결선 453"/>
            <p:cNvCxnSpPr/>
            <p:nvPr/>
          </p:nvCxnSpPr>
          <p:spPr>
            <a:xfrm>
              <a:off x="2289183" y="7451923"/>
              <a:ext cx="64476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55" name="그룹 454"/>
          <p:cNvGrpSpPr/>
          <p:nvPr/>
        </p:nvGrpSpPr>
        <p:grpSpPr>
          <a:xfrm>
            <a:off x="2235746" y="7874446"/>
            <a:ext cx="6440866" cy="1099170"/>
            <a:chOff x="2235746" y="7874446"/>
            <a:chExt cx="6440866" cy="1099170"/>
          </a:xfrm>
        </p:grpSpPr>
        <p:sp>
          <p:nvSpPr>
            <p:cNvPr id="456" name="직사각형 455"/>
            <p:cNvSpPr/>
            <p:nvPr/>
          </p:nvSpPr>
          <p:spPr>
            <a:xfrm>
              <a:off x="2322612" y="8061895"/>
              <a:ext cx="6354000" cy="91172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ko-KR" altLang="en-US" sz="800" dirty="0" smtClean="0">
                  <a:solidFill>
                    <a:schemeClr val="tx1">
                      <a:lumMod val="75000"/>
                      <a:lumOff val="25000"/>
                    </a:schemeClr>
                  </a:solidFill>
                  <a:latin typeface="+mn-ea"/>
                </a:rPr>
                <a:t>한국어와 다른 영어의 구문상 가장 큰 특징 중의 하는 무생물주어를 많이 쓴다는 점이다</a:t>
              </a:r>
              <a:r>
                <a:rPr lang="en-US" altLang="ko-KR" sz="800" dirty="0" smtClean="0">
                  <a:solidFill>
                    <a:schemeClr val="tx1">
                      <a:lumMod val="75000"/>
                      <a:lumOff val="25000"/>
                    </a:schemeClr>
                  </a:solidFill>
                  <a:latin typeface="+mn-ea"/>
                </a:rPr>
                <a:t>. </a:t>
              </a:r>
              <a:r>
                <a:rPr lang="ko-KR" altLang="en-US" sz="800" dirty="0">
                  <a:solidFill>
                    <a:schemeClr val="tx1">
                      <a:lumMod val="75000"/>
                      <a:lumOff val="25000"/>
                    </a:schemeClr>
                  </a:solidFill>
                  <a:latin typeface="+mn-ea"/>
                </a:rPr>
                <a:t>한국어와 다른 영어의 구문상 가장 큰 특징 중의 하는 무생물주어를 많이 쓴다는 점이다</a:t>
              </a:r>
              <a:r>
                <a:rPr lang="en-US" altLang="ko-KR" sz="800" dirty="0" smtClean="0">
                  <a:solidFill>
                    <a:schemeClr val="tx1">
                      <a:lumMod val="75000"/>
                      <a:lumOff val="25000"/>
                    </a:schemeClr>
                  </a:solidFill>
                  <a:latin typeface="+mn-ea"/>
                </a:rPr>
                <a:t>.</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한국어와 다른 영어의 구문상 가장 큰 특징 중의 하는 무생물주어를 많이 쓴다는 점이다</a:t>
              </a:r>
              <a:r>
                <a:rPr lang="en-US" altLang="ko-KR" sz="800" dirty="0">
                  <a:solidFill>
                    <a:schemeClr val="tx1">
                      <a:lumMod val="75000"/>
                      <a:lumOff val="25000"/>
                    </a:schemeClr>
                  </a:solidFill>
                  <a:latin typeface="+mn-ea"/>
                </a:rPr>
                <a:t>.</a:t>
              </a:r>
            </a:p>
            <a:p>
              <a:pPr>
                <a:lnSpc>
                  <a:spcPct val="150000"/>
                </a:lnSpc>
              </a:pPr>
              <a:r>
                <a:rPr lang="ko-KR" altLang="en-US" sz="800" dirty="0">
                  <a:solidFill>
                    <a:schemeClr val="tx1">
                      <a:lumMod val="75000"/>
                      <a:lumOff val="25000"/>
                    </a:schemeClr>
                  </a:solidFill>
                  <a:latin typeface="+mn-ea"/>
                </a:rPr>
                <a:t>한국어와 다른 영어의 구문상 가장 큰 특징 중의 하는 무생물주어를 많이 쓴다는 점이다</a:t>
              </a:r>
              <a:r>
                <a:rPr lang="en-US" altLang="ko-KR" sz="800" dirty="0">
                  <a:solidFill>
                    <a:schemeClr val="tx1">
                      <a:lumMod val="75000"/>
                      <a:lumOff val="25000"/>
                    </a:schemeClr>
                  </a:solidFill>
                  <a:latin typeface="+mn-ea"/>
                </a:rPr>
                <a:t>.</a:t>
              </a:r>
            </a:p>
            <a:p>
              <a:pPr>
                <a:lnSpc>
                  <a:spcPct val="150000"/>
                </a:lnSpc>
              </a:pPr>
              <a:r>
                <a:rPr lang="ko-KR" altLang="en-US" sz="800" dirty="0">
                  <a:solidFill>
                    <a:schemeClr val="tx1">
                      <a:lumMod val="75000"/>
                      <a:lumOff val="25000"/>
                    </a:schemeClr>
                  </a:solidFill>
                  <a:latin typeface="+mn-ea"/>
                </a:rPr>
                <a:t>한국어와 다른 영어의 구문상 가장 큰 특징 중의 하는 무생물주어를 많이 쓴다는 점이다</a:t>
              </a:r>
              <a:r>
                <a:rPr lang="en-US" altLang="ko-KR" sz="800" dirty="0" smtClean="0">
                  <a:solidFill>
                    <a:schemeClr val="tx1">
                      <a:lumMod val="75000"/>
                      <a:lumOff val="25000"/>
                    </a:schemeClr>
                  </a:solidFill>
                  <a:latin typeface="+mn-ea"/>
                </a:rPr>
                <a:t>.</a:t>
              </a:r>
              <a:endParaRPr lang="en-US" altLang="ko-KR" sz="800" dirty="0">
                <a:solidFill>
                  <a:schemeClr val="tx1">
                    <a:lumMod val="75000"/>
                    <a:lumOff val="25000"/>
                  </a:schemeClr>
                </a:solidFill>
                <a:latin typeface="+mn-ea"/>
              </a:endParaRPr>
            </a:p>
          </p:txBody>
        </p:sp>
        <p:sp>
          <p:nvSpPr>
            <p:cNvPr id="458" name="직사각형 457"/>
            <p:cNvSpPr/>
            <p:nvPr/>
          </p:nvSpPr>
          <p:spPr>
            <a:xfrm>
              <a:off x="2235746" y="7874446"/>
              <a:ext cx="668773"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학습개요</a:t>
              </a:r>
              <a:endParaRPr lang="ko-KR" altLang="en-US" sz="800" dirty="0">
                <a:solidFill>
                  <a:schemeClr val="tx1">
                    <a:lumMod val="75000"/>
                    <a:lumOff val="25000"/>
                  </a:schemeClr>
                </a:solidFill>
                <a:latin typeface="+mn-ea"/>
                <a:ea typeface="+mn-ea"/>
              </a:endParaRPr>
            </a:p>
          </p:txBody>
        </p:sp>
      </p:grpSp>
      <p:grpSp>
        <p:nvGrpSpPr>
          <p:cNvPr id="460" name="그룹 459"/>
          <p:cNvGrpSpPr/>
          <p:nvPr/>
        </p:nvGrpSpPr>
        <p:grpSpPr>
          <a:xfrm>
            <a:off x="2235746" y="9055149"/>
            <a:ext cx="6440866" cy="3818540"/>
            <a:chOff x="2235746" y="9055149"/>
            <a:chExt cx="6440866" cy="3818540"/>
          </a:xfrm>
        </p:grpSpPr>
        <p:grpSp>
          <p:nvGrpSpPr>
            <p:cNvPr id="461" name="그룹 460"/>
            <p:cNvGrpSpPr/>
            <p:nvPr/>
          </p:nvGrpSpPr>
          <p:grpSpPr>
            <a:xfrm>
              <a:off x="2235746" y="9055149"/>
              <a:ext cx="6440866" cy="3818540"/>
              <a:chOff x="2235746" y="7874446"/>
              <a:chExt cx="6440866" cy="3818540"/>
            </a:xfrm>
          </p:grpSpPr>
          <p:sp>
            <p:nvSpPr>
              <p:cNvPr id="524" name="직사각형 523"/>
              <p:cNvSpPr/>
              <p:nvPr/>
            </p:nvSpPr>
            <p:spPr>
              <a:xfrm>
                <a:off x="2322612" y="8061895"/>
                <a:ext cx="6354000" cy="36310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endParaRPr lang="en-US" altLang="ko-KR" sz="800" dirty="0">
                  <a:solidFill>
                    <a:schemeClr val="tx1">
                      <a:lumMod val="75000"/>
                      <a:lumOff val="25000"/>
                    </a:schemeClr>
                  </a:solidFill>
                  <a:latin typeface="+mn-ea"/>
                </a:endParaRPr>
              </a:p>
            </p:txBody>
          </p:sp>
          <p:sp>
            <p:nvSpPr>
              <p:cNvPr id="525" name="직사각형 524"/>
              <p:cNvSpPr/>
              <p:nvPr/>
            </p:nvSpPr>
            <p:spPr>
              <a:xfrm>
                <a:off x="2235746" y="7874446"/>
                <a:ext cx="814647"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오늘의 학습</a:t>
                </a:r>
                <a:endParaRPr lang="ko-KR" altLang="en-US" sz="800" dirty="0">
                  <a:solidFill>
                    <a:schemeClr val="tx1">
                      <a:lumMod val="75000"/>
                      <a:lumOff val="25000"/>
                    </a:schemeClr>
                  </a:solidFill>
                  <a:latin typeface="+mn-ea"/>
                  <a:ea typeface="+mn-ea"/>
                </a:endParaRPr>
              </a:p>
            </p:txBody>
          </p:sp>
        </p:grpSp>
        <p:grpSp>
          <p:nvGrpSpPr>
            <p:cNvPr id="462" name="그룹 461"/>
            <p:cNvGrpSpPr/>
            <p:nvPr/>
          </p:nvGrpSpPr>
          <p:grpSpPr>
            <a:xfrm>
              <a:off x="2361711" y="9305081"/>
              <a:ext cx="6242239" cy="215444"/>
              <a:chOff x="1062472" y="3648072"/>
              <a:chExt cx="6242239" cy="215444"/>
            </a:xfrm>
          </p:grpSpPr>
          <p:sp>
            <p:nvSpPr>
              <p:cNvPr id="521" name="직사각형 520"/>
              <p:cNvSpPr/>
              <p:nvPr/>
            </p:nvSpPr>
            <p:spPr>
              <a:xfrm>
                <a:off x="1106290" y="3663218"/>
                <a:ext cx="6177600" cy="180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22" name="직사각형 521"/>
              <p:cNvSpPr/>
              <p:nvPr/>
            </p:nvSpPr>
            <p:spPr>
              <a:xfrm>
                <a:off x="1667111" y="3662962"/>
                <a:ext cx="5637600" cy="178490"/>
              </a:xfrm>
              <a:prstGeom prst="rect">
                <a:avLst/>
              </a:prstGeom>
              <a:solidFill>
                <a:srgbClr val="00B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bg1"/>
                    </a:solidFill>
                    <a:latin typeface="+mn-ea"/>
                  </a:rPr>
                  <a:t>100% ( 30</a:t>
                </a:r>
                <a:r>
                  <a:rPr lang="ko-KR" altLang="en-US" sz="800" dirty="0" smtClean="0">
                    <a:solidFill>
                      <a:schemeClr val="bg1"/>
                    </a:solidFill>
                    <a:latin typeface="+mn-ea"/>
                  </a:rPr>
                  <a:t>분 </a:t>
                </a:r>
                <a:r>
                  <a:rPr lang="en-US" altLang="ko-KR" sz="800" dirty="0" smtClean="0">
                    <a:solidFill>
                      <a:schemeClr val="bg1"/>
                    </a:solidFill>
                    <a:latin typeface="+mn-ea"/>
                  </a:rPr>
                  <a:t>00</a:t>
                </a:r>
                <a:r>
                  <a:rPr lang="ko-KR" altLang="en-US" sz="800" dirty="0" smtClean="0">
                    <a:solidFill>
                      <a:schemeClr val="bg1"/>
                    </a:solidFill>
                    <a:latin typeface="+mn-ea"/>
                  </a:rPr>
                  <a:t>초 </a:t>
                </a:r>
                <a:r>
                  <a:rPr lang="en-US" altLang="ko-KR" sz="800" dirty="0" smtClean="0">
                    <a:solidFill>
                      <a:schemeClr val="bg1"/>
                    </a:solidFill>
                    <a:latin typeface="+mn-ea"/>
                  </a:rPr>
                  <a:t>)</a:t>
                </a:r>
                <a:endParaRPr lang="en-US" altLang="ko-KR" sz="800" dirty="0">
                  <a:solidFill>
                    <a:schemeClr val="bg1"/>
                  </a:solidFill>
                  <a:latin typeface="+mn-ea"/>
                </a:endParaRPr>
              </a:p>
            </p:txBody>
          </p:sp>
          <p:sp>
            <p:nvSpPr>
              <p:cNvPr id="523" name="직사각형 522"/>
              <p:cNvSpPr/>
              <p:nvPr/>
            </p:nvSpPr>
            <p:spPr>
              <a:xfrm>
                <a:off x="1062472" y="3648072"/>
                <a:ext cx="631904" cy="215444"/>
              </a:xfrm>
              <a:prstGeom prst="rect">
                <a:avLst/>
              </a:prstGeom>
            </p:spPr>
            <p:txBody>
              <a:bodyPr wrap="none">
                <a:spAutoFit/>
              </a:bodyPr>
              <a:lstStyle/>
              <a:p>
                <a:r>
                  <a:rPr lang="ko-KR" altLang="en-US" sz="800" dirty="0" smtClean="0">
                    <a:latin typeface="+mn-ea"/>
                    <a:ea typeface="+mn-ea"/>
                  </a:rPr>
                  <a:t>학습진행 </a:t>
                </a:r>
                <a:endParaRPr lang="ko-KR" altLang="en-US" sz="800" dirty="0">
                  <a:latin typeface="+mn-ea"/>
                  <a:ea typeface="+mn-ea"/>
                </a:endParaRPr>
              </a:p>
            </p:txBody>
          </p:sp>
        </p:grpSp>
        <p:pic>
          <p:nvPicPr>
            <p:cNvPr id="463"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408567" y="9528002"/>
              <a:ext cx="6203666" cy="25455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64" name="그룹 463"/>
            <p:cNvGrpSpPr/>
            <p:nvPr/>
          </p:nvGrpSpPr>
          <p:grpSpPr>
            <a:xfrm>
              <a:off x="2405833" y="12337421"/>
              <a:ext cx="6206400" cy="236280"/>
              <a:chOff x="1853903" y="6993396"/>
              <a:chExt cx="6206400" cy="236280"/>
            </a:xfrm>
          </p:grpSpPr>
          <p:sp>
            <p:nvSpPr>
              <p:cNvPr id="470" name="직사각형 469"/>
              <p:cNvSpPr/>
              <p:nvPr/>
            </p:nvSpPr>
            <p:spPr>
              <a:xfrm>
                <a:off x="1853903" y="6993396"/>
                <a:ext cx="6206400" cy="236280"/>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b="1" dirty="0">
                  <a:solidFill>
                    <a:schemeClr val="bg1"/>
                  </a:solidFill>
                  <a:latin typeface="+mn-ea"/>
                </a:endParaRPr>
              </a:p>
            </p:txBody>
          </p:sp>
          <p:sp>
            <p:nvSpPr>
              <p:cNvPr id="471" name="타원 470"/>
              <p:cNvSpPr/>
              <p:nvPr/>
            </p:nvSpPr>
            <p:spPr>
              <a:xfrm>
                <a:off x="2101006" y="7028954"/>
                <a:ext cx="144000" cy="144000"/>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481" name="타원 480"/>
              <p:cNvSpPr/>
              <p:nvPr/>
            </p:nvSpPr>
            <p:spPr>
              <a:xfrm>
                <a:off x="2902467" y="7028954"/>
                <a:ext cx="144000" cy="14400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486" name="타원 485"/>
              <p:cNvSpPr/>
              <p:nvPr/>
            </p:nvSpPr>
            <p:spPr>
              <a:xfrm>
                <a:off x="3703928"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487" name="타원 486"/>
              <p:cNvSpPr/>
              <p:nvPr/>
            </p:nvSpPr>
            <p:spPr>
              <a:xfrm>
                <a:off x="4505389"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492" name="타원 491"/>
              <p:cNvSpPr/>
              <p:nvPr/>
            </p:nvSpPr>
            <p:spPr>
              <a:xfrm>
                <a:off x="5306850"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15" name="타원 514"/>
              <p:cNvSpPr/>
              <p:nvPr/>
            </p:nvSpPr>
            <p:spPr>
              <a:xfrm>
                <a:off x="610831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16" name="타원 515"/>
              <p:cNvSpPr/>
              <p:nvPr/>
            </p:nvSpPr>
            <p:spPr>
              <a:xfrm>
                <a:off x="6909772"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20" name="타원 519"/>
              <p:cNvSpPr/>
              <p:nvPr/>
            </p:nvSpPr>
            <p:spPr>
              <a:xfrm>
                <a:off x="771123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grpSp>
        <p:pic>
          <p:nvPicPr>
            <p:cNvPr id="465"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408991" y="12074243"/>
              <a:ext cx="6199200" cy="2476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6" name="직사각형 465"/>
            <p:cNvSpPr/>
            <p:nvPr/>
          </p:nvSpPr>
          <p:spPr>
            <a:xfrm>
              <a:off x="2311946" y="12657015"/>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dirty="0" smtClean="0">
                  <a:solidFill>
                    <a:schemeClr val="tx1">
                      <a:lumMod val="75000"/>
                      <a:lumOff val="25000"/>
                    </a:schemeClr>
                  </a:solidFill>
                  <a:latin typeface="+mn-ea"/>
                </a:rPr>
                <a:t>좋아요</a:t>
              </a:r>
              <a:endParaRPr lang="ko-KR" altLang="en-US" sz="800" dirty="0">
                <a:solidFill>
                  <a:schemeClr val="tx1">
                    <a:lumMod val="75000"/>
                    <a:lumOff val="25000"/>
                  </a:schemeClr>
                </a:solidFill>
                <a:latin typeface="+mn-ea"/>
              </a:endParaRPr>
            </a:p>
          </p:txBody>
        </p:sp>
        <p:grpSp>
          <p:nvGrpSpPr>
            <p:cNvPr id="467" name="그룹 466"/>
            <p:cNvGrpSpPr/>
            <p:nvPr/>
          </p:nvGrpSpPr>
          <p:grpSpPr>
            <a:xfrm>
              <a:off x="2783235" y="12588294"/>
              <a:ext cx="476621" cy="246521"/>
              <a:chOff x="4507235" y="5656578"/>
              <a:chExt cx="476621" cy="246521"/>
            </a:xfrm>
          </p:grpSpPr>
          <p:pic>
            <p:nvPicPr>
              <p:cNvPr id="468" name="Picture 3"/>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507235" y="5656578"/>
                <a:ext cx="190500" cy="190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69" name="직사각형 468"/>
              <p:cNvSpPr/>
              <p:nvPr/>
            </p:nvSpPr>
            <p:spPr>
              <a:xfrm>
                <a:off x="4650110" y="5687655"/>
                <a:ext cx="333746" cy="215444"/>
              </a:xfrm>
              <a:prstGeom prst="rect">
                <a:avLst/>
              </a:prstGeom>
            </p:spPr>
            <p:txBody>
              <a:bodyPr wrap="none">
                <a:spAutoFit/>
              </a:bodyPr>
              <a:lstStyle/>
              <a:p>
                <a:r>
                  <a:rPr lang="en-US" altLang="ko-KR" sz="800" dirty="0" smtClean="0">
                    <a:latin typeface="+mn-ea"/>
                    <a:ea typeface="+mn-ea"/>
                  </a:rPr>
                  <a:t>24</a:t>
                </a:r>
                <a:r>
                  <a:rPr lang="ko-KR" altLang="en-US" sz="800" dirty="0" smtClean="0">
                    <a:latin typeface="+mn-ea"/>
                    <a:ea typeface="+mn-ea"/>
                  </a:rPr>
                  <a:t> </a:t>
                </a:r>
                <a:endParaRPr lang="ko-KR" altLang="en-US" sz="800" dirty="0">
                  <a:latin typeface="+mn-ea"/>
                  <a:ea typeface="+mn-ea"/>
                </a:endParaRPr>
              </a:p>
            </p:txBody>
          </p:sp>
        </p:grpSp>
      </p:grpSp>
      <p:grpSp>
        <p:nvGrpSpPr>
          <p:cNvPr id="526" name="그룹 525"/>
          <p:cNvGrpSpPr/>
          <p:nvPr/>
        </p:nvGrpSpPr>
        <p:grpSpPr>
          <a:xfrm>
            <a:off x="2235746" y="12960515"/>
            <a:ext cx="6440866" cy="3818540"/>
            <a:chOff x="2235746" y="9055149"/>
            <a:chExt cx="6440866" cy="3818540"/>
          </a:xfrm>
        </p:grpSpPr>
        <p:grpSp>
          <p:nvGrpSpPr>
            <p:cNvPr id="527" name="그룹 526"/>
            <p:cNvGrpSpPr/>
            <p:nvPr/>
          </p:nvGrpSpPr>
          <p:grpSpPr>
            <a:xfrm>
              <a:off x="2235746" y="9055149"/>
              <a:ext cx="6440866" cy="3818540"/>
              <a:chOff x="2235746" y="7874446"/>
              <a:chExt cx="6440866" cy="3818540"/>
            </a:xfrm>
          </p:grpSpPr>
          <p:sp>
            <p:nvSpPr>
              <p:cNvPr id="548" name="직사각형 547"/>
              <p:cNvSpPr/>
              <p:nvPr/>
            </p:nvSpPr>
            <p:spPr>
              <a:xfrm>
                <a:off x="2322612" y="8061895"/>
                <a:ext cx="6354000" cy="36310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endParaRPr lang="en-US" altLang="ko-KR" sz="800" dirty="0">
                  <a:solidFill>
                    <a:schemeClr val="tx1">
                      <a:lumMod val="75000"/>
                      <a:lumOff val="25000"/>
                    </a:schemeClr>
                  </a:solidFill>
                  <a:latin typeface="+mn-ea"/>
                </a:endParaRPr>
              </a:p>
            </p:txBody>
          </p:sp>
          <p:sp>
            <p:nvSpPr>
              <p:cNvPr id="549" name="직사각형 548"/>
              <p:cNvSpPr/>
              <p:nvPr/>
            </p:nvSpPr>
            <p:spPr>
              <a:xfrm>
                <a:off x="2235746" y="7874446"/>
                <a:ext cx="2212465"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학습하기 </a:t>
                </a:r>
                <a:r>
                  <a:rPr lang="ko-KR" altLang="en-US" sz="800" b="1" dirty="0">
                    <a:solidFill>
                      <a:schemeClr val="tx1">
                        <a:lumMod val="75000"/>
                        <a:lumOff val="25000"/>
                      </a:schemeClr>
                    </a:solidFill>
                    <a:latin typeface="+mn-ea"/>
                    <a:ea typeface="+mn-ea"/>
                  </a:rPr>
                  <a:t>① </a:t>
                </a:r>
                <a:r>
                  <a:rPr lang="en-US" altLang="ko-KR" sz="800" b="1" dirty="0">
                    <a:solidFill>
                      <a:schemeClr val="tx1">
                        <a:lumMod val="75000"/>
                        <a:lumOff val="25000"/>
                      </a:schemeClr>
                    </a:solidFill>
                    <a:latin typeface="+mn-ea"/>
                    <a:ea typeface="+mn-ea"/>
                  </a:rPr>
                  <a:t>- make</a:t>
                </a:r>
                <a:r>
                  <a:rPr lang="ko-KR" altLang="en-US" sz="800" b="1" dirty="0">
                    <a:solidFill>
                      <a:schemeClr val="tx1">
                        <a:lumMod val="75000"/>
                        <a:lumOff val="25000"/>
                      </a:schemeClr>
                    </a:solidFill>
                    <a:latin typeface="+mn-ea"/>
                    <a:ea typeface="+mn-ea"/>
                  </a:rPr>
                  <a:t>를 활용한 무생물주어 </a:t>
                </a:r>
              </a:p>
            </p:txBody>
          </p:sp>
        </p:grpSp>
        <p:grpSp>
          <p:nvGrpSpPr>
            <p:cNvPr id="528" name="그룹 527"/>
            <p:cNvGrpSpPr/>
            <p:nvPr/>
          </p:nvGrpSpPr>
          <p:grpSpPr>
            <a:xfrm>
              <a:off x="2361711" y="9305081"/>
              <a:ext cx="6242239" cy="215444"/>
              <a:chOff x="1062472" y="3648072"/>
              <a:chExt cx="6242239" cy="215444"/>
            </a:xfrm>
          </p:grpSpPr>
          <p:sp>
            <p:nvSpPr>
              <p:cNvPr id="545" name="직사각형 544"/>
              <p:cNvSpPr/>
              <p:nvPr/>
            </p:nvSpPr>
            <p:spPr>
              <a:xfrm>
                <a:off x="1106290" y="3663218"/>
                <a:ext cx="6177600" cy="180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46" name="직사각형 545"/>
              <p:cNvSpPr/>
              <p:nvPr/>
            </p:nvSpPr>
            <p:spPr>
              <a:xfrm>
                <a:off x="1667111" y="3662962"/>
                <a:ext cx="5637600" cy="178490"/>
              </a:xfrm>
              <a:prstGeom prst="rect">
                <a:avLst/>
              </a:prstGeom>
              <a:solidFill>
                <a:srgbClr val="00B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bg1"/>
                    </a:solidFill>
                    <a:latin typeface="+mn-ea"/>
                  </a:rPr>
                  <a:t>100% ( 30</a:t>
                </a:r>
                <a:r>
                  <a:rPr lang="ko-KR" altLang="en-US" sz="800" dirty="0" smtClean="0">
                    <a:solidFill>
                      <a:schemeClr val="bg1"/>
                    </a:solidFill>
                    <a:latin typeface="+mn-ea"/>
                  </a:rPr>
                  <a:t>분 </a:t>
                </a:r>
                <a:r>
                  <a:rPr lang="en-US" altLang="ko-KR" sz="800" dirty="0" smtClean="0">
                    <a:solidFill>
                      <a:schemeClr val="bg1"/>
                    </a:solidFill>
                    <a:latin typeface="+mn-ea"/>
                  </a:rPr>
                  <a:t>00</a:t>
                </a:r>
                <a:r>
                  <a:rPr lang="ko-KR" altLang="en-US" sz="800" dirty="0" smtClean="0">
                    <a:solidFill>
                      <a:schemeClr val="bg1"/>
                    </a:solidFill>
                    <a:latin typeface="+mn-ea"/>
                  </a:rPr>
                  <a:t>초 </a:t>
                </a:r>
                <a:r>
                  <a:rPr lang="en-US" altLang="ko-KR" sz="800" dirty="0" smtClean="0">
                    <a:solidFill>
                      <a:schemeClr val="bg1"/>
                    </a:solidFill>
                    <a:latin typeface="+mn-ea"/>
                  </a:rPr>
                  <a:t>)</a:t>
                </a:r>
                <a:endParaRPr lang="en-US" altLang="ko-KR" sz="800" dirty="0">
                  <a:solidFill>
                    <a:schemeClr val="bg1"/>
                  </a:solidFill>
                  <a:latin typeface="+mn-ea"/>
                </a:endParaRPr>
              </a:p>
            </p:txBody>
          </p:sp>
          <p:sp>
            <p:nvSpPr>
              <p:cNvPr id="547" name="직사각형 546"/>
              <p:cNvSpPr/>
              <p:nvPr/>
            </p:nvSpPr>
            <p:spPr>
              <a:xfrm>
                <a:off x="1062472" y="3648072"/>
                <a:ext cx="631904" cy="215444"/>
              </a:xfrm>
              <a:prstGeom prst="rect">
                <a:avLst/>
              </a:prstGeom>
            </p:spPr>
            <p:txBody>
              <a:bodyPr wrap="none">
                <a:spAutoFit/>
              </a:bodyPr>
              <a:lstStyle/>
              <a:p>
                <a:r>
                  <a:rPr lang="ko-KR" altLang="en-US" sz="800" dirty="0" smtClean="0">
                    <a:latin typeface="+mn-ea"/>
                    <a:ea typeface="+mn-ea"/>
                  </a:rPr>
                  <a:t>학습진행 </a:t>
                </a:r>
                <a:endParaRPr lang="ko-KR" altLang="en-US" sz="800" dirty="0">
                  <a:latin typeface="+mn-ea"/>
                  <a:ea typeface="+mn-ea"/>
                </a:endParaRPr>
              </a:p>
            </p:txBody>
          </p:sp>
        </p:grpSp>
        <p:pic>
          <p:nvPicPr>
            <p:cNvPr id="529"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408567" y="9528002"/>
              <a:ext cx="6203666" cy="25455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30" name="그룹 529"/>
            <p:cNvGrpSpPr/>
            <p:nvPr/>
          </p:nvGrpSpPr>
          <p:grpSpPr>
            <a:xfrm>
              <a:off x="2405833" y="12337421"/>
              <a:ext cx="6206400" cy="236280"/>
              <a:chOff x="1853903" y="6993396"/>
              <a:chExt cx="6206400" cy="236280"/>
            </a:xfrm>
          </p:grpSpPr>
          <p:sp>
            <p:nvSpPr>
              <p:cNvPr id="536" name="직사각형 535"/>
              <p:cNvSpPr/>
              <p:nvPr/>
            </p:nvSpPr>
            <p:spPr>
              <a:xfrm>
                <a:off x="1853903" y="6993396"/>
                <a:ext cx="6206400" cy="236280"/>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b="1" dirty="0">
                  <a:solidFill>
                    <a:schemeClr val="bg1"/>
                  </a:solidFill>
                  <a:latin typeface="+mn-ea"/>
                </a:endParaRPr>
              </a:p>
            </p:txBody>
          </p:sp>
          <p:sp>
            <p:nvSpPr>
              <p:cNvPr id="537" name="타원 536"/>
              <p:cNvSpPr/>
              <p:nvPr/>
            </p:nvSpPr>
            <p:spPr>
              <a:xfrm>
                <a:off x="2101006" y="7028954"/>
                <a:ext cx="144000" cy="144000"/>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38" name="타원 537"/>
              <p:cNvSpPr/>
              <p:nvPr/>
            </p:nvSpPr>
            <p:spPr>
              <a:xfrm>
                <a:off x="2902467" y="7028954"/>
                <a:ext cx="144000" cy="14400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39" name="타원 538"/>
              <p:cNvSpPr/>
              <p:nvPr/>
            </p:nvSpPr>
            <p:spPr>
              <a:xfrm>
                <a:off x="3703928"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40" name="타원 539"/>
              <p:cNvSpPr/>
              <p:nvPr/>
            </p:nvSpPr>
            <p:spPr>
              <a:xfrm>
                <a:off x="4505389"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41" name="타원 540"/>
              <p:cNvSpPr/>
              <p:nvPr/>
            </p:nvSpPr>
            <p:spPr>
              <a:xfrm>
                <a:off x="5306850"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42" name="타원 541"/>
              <p:cNvSpPr/>
              <p:nvPr/>
            </p:nvSpPr>
            <p:spPr>
              <a:xfrm>
                <a:off x="610831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43" name="타원 542"/>
              <p:cNvSpPr/>
              <p:nvPr/>
            </p:nvSpPr>
            <p:spPr>
              <a:xfrm>
                <a:off x="6909772"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544" name="타원 543"/>
              <p:cNvSpPr/>
              <p:nvPr/>
            </p:nvSpPr>
            <p:spPr>
              <a:xfrm>
                <a:off x="771123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grpSp>
        <p:pic>
          <p:nvPicPr>
            <p:cNvPr id="531"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408991" y="12074243"/>
              <a:ext cx="6199200" cy="2476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2" name="직사각형 531"/>
            <p:cNvSpPr/>
            <p:nvPr/>
          </p:nvSpPr>
          <p:spPr>
            <a:xfrm>
              <a:off x="2311946" y="12657015"/>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dirty="0" smtClean="0">
                  <a:solidFill>
                    <a:schemeClr val="tx1">
                      <a:lumMod val="75000"/>
                      <a:lumOff val="25000"/>
                    </a:schemeClr>
                  </a:solidFill>
                  <a:latin typeface="+mn-ea"/>
                </a:rPr>
                <a:t>좋아요</a:t>
              </a:r>
              <a:endParaRPr lang="ko-KR" altLang="en-US" sz="800" dirty="0">
                <a:solidFill>
                  <a:schemeClr val="tx1">
                    <a:lumMod val="75000"/>
                    <a:lumOff val="25000"/>
                  </a:schemeClr>
                </a:solidFill>
                <a:latin typeface="+mn-ea"/>
              </a:endParaRPr>
            </a:p>
          </p:txBody>
        </p:sp>
        <p:grpSp>
          <p:nvGrpSpPr>
            <p:cNvPr id="533" name="그룹 532"/>
            <p:cNvGrpSpPr/>
            <p:nvPr/>
          </p:nvGrpSpPr>
          <p:grpSpPr>
            <a:xfrm>
              <a:off x="2783235" y="12588294"/>
              <a:ext cx="476621" cy="246521"/>
              <a:chOff x="4507235" y="5656578"/>
              <a:chExt cx="476621" cy="246521"/>
            </a:xfrm>
          </p:grpSpPr>
          <p:pic>
            <p:nvPicPr>
              <p:cNvPr id="534" name="Picture 3"/>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507235" y="5656578"/>
                <a:ext cx="190500" cy="190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35" name="직사각형 534"/>
              <p:cNvSpPr/>
              <p:nvPr/>
            </p:nvSpPr>
            <p:spPr>
              <a:xfrm>
                <a:off x="4650110" y="5687655"/>
                <a:ext cx="333746" cy="215444"/>
              </a:xfrm>
              <a:prstGeom prst="rect">
                <a:avLst/>
              </a:prstGeom>
            </p:spPr>
            <p:txBody>
              <a:bodyPr wrap="none">
                <a:spAutoFit/>
              </a:bodyPr>
              <a:lstStyle/>
              <a:p>
                <a:r>
                  <a:rPr lang="en-US" altLang="ko-KR" sz="800" dirty="0" smtClean="0">
                    <a:latin typeface="+mn-ea"/>
                    <a:ea typeface="+mn-ea"/>
                  </a:rPr>
                  <a:t>24</a:t>
                </a:r>
                <a:r>
                  <a:rPr lang="ko-KR" altLang="en-US" sz="800" dirty="0" smtClean="0">
                    <a:latin typeface="+mn-ea"/>
                    <a:ea typeface="+mn-ea"/>
                  </a:rPr>
                  <a:t> </a:t>
                </a:r>
                <a:endParaRPr lang="ko-KR" altLang="en-US" sz="800" dirty="0">
                  <a:latin typeface="+mn-ea"/>
                  <a:ea typeface="+mn-ea"/>
                </a:endParaRPr>
              </a:p>
            </p:txBody>
          </p:sp>
        </p:grpSp>
      </p:grpSp>
      <p:grpSp>
        <p:nvGrpSpPr>
          <p:cNvPr id="737" name="그룹 736"/>
          <p:cNvGrpSpPr/>
          <p:nvPr/>
        </p:nvGrpSpPr>
        <p:grpSpPr>
          <a:xfrm>
            <a:off x="2235746" y="16873330"/>
            <a:ext cx="6440866" cy="4917710"/>
            <a:chOff x="2235746" y="7874446"/>
            <a:chExt cx="6440866" cy="4917710"/>
          </a:xfrm>
        </p:grpSpPr>
        <p:sp>
          <p:nvSpPr>
            <p:cNvPr id="738" name="직사각형 737"/>
            <p:cNvSpPr/>
            <p:nvPr/>
          </p:nvSpPr>
          <p:spPr>
            <a:xfrm>
              <a:off x="2322612" y="8061895"/>
              <a:ext cx="6354000" cy="473026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endParaRPr lang="en-US" altLang="ko-KR" sz="800" dirty="0">
                <a:solidFill>
                  <a:schemeClr val="tx1">
                    <a:lumMod val="75000"/>
                    <a:lumOff val="25000"/>
                  </a:schemeClr>
                </a:solidFill>
                <a:latin typeface="+mn-ea"/>
              </a:endParaRPr>
            </a:p>
          </p:txBody>
        </p:sp>
        <p:sp>
          <p:nvSpPr>
            <p:cNvPr id="739" name="직사각형 738"/>
            <p:cNvSpPr/>
            <p:nvPr/>
          </p:nvSpPr>
          <p:spPr>
            <a:xfrm>
              <a:off x="2235746" y="7874446"/>
              <a:ext cx="851515"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연습문제 </a:t>
              </a:r>
              <a:r>
                <a:rPr lang="ko-KR" altLang="en-US" sz="800" b="1" dirty="0">
                  <a:solidFill>
                    <a:schemeClr val="tx1">
                      <a:lumMod val="75000"/>
                      <a:lumOff val="25000"/>
                    </a:schemeClr>
                  </a:solidFill>
                  <a:latin typeface="+mn-ea"/>
                  <a:ea typeface="+mn-ea"/>
                </a:rPr>
                <a:t>① </a:t>
              </a:r>
            </a:p>
          </p:txBody>
        </p:sp>
      </p:grpSp>
      <p:grpSp>
        <p:nvGrpSpPr>
          <p:cNvPr id="782" name="그룹 781"/>
          <p:cNvGrpSpPr/>
          <p:nvPr/>
        </p:nvGrpSpPr>
        <p:grpSpPr>
          <a:xfrm>
            <a:off x="2480345" y="17525034"/>
            <a:ext cx="6069831" cy="1745726"/>
            <a:chOff x="2480345" y="17525034"/>
            <a:chExt cx="6069831" cy="1745726"/>
          </a:xfrm>
        </p:grpSpPr>
        <p:sp>
          <p:nvSpPr>
            <p:cNvPr id="783" name="직사각형 782"/>
            <p:cNvSpPr/>
            <p:nvPr/>
          </p:nvSpPr>
          <p:spPr>
            <a:xfrm>
              <a:off x="2480345" y="17525034"/>
              <a:ext cx="6065627" cy="174572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784" name="그룹 783"/>
            <p:cNvGrpSpPr/>
            <p:nvPr/>
          </p:nvGrpSpPr>
          <p:grpSpPr>
            <a:xfrm>
              <a:off x="2487776" y="17613996"/>
              <a:ext cx="6062400" cy="254124"/>
              <a:chOff x="1216013" y="4211563"/>
              <a:chExt cx="6034342" cy="254124"/>
            </a:xfrm>
          </p:grpSpPr>
          <p:sp>
            <p:nvSpPr>
              <p:cNvPr id="785" name="직사각형 784"/>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786" name="직선 연결선 785"/>
              <p:cNvCxnSpPr/>
              <p:nvPr/>
            </p:nvCxnSpPr>
            <p:spPr>
              <a:xfrm>
                <a:off x="1216013" y="4465687"/>
                <a:ext cx="603434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787" name="직사각형 786"/>
          <p:cNvSpPr/>
          <p:nvPr/>
        </p:nvSpPr>
        <p:spPr>
          <a:xfrm>
            <a:off x="2476153" y="19352293"/>
            <a:ext cx="6065627" cy="164665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788" name="그룹 787"/>
          <p:cNvGrpSpPr/>
          <p:nvPr/>
        </p:nvGrpSpPr>
        <p:grpSpPr>
          <a:xfrm>
            <a:off x="2483584" y="19441255"/>
            <a:ext cx="6062400" cy="559110"/>
            <a:chOff x="1216013" y="4211563"/>
            <a:chExt cx="6034342" cy="559110"/>
          </a:xfrm>
        </p:grpSpPr>
        <p:sp>
          <p:nvSpPr>
            <p:cNvPr id="789" name="직사각형 788"/>
            <p:cNvSpPr/>
            <p:nvPr/>
          </p:nvSpPr>
          <p:spPr>
            <a:xfrm>
              <a:off x="1267380" y="4211563"/>
              <a:ext cx="5764248" cy="55911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다음 문장을 한국어로 번역하세요</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연습문제를 푼 후 </a:t>
              </a:r>
              <a:r>
                <a:rPr lang="ko-KR" altLang="en-US" sz="800" b="1" dirty="0" err="1" smtClean="0">
                  <a:solidFill>
                    <a:schemeClr val="tx1">
                      <a:lumMod val="65000"/>
                      <a:lumOff val="35000"/>
                    </a:schemeClr>
                  </a:solidFill>
                  <a:latin typeface="맑은 고딕" panose="020B0503020000020004" pitchFamily="50" charset="-127"/>
                  <a:ea typeface="맑은 고딕" panose="020B0503020000020004" pitchFamily="50" charset="-127"/>
                </a:rPr>
                <a:t>구글</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b="1" dirty="0" err="1" smtClean="0">
                  <a:solidFill>
                    <a:schemeClr val="tx1">
                      <a:lumMod val="65000"/>
                      <a:lumOff val="35000"/>
                    </a:schemeClr>
                  </a:solidFill>
                  <a:latin typeface="맑은 고딕" panose="020B0503020000020004" pitchFamily="50" charset="-127"/>
                  <a:ea typeface="맑은 고딕" panose="020B0503020000020004" pitchFamily="50" charset="-127"/>
                </a:rPr>
                <a:t>클래스룸의</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 복습하기를 작성하시면 됩니다</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a:t>
              </a:r>
            </a:p>
            <a:p>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r>
                <a:rPr lang="en-US" altLang="ko-KR" sz="800" b="1"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The innovative engine design makes this automobile quieter and more fuel efficient</a:t>
              </a:r>
              <a:endParaRPr lang="en-US" altLang="ko-KR" sz="800" b="1" dirty="0">
                <a:solidFill>
                  <a:schemeClr val="tx1">
                    <a:lumMod val="65000"/>
                    <a:lumOff val="35000"/>
                  </a:schemeClr>
                </a:solidFill>
                <a:latin typeface="맑은 고딕" panose="020B0503020000020004" pitchFamily="50" charset="-127"/>
                <a:ea typeface="맑은 고딕" panose="020B0503020000020004" pitchFamily="50" charset="-127"/>
              </a:endParaRPr>
            </a:p>
            <a:p>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790" name="직선 연결선 789"/>
            <p:cNvCxnSpPr/>
            <p:nvPr/>
          </p:nvCxnSpPr>
          <p:spPr>
            <a:xfrm>
              <a:off x="1216013" y="4728381"/>
              <a:ext cx="603434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91" name="그룹 790"/>
          <p:cNvGrpSpPr/>
          <p:nvPr/>
        </p:nvGrpSpPr>
        <p:grpSpPr>
          <a:xfrm>
            <a:off x="2561123" y="20197122"/>
            <a:ext cx="5920269" cy="729822"/>
            <a:chOff x="2226221" y="5606194"/>
            <a:chExt cx="5418866" cy="729822"/>
          </a:xfrm>
        </p:grpSpPr>
        <p:sp>
          <p:nvSpPr>
            <p:cNvPr id="792" name="Rectangle 251"/>
            <p:cNvSpPr>
              <a:spLocks noChangeArrowheads="1"/>
            </p:cNvSpPr>
            <p:nvPr/>
          </p:nvSpPr>
          <p:spPr bwMode="auto">
            <a:xfrm>
              <a:off x="2226221" y="5606194"/>
              <a:ext cx="5403975" cy="720297"/>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defRPr/>
              </a:pPr>
              <a:endParaRPr lang="en-US" altLang="ko-KR" sz="800" dirty="0">
                <a:solidFill>
                  <a:schemeClr val="tx1">
                    <a:lumMod val="75000"/>
                    <a:lumOff val="25000"/>
                  </a:schemeClr>
                </a:solidFill>
                <a:latin typeface="+mn-ea"/>
                <a:ea typeface="+mn-ea"/>
              </a:endParaRPr>
            </a:p>
          </p:txBody>
        </p:sp>
        <p:pic>
          <p:nvPicPr>
            <p:cNvPr id="793" name="Picture 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540312" y="6231241"/>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794" name="직사각형 793"/>
          <p:cNvSpPr/>
          <p:nvPr/>
        </p:nvSpPr>
        <p:spPr>
          <a:xfrm>
            <a:off x="2542828" y="19995032"/>
            <a:ext cx="579105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서술형 주관식 입력란</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795" name="자유형 794"/>
          <p:cNvSpPr/>
          <p:nvPr/>
        </p:nvSpPr>
        <p:spPr>
          <a:xfrm flipV="1">
            <a:off x="2432720" y="21278376"/>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grpSp>
        <p:nvGrpSpPr>
          <p:cNvPr id="796" name="그룹 795"/>
          <p:cNvGrpSpPr/>
          <p:nvPr/>
        </p:nvGrpSpPr>
        <p:grpSpPr>
          <a:xfrm>
            <a:off x="2411549" y="17140300"/>
            <a:ext cx="3098465" cy="292160"/>
            <a:chOff x="1192272" y="3140968"/>
            <a:chExt cx="3098465" cy="292160"/>
          </a:xfrm>
        </p:grpSpPr>
        <p:grpSp>
          <p:nvGrpSpPr>
            <p:cNvPr id="797" name="그룹 796"/>
            <p:cNvGrpSpPr/>
            <p:nvPr/>
          </p:nvGrpSpPr>
          <p:grpSpPr>
            <a:xfrm>
              <a:off x="1192272" y="3145073"/>
              <a:ext cx="304344" cy="288000"/>
              <a:chOff x="3196047" y="6621766"/>
              <a:chExt cx="304344" cy="288000"/>
            </a:xfrm>
          </p:grpSpPr>
          <p:sp>
            <p:nvSpPr>
              <p:cNvPr id="825" name="타원 824"/>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26" name="TextBox 825"/>
              <p:cNvSpPr txBox="1">
                <a:spLocks noChangeAspect="1"/>
              </p:cNvSpPr>
              <p:nvPr/>
            </p:nvSpPr>
            <p:spPr>
              <a:xfrm>
                <a:off x="3196047"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798" name="그룹 797"/>
            <p:cNvGrpSpPr/>
            <p:nvPr/>
          </p:nvGrpSpPr>
          <p:grpSpPr>
            <a:xfrm>
              <a:off x="1506141" y="3145073"/>
              <a:ext cx="304344" cy="288000"/>
              <a:chOff x="3200071" y="6621766"/>
              <a:chExt cx="304344" cy="288000"/>
            </a:xfrm>
          </p:grpSpPr>
          <p:sp>
            <p:nvSpPr>
              <p:cNvPr id="823" name="타원 822"/>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24" name="TextBox 823"/>
              <p:cNvSpPr txBox="1">
                <a:spLocks noChangeAspect="1"/>
              </p:cNvSpPr>
              <p:nvPr/>
            </p:nvSpPr>
            <p:spPr>
              <a:xfrm>
                <a:off x="3200071"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799" name="그룹 798"/>
            <p:cNvGrpSpPr/>
            <p:nvPr/>
          </p:nvGrpSpPr>
          <p:grpSpPr>
            <a:xfrm>
              <a:off x="2442599" y="3145073"/>
              <a:ext cx="304344" cy="288000"/>
              <a:chOff x="3190900" y="6621766"/>
              <a:chExt cx="304344" cy="288000"/>
            </a:xfrm>
          </p:grpSpPr>
          <p:sp>
            <p:nvSpPr>
              <p:cNvPr id="821" name="타원 820"/>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22" name="TextBox 821"/>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5</a:t>
                </a:r>
                <a:endParaRPr lang="en-US" altLang="ko-KR" sz="800" dirty="0">
                  <a:latin typeface="+mj-ea"/>
                  <a:ea typeface="+mj-ea"/>
                </a:endParaRPr>
              </a:p>
            </p:txBody>
          </p:sp>
        </p:grpSp>
        <p:grpSp>
          <p:nvGrpSpPr>
            <p:cNvPr id="800" name="그룹 799"/>
            <p:cNvGrpSpPr/>
            <p:nvPr/>
          </p:nvGrpSpPr>
          <p:grpSpPr>
            <a:xfrm>
              <a:off x="3385633" y="3145128"/>
              <a:ext cx="304344" cy="288000"/>
              <a:chOff x="3200425" y="6621766"/>
              <a:chExt cx="304344" cy="288000"/>
            </a:xfrm>
          </p:grpSpPr>
          <p:sp>
            <p:nvSpPr>
              <p:cNvPr id="819" name="타원 818"/>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20" name="TextBox 819"/>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8</a:t>
                </a:r>
                <a:endParaRPr lang="en-US" altLang="ko-KR" sz="800" dirty="0">
                  <a:latin typeface="+mj-ea"/>
                  <a:ea typeface="+mj-ea"/>
                </a:endParaRPr>
              </a:p>
            </p:txBody>
          </p:sp>
        </p:grpSp>
        <p:grpSp>
          <p:nvGrpSpPr>
            <p:cNvPr id="801" name="그룹 800"/>
            <p:cNvGrpSpPr/>
            <p:nvPr/>
          </p:nvGrpSpPr>
          <p:grpSpPr>
            <a:xfrm>
              <a:off x="3700144" y="3145128"/>
              <a:ext cx="304344" cy="288000"/>
              <a:chOff x="3200425" y="6621766"/>
              <a:chExt cx="304344" cy="288000"/>
            </a:xfrm>
          </p:grpSpPr>
          <p:sp>
            <p:nvSpPr>
              <p:cNvPr id="817" name="타원 81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18" name="TextBox 817"/>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9</a:t>
                </a:r>
                <a:endParaRPr lang="en-US" altLang="ko-KR" sz="800" dirty="0">
                  <a:latin typeface="+mj-ea"/>
                  <a:ea typeface="+mj-ea"/>
                </a:endParaRPr>
              </a:p>
            </p:txBody>
          </p:sp>
        </p:grpSp>
        <p:grpSp>
          <p:nvGrpSpPr>
            <p:cNvPr id="802" name="그룹 801"/>
            <p:cNvGrpSpPr/>
            <p:nvPr/>
          </p:nvGrpSpPr>
          <p:grpSpPr>
            <a:xfrm>
              <a:off x="1815986" y="3140968"/>
              <a:ext cx="304344" cy="288000"/>
              <a:chOff x="3190900" y="6621766"/>
              <a:chExt cx="304344" cy="288000"/>
            </a:xfrm>
          </p:grpSpPr>
          <p:sp>
            <p:nvSpPr>
              <p:cNvPr id="815" name="타원 81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16" name="TextBox 81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803" name="그룹 802"/>
            <p:cNvGrpSpPr/>
            <p:nvPr/>
          </p:nvGrpSpPr>
          <p:grpSpPr>
            <a:xfrm>
              <a:off x="2130497" y="3140968"/>
              <a:ext cx="304344" cy="288000"/>
              <a:chOff x="3190900" y="6621766"/>
              <a:chExt cx="304344" cy="288000"/>
            </a:xfrm>
          </p:grpSpPr>
          <p:sp>
            <p:nvSpPr>
              <p:cNvPr id="813" name="타원 81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14" name="TextBox 81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grpSp>
          <p:nvGrpSpPr>
            <p:cNvPr id="804" name="그룹 803"/>
            <p:cNvGrpSpPr/>
            <p:nvPr/>
          </p:nvGrpSpPr>
          <p:grpSpPr>
            <a:xfrm>
              <a:off x="2761615" y="3140968"/>
              <a:ext cx="304344" cy="288000"/>
              <a:chOff x="3200425" y="6621766"/>
              <a:chExt cx="304344" cy="288000"/>
            </a:xfrm>
          </p:grpSpPr>
          <p:sp>
            <p:nvSpPr>
              <p:cNvPr id="811" name="타원 810"/>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12" name="TextBox 811"/>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6</a:t>
                </a:r>
                <a:endParaRPr lang="en-US" altLang="ko-KR" sz="800" dirty="0">
                  <a:latin typeface="+mj-ea"/>
                  <a:ea typeface="+mj-ea"/>
                </a:endParaRPr>
              </a:p>
            </p:txBody>
          </p:sp>
        </p:grpSp>
        <p:grpSp>
          <p:nvGrpSpPr>
            <p:cNvPr id="805" name="그룹 804"/>
            <p:cNvGrpSpPr/>
            <p:nvPr/>
          </p:nvGrpSpPr>
          <p:grpSpPr>
            <a:xfrm>
              <a:off x="3076126" y="3140968"/>
              <a:ext cx="304344" cy="288000"/>
              <a:chOff x="3200425" y="6621766"/>
              <a:chExt cx="304344" cy="288000"/>
            </a:xfrm>
          </p:grpSpPr>
          <p:sp>
            <p:nvSpPr>
              <p:cNvPr id="809" name="타원 808"/>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10" name="TextBox 809"/>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7</a:t>
                </a:r>
                <a:endParaRPr lang="en-US" altLang="ko-KR" sz="800" dirty="0">
                  <a:latin typeface="+mj-ea"/>
                  <a:ea typeface="+mj-ea"/>
                </a:endParaRPr>
              </a:p>
            </p:txBody>
          </p:sp>
        </p:grpSp>
        <p:grpSp>
          <p:nvGrpSpPr>
            <p:cNvPr id="806" name="그룹 805"/>
            <p:cNvGrpSpPr/>
            <p:nvPr/>
          </p:nvGrpSpPr>
          <p:grpSpPr>
            <a:xfrm>
              <a:off x="3986393" y="3140968"/>
              <a:ext cx="304344" cy="288000"/>
              <a:chOff x="3162325" y="6621766"/>
              <a:chExt cx="304344" cy="288000"/>
            </a:xfrm>
          </p:grpSpPr>
          <p:sp>
            <p:nvSpPr>
              <p:cNvPr id="807" name="타원 80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08" name="TextBox 807"/>
              <p:cNvSpPr txBox="1">
                <a:spLocks noChangeAspect="1"/>
              </p:cNvSpPr>
              <p:nvPr/>
            </p:nvSpPr>
            <p:spPr>
              <a:xfrm>
                <a:off x="3162325" y="6621766"/>
                <a:ext cx="304344" cy="288000"/>
              </a:xfrm>
              <a:prstGeom prst="rect">
                <a:avLst/>
              </a:prstGeom>
              <a:noFill/>
            </p:spPr>
            <p:txBody>
              <a:bodyPr wrap="square" rtlCol="0" anchor="ctr">
                <a:noAutofit/>
              </a:bodyPr>
              <a:lstStyle/>
              <a:p>
                <a:r>
                  <a:rPr lang="en-US" altLang="ko-KR" sz="800" dirty="0" smtClean="0">
                    <a:latin typeface="+mj-ea"/>
                    <a:ea typeface="+mj-ea"/>
                  </a:rPr>
                  <a:t>10</a:t>
                </a:r>
                <a:endParaRPr lang="en-US" altLang="ko-KR" sz="800" dirty="0">
                  <a:latin typeface="+mj-ea"/>
                  <a:ea typeface="+mj-ea"/>
                </a:endParaRPr>
              </a:p>
            </p:txBody>
          </p:sp>
        </p:grpSp>
      </p:grpSp>
      <p:grpSp>
        <p:nvGrpSpPr>
          <p:cNvPr id="827" name="그룹 826"/>
          <p:cNvGrpSpPr/>
          <p:nvPr/>
        </p:nvGrpSpPr>
        <p:grpSpPr>
          <a:xfrm>
            <a:off x="2706538" y="18026994"/>
            <a:ext cx="304344" cy="288000"/>
            <a:chOff x="3190900" y="6621766"/>
            <a:chExt cx="304344" cy="288000"/>
          </a:xfrm>
        </p:grpSpPr>
        <p:sp>
          <p:nvSpPr>
            <p:cNvPr id="828" name="타원 827"/>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29" name="TextBox 828"/>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830" name="그룹 829"/>
          <p:cNvGrpSpPr/>
          <p:nvPr/>
        </p:nvGrpSpPr>
        <p:grpSpPr>
          <a:xfrm>
            <a:off x="2716063" y="18305501"/>
            <a:ext cx="304344" cy="288000"/>
            <a:chOff x="3201067" y="6621766"/>
            <a:chExt cx="304344" cy="288000"/>
          </a:xfrm>
        </p:grpSpPr>
        <p:sp>
          <p:nvSpPr>
            <p:cNvPr id="831" name="타원 830"/>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32" name="TextBox 831"/>
            <p:cNvSpPr txBox="1">
              <a:spLocks noChangeAspect="1"/>
            </p:cNvSpPr>
            <p:nvPr/>
          </p:nvSpPr>
          <p:spPr>
            <a:xfrm>
              <a:off x="3201067"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833" name="그룹 832"/>
          <p:cNvGrpSpPr/>
          <p:nvPr/>
        </p:nvGrpSpPr>
        <p:grpSpPr>
          <a:xfrm>
            <a:off x="2705896" y="18593533"/>
            <a:ext cx="304344" cy="288000"/>
            <a:chOff x="3190900" y="6621766"/>
            <a:chExt cx="304344" cy="288000"/>
          </a:xfrm>
        </p:grpSpPr>
        <p:sp>
          <p:nvSpPr>
            <p:cNvPr id="834" name="타원 833"/>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35" name="TextBox 834"/>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836" name="그룹 835"/>
          <p:cNvGrpSpPr/>
          <p:nvPr/>
        </p:nvGrpSpPr>
        <p:grpSpPr>
          <a:xfrm>
            <a:off x="2705896" y="18855086"/>
            <a:ext cx="304344" cy="288000"/>
            <a:chOff x="3190900" y="6621766"/>
            <a:chExt cx="304344" cy="288000"/>
          </a:xfrm>
        </p:grpSpPr>
        <p:sp>
          <p:nvSpPr>
            <p:cNvPr id="837" name="타원 83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838" name="TextBox 837"/>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sp>
        <p:nvSpPr>
          <p:cNvPr id="839" name="직사각형 838"/>
          <p:cNvSpPr/>
          <p:nvPr/>
        </p:nvSpPr>
        <p:spPr>
          <a:xfrm>
            <a:off x="2995554" y="1805553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41" name="직사각형 840"/>
          <p:cNvSpPr/>
          <p:nvPr/>
        </p:nvSpPr>
        <p:spPr>
          <a:xfrm>
            <a:off x="2993928" y="1835309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42" name="직사각형 841"/>
          <p:cNvSpPr/>
          <p:nvPr/>
        </p:nvSpPr>
        <p:spPr>
          <a:xfrm>
            <a:off x="2993928" y="18631601"/>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44" name="직사각형 843"/>
          <p:cNvSpPr/>
          <p:nvPr/>
        </p:nvSpPr>
        <p:spPr>
          <a:xfrm>
            <a:off x="2991832" y="1888362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사슴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6" name="그룹 845"/>
          <p:cNvGrpSpPr/>
          <p:nvPr/>
        </p:nvGrpSpPr>
        <p:grpSpPr>
          <a:xfrm>
            <a:off x="2235746" y="21879982"/>
            <a:ext cx="6440866" cy="3871498"/>
            <a:chOff x="2235746" y="7874446"/>
            <a:chExt cx="6440866" cy="3871498"/>
          </a:xfrm>
        </p:grpSpPr>
        <p:sp>
          <p:nvSpPr>
            <p:cNvPr id="847" name="직사각형 846"/>
            <p:cNvSpPr/>
            <p:nvPr/>
          </p:nvSpPr>
          <p:spPr>
            <a:xfrm>
              <a:off x="2322612" y="8061895"/>
              <a:ext cx="6354000" cy="368404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endParaRPr lang="en-US" altLang="ko-KR" sz="800" dirty="0">
                <a:solidFill>
                  <a:schemeClr val="tx1">
                    <a:lumMod val="75000"/>
                    <a:lumOff val="25000"/>
                  </a:schemeClr>
                </a:solidFill>
                <a:latin typeface="+mn-ea"/>
              </a:endParaRPr>
            </a:p>
          </p:txBody>
        </p:sp>
        <p:sp>
          <p:nvSpPr>
            <p:cNvPr id="848" name="직사각형 847"/>
            <p:cNvSpPr/>
            <p:nvPr/>
          </p:nvSpPr>
          <p:spPr>
            <a:xfrm>
              <a:off x="2235746" y="7874446"/>
              <a:ext cx="1630575"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복습하기 </a:t>
              </a:r>
              <a:r>
                <a:rPr lang="en-US" altLang="ko-KR"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구글</a:t>
              </a:r>
              <a:r>
                <a:rPr lang="ko-KR" altLang="en-US"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클래스룸</a:t>
              </a:r>
              <a:r>
                <a:rPr lang="ko-KR" altLang="en-US" sz="800" b="1" dirty="0" smtClean="0">
                  <a:solidFill>
                    <a:schemeClr val="tx1">
                      <a:lumMod val="75000"/>
                      <a:lumOff val="25000"/>
                    </a:schemeClr>
                  </a:solidFill>
                  <a:latin typeface="+mn-ea"/>
                  <a:ea typeface="+mn-ea"/>
                </a:rPr>
                <a:t> </a:t>
              </a:r>
              <a:r>
                <a:rPr lang="ko-KR" altLang="en-US" sz="800" b="1" dirty="0">
                  <a:solidFill>
                    <a:schemeClr val="tx1">
                      <a:lumMod val="75000"/>
                      <a:lumOff val="25000"/>
                    </a:schemeClr>
                  </a:solidFill>
                  <a:latin typeface="+mn-ea"/>
                  <a:ea typeface="+mn-ea"/>
                </a:rPr>
                <a:t>① </a:t>
              </a:r>
            </a:p>
          </p:txBody>
        </p:sp>
      </p:grpSp>
      <p:graphicFrame>
        <p:nvGraphicFramePr>
          <p:cNvPr id="849" name="표 848"/>
          <p:cNvGraphicFramePr>
            <a:graphicFrameLocks noGrp="1"/>
          </p:cNvGraphicFramePr>
          <p:nvPr>
            <p:extLst>
              <p:ext uri="{D42A27DB-BD31-4B8C-83A1-F6EECF244321}">
                <p14:modId xmlns:p14="http://schemas.microsoft.com/office/powerpoint/2010/main" val="3272512115"/>
              </p:ext>
            </p:extLst>
          </p:nvPr>
        </p:nvGraphicFramePr>
        <p:xfrm>
          <a:off x="2402794" y="22156413"/>
          <a:ext cx="6206941" cy="874193"/>
        </p:xfrm>
        <a:graphic>
          <a:graphicData uri="http://schemas.openxmlformats.org/drawingml/2006/table">
            <a:tbl>
              <a:tblPr firstRow="1" bandRow="1">
                <a:tableStyleId>{5C22544A-7EE6-4342-B048-85BDC9FD1C3A}</a:tableStyleId>
              </a:tblPr>
              <a:tblGrid>
                <a:gridCol w="6206941"/>
              </a:tblGrid>
              <a:tr h="354707">
                <a:tc>
                  <a:txBody>
                    <a:bodyPr/>
                    <a:lstStyle/>
                    <a:p>
                      <a:pPr algn="l" latinLnBrk="1"/>
                      <a:r>
                        <a:rPr lang="en-US" altLang="ko-KR" sz="1200" b="1" dirty="0" smtClean="0">
                          <a:solidFill>
                            <a:schemeClr val="tx1">
                              <a:lumMod val="75000"/>
                              <a:lumOff val="25000"/>
                            </a:schemeClr>
                          </a:solidFill>
                          <a:latin typeface="+mn-ea"/>
                          <a:ea typeface="+mn-ea"/>
                        </a:rPr>
                        <a:t>1. Make</a:t>
                      </a:r>
                      <a:r>
                        <a:rPr lang="ko-KR" altLang="en-US" sz="1200" b="1" dirty="0" smtClean="0">
                          <a:solidFill>
                            <a:schemeClr val="tx1">
                              <a:lumMod val="75000"/>
                              <a:lumOff val="25000"/>
                            </a:schemeClr>
                          </a:solidFill>
                          <a:latin typeface="+mn-ea"/>
                          <a:ea typeface="+mn-ea"/>
                        </a:rPr>
                        <a:t>를 활용한 무생물주어</a:t>
                      </a:r>
                      <a:endParaRPr lang="ko-KR" altLang="en-US" sz="12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8032">
                <a:tc>
                  <a:txBody>
                    <a:bodyPr/>
                    <a:lstStyle/>
                    <a:p>
                      <a:pPr algn="l" latinLnBrk="1"/>
                      <a:r>
                        <a:rPr lang="en-US" altLang="ko-KR" sz="800" b="0" dirty="0" smtClean="0">
                          <a:solidFill>
                            <a:schemeClr val="tx1">
                              <a:lumMod val="75000"/>
                              <a:lumOff val="25000"/>
                            </a:schemeClr>
                          </a:solidFill>
                          <a:latin typeface="+mn-ea"/>
                          <a:ea typeface="+mn-ea"/>
                        </a:rPr>
                        <a:t>softlee@knou.ac.kr </a:t>
                      </a:r>
                      <a:r>
                        <a:rPr lang="ko-KR" altLang="en-US" sz="800" b="0" dirty="0" smtClean="0">
                          <a:solidFill>
                            <a:schemeClr val="tx1">
                              <a:lumMod val="75000"/>
                              <a:lumOff val="25000"/>
                            </a:schemeClr>
                          </a:solidFill>
                          <a:latin typeface="+mn-ea"/>
                          <a:ea typeface="+mn-ea"/>
                        </a:rPr>
                        <a:t>계정 전환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algn="l" latinLnBrk="1"/>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표시는 필수 질문임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853" name="그룹 852"/>
          <p:cNvGrpSpPr/>
          <p:nvPr/>
        </p:nvGrpSpPr>
        <p:grpSpPr>
          <a:xfrm>
            <a:off x="8231556" y="22583128"/>
            <a:ext cx="240000" cy="144000"/>
            <a:chOff x="8231556" y="22583128"/>
            <a:chExt cx="240000" cy="144000"/>
          </a:xfrm>
        </p:grpSpPr>
        <p:pic>
          <p:nvPicPr>
            <p:cNvPr id="854"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8231556" y="22583128"/>
              <a:ext cx="2400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5" name="1/2 액자 854"/>
            <p:cNvSpPr>
              <a:spLocks noChangeAspect="1"/>
            </p:cNvSpPr>
            <p:nvPr/>
          </p:nvSpPr>
          <p:spPr bwMode="auto">
            <a:xfrm rot="13500000">
              <a:off x="8314167" y="22608755"/>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err="1">
                <a:solidFill>
                  <a:srgbClr val="000000"/>
                </a:solidFill>
                <a:latin typeface="+mn-ea"/>
                <a:ea typeface="+mn-ea"/>
                <a:cs typeface="Arial" charset="0"/>
              </a:endParaRPr>
            </a:p>
          </p:txBody>
        </p:sp>
      </p:grpSp>
      <p:graphicFrame>
        <p:nvGraphicFramePr>
          <p:cNvPr id="856" name="표 855"/>
          <p:cNvGraphicFramePr>
            <a:graphicFrameLocks noGrp="1"/>
          </p:cNvGraphicFramePr>
          <p:nvPr>
            <p:extLst>
              <p:ext uri="{D42A27DB-BD31-4B8C-83A1-F6EECF244321}">
                <p14:modId xmlns:p14="http://schemas.microsoft.com/office/powerpoint/2010/main" val="1995442435"/>
              </p:ext>
            </p:extLst>
          </p:nvPr>
        </p:nvGraphicFramePr>
        <p:xfrm>
          <a:off x="2404145" y="23106234"/>
          <a:ext cx="6206941" cy="557014"/>
        </p:xfrm>
        <a:graphic>
          <a:graphicData uri="http://schemas.openxmlformats.org/drawingml/2006/table">
            <a:tbl>
              <a:tblPr firstRow="1" bandRow="1">
                <a:tableStyleId>{5C22544A-7EE6-4342-B048-85BDC9FD1C3A}</a:tableStyleId>
              </a:tblPr>
              <a:tblGrid>
                <a:gridCol w="6206941"/>
              </a:tblGrid>
              <a:tr h="557014">
                <a:tc>
                  <a:txBody>
                    <a:bodyPr/>
                    <a:lstStyle/>
                    <a:p>
                      <a:pPr algn="l" latinLnBrk="1"/>
                      <a:r>
                        <a:rPr lang="ko-KR" altLang="en-US" sz="800" b="0" dirty="0" err="1" smtClean="0">
                          <a:solidFill>
                            <a:schemeClr val="tx1">
                              <a:lumMod val="75000"/>
                              <a:lumOff val="25000"/>
                            </a:schemeClr>
                          </a:solidFill>
                          <a:latin typeface="+mn-ea"/>
                          <a:ea typeface="+mn-ea"/>
                        </a:rPr>
                        <a:t>이메일</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a:t>
                      </a:r>
                    </a:p>
                    <a:p>
                      <a:pPr algn="l" latinLnBrk="1"/>
                      <a:endParaRPr lang="en-US" altLang="ko-KR" sz="800" b="0" dirty="0" smtClean="0">
                        <a:solidFill>
                          <a:schemeClr val="tx1">
                            <a:lumMod val="75000"/>
                            <a:lumOff val="25000"/>
                          </a:schemeClr>
                        </a:solidFill>
                        <a:latin typeface="+mn-ea"/>
                        <a:ea typeface="+mn-ea"/>
                      </a:endParaRPr>
                    </a:p>
                    <a:p>
                      <a:pPr algn="l" latinLnBrk="1"/>
                      <a:r>
                        <a:rPr lang="ko-KR" altLang="en-US" sz="800" b="0" dirty="0" err="1" smtClean="0">
                          <a:solidFill>
                            <a:schemeClr val="tx1">
                              <a:lumMod val="75000"/>
                              <a:lumOff val="25000"/>
                            </a:schemeClr>
                          </a:solidFill>
                          <a:latin typeface="+mn-ea"/>
                          <a:ea typeface="+mn-ea"/>
                        </a:rPr>
                        <a:t>이메일</a:t>
                      </a:r>
                      <a:r>
                        <a:rPr lang="ko-KR" altLang="en-US" sz="800" b="0" dirty="0" smtClean="0">
                          <a:solidFill>
                            <a:schemeClr val="tx1">
                              <a:lumMod val="75000"/>
                              <a:lumOff val="25000"/>
                            </a:schemeClr>
                          </a:solidFill>
                          <a:latin typeface="+mn-ea"/>
                          <a:ea typeface="+mn-ea"/>
                        </a:rPr>
                        <a:t> 주소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aphicFrame>
        <p:nvGraphicFramePr>
          <p:cNvPr id="857" name="표 856"/>
          <p:cNvGraphicFramePr>
            <a:graphicFrameLocks noGrp="1"/>
          </p:cNvGraphicFramePr>
          <p:nvPr>
            <p:extLst>
              <p:ext uri="{D42A27DB-BD31-4B8C-83A1-F6EECF244321}">
                <p14:modId xmlns:p14="http://schemas.microsoft.com/office/powerpoint/2010/main" val="1199524921"/>
              </p:ext>
            </p:extLst>
          </p:nvPr>
        </p:nvGraphicFramePr>
        <p:xfrm>
          <a:off x="2404145" y="23744781"/>
          <a:ext cx="6206941" cy="710555"/>
        </p:xfrm>
        <a:graphic>
          <a:graphicData uri="http://schemas.openxmlformats.org/drawingml/2006/table">
            <a:tbl>
              <a:tblPr firstRow="1" bandRow="1">
                <a:tableStyleId>{5C22544A-7EE6-4342-B048-85BDC9FD1C3A}</a:tableStyleId>
              </a:tblPr>
              <a:tblGrid>
                <a:gridCol w="6206941"/>
              </a:tblGrid>
              <a:tr h="710555">
                <a:tc>
                  <a:txBody>
                    <a:bodyPr/>
                    <a:lstStyle/>
                    <a:p>
                      <a:pPr algn="l" latinLnBrk="1"/>
                      <a:r>
                        <a:rPr lang="en-US" altLang="ko-KR" sz="800" b="0" dirty="0" smtClean="0">
                          <a:solidFill>
                            <a:schemeClr val="tx1">
                              <a:lumMod val="75000"/>
                              <a:lumOff val="25000"/>
                            </a:schemeClr>
                          </a:solidFill>
                          <a:latin typeface="+mn-ea"/>
                          <a:ea typeface="+mn-ea"/>
                        </a:rPr>
                        <a:t>1. The innovative engine design makes this automobile quieter and more fuel efficient</a:t>
                      </a:r>
                      <a:endParaRPr lang="ko-KR" altLang="en-US" sz="800" b="0" dirty="0">
                        <a:solidFill>
                          <a:schemeClr val="tx1">
                            <a:lumMod val="75000"/>
                            <a:lumOff val="25000"/>
                          </a:schemeClr>
                        </a:solidFill>
                        <a:latin typeface="+mn-ea"/>
                        <a:ea typeface="+mn-ea"/>
                      </a:endParaRPr>
                    </a:p>
                  </a:txBody>
                  <a:tcPr marT="108000" marB="108000">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859" name="직사각형 858"/>
          <p:cNvSpPr/>
          <p:nvPr/>
        </p:nvSpPr>
        <p:spPr>
          <a:xfrm>
            <a:off x="8168977" y="23807844"/>
            <a:ext cx="423514"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smtClean="0">
                <a:solidFill>
                  <a:schemeClr val="tx1">
                    <a:lumMod val="75000"/>
                    <a:lumOff val="25000"/>
                  </a:schemeClr>
                </a:solidFill>
                <a:latin typeface="+mn-ea"/>
                <a:ea typeface="+mn-ea"/>
              </a:rPr>
              <a:t>점</a:t>
            </a:r>
            <a:endParaRPr lang="ko-KR" altLang="en-US" sz="800" dirty="0">
              <a:solidFill>
                <a:schemeClr val="tx1">
                  <a:lumMod val="75000"/>
                  <a:lumOff val="25000"/>
                </a:schemeClr>
              </a:solidFill>
              <a:latin typeface="+mn-ea"/>
              <a:ea typeface="+mn-ea"/>
            </a:endParaRPr>
          </a:p>
        </p:txBody>
      </p:sp>
      <p:sp>
        <p:nvSpPr>
          <p:cNvPr id="861" name="직사각형 860"/>
          <p:cNvSpPr/>
          <p:nvPr/>
        </p:nvSpPr>
        <p:spPr>
          <a:xfrm>
            <a:off x="2413670" y="24061968"/>
            <a:ext cx="529312"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내 답변</a:t>
            </a:r>
            <a:endParaRPr lang="ko-KR" altLang="en-US" sz="800" dirty="0">
              <a:solidFill>
                <a:schemeClr val="tx1">
                  <a:lumMod val="75000"/>
                  <a:lumOff val="25000"/>
                </a:schemeClr>
              </a:solidFill>
              <a:latin typeface="+mn-ea"/>
              <a:ea typeface="+mn-ea"/>
            </a:endParaRPr>
          </a:p>
        </p:txBody>
      </p:sp>
      <p:graphicFrame>
        <p:nvGraphicFramePr>
          <p:cNvPr id="862" name="표 861"/>
          <p:cNvGraphicFramePr>
            <a:graphicFrameLocks noGrp="1"/>
          </p:cNvGraphicFramePr>
          <p:nvPr>
            <p:extLst>
              <p:ext uri="{D42A27DB-BD31-4B8C-83A1-F6EECF244321}">
                <p14:modId xmlns:p14="http://schemas.microsoft.com/office/powerpoint/2010/main" val="4022254194"/>
              </p:ext>
            </p:extLst>
          </p:nvPr>
        </p:nvGraphicFramePr>
        <p:xfrm>
          <a:off x="2404145" y="24527344"/>
          <a:ext cx="6206941" cy="710555"/>
        </p:xfrm>
        <a:graphic>
          <a:graphicData uri="http://schemas.openxmlformats.org/drawingml/2006/table">
            <a:tbl>
              <a:tblPr firstRow="1" bandRow="1">
                <a:tableStyleId>{5C22544A-7EE6-4342-B048-85BDC9FD1C3A}</a:tableStyleId>
              </a:tblPr>
              <a:tblGrid>
                <a:gridCol w="6206941"/>
              </a:tblGrid>
              <a:tr h="710555">
                <a:tc>
                  <a:txBody>
                    <a:bodyPr/>
                    <a:lstStyle/>
                    <a:p>
                      <a:pPr algn="l" latinLnBrk="1"/>
                      <a:r>
                        <a:rPr lang="en-US" altLang="ko-KR" sz="800" b="0" dirty="0" smtClean="0">
                          <a:solidFill>
                            <a:schemeClr val="tx1">
                              <a:lumMod val="75000"/>
                              <a:lumOff val="25000"/>
                            </a:schemeClr>
                          </a:solidFill>
                          <a:latin typeface="+mn-ea"/>
                          <a:ea typeface="+mn-ea"/>
                        </a:rPr>
                        <a:t>2. Rising</a:t>
                      </a:r>
                      <a:r>
                        <a:rPr lang="en-US" altLang="ko-KR" sz="800" b="0" baseline="0" dirty="0" smtClean="0">
                          <a:solidFill>
                            <a:schemeClr val="tx1">
                              <a:lumMod val="75000"/>
                              <a:lumOff val="25000"/>
                            </a:schemeClr>
                          </a:solidFill>
                          <a:latin typeface="+mn-ea"/>
                          <a:ea typeface="+mn-ea"/>
                        </a:rPr>
                        <a:t> beer prices are making a pub pint an ‘unaffordable</a:t>
                      </a:r>
                      <a:endParaRPr lang="ko-KR" altLang="en-US" sz="800" b="0" dirty="0">
                        <a:solidFill>
                          <a:schemeClr val="tx1">
                            <a:lumMod val="75000"/>
                            <a:lumOff val="25000"/>
                          </a:schemeClr>
                        </a:solidFill>
                        <a:latin typeface="+mn-ea"/>
                        <a:ea typeface="+mn-ea"/>
                      </a:endParaRPr>
                    </a:p>
                  </a:txBody>
                  <a:tcPr marT="108000" marB="108000">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863" name="직사각형 862"/>
          <p:cNvSpPr/>
          <p:nvPr/>
        </p:nvSpPr>
        <p:spPr>
          <a:xfrm>
            <a:off x="8168977" y="24590407"/>
            <a:ext cx="423514"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smtClean="0">
                <a:solidFill>
                  <a:schemeClr val="tx1">
                    <a:lumMod val="75000"/>
                    <a:lumOff val="25000"/>
                  </a:schemeClr>
                </a:solidFill>
                <a:latin typeface="+mn-ea"/>
                <a:ea typeface="+mn-ea"/>
              </a:rPr>
              <a:t>점</a:t>
            </a:r>
            <a:endParaRPr lang="ko-KR" altLang="en-US" sz="800" dirty="0">
              <a:solidFill>
                <a:schemeClr val="tx1">
                  <a:lumMod val="75000"/>
                  <a:lumOff val="25000"/>
                </a:schemeClr>
              </a:solidFill>
              <a:latin typeface="+mn-ea"/>
              <a:ea typeface="+mn-ea"/>
            </a:endParaRPr>
          </a:p>
        </p:txBody>
      </p:sp>
      <p:sp>
        <p:nvSpPr>
          <p:cNvPr id="864" name="직사각형 863"/>
          <p:cNvSpPr/>
          <p:nvPr/>
        </p:nvSpPr>
        <p:spPr>
          <a:xfrm>
            <a:off x="2413670" y="24844531"/>
            <a:ext cx="529312"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내 답변</a:t>
            </a:r>
            <a:endParaRPr lang="ko-KR" altLang="en-US" sz="800" dirty="0">
              <a:solidFill>
                <a:schemeClr val="tx1">
                  <a:lumMod val="75000"/>
                  <a:lumOff val="25000"/>
                </a:schemeClr>
              </a:solidFill>
              <a:latin typeface="+mn-ea"/>
              <a:ea typeface="+mn-ea"/>
            </a:endParaRPr>
          </a:p>
        </p:txBody>
      </p:sp>
      <p:sp>
        <p:nvSpPr>
          <p:cNvPr id="865" name="자유형 864"/>
          <p:cNvSpPr/>
          <p:nvPr/>
        </p:nvSpPr>
        <p:spPr>
          <a:xfrm flipV="1">
            <a:off x="2432720" y="25382832"/>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grpSp>
        <p:nvGrpSpPr>
          <p:cNvPr id="892" name="그룹 891"/>
          <p:cNvGrpSpPr/>
          <p:nvPr/>
        </p:nvGrpSpPr>
        <p:grpSpPr>
          <a:xfrm>
            <a:off x="2235746" y="25838346"/>
            <a:ext cx="6440866" cy="3818540"/>
            <a:chOff x="2235746" y="9055149"/>
            <a:chExt cx="6440866" cy="3818540"/>
          </a:xfrm>
        </p:grpSpPr>
        <p:grpSp>
          <p:nvGrpSpPr>
            <p:cNvPr id="893" name="그룹 892"/>
            <p:cNvGrpSpPr/>
            <p:nvPr/>
          </p:nvGrpSpPr>
          <p:grpSpPr>
            <a:xfrm>
              <a:off x="2235746" y="9055149"/>
              <a:ext cx="6440866" cy="3818540"/>
              <a:chOff x="2235746" y="7874446"/>
              <a:chExt cx="6440866" cy="3818540"/>
            </a:xfrm>
          </p:grpSpPr>
          <p:sp>
            <p:nvSpPr>
              <p:cNvPr id="914" name="직사각형 913"/>
              <p:cNvSpPr/>
              <p:nvPr/>
            </p:nvSpPr>
            <p:spPr>
              <a:xfrm>
                <a:off x="2322612" y="8061895"/>
                <a:ext cx="6354000" cy="36310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endParaRPr lang="en-US" altLang="ko-KR" sz="800" dirty="0">
                  <a:solidFill>
                    <a:schemeClr val="tx1">
                      <a:lumMod val="75000"/>
                      <a:lumOff val="25000"/>
                    </a:schemeClr>
                  </a:solidFill>
                  <a:latin typeface="+mn-ea"/>
                </a:endParaRPr>
              </a:p>
            </p:txBody>
          </p:sp>
          <p:sp>
            <p:nvSpPr>
              <p:cNvPr id="915" name="직사각형 914"/>
              <p:cNvSpPr/>
              <p:nvPr/>
            </p:nvSpPr>
            <p:spPr>
              <a:xfrm>
                <a:off x="2235746" y="7874446"/>
                <a:ext cx="2265364" cy="215444"/>
              </a:xfrm>
              <a:prstGeom prst="rect">
                <a:avLst/>
              </a:prstGeom>
            </p:spPr>
            <p:txBody>
              <a:bodyPr wrap="non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학습하기 </a:t>
                </a:r>
                <a:r>
                  <a:rPr lang="ko-KR" altLang="en-US" sz="800" dirty="0">
                    <a:latin typeface="+mn-ea"/>
                    <a:ea typeface="+mn-ea"/>
                  </a:rPr>
                  <a:t>② </a:t>
                </a:r>
                <a:r>
                  <a:rPr lang="en-US" altLang="ko-KR" sz="800" b="1" dirty="0" smtClean="0">
                    <a:solidFill>
                      <a:schemeClr val="tx1">
                        <a:lumMod val="75000"/>
                        <a:lumOff val="25000"/>
                      </a:schemeClr>
                    </a:solidFill>
                    <a:latin typeface="+mn-ea"/>
                    <a:ea typeface="+mn-ea"/>
                  </a:rPr>
                  <a:t>- </a:t>
                </a:r>
                <a:r>
                  <a:rPr lang="en-US" altLang="ko-KR" sz="800" b="1" dirty="0">
                    <a:solidFill>
                      <a:schemeClr val="tx1">
                        <a:lumMod val="75000"/>
                        <a:lumOff val="25000"/>
                      </a:schemeClr>
                    </a:solidFill>
                    <a:latin typeface="+mn-ea"/>
                    <a:ea typeface="+mn-ea"/>
                  </a:rPr>
                  <a:t>make</a:t>
                </a:r>
                <a:r>
                  <a:rPr lang="ko-KR" altLang="en-US" sz="800" b="1" dirty="0">
                    <a:solidFill>
                      <a:schemeClr val="tx1">
                        <a:lumMod val="75000"/>
                        <a:lumOff val="25000"/>
                      </a:schemeClr>
                    </a:solidFill>
                    <a:latin typeface="+mn-ea"/>
                    <a:ea typeface="+mn-ea"/>
                  </a:rPr>
                  <a:t>를 활용한 무생물주어 </a:t>
                </a:r>
              </a:p>
            </p:txBody>
          </p:sp>
        </p:grpSp>
        <p:grpSp>
          <p:nvGrpSpPr>
            <p:cNvPr id="894" name="그룹 893"/>
            <p:cNvGrpSpPr/>
            <p:nvPr/>
          </p:nvGrpSpPr>
          <p:grpSpPr>
            <a:xfrm>
              <a:off x="2361711" y="9305081"/>
              <a:ext cx="6242239" cy="215444"/>
              <a:chOff x="1062472" y="3648072"/>
              <a:chExt cx="6242239" cy="215444"/>
            </a:xfrm>
          </p:grpSpPr>
          <p:sp>
            <p:nvSpPr>
              <p:cNvPr id="911" name="직사각형 910"/>
              <p:cNvSpPr/>
              <p:nvPr/>
            </p:nvSpPr>
            <p:spPr>
              <a:xfrm>
                <a:off x="1106290" y="3663218"/>
                <a:ext cx="6177600" cy="180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912" name="직사각형 911"/>
              <p:cNvSpPr/>
              <p:nvPr/>
            </p:nvSpPr>
            <p:spPr>
              <a:xfrm>
                <a:off x="1667111" y="3662962"/>
                <a:ext cx="5637600" cy="178490"/>
              </a:xfrm>
              <a:prstGeom prst="rect">
                <a:avLst/>
              </a:prstGeom>
              <a:solidFill>
                <a:srgbClr val="00B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bg1"/>
                    </a:solidFill>
                    <a:latin typeface="+mn-ea"/>
                  </a:rPr>
                  <a:t>100% ( 30</a:t>
                </a:r>
                <a:r>
                  <a:rPr lang="ko-KR" altLang="en-US" sz="800" dirty="0" smtClean="0">
                    <a:solidFill>
                      <a:schemeClr val="bg1"/>
                    </a:solidFill>
                    <a:latin typeface="+mn-ea"/>
                  </a:rPr>
                  <a:t>분 </a:t>
                </a:r>
                <a:r>
                  <a:rPr lang="en-US" altLang="ko-KR" sz="800" dirty="0" smtClean="0">
                    <a:solidFill>
                      <a:schemeClr val="bg1"/>
                    </a:solidFill>
                    <a:latin typeface="+mn-ea"/>
                  </a:rPr>
                  <a:t>00</a:t>
                </a:r>
                <a:r>
                  <a:rPr lang="ko-KR" altLang="en-US" sz="800" dirty="0" smtClean="0">
                    <a:solidFill>
                      <a:schemeClr val="bg1"/>
                    </a:solidFill>
                    <a:latin typeface="+mn-ea"/>
                  </a:rPr>
                  <a:t>초 </a:t>
                </a:r>
                <a:r>
                  <a:rPr lang="en-US" altLang="ko-KR" sz="800" dirty="0" smtClean="0">
                    <a:solidFill>
                      <a:schemeClr val="bg1"/>
                    </a:solidFill>
                    <a:latin typeface="+mn-ea"/>
                  </a:rPr>
                  <a:t>)</a:t>
                </a:r>
                <a:endParaRPr lang="en-US" altLang="ko-KR" sz="800" dirty="0">
                  <a:solidFill>
                    <a:schemeClr val="bg1"/>
                  </a:solidFill>
                  <a:latin typeface="+mn-ea"/>
                </a:endParaRPr>
              </a:p>
            </p:txBody>
          </p:sp>
          <p:sp>
            <p:nvSpPr>
              <p:cNvPr id="913" name="직사각형 912"/>
              <p:cNvSpPr/>
              <p:nvPr/>
            </p:nvSpPr>
            <p:spPr>
              <a:xfrm>
                <a:off x="1062472" y="3648072"/>
                <a:ext cx="631904" cy="215444"/>
              </a:xfrm>
              <a:prstGeom prst="rect">
                <a:avLst/>
              </a:prstGeom>
            </p:spPr>
            <p:txBody>
              <a:bodyPr wrap="none">
                <a:spAutoFit/>
              </a:bodyPr>
              <a:lstStyle/>
              <a:p>
                <a:r>
                  <a:rPr lang="ko-KR" altLang="en-US" sz="800" dirty="0" smtClean="0">
                    <a:latin typeface="+mn-ea"/>
                    <a:ea typeface="+mn-ea"/>
                  </a:rPr>
                  <a:t>학습진행 </a:t>
                </a:r>
                <a:endParaRPr lang="ko-KR" altLang="en-US" sz="800" dirty="0">
                  <a:latin typeface="+mn-ea"/>
                  <a:ea typeface="+mn-ea"/>
                </a:endParaRPr>
              </a:p>
            </p:txBody>
          </p:sp>
        </p:grpSp>
        <p:pic>
          <p:nvPicPr>
            <p:cNvPr id="895"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408567" y="9528002"/>
              <a:ext cx="6203666" cy="25455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896" name="그룹 895"/>
            <p:cNvGrpSpPr/>
            <p:nvPr/>
          </p:nvGrpSpPr>
          <p:grpSpPr>
            <a:xfrm>
              <a:off x="2405833" y="12337421"/>
              <a:ext cx="6206400" cy="236280"/>
              <a:chOff x="1853903" y="6993396"/>
              <a:chExt cx="6206400" cy="236280"/>
            </a:xfrm>
          </p:grpSpPr>
          <p:sp>
            <p:nvSpPr>
              <p:cNvPr id="902" name="직사각형 901"/>
              <p:cNvSpPr/>
              <p:nvPr/>
            </p:nvSpPr>
            <p:spPr>
              <a:xfrm>
                <a:off x="1853903" y="6993396"/>
                <a:ext cx="6206400" cy="236280"/>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b="1" dirty="0">
                  <a:solidFill>
                    <a:schemeClr val="bg1"/>
                  </a:solidFill>
                  <a:latin typeface="+mn-ea"/>
                </a:endParaRPr>
              </a:p>
            </p:txBody>
          </p:sp>
          <p:sp>
            <p:nvSpPr>
              <p:cNvPr id="903" name="타원 902"/>
              <p:cNvSpPr/>
              <p:nvPr/>
            </p:nvSpPr>
            <p:spPr>
              <a:xfrm>
                <a:off x="2101006" y="7028954"/>
                <a:ext cx="144000" cy="144000"/>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904" name="타원 903"/>
              <p:cNvSpPr/>
              <p:nvPr/>
            </p:nvSpPr>
            <p:spPr>
              <a:xfrm>
                <a:off x="2902467" y="7028954"/>
                <a:ext cx="144000" cy="14400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905" name="타원 904"/>
              <p:cNvSpPr/>
              <p:nvPr/>
            </p:nvSpPr>
            <p:spPr>
              <a:xfrm>
                <a:off x="3703928"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906" name="타원 905"/>
              <p:cNvSpPr/>
              <p:nvPr/>
            </p:nvSpPr>
            <p:spPr>
              <a:xfrm>
                <a:off x="4505389"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907" name="타원 906"/>
              <p:cNvSpPr/>
              <p:nvPr/>
            </p:nvSpPr>
            <p:spPr>
              <a:xfrm>
                <a:off x="5306850"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908" name="타원 907"/>
              <p:cNvSpPr/>
              <p:nvPr/>
            </p:nvSpPr>
            <p:spPr>
              <a:xfrm>
                <a:off x="610831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909" name="타원 908"/>
              <p:cNvSpPr/>
              <p:nvPr/>
            </p:nvSpPr>
            <p:spPr>
              <a:xfrm>
                <a:off x="6909772"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910" name="타원 909"/>
              <p:cNvSpPr/>
              <p:nvPr/>
            </p:nvSpPr>
            <p:spPr>
              <a:xfrm>
                <a:off x="771123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grpSp>
        <p:pic>
          <p:nvPicPr>
            <p:cNvPr id="897"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408991" y="12074243"/>
              <a:ext cx="6199200" cy="2476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98" name="직사각형 897"/>
            <p:cNvSpPr/>
            <p:nvPr/>
          </p:nvSpPr>
          <p:spPr>
            <a:xfrm>
              <a:off x="2311946" y="12657015"/>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dirty="0" smtClean="0">
                  <a:solidFill>
                    <a:schemeClr val="tx1">
                      <a:lumMod val="75000"/>
                      <a:lumOff val="25000"/>
                    </a:schemeClr>
                  </a:solidFill>
                  <a:latin typeface="+mn-ea"/>
                </a:rPr>
                <a:t>좋아요</a:t>
              </a:r>
              <a:endParaRPr lang="ko-KR" altLang="en-US" sz="800" dirty="0">
                <a:solidFill>
                  <a:schemeClr val="tx1">
                    <a:lumMod val="75000"/>
                    <a:lumOff val="25000"/>
                  </a:schemeClr>
                </a:solidFill>
                <a:latin typeface="+mn-ea"/>
              </a:endParaRPr>
            </a:p>
          </p:txBody>
        </p:sp>
        <p:grpSp>
          <p:nvGrpSpPr>
            <p:cNvPr id="899" name="그룹 898"/>
            <p:cNvGrpSpPr/>
            <p:nvPr/>
          </p:nvGrpSpPr>
          <p:grpSpPr>
            <a:xfrm>
              <a:off x="2783235" y="12588294"/>
              <a:ext cx="476621" cy="246521"/>
              <a:chOff x="4507235" y="5656578"/>
              <a:chExt cx="476621" cy="246521"/>
            </a:xfrm>
          </p:grpSpPr>
          <p:pic>
            <p:nvPicPr>
              <p:cNvPr id="900" name="Picture 3"/>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507235" y="5656578"/>
                <a:ext cx="190500" cy="190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01" name="직사각형 900"/>
              <p:cNvSpPr/>
              <p:nvPr/>
            </p:nvSpPr>
            <p:spPr>
              <a:xfrm>
                <a:off x="4650110" y="5687655"/>
                <a:ext cx="333746" cy="215444"/>
              </a:xfrm>
              <a:prstGeom prst="rect">
                <a:avLst/>
              </a:prstGeom>
            </p:spPr>
            <p:txBody>
              <a:bodyPr wrap="none">
                <a:spAutoFit/>
              </a:bodyPr>
              <a:lstStyle/>
              <a:p>
                <a:r>
                  <a:rPr lang="en-US" altLang="ko-KR" sz="800" dirty="0" smtClean="0">
                    <a:latin typeface="+mn-ea"/>
                    <a:ea typeface="+mn-ea"/>
                  </a:rPr>
                  <a:t>24</a:t>
                </a:r>
                <a:r>
                  <a:rPr lang="ko-KR" altLang="en-US" sz="800" dirty="0" smtClean="0">
                    <a:latin typeface="+mn-ea"/>
                    <a:ea typeface="+mn-ea"/>
                  </a:rPr>
                  <a:t> </a:t>
                </a:r>
                <a:endParaRPr lang="ko-KR" altLang="en-US" sz="800" dirty="0">
                  <a:latin typeface="+mn-ea"/>
                  <a:ea typeface="+mn-ea"/>
                </a:endParaRPr>
              </a:p>
            </p:txBody>
          </p:sp>
        </p:grpSp>
      </p:grpSp>
      <p:sp>
        <p:nvSpPr>
          <p:cNvPr id="916" name="자유형 915"/>
          <p:cNvSpPr/>
          <p:nvPr/>
        </p:nvSpPr>
        <p:spPr>
          <a:xfrm flipV="1">
            <a:off x="2432720" y="2984732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917" name="Rectangle 122"/>
          <p:cNvSpPr>
            <a:spLocks noChangeArrowheads="1"/>
          </p:cNvSpPr>
          <p:nvPr/>
        </p:nvSpPr>
        <p:spPr bwMode="auto">
          <a:xfrm>
            <a:off x="7091495" y="7514406"/>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나의 학습기록</a:t>
            </a:r>
            <a:endParaRPr lang="ko-KR" altLang="en-US" sz="800" kern="0" dirty="0">
              <a:solidFill>
                <a:schemeClr val="bg1"/>
              </a:solidFill>
              <a:latin typeface="+mn-ea"/>
              <a:ea typeface="+mn-ea"/>
            </a:endParaRPr>
          </a:p>
        </p:txBody>
      </p:sp>
      <p:sp>
        <p:nvSpPr>
          <p:cNvPr id="868" name="모서리가 둥근 직사각형 867"/>
          <p:cNvSpPr/>
          <p:nvPr/>
        </p:nvSpPr>
        <p:spPr>
          <a:xfrm>
            <a:off x="4964721" y="3046802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학습종료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54" name="그룹 553"/>
          <p:cNvGrpSpPr/>
          <p:nvPr/>
        </p:nvGrpSpPr>
        <p:grpSpPr>
          <a:xfrm>
            <a:off x="5640844" y="2041798"/>
            <a:ext cx="2994089" cy="162517"/>
            <a:chOff x="6384100" y="2032273"/>
            <a:chExt cx="2994089" cy="162517"/>
          </a:xfrm>
        </p:grpSpPr>
        <p:sp>
          <p:nvSpPr>
            <p:cNvPr id="555" name="직사각형 554"/>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556" name="순서도: 대체 처리 555"/>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57" name="직사각형 556"/>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58" name="순서도: 대체 처리 557"/>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59" name="순서도: 대체 처리 558"/>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60" name="순서도: 대체 처리 559"/>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61" name="TextBox 560"/>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89" name="그룹 688"/>
          <p:cNvGrpSpPr/>
          <p:nvPr/>
        </p:nvGrpSpPr>
        <p:grpSpPr>
          <a:xfrm>
            <a:off x="507554" y="1602349"/>
            <a:ext cx="3075218" cy="252000"/>
            <a:chOff x="507554" y="1537742"/>
            <a:chExt cx="3075218" cy="252000"/>
          </a:xfrm>
        </p:grpSpPr>
        <p:pic>
          <p:nvPicPr>
            <p:cNvPr id="691"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92" name="그룹 691"/>
            <p:cNvGrpSpPr/>
            <p:nvPr/>
          </p:nvGrpSpPr>
          <p:grpSpPr>
            <a:xfrm>
              <a:off x="2288704" y="1581175"/>
              <a:ext cx="1294068" cy="166725"/>
              <a:chOff x="2288704" y="1581175"/>
              <a:chExt cx="1294068" cy="166725"/>
            </a:xfrm>
          </p:grpSpPr>
          <p:sp>
            <p:nvSpPr>
              <p:cNvPr id="693" name="직사각형 69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694" name="직사각형 69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68" name="자유형 567"/>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53" name="그룹 552"/>
          <p:cNvGrpSpPr/>
          <p:nvPr/>
        </p:nvGrpSpPr>
        <p:grpSpPr>
          <a:xfrm>
            <a:off x="579562" y="2166658"/>
            <a:ext cx="1384958" cy="5317057"/>
            <a:chOff x="579562" y="2166658"/>
            <a:chExt cx="1384958" cy="5317057"/>
          </a:xfrm>
        </p:grpSpPr>
        <p:grpSp>
          <p:nvGrpSpPr>
            <p:cNvPr id="569" name="그룹 568"/>
            <p:cNvGrpSpPr/>
            <p:nvPr/>
          </p:nvGrpSpPr>
          <p:grpSpPr>
            <a:xfrm>
              <a:off x="629956" y="3318264"/>
              <a:ext cx="1188000" cy="180000"/>
              <a:chOff x="666428" y="3785432"/>
              <a:chExt cx="1188000" cy="180000"/>
            </a:xfrm>
          </p:grpSpPr>
          <p:sp>
            <p:nvSpPr>
              <p:cNvPr id="731" name="모서리가 둥근 직사각형 73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32"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29956" y="3568824"/>
              <a:ext cx="1188000" cy="180000"/>
              <a:chOff x="666428" y="4310612"/>
              <a:chExt cx="1188000" cy="180000"/>
            </a:xfrm>
          </p:grpSpPr>
          <p:sp>
            <p:nvSpPr>
              <p:cNvPr id="729" name="모서리가 둥근 직사각형 72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730"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2" name="그룹 571"/>
            <p:cNvGrpSpPr/>
            <p:nvPr/>
          </p:nvGrpSpPr>
          <p:grpSpPr>
            <a:xfrm>
              <a:off x="629955" y="3042501"/>
              <a:ext cx="1188000" cy="180000"/>
              <a:chOff x="666427" y="3266516"/>
              <a:chExt cx="1188000" cy="180000"/>
            </a:xfrm>
          </p:grpSpPr>
          <p:sp>
            <p:nvSpPr>
              <p:cNvPr id="727" name="모서리가 둥근 직사각형 72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728"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3" name="그룹 572"/>
            <p:cNvGrpSpPr/>
            <p:nvPr/>
          </p:nvGrpSpPr>
          <p:grpSpPr>
            <a:xfrm>
              <a:off x="629956" y="3854780"/>
              <a:ext cx="1188000" cy="180000"/>
              <a:chOff x="666428" y="4570824"/>
              <a:chExt cx="1188000" cy="180000"/>
            </a:xfrm>
          </p:grpSpPr>
          <p:sp>
            <p:nvSpPr>
              <p:cNvPr id="725" name="모서리가 둥근 직사각형 72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726"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5316875"/>
              <a:ext cx="1188000" cy="180000"/>
              <a:chOff x="666428" y="5096004"/>
              <a:chExt cx="1188000" cy="180000"/>
            </a:xfrm>
          </p:grpSpPr>
          <p:sp>
            <p:nvSpPr>
              <p:cNvPr id="723" name="모서리가 둥근 직사각형 722"/>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724" name="Picture 11"/>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34148" y="5634789"/>
              <a:ext cx="1188000" cy="180000"/>
              <a:chOff x="666428" y="3785432"/>
              <a:chExt cx="1188000" cy="180000"/>
            </a:xfrm>
          </p:grpSpPr>
          <p:sp>
            <p:nvSpPr>
              <p:cNvPr id="719" name="모서리가 둥근 직사각형 71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722"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31150" y="4135825"/>
              <a:ext cx="1188000" cy="180000"/>
              <a:chOff x="666428" y="4570824"/>
              <a:chExt cx="1188000" cy="180000"/>
            </a:xfrm>
          </p:grpSpPr>
          <p:sp>
            <p:nvSpPr>
              <p:cNvPr id="717" name="모서리가 둥근 직사각형 71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718"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6" y="4423395"/>
              <a:ext cx="1188000" cy="180000"/>
              <a:chOff x="666428" y="4310612"/>
              <a:chExt cx="1188000" cy="180000"/>
            </a:xfrm>
          </p:grpSpPr>
          <p:sp>
            <p:nvSpPr>
              <p:cNvPr id="715" name="모서리가 둥근 직사각형 71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716"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78" name="TextBox 57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79" name="그룹 578"/>
            <p:cNvGrpSpPr/>
            <p:nvPr/>
          </p:nvGrpSpPr>
          <p:grpSpPr>
            <a:xfrm>
              <a:off x="632520" y="4723068"/>
              <a:ext cx="1188000" cy="180000"/>
              <a:chOff x="666428" y="4310612"/>
              <a:chExt cx="1188000" cy="180000"/>
            </a:xfrm>
          </p:grpSpPr>
          <p:sp>
            <p:nvSpPr>
              <p:cNvPr id="713" name="모서리가 둥근 직사각형 71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714"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2520" y="2752353"/>
              <a:ext cx="1332000" cy="180000"/>
              <a:chOff x="666427" y="3266516"/>
              <a:chExt cx="1332000" cy="180000"/>
            </a:xfrm>
          </p:grpSpPr>
          <p:sp>
            <p:nvSpPr>
              <p:cNvPr id="711" name="모서리가 둥근 직사각형 710"/>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12"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2520" y="5005767"/>
              <a:ext cx="1188000" cy="180000"/>
              <a:chOff x="666428" y="4310612"/>
              <a:chExt cx="1188000" cy="180000"/>
            </a:xfrm>
          </p:grpSpPr>
          <p:sp>
            <p:nvSpPr>
              <p:cNvPr id="709" name="모서리가 둥근 직사각형 70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710"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2" name="그룹 581"/>
            <p:cNvGrpSpPr/>
            <p:nvPr/>
          </p:nvGrpSpPr>
          <p:grpSpPr>
            <a:xfrm>
              <a:off x="632520" y="6227787"/>
              <a:ext cx="1188000" cy="180000"/>
              <a:chOff x="666428" y="3785432"/>
              <a:chExt cx="1188000" cy="180000"/>
            </a:xfrm>
          </p:grpSpPr>
          <p:sp>
            <p:nvSpPr>
              <p:cNvPr id="704" name="모서리가 둥근 직사각형 70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707"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32520" y="6487872"/>
              <a:ext cx="1188000" cy="180000"/>
              <a:chOff x="666428" y="4310612"/>
              <a:chExt cx="1188000" cy="180000"/>
            </a:xfrm>
          </p:grpSpPr>
          <p:sp>
            <p:nvSpPr>
              <p:cNvPr id="701" name="모서리가 둥근 직사각형 70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703"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5" name="그룹 634"/>
            <p:cNvGrpSpPr/>
            <p:nvPr/>
          </p:nvGrpSpPr>
          <p:grpSpPr>
            <a:xfrm>
              <a:off x="632520" y="6773828"/>
              <a:ext cx="1188000" cy="180000"/>
              <a:chOff x="666428" y="4570824"/>
              <a:chExt cx="1188000" cy="180000"/>
            </a:xfrm>
          </p:grpSpPr>
          <p:sp>
            <p:nvSpPr>
              <p:cNvPr id="650" name="모서리가 둥근 직사각형 64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85"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6" name="그룹 635"/>
            <p:cNvGrpSpPr/>
            <p:nvPr/>
          </p:nvGrpSpPr>
          <p:grpSpPr>
            <a:xfrm>
              <a:off x="632520" y="7053155"/>
              <a:ext cx="1188000" cy="180000"/>
              <a:chOff x="666428" y="3785432"/>
              <a:chExt cx="1188000" cy="180000"/>
            </a:xfrm>
          </p:grpSpPr>
          <p:sp>
            <p:nvSpPr>
              <p:cNvPr id="648" name="모서리가 둥근 직사각형 64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49"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7" name="그룹 636"/>
            <p:cNvGrpSpPr/>
            <p:nvPr/>
          </p:nvGrpSpPr>
          <p:grpSpPr>
            <a:xfrm>
              <a:off x="632520" y="7303715"/>
              <a:ext cx="1224000" cy="180000"/>
              <a:chOff x="666428" y="4310612"/>
              <a:chExt cx="1224000" cy="180000"/>
            </a:xfrm>
          </p:grpSpPr>
          <p:sp>
            <p:nvSpPr>
              <p:cNvPr id="646" name="모서리가 둥근 직사각형 645"/>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47"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9" name="그룹 638"/>
            <p:cNvGrpSpPr/>
            <p:nvPr/>
          </p:nvGrpSpPr>
          <p:grpSpPr>
            <a:xfrm>
              <a:off x="622995" y="5922821"/>
              <a:ext cx="1188000" cy="180000"/>
              <a:chOff x="666427" y="3266516"/>
              <a:chExt cx="1188000" cy="180000"/>
            </a:xfrm>
          </p:grpSpPr>
          <p:sp>
            <p:nvSpPr>
              <p:cNvPr id="640" name="모서리가 둥근 직사각형 639"/>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41"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547698985"/>
      </p:ext>
    </p:extLst>
  </p:cSld>
  <p:clrMapOvr>
    <a:masterClrMapping/>
  </p:clrMapOvr>
  <p:transition>
    <p:wipe dir="r"/>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KNOU_UI_C02021800_01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강의보기 </a:t>
            </a:r>
            <a:r>
              <a:rPr lang="en-US" altLang="ko-KR" sz="800" spc="-60" dirty="0" smtClean="0">
                <a:latin typeface="+mn-ea"/>
                <a:ea typeface="+mn-ea"/>
              </a:rPr>
              <a:t>&gt; </a:t>
            </a:r>
            <a:r>
              <a:rPr lang="ko-KR" altLang="en-US" sz="800" spc="-60" dirty="0" smtClean="0">
                <a:latin typeface="+mn-ea"/>
                <a:ea typeface="+mn-ea"/>
              </a:rPr>
              <a:t>강의콘텐츠가 있는 경우 </a:t>
            </a:r>
            <a:r>
              <a:rPr lang="en-US" altLang="ko-KR" sz="800" spc="-60" dirty="0" smtClean="0">
                <a:latin typeface="+mn-ea"/>
                <a:ea typeface="+mn-ea"/>
              </a:rPr>
              <a:t>: LMS </a:t>
            </a:r>
            <a:r>
              <a:rPr lang="ko-KR" altLang="en-US" sz="800" spc="-60" dirty="0" smtClean="0">
                <a:latin typeface="+mn-ea"/>
                <a:ea typeface="+mn-ea"/>
              </a:rPr>
              <a:t>전용</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89</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250190602"/>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928803540"/>
              </p:ext>
            </p:extLst>
          </p:nvPr>
        </p:nvGraphicFramePr>
        <p:xfrm>
          <a:off x="9499029" y="6813376"/>
          <a:ext cx="1404156" cy="82150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강의보기 팝업</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나의 학습기록 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학습자화면에만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펼침</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접힘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dirty="0" smtClean="0">
                          <a:solidFill>
                            <a:schemeClr val="tx1">
                              <a:lumMod val="75000"/>
                              <a:lumOff val="25000"/>
                            </a:schemeClr>
                          </a:solidFill>
                          <a:latin typeface="+mn-ea"/>
                          <a:ea typeface="+mn-ea"/>
                        </a:rPr>
                        <a:t>차시의 구성된 </a:t>
                      </a:r>
                      <a:r>
                        <a:rPr lang="ko-KR" altLang="en-US" sz="800" dirty="0" err="1" smtClean="0">
                          <a:solidFill>
                            <a:schemeClr val="tx1">
                              <a:lumMod val="75000"/>
                              <a:lumOff val="25000"/>
                            </a:schemeClr>
                          </a:solidFill>
                          <a:latin typeface="+mn-ea"/>
                          <a:ea typeface="+mn-ea"/>
                        </a:rPr>
                        <a:t>콘텐츠목록</a:t>
                      </a:r>
                      <a:endParaRPr lang="en-US" altLang="ko-KR" sz="800" kern="1200" dirty="0" smtClean="0">
                        <a:solidFill>
                          <a:srgbClr val="FF000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dirty="0" smtClean="0">
                          <a:solidFill>
                            <a:schemeClr val="tx1">
                              <a:lumMod val="75000"/>
                              <a:lumOff val="25000"/>
                            </a:schemeClr>
                          </a:solidFill>
                          <a:latin typeface="+mn-ea"/>
                          <a:ea typeface="+mn-ea"/>
                        </a:rPr>
                        <a:t>INDEX</a:t>
                      </a:r>
                      <a:r>
                        <a:rPr lang="ko-KR" altLang="en-US" sz="800" dirty="0" smtClean="0">
                          <a:solidFill>
                            <a:schemeClr val="tx1">
                              <a:lumMod val="75000"/>
                              <a:lumOff val="25000"/>
                            </a:schemeClr>
                          </a:solidFill>
                          <a:latin typeface="+mn-ea"/>
                          <a:ea typeface="+mn-ea"/>
                        </a:rPr>
                        <a:t> 노출됨</a:t>
                      </a:r>
                      <a:endParaRPr lang="en-US" altLang="ko-KR" sz="800" dirty="0" smtClean="0">
                        <a:solidFill>
                          <a:schemeClr val="tx1">
                            <a:lumMod val="75000"/>
                            <a:lumOff val="25000"/>
                          </a:schemeClr>
                        </a:solidFill>
                        <a:latin typeface="+mn-ea"/>
                        <a:ea typeface="+mn-ea"/>
                      </a:endParaRPr>
                    </a:p>
                    <a:p>
                      <a:r>
                        <a:rPr lang="en-US" altLang="ko-KR" sz="800" dirty="0" smtClean="0">
                          <a:solidFill>
                            <a:schemeClr val="tx1">
                              <a:lumMod val="75000"/>
                              <a:lumOff val="25000"/>
                            </a:schemeClr>
                          </a:solidFill>
                          <a:latin typeface="+mn-ea"/>
                          <a:ea typeface="+mn-ea"/>
                        </a:rPr>
                        <a:t>- 2</a:t>
                      </a:r>
                      <a:r>
                        <a:rPr lang="ko-KR" altLang="en-US" sz="800" dirty="0" smtClean="0">
                          <a:solidFill>
                            <a:schemeClr val="tx1">
                              <a:lumMod val="75000"/>
                              <a:lumOff val="25000"/>
                            </a:schemeClr>
                          </a:solidFill>
                          <a:latin typeface="+mn-ea"/>
                          <a:ea typeface="+mn-ea"/>
                        </a:rPr>
                        <a:t>개 이상 콘텐츠로 구성된 경우 인덱스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 </a:t>
                      </a:r>
                      <a:r>
                        <a:rPr lang="en-US" altLang="ko-KR" sz="800" kern="1200" dirty="0" smtClean="0">
                          <a:solidFill>
                            <a:schemeClr val="tx1">
                              <a:lumMod val="75000"/>
                              <a:lumOff val="25000"/>
                            </a:schemeClr>
                          </a:solidFill>
                          <a:latin typeface="+mn-ea"/>
                          <a:ea typeface="+mn-ea"/>
                          <a:cs typeface="+mn-cs"/>
                        </a:rPr>
                        <a:t>Q&amp;A</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바로 등록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스크립트 버튼</a:t>
                      </a:r>
                      <a:endParaRPr lang="en-US" altLang="ko-KR" sz="800" kern="1200" baseline="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스크립트 내용은 </a:t>
                      </a:r>
                      <a:r>
                        <a:rPr lang="en-US" altLang="ko-KR" sz="800" kern="1200" baseline="0" dirty="0" smtClean="0">
                          <a:solidFill>
                            <a:schemeClr val="tx1">
                              <a:lumMod val="75000"/>
                              <a:lumOff val="25000"/>
                            </a:schemeClr>
                          </a:solidFill>
                          <a:latin typeface="+mn-lt"/>
                          <a:ea typeface="+mn-ea"/>
                          <a:cs typeface="+mn-cs"/>
                        </a:rPr>
                        <a:t>INDEX </a:t>
                      </a:r>
                      <a:r>
                        <a:rPr lang="ko-KR" altLang="en-US" sz="800" kern="1200" baseline="0" dirty="0" smtClean="0">
                          <a:solidFill>
                            <a:schemeClr val="tx1">
                              <a:lumMod val="75000"/>
                              <a:lumOff val="25000"/>
                            </a:schemeClr>
                          </a:solidFill>
                          <a:latin typeface="+mn-lt"/>
                          <a:ea typeface="+mn-ea"/>
                          <a:cs typeface="+mn-cs"/>
                        </a:rPr>
                        <a:t>레이어에 위치에 레이어로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INDEX </a:t>
                      </a:r>
                      <a:r>
                        <a:rPr lang="ko-KR" altLang="en-US" sz="800" kern="1200" dirty="0" smtClean="0">
                          <a:solidFill>
                            <a:schemeClr val="tx1">
                              <a:lumMod val="75000"/>
                              <a:lumOff val="25000"/>
                            </a:schemeClr>
                          </a:solidFill>
                          <a:latin typeface="+mn-ea"/>
                          <a:ea typeface="+mn-ea"/>
                          <a:cs typeface="+mn-cs"/>
                        </a:rPr>
                        <a:t>진행 상태 </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dirty="0" smtClean="0">
                          <a:solidFill>
                            <a:schemeClr val="tx1">
                              <a:lumMod val="75000"/>
                              <a:lumOff val="25000"/>
                            </a:schemeClr>
                          </a:solidFill>
                          <a:latin typeface="+mn-ea"/>
                          <a:ea typeface="+mn-ea"/>
                        </a:rPr>
                        <a:t>INDEX</a:t>
                      </a:r>
                      <a:r>
                        <a:rPr lang="ko-KR" altLang="en-US" sz="800" dirty="0" smtClean="0">
                          <a:solidFill>
                            <a:schemeClr val="tx1">
                              <a:lumMod val="75000"/>
                              <a:lumOff val="25000"/>
                            </a:schemeClr>
                          </a:solidFill>
                          <a:latin typeface="+mn-ea"/>
                          <a:ea typeface="+mn-ea"/>
                        </a:rPr>
                        <a:t> 개수만큼 원 표시</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완료 색상으로 표시</a:t>
                      </a:r>
                      <a:endParaRPr lang="en-US" altLang="ko-KR" sz="800" dirty="0" smtClean="0">
                        <a:solidFill>
                          <a:schemeClr val="tx1">
                            <a:lumMod val="75000"/>
                            <a:lumOff val="25000"/>
                          </a:schemeClr>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좋아요 카운트 증가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404" name="그룹 403"/>
          <p:cNvGrpSpPr/>
          <p:nvPr/>
        </p:nvGrpSpPr>
        <p:grpSpPr>
          <a:xfrm>
            <a:off x="1768653" y="7537993"/>
            <a:ext cx="6451201" cy="5756103"/>
            <a:chOff x="1100571" y="3167889"/>
            <a:chExt cx="6451201" cy="5756103"/>
          </a:xfrm>
        </p:grpSpPr>
        <p:sp>
          <p:nvSpPr>
            <p:cNvPr id="436" name="직사각형 435"/>
            <p:cNvSpPr/>
            <p:nvPr/>
          </p:nvSpPr>
          <p:spPr>
            <a:xfrm>
              <a:off x="1100571" y="3176973"/>
              <a:ext cx="6450675" cy="5747019"/>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2" name="직사각형 441"/>
            <p:cNvSpPr/>
            <p:nvPr/>
          </p:nvSpPr>
          <p:spPr>
            <a:xfrm>
              <a:off x="1100572" y="3168288"/>
              <a:ext cx="6451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강의보기</a:t>
              </a:r>
              <a:endParaRPr lang="ko-KR" altLang="en-US" sz="800" b="1" dirty="0">
                <a:solidFill>
                  <a:schemeClr val="bg1"/>
                </a:solidFill>
                <a:latin typeface="+mn-ea"/>
                <a:ea typeface="+mn-ea"/>
              </a:endParaRPr>
            </a:p>
          </p:txBody>
        </p:sp>
        <p:sp>
          <p:nvSpPr>
            <p:cNvPr id="445" name="직사각형 444"/>
            <p:cNvSpPr/>
            <p:nvPr/>
          </p:nvSpPr>
          <p:spPr>
            <a:xfrm>
              <a:off x="7266781"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6" name="모서리가 둥근 직사각형 445"/>
          <p:cNvSpPr/>
          <p:nvPr/>
        </p:nvSpPr>
        <p:spPr>
          <a:xfrm>
            <a:off x="4460665" y="12862048"/>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학습종료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47" name="그룹 446"/>
          <p:cNvGrpSpPr/>
          <p:nvPr/>
        </p:nvGrpSpPr>
        <p:grpSpPr>
          <a:xfrm>
            <a:off x="1765598" y="7803150"/>
            <a:ext cx="6467129" cy="445398"/>
            <a:chOff x="2269654" y="7016050"/>
            <a:chExt cx="6467129" cy="445398"/>
          </a:xfrm>
        </p:grpSpPr>
        <p:sp>
          <p:nvSpPr>
            <p:cNvPr id="449" name="직사각형 448"/>
            <p:cNvSpPr/>
            <p:nvPr/>
          </p:nvSpPr>
          <p:spPr>
            <a:xfrm>
              <a:off x="2269654" y="7016050"/>
              <a:ext cx="4726049" cy="215444"/>
            </a:xfrm>
            <a:prstGeom prst="rect">
              <a:avLst/>
            </a:prstGeom>
          </p:spPr>
          <p:txBody>
            <a:bodyPr wrap="square">
              <a:spAutoFit/>
            </a:bodyPr>
            <a:lstStyle/>
            <a:p>
              <a:r>
                <a:rPr lang="en-US" altLang="ko-KR" sz="800" b="1" dirty="0" smtClean="0">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주차</a:t>
              </a:r>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차시</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콘텐츠 제목 </a:t>
              </a:r>
              <a:r>
                <a:rPr lang="en-US" altLang="ko-KR" sz="800" b="1" dirty="0" smtClean="0">
                  <a:solidFill>
                    <a:schemeClr val="tx1">
                      <a:lumMod val="75000"/>
                      <a:lumOff val="25000"/>
                    </a:schemeClr>
                  </a:solidFill>
                  <a:latin typeface="+mn-ea"/>
                  <a:ea typeface="+mn-ea"/>
                </a:rPr>
                <a:t>1 </a:t>
              </a:r>
              <a:r>
                <a:rPr lang="ko-KR" altLang="en-US" sz="800" b="1" dirty="0" smtClean="0">
                  <a:solidFill>
                    <a:schemeClr val="tx1">
                      <a:lumMod val="75000"/>
                      <a:lumOff val="25000"/>
                    </a:schemeClr>
                  </a:solidFill>
                  <a:latin typeface="+mn-ea"/>
                  <a:ea typeface="+mn-ea"/>
                </a:rPr>
                <a:t> </a:t>
              </a:r>
              <a:r>
                <a:rPr lang="ko-KR" altLang="en-US" sz="800" b="1" dirty="0" smtClean="0">
                  <a:latin typeface="+mn-ea"/>
                  <a:ea typeface="+mn-ea"/>
                </a:rPr>
                <a:t> </a:t>
              </a:r>
              <a:endParaRPr lang="ko-KR" altLang="en-US" sz="800" dirty="0">
                <a:solidFill>
                  <a:schemeClr val="tx1">
                    <a:lumMod val="50000"/>
                    <a:lumOff val="50000"/>
                  </a:schemeClr>
                </a:solidFill>
                <a:latin typeface="+mn-ea"/>
                <a:ea typeface="+mn-ea"/>
              </a:endParaRPr>
            </a:p>
          </p:txBody>
        </p:sp>
        <p:sp>
          <p:nvSpPr>
            <p:cNvPr id="450" name="Rectangle 122"/>
            <p:cNvSpPr>
              <a:spLocks noChangeArrowheads="1"/>
            </p:cNvSpPr>
            <p:nvPr/>
          </p:nvSpPr>
          <p:spPr bwMode="auto">
            <a:xfrm>
              <a:off x="7910741" y="71374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학습종료</a:t>
              </a:r>
              <a:endParaRPr lang="ko-KR" altLang="en-US" sz="800" kern="0" dirty="0">
                <a:solidFill>
                  <a:schemeClr val="bg1"/>
                </a:solidFill>
                <a:latin typeface="+mn-ea"/>
                <a:ea typeface="+mn-ea"/>
              </a:endParaRPr>
            </a:p>
          </p:txBody>
        </p:sp>
        <p:sp>
          <p:nvSpPr>
            <p:cNvPr id="451" name="Rectangle 122"/>
            <p:cNvSpPr>
              <a:spLocks noChangeArrowheads="1"/>
            </p:cNvSpPr>
            <p:nvPr/>
          </p:nvSpPr>
          <p:spPr bwMode="auto">
            <a:xfrm>
              <a:off x="7107633" y="71359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나의 학습기록</a:t>
              </a:r>
              <a:endParaRPr lang="ko-KR" altLang="en-US" sz="800" kern="0" dirty="0">
                <a:solidFill>
                  <a:schemeClr val="bg1"/>
                </a:solidFill>
                <a:latin typeface="+mn-ea"/>
                <a:ea typeface="+mn-ea"/>
              </a:endParaRPr>
            </a:p>
          </p:txBody>
        </p:sp>
        <p:sp>
          <p:nvSpPr>
            <p:cNvPr id="452" name="직사각형 451"/>
            <p:cNvSpPr/>
            <p:nvPr/>
          </p:nvSpPr>
          <p:spPr>
            <a:xfrm>
              <a:off x="2347294" y="7184449"/>
              <a:ext cx="4699622"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cxnSp>
          <p:nvCxnSpPr>
            <p:cNvPr id="453" name="직선 연결선 452"/>
            <p:cNvCxnSpPr/>
            <p:nvPr/>
          </p:nvCxnSpPr>
          <p:spPr>
            <a:xfrm>
              <a:off x="2289183" y="7451923"/>
              <a:ext cx="64476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61" name="그룹 660"/>
          <p:cNvGrpSpPr/>
          <p:nvPr/>
        </p:nvGrpSpPr>
        <p:grpSpPr>
          <a:xfrm>
            <a:off x="6546701" y="7755924"/>
            <a:ext cx="234360" cy="200055"/>
            <a:chOff x="1152270" y="11716364"/>
            <a:chExt cx="234360" cy="200055"/>
          </a:xfrm>
        </p:grpSpPr>
        <p:sp>
          <p:nvSpPr>
            <p:cNvPr id="662" name="모서리가 둥근 직사각형 6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63" name="직사각형 66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686" name="직사각형 685"/>
          <p:cNvSpPr/>
          <p:nvPr/>
        </p:nvSpPr>
        <p:spPr>
          <a:xfrm>
            <a:off x="1820652" y="8661371"/>
            <a:ext cx="6354000" cy="40025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87" name="직사각형 686"/>
          <p:cNvSpPr/>
          <p:nvPr/>
        </p:nvSpPr>
        <p:spPr>
          <a:xfrm>
            <a:off x="1809031" y="8680379"/>
            <a:ext cx="1220206" cy="215444"/>
          </a:xfrm>
          <a:prstGeom prst="rect">
            <a:avLst/>
          </a:prstGeom>
        </p:spPr>
        <p:txBody>
          <a:bodyPr wrap="none">
            <a:spAutoFit/>
          </a:bodyPr>
          <a:lstStyle/>
          <a:p>
            <a:r>
              <a:rPr lang="en-US" altLang="ko-KR" sz="800" b="1" dirty="0" smtClean="0">
                <a:solidFill>
                  <a:srgbClr val="00B050"/>
                </a:solidFill>
                <a:latin typeface="+mn-ea"/>
                <a:ea typeface="+mn-ea"/>
              </a:rPr>
              <a:t>[ </a:t>
            </a:r>
            <a:r>
              <a:rPr lang="ko-KR" altLang="en-US" sz="800" b="1" dirty="0" smtClean="0">
                <a:solidFill>
                  <a:srgbClr val="00B050"/>
                </a:solidFill>
                <a:latin typeface="+mn-ea"/>
                <a:ea typeface="+mn-ea"/>
              </a:rPr>
              <a:t>강의 </a:t>
            </a:r>
            <a:r>
              <a:rPr lang="en-US" altLang="ko-KR" sz="800" b="1" dirty="0" smtClean="0">
                <a:solidFill>
                  <a:srgbClr val="00B050"/>
                </a:solidFill>
                <a:latin typeface="+mn-ea"/>
                <a:ea typeface="+mn-ea"/>
              </a:rPr>
              <a:t>]</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콘텐츠 제목 </a:t>
            </a:r>
            <a:r>
              <a:rPr lang="en-US" altLang="ko-KR" sz="800" b="1" dirty="0" smtClean="0">
                <a:solidFill>
                  <a:schemeClr val="tx1">
                    <a:lumMod val="75000"/>
                    <a:lumOff val="25000"/>
                  </a:schemeClr>
                </a:solidFill>
                <a:latin typeface="+mn-ea"/>
                <a:ea typeface="+mn-ea"/>
              </a:rPr>
              <a:t>1</a:t>
            </a:r>
            <a:endParaRPr lang="ko-KR" altLang="en-US" sz="800" dirty="0">
              <a:latin typeface="+mn-ea"/>
              <a:ea typeface="+mn-ea"/>
            </a:endParaRPr>
          </a:p>
        </p:txBody>
      </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sp>
        <p:nvSpPr>
          <p:cNvPr id="691" name="직사각형 690"/>
          <p:cNvSpPr/>
          <p:nvPr/>
        </p:nvSpPr>
        <p:spPr>
          <a:xfrm>
            <a:off x="1813163" y="8861907"/>
            <a:ext cx="6147219"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grpSp>
        <p:nvGrpSpPr>
          <p:cNvPr id="692" name="그룹 691"/>
          <p:cNvGrpSpPr/>
          <p:nvPr/>
        </p:nvGrpSpPr>
        <p:grpSpPr>
          <a:xfrm>
            <a:off x="1859751" y="9124628"/>
            <a:ext cx="6242239" cy="215444"/>
            <a:chOff x="1062472" y="3648072"/>
            <a:chExt cx="6242239" cy="215444"/>
          </a:xfrm>
        </p:grpSpPr>
        <p:sp>
          <p:nvSpPr>
            <p:cNvPr id="693" name="직사각형 692"/>
            <p:cNvSpPr/>
            <p:nvPr/>
          </p:nvSpPr>
          <p:spPr>
            <a:xfrm>
              <a:off x="1106290" y="3663218"/>
              <a:ext cx="6177600" cy="180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94" name="직사각형 693"/>
            <p:cNvSpPr/>
            <p:nvPr/>
          </p:nvSpPr>
          <p:spPr>
            <a:xfrm>
              <a:off x="1667111" y="3662962"/>
              <a:ext cx="5637600" cy="178490"/>
            </a:xfrm>
            <a:prstGeom prst="rect">
              <a:avLst/>
            </a:prstGeom>
            <a:solidFill>
              <a:srgbClr val="00B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bg1"/>
                  </a:solidFill>
                  <a:latin typeface="+mn-ea"/>
                </a:rPr>
                <a:t>100% ( 30</a:t>
              </a:r>
              <a:r>
                <a:rPr lang="ko-KR" altLang="en-US" sz="800" dirty="0" smtClean="0">
                  <a:solidFill>
                    <a:schemeClr val="bg1"/>
                  </a:solidFill>
                  <a:latin typeface="+mn-ea"/>
                </a:rPr>
                <a:t>분 </a:t>
              </a:r>
              <a:r>
                <a:rPr lang="en-US" altLang="ko-KR" sz="800" dirty="0" smtClean="0">
                  <a:solidFill>
                    <a:schemeClr val="bg1"/>
                  </a:solidFill>
                  <a:latin typeface="+mn-ea"/>
                </a:rPr>
                <a:t>00</a:t>
              </a:r>
              <a:r>
                <a:rPr lang="ko-KR" altLang="en-US" sz="800" dirty="0" smtClean="0">
                  <a:solidFill>
                    <a:schemeClr val="bg1"/>
                  </a:solidFill>
                  <a:latin typeface="+mn-ea"/>
                </a:rPr>
                <a:t>초 </a:t>
              </a:r>
              <a:r>
                <a:rPr lang="en-US" altLang="ko-KR" sz="800" dirty="0" smtClean="0">
                  <a:solidFill>
                    <a:schemeClr val="bg1"/>
                  </a:solidFill>
                  <a:latin typeface="+mn-ea"/>
                </a:rPr>
                <a:t>)</a:t>
              </a:r>
              <a:endParaRPr lang="en-US" altLang="ko-KR" sz="800" dirty="0">
                <a:solidFill>
                  <a:schemeClr val="bg1"/>
                </a:solidFill>
                <a:latin typeface="+mn-ea"/>
              </a:endParaRPr>
            </a:p>
          </p:txBody>
        </p:sp>
        <p:sp>
          <p:nvSpPr>
            <p:cNvPr id="701" name="직사각형 700"/>
            <p:cNvSpPr/>
            <p:nvPr/>
          </p:nvSpPr>
          <p:spPr>
            <a:xfrm>
              <a:off x="1062472" y="3648072"/>
              <a:ext cx="631904" cy="215444"/>
            </a:xfrm>
            <a:prstGeom prst="rect">
              <a:avLst/>
            </a:prstGeom>
          </p:spPr>
          <p:txBody>
            <a:bodyPr wrap="none">
              <a:spAutoFit/>
            </a:bodyPr>
            <a:lstStyle/>
            <a:p>
              <a:r>
                <a:rPr lang="ko-KR" altLang="en-US" sz="800" dirty="0" smtClean="0">
                  <a:latin typeface="+mn-ea"/>
                  <a:ea typeface="+mn-ea"/>
                </a:rPr>
                <a:t>학습진행 </a:t>
              </a:r>
              <a:endParaRPr lang="ko-KR" altLang="en-US" sz="800" dirty="0">
                <a:latin typeface="+mn-ea"/>
                <a:ea typeface="+mn-ea"/>
              </a:endParaRPr>
            </a:p>
          </p:txBody>
        </p:sp>
      </p:grpSp>
      <p:grpSp>
        <p:nvGrpSpPr>
          <p:cNvPr id="703" name="그룹 702"/>
          <p:cNvGrpSpPr/>
          <p:nvPr/>
        </p:nvGrpSpPr>
        <p:grpSpPr>
          <a:xfrm>
            <a:off x="1906607" y="9343785"/>
            <a:ext cx="6194285" cy="2549283"/>
            <a:chOff x="2408567" y="8924371"/>
            <a:chExt cx="6194285" cy="2549283"/>
          </a:xfrm>
        </p:grpSpPr>
        <p:pic>
          <p:nvPicPr>
            <p:cNvPr id="704"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408567" y="8928135"/>
              <a:ext cx="4675972" cy="25455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07" name="그룹 706"/>
            <p:cNvGrpSpPr/>
            <p:nvPr/>
          </p:nvGrpSpPr>
          <p:grpSpPr>
            <a:xfrm>
              <a:off x="7101128" y="8924371"/>
              <a:ext cx="1501724" cy="2546759"/>
              <a:chOff x="5786424" y="3914006"/>
              <a:chExt cx="1501724" cy="2546759"/>
            </a:xfrm>
          </p:grpSpPr>
          <p:sp>
            <p:nvSpPr>
              <p:cNvPr id="709" name="직사각형 708"/>
              <p:cNvSpPr/>
              <p:nvPr/>
            </p:nvSpPr>
            <p:spPr>
              <a:xfrm>
                <a:off x="5786425" y="3914006"/>
                <a:ext cx="1501723" cy="254675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10" name="직사각형 709"/>
              <p:cNvSpPr/>
              <p:nvPr/>
            </p:nvSpPr>
            <p:spPr>
              <a:xfrm>
                <a:off x="5786424" y="3916102"/>
                <a:ext cx="1501200" cy="216000"/>
              </a:xfrm>
              <a:prstGeom prst="rect">
                <a:avLst/>
              </a:prstGeom>
              <a:solidFill>
                <a:schemeClr val="bg1">
                  <a:lumMod val="50000"/>
                </a:schemeClr>
              </a:solidFill>
              <a:ln w="952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800" b="1" dirty="0" smtClean="0">
                    <a:solidFill>
                      <a:schemeClr val="bg1"/>
                    </a:solidFill>
                    <a:latin typeface="+mn-ea"/>
                  </a:rPr>
                  <a:t>INDEX</a:t>
                </a:r>
                <a:endParaRPr lang="en-US" altLang="ko-KR" sz="800" b="1" dirty="0">
                  <a:solidFill>
                    <a:schemeClr val="bg1"/>
                  </a:solidFill>
                  <a:latin typeface="+mn-ea"/>
                </a:endParaRPr>
              </a:p>
            </p:txBody>
          </p:sp>
          <p:sp>
            <p:nvSpPr>
              <p:cNvPr id="711" name="직사각형 710"/>
              <p:cNvSpPr/>
              <p:nvPr/>
            </p:nvSpPr>
            <p:spPr>
              <a:xfrm>
                <a:off x="6082125" y="4212765"/>
                <a:ext cx="665567"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01</a:t>
                </a:r>
                <a:endParaRPr lang="ko-KR" altLang="en-US" sz="900" dirty="0">
                  <a:solidFill>
                    <a:schemeClr val="tx1">
                      <a:lumMod val="75000"/>
                      <a:lumOff val="25000"/>
                    </a:schemeClr>
                  </a:solidFill>
                  <a:latin typeface="+mn-ea"/>
                  <a:ea typeface="+mn-ea"/>
                </a:endParaRPr>
              </a:p>
            </p:txBody>
          </p:sp>
          <p:sp>
            <p:nvSpPr>
              <p:cNvPr id="712" name="직사각형 711"/>
              <p:cNvSpPr/>
              <p:nvPr/>
            </p:nvSpPr>
            <p:spPr>
              <a:xfrm>
                <a:off x="6074457" y="4441354"/>
                <a:ext cx="550151"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퀴즈</a:t>
                </a:r>
                <a:r>
                  <a:rPr lang="en-US" altLang="ko-KR" sz="900" dirty="0" smtClean="0">
                    <a:solidFill>
                      <a:schemeClr val="tx1">
                        <a:lumMod val="75000"/>
                        <a:lumOff val="25000"/>
                      </a:schemeClr>
                    </a:solidFill>
                    <a:latin typeface="+mn-ea"/>
                    <a:ea typeface="+mn-ea"/>
                  </a:rPr>
                  <a:t>01</a:t>
                </a:r>
                <a:endParaRPr lang="ko-KR" altLang="en-US" sz="900" dirty="0">
                  <a:solidFill>
                    <a:schemeClr val="tx1">
                      <a:lumMod val="75000"/>
                      <a:lumOff val="25000"/>
                    </a:schemeClr>
                  </a:solidFill>
                  <a:latin typeface="+mn-ea"/>
                  <a:ea typeface="+mn-ea"/>
                </a:endParaRPr>
              </a:p>
            </p:txBody>
          </p:sp>
          <p:sp>
            <p:nvSpPr>
              <p:cNvPr id="713" name="직사각형 712"/>
              <p:cNvSpPr/>
              <p:nvPr/>
            </p:nvSpPr>
            <p:spPr>
              <a:xfrm>
                <a:off x="6084221" y="4671292"/>
                <a:ext cx="665567"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02</a:t>
                </a:r>
                <a:endParaRPr lang="ko-KR" altLang="en-US" sz="900" dirty="0">
                  <a:solidFill>
                    <a:schemeClr val="tx1">
                      <a:lumMod val="75000"/>
                      <a:lumOff val="25000"/>
                    </a:schemeClr>
                  </a:solidFill>
                  <a:latin typeface="+mn-ea"/>
                  <a:ea typeface="+mn-ea"/>
                </a:endParaRPr>
              </a:p>
            </p:txBody>
          </p:sp>
          <p:sp>
            <p:nvSpPr>
              <p:cNvPr id="714" name="직사각형 713"/>
              <p:cNvSpPr/>
              <p:nvPr/>
            </p:nvSpPr>
            <p:spPr>
              <a:xfrm>
                <a:off x="6076553" y="4880831"/>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03</a:t>
                </a:r>
                <a:endParaRPr lang="ko-KR" altLang="en-US" sz="900" dirty="0">
                  <a:solidFill>
                    <a:schemeClr val="tx1">
                      <a:lumMod val="75000"/>
                      <a:lumOff val="25000"/>
                    </a:schemeClr>
                  </a:solidFill>
                  <a:latin typeface="+mn-ea"/>
                  <a:ea typeface="+mn-ea"/>
                </a:endParaRPr>
              </a:p>
            </p:txBody>
          </p:sp>
          <p:sp>
            <p:nvSpPr>
              <p:cNvPr id="715" name="직사각형 714"/>
              <p:cNvSpPr/>
              <p:nvPr/>
            </p:nvSpPr>
            <p:spPr>
              <a:xfrm>
                <a:off x="6083441" y="5121188"/>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04</a:t>
                </a:r>
                <a:endParaRPr lang="ko-KR" altLang="en-US" sz="900" dirty="0">
                  <a:solidFill>
                    <a:schemeClr val="tx1">
                      <a:lumMod val="75000"/>
                      <a:lumOff val="25000"/>
                    </a:schemeClr>
                  </a:solidFill>
                  <a:latin typeface="+mn-ea"/>
                  <a:ea typeface="+mn-ea"/>
                </a:endParaRPr>
              </a:p>
            </p:txBody>
          </p:sp>
          <p:sp>
            <p:nvSpPr>
              <p:cNvPr id="716" name="직사각형 715"/>
              <p:cNvSpPr/>
              <p:nvPr/>
            </p:nvSpPr>
            <p:spPr>
              <a:xfrm>
                <a:off x="6075773" y="5359302"/>
                <a:ext cx="543739"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퀴즈</a:t>
                </a:r>
                <a:r>
                  <a:rPr lang="en-US" altLang="ko-KR" sz="900" dirty="0" smtClean="0">
                    <a:solidFill>
                      <a:schemeClr val="tx1">
                        <a:lumMod val="75000"/>
                        <a:lumOff val="25000"/>
                      </a:schemeClr>
                    </a:solidFill>
                    <a:latin typeface="+mn-ea"/>
                    <a:ea typeface="+mn-ea"/>
                  </a:rPr>
                  <a:t>02</a:t>
                </a:r>
                <a:endParaRPr lang="ko-KR" altLang="en-US" sz="900" dirty="0">
                  <a:solidFill>
                    <a:schemeClr val="tx1">
                      <a:lumMod val="75000"/>
                      <a:lumOff val="25000"/>
                    </a:schemeClr>
                  </a:solidFill>
                  <a:latin typeface="+mn-ea"/>
                  <a:ea typeface="+mn-ea"/>
                </a:endParaRPr>
              </a:p>
            </p:txBody>
          </p:sp>
          <p:sp>
            <p:nvSpPr>
              <p:cNvPr id="723" name="직사각형 722"/>
              <p:cNvSpPr/>
              <p:nvPr/>
            </p:nvSpPr>
            <p:spPr>
              <a:xfrm>
                <a:off x="6085537" y="5582705"/>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05</a:t>
                </a:r>
                <a:endParaRPr lang="ko-KR" altLang="en-US" sz="900" dirty="0">
                  <a:solidFill>
                    <a:schemeClr val="tx1">
                      <a:lumMod val="75000"/>
                      <a:lumOff val="25000"/>
                    </a:schemeClr>
                  </a:solidFill>
                  <a:latin typeface="+mn-ea"/>
                  <a:ea typeface="+mn-ea"/>
                </a:endParaRPr>
              </a:p>
            </p:txBody>
          </p:sp>
          <p:sp>
            <p:nvSpPr>
              <p:cNvPr id="724" name="직사각형 723"/>
              <p:cNvSpPr/>
              <p:nvPr/>
            </p:nvSpPr>
            <p:spPr>
              <a:xfrm>
                <a:off x="6077869" y="5820819"/>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06</a:t>
                </a:r>
                <a:endParaRPr lang="ko-KR" altLang="en-US" sz="900" dirty="0">
                  <a:solidFill>
                    <a:schemeClr val="tx1">
                      <a:lumMod val="75000"/>
                      <a:lumOff val="25000"/>
                    </a:schemeClr>
                  </a:solidFill>
                  <a:latin typeface="+mn-ea"/>
                  <a:ea typeface="+mn-ea"/>
                </a:endParaRPr>
              </a:p>
            </p:txBody>
          </p:sp>
          <p:grpSp>
            <p:nvGrpSpPr>
              <p:cNvPr id="725" name="그룹 724"/>
              <p:cNvGrpSpPr/>
              <p:nvPr/>
            </p:nvGrpSpPr>
            <p:grpSpPr>
              <a:xfrm>
                <a:off x="5886928" y="4229984"/>
                <a:ext cx="243978" cy="215444"/>
                <a:chOff x="8355965" y="7164471"/>
                <a:chExt cx="243978" cy="215444"/>
              </a:xfrm>
            </p:grpSpPr>
            <p:sp>
              <p:nvSpPr>
                <p:cNvPr id="747" name="직사각형 746"/>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8" name="직사각형 747"/>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1</a:t>
                  </a:r>
                  <a:endParaRPr lang="ko-KR" altLang="en-US" sz="800" b="1" dirty="0">
                    <a:solidFill>
                      <a:schemeClr val="tx1">
                        <a:lumMod val="75000"/>
                        <a:lumOff val="25000"/>
                      </a:schemeClr>
                    </a:solidFill>
                    <a:latin typeface="+mn-ea"/>
                  </a:endParaRPr>
                </a:p>
              </p:txBody>
            </p:sp>
          </p:grpSp>
          <p:grpSp>
            <p:nvGrpSpPr>
              <p:cNvPr id="726" name="그룹 725"/>
              <p:cNvGrpSpPr/>
              <p:nvPr/>
            </p:nvGrpSpPr>
            <p:grpSpPr>
              <a:xfrm>
                <a:off x="5887008" y="4456742"/>
                <a:ext cx="243978" cy="215444"/>
                <a:chOff x="8355965" y="7164471"/>
                <a:chExt cx="243978" cy="215444"/>
              </a:xfrm>
            </p:grpSpPr>
            <p:sp>
              <p:nvSpPr>
                <p:cNvPr id="745" name="직사각형 744"/>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6" name="직사각형 745"/>
                <p:cNvSpPr/>
                <p:nvPr/>
              </p:nvSpPr>
              <p:spPr>
                <a:xfrm>
                  <a:off x="8355965" y="7164471"/>
                  <a:ext cx="243978"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2</a:t>
                  </a:r>
                  <a:endParaRPr lang="ko-KR" altLang="en-US" sz="800" b="1" dirty="0">
                    <a:solidFill>
                      <a:schemeClr val="tx1">
                        <a:lumMod val="75000"/>
                        <a:lumOff val="25000"/>
                      </a:schemeClr>
                    </a:solidFill>
                    <a:latin typeface="+mn-ea"/>
                  </a:endParaRPr>
                </a:p>
              </p:txBody>
            </p:sp>
          </p:grpSp>
          <p:grpSp>
            <p:nvGrpSpPr>
              <p:cNvPr id="727" name="그룹 726"/>
              <p:cNvGrpSpPr/>
              <p:nvPr/>
            </p:nvGrpSpPr>
            <p:grpSpPr>
              <a:xfrm>
                <a:off x="5887008" y="4690607"/>
                <a:ext cx="243978" cy="215444"/>
                <a:chOff x="8355965" y="7164471"/>
                <a:chExt cx="243978" cy="215444"/>
              </a:xfrm>
            </p:grpSpPr>
            <p:sp>
              <p:nvSpPr>
                <p:cNvPr id="743" name="직사각형 742"/>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4" name="직사각형 743"/>
                <p:cNvSpPr/>
                <p:nvPr/>
              </p:nvSpPr>
              <p:spPr>
                <a:xfrm>
                  <a:off x="8355965" y="7164471"/>
                  <a:ext cx="243978"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3</a:t>
                  </a:r>
                  <a:endParaRPr lang="ko-KR" altLang="en-US" sz="800" b="1" dirty="0">
                    <a:solidFill>
                      <a:schemeClr val="tx1">
                        <a:lumMod val="75000"/>
                        <a:lumOff val="25000"/>
                      </a:schemeClr>
                    </a:solidFill>
                    <a:latin typeface="+mn-ea"/>
                  </a:endParaRPr>
                </a:p>
              </p:txBody>
            </p:sp>
          </p:grpSp>
          <p:grpSp>
            <p:nvGrpSpPr>
              <p:cNvPr id="728" name="그룹 727"/>
              <p:cNvGrpSpPr/>
              <p:nvPr/>
            </p:nvGrpSpPr>
            <p:grpSpPr>
              <a:xfrm>
                <a:off x="5887088" y="4907840"/>
                <a:ext cx="243978" cy="215444"/>
                <a:chOff x="8355965" y="7164471"/>
                <a:chExt cx="243978" cy="215444"/>
              </a:xfrm>
            </p:grpSpPr>
            <p:sp>
              <p:nvSpPr>
                <p:cNvPr id="741" name="직사각형 740"/>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2" name="직사각형 741"/>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4</a:t>
                  </a:r>
                  <a:endParaRPr lang="ko-KR" altLang="en-US" sz="800" b="1" dirty="0">
                    <a:solidFill>
                      <a:schemeClr val="tx1">
                        <a:lumMod val="75000"/>
                        <a:lumOff val="25000"/>
                      </a:schemeClr>
                    </a:solidFill>
                    <a:latin typeface="+mn-ea"/>
                  </a:endParaRPr>
                </a:p>
              </p:txBody>
            </p:sp>
          </p:grpSp>
          <p:grpSp>
            <p:nvGrpSpPr>
              <p:cNvPr id="729" name="그룹 728"/>
              <p:cNvGrpSpPr/>
              <p:nvPr/>
            </p:nvGrpSpPr>
            <p:grpSpPr>
              <a:xfrm>
                <a:off x="5885373" y="5138407"/>
                <a:ext cx="243978" cy="215444"/>
                <a:chOff x="8355965" y="7164471"/>
                <a:chExt cx="243978" cy="215444"/>
              </a:xfrm>
            </p:grpSpPr>
            <p:sp>
              <p:nvSpPr>
                <p:cNvPr id="739" name="직사각형 738"/>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0" name="직사각형 739"/>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5</a:t>
                  </a:r>
                  <a:endParaRPr lang="ko-KR" altLang="en-US" sz="800" b="1" dirty="0">
                    <a:solidFill>
                      <a:schemeClr val="tx1">
                        <a:lumMod val="75000"/>
                        <a:lumOff val="25000"/>
                      </a:schemeClr>
                    </a:solidFill>
                    <a:latin typeface="+mn-ea"/>
                  </a:endParaRPr>
                </a:p>
              </p:txBody>
            </p:sp>
          </p:grpSp>
          <p:grpSp>
            <p:nvGrpSpPr>
              <p:cNvPr id="730" name="그룹 729"/>
              <p:cNvGrpSpPr/>
              <p:nvPr/>
            </p:nvGrpSpPr>
            <p:grpSpPr>
              <a:xfrm>
                <a:off x="5885453" y="5365165"/>
                <a:ext cx="243978" cy="215444"/>
                <a:chOff x="8355965" y="7164471"/>
                <a:chExt cx="243978" cy="215444"/>
              </a:xfrm>
            </p:grpSpPr>
            <p:sp>
              <p:nvSpPr>
                <p:cNvPr id="737" name="직사각형 736"/>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8" name="직사각형 737"/>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6</a:t>
                  </a:r>
                  <a:endParaRPr lang="ko-KR" altLang="en-US" sz="800" b="1" dirty="0">
                    <a:solidFill>
                      <a:schemeClr val="tx1">
                        <a:lumMod val="75000"/>
                        <a:lumOff val="25000"/>
                      </a:schemeClr>
                    </a:solidFill>
                    <a:latin typeface="+mn-ea"/>
                  </a:endParaRPr>
                </a:p>
              </p:txBody>
            </p:sp>
          </p:grpSp>
          <p:grpSp>
            <p:nvGrpSpPr>
              <p:cNvPr id="731" name="그룹 730"/>
              <p:cNvGrpSpPr/>
              <p:nvPr/>
            </p:nvGrpSpPr>
            <p:grpSpPr>
              <a:xfrm>
                <a:off x="5885453" y="5589505"/>
                <a:ext cx="243978" cy="215444"/>
                <a:chOff x="8355965" y="7164471"/>
                <a:chExt cx="243978" cy="215444"/>
              </a:xfrm>
            </p:grpSpPr>
            <p:sp>
              <p:nvSpPr>
                <p:cNvPr id="735" name="직사각형 734"/>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6" name="직사각형 735"/>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7</a:t>
                  </a:r>
                  <a:endParaRPr lang="ko-KR" altLang="en-US" sz="800" b="1" dirty="0">
                    <a:solidFill>
                      <a:schemeClr val="tx1">
                        <a:lumMod val="75000"/>
                        <a:lumOff val="25000"/>
                      </a:schemeClr>
                    </a:solidFill>
                    <a:latin typeface="+mn-ea"/>
                  </a:endParaRPr>
                </a:p>
              </p:txBody>
            </p:sp>
          </p:grpSp>
          <p:grpSp>
            <p:nvGrpSpPr>
              <p:cNvPr id="732" name="그룹 731"/>
              <p:cNvGrpSpPr/>
              <p:nvPr/>
            </p:nvGrpSpPr>
            <p:grpSpPr>
              <a:xfrm>
                <a:off x="5885533" y="5816263"/>
                <a:ext cx="243978" cy="215444"/>
                <a:chOff x="8355965" y="7164471"/>
                <a:chExt cx="243978" cy="215444"/>
              </a:xfrm>
            </p:grpSpPr>
            <p:sp>
              <p:nvSpPr>
                <p:cNvPr id="733" name="직사각형 732"/>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4" name="직사각형 733"/>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8</a:t>
                  </a:r>
                  <a:endParaRPr lang="ko-KR" altLang="en-US" sz="800" b="1" dirty="0">
                    <a:solidFill>
                      <a:schemeClr val="tx1">
                        <a:lumMod val="75000"/>
                        <a:lumOff val="25000"/>
                      </a:schemeClr>
                    </a:solidFill>
                    <a:latin typeface="+mn-ea"/>
                  </a:endParaRPr>
                </a:p>
              </p:txBody>
            </p:sp>
          </p:grpSp>
        </p:grpSp>
      </p:grpSp>
      <p:grpSp>
        <p:nvGrpSpPr>
          <p:cNvPr id="749" name="그룹 748"/>
          <p:cNvGrpSpPr/>
          <p:nvPr/>
        </p:nvGrpSpPr>
        <p:grpSpPr>
          <a:xfrm>
            <a:off x="1903873" y="12156968"/>
            <a:ext cx="6206400" cy="236280"/>
            <a:chOff x="1853903" y="6993396"/>
            <a:chExt cx="6206400" cy="236280"/>
          </a:xfrm>
        </p:grpSpPr>
        <p:sp>
          <p:nvSpPr>
            <p:cNvPr id="750" name="직사각형 749"/>
            <p:cNvSpPr/>
            <p:nvPr/>
          </p:nvSpPr>
          <p:spPr>
            <a:xfrm>
              <a:off x="1853903" y="6993396"/>
              <a:ext cx="6206400" cy="236280"/>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b="1" dirty="0">
                <a:solidFill>
                  <a:schemeClr val="bg1"/>
                </a:solidFill>
                <a:latin typeface="+mn-ea"/>
              </a:endParaRPr>
            </a:p>
          </p:txBody>
        </p:sp>
        <p:sp>
          <p:nvSpPr>
            <p:cNvPr id="751" name="타원 750"/>
            <p:cNvSpPr/>
            <p:nvPr/>
          </p:nvSpPr>
          <p:spPr>
            <a:xfrm>
              <a:off x="2101006" y="7028954"/>
              <a:ext cx="144000" cy="144000"/>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2" name="타원 751"/>
            <p:cNvSpPr/>
            <p:nvPr/>
          </p:nvSpPr>
          <p:spPr>
            <a:xfrm>
              <a:off x="2902467" y="7028954"/>
              <a:ext cx="144000" cy="14400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3" name="타원 752"/>
            <p:cNvSpPr/>
            <p:nvPr/>
          </p:nvSpPr>
          <p:spPr>
            <a:xfrm>
              <a:off x="3703928"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4" name="타원 753"/>
            <p:cNvSpPr/>
            <p:nvPr/>
          </p:nvSpPr>
          <p:spPr>
            <a:xfrm>
              <a:off x="4505389"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5" name="타원 754"/>
            <p:cNvSpPr/>
            <p:nvPr/>
          </p:nvSpPr>
          <p:spPr>
            <a:xfrm>
              <a:off x="5306850"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6" name="타원 755"/>
            <p:cNvSpPr/>
            <p:nvPr/>
          </p:nvSpPr>
          <p:spPr>
            <a:xfrm>
              <a:off x="610831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7" name="타원 756"/>
            <p:cNvSpPr/>
            <p:nvPr/>
          </p:nvSpPr>
          <p:spPr>
            <a:xfrm>
              <a:off x="6909772"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8" name="타원 757"/>
            <p:cNvSpPr/>
            <p:nvPr/>
          </p:nvSpPr>
          <p:spPr>
            <a:xfrm>
              <a:off x="771123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grpSp>
      <p:pic>
        <p:nvPicPr>
          <p:cNvPr id="759"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907031" y="11893790"/>
            <a:ext cx="6199200" cy="2476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60" name="그룹 759"/>
          <p:cNvGrpSpPr/>
          <p:nvPr/>
        </p:nvGrpSpPr>
        <p:grpSpPr>
          <a:xfrm>
            <a:off x="7895149" y="8657009"/>
            <a:ext cx="234360" cy="200055"/>
            <a:chOff x="1152270" y="11716364"/>
            <a:chExt cx="234360" cy="200055"/>
          </a:xfrm>
        </p:grpSpPr>
        <p:sp>
          <p:nvSpPr>
            <p:cNvPr id="761" name="모서리가 둥근 직사각형 7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62" name="직사각형 76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763" name="직사각형 762"/>
          <p:cNvSpPr/>
          <p:nvPr/>
        </p:nvSpPr>
        <p:spPr>
          <a:xfrm>
            <a:off x="1809986" y="12476562"/>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dirty="0" smtClean="0">
                <a:solidFill>
                  <a:schemeClr val="tx1">
                    <a:lumMod val="75000"/>
                    <a:lumOff val="25000"/>
                  </a:schemeClr>
                </a:solidFill>
                <a:latin typeface="+mn-ea"/>
              </a:rPr>
              <a:t>좋아요</a:t>
            </a:r>
            <a:endParaRPr lang="ko-KR" altLang="en-US" sz="800" dirty="0">
              <a:solidFill>
                <a:schemeClr val="tx1">
                  <a:lumMod val="75000"/>
                  <a:lumOff val="25000"/>
                </a:schemeClr>
              </a:solidFill>
              <a:latin typeface="+mn-ea"/>
            </a:endParaRPr>
          </a:p>
        </p:txBody>
      </p:sp>
      <p:grpSp>
        <p:nvGrpSpPr>
          <p:cNvPr id="764" name="그룹 763"/>
          <p:cNvGrpSpPr/>
          <p:nvPr/>
        </p:nvGrpSpPr>
        <p:grpSpPr>
          <a:xfrm>
            <a:off x="2281275" y="12407841"/>
            <a:ext cx="476621" cy="246521"/>
            <a:chOff x="4507235" y="5656578"/>
            <a:chExt cx="476621" cy="246521"/>
          </a:xfrm>
        </p:grpSpPr>
        <p:pic>
          <p:nvPicPr>
            <p:cNvPr id="765" name="Picture 3"/>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507235" y="5656578"/>
              <a:ext cx="190500" cy="190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66" name="직사각형 765"/>
            <p:cNvSpPr/>
            <p:nvPr/>
          </p:nvSpPr>
          <p:spPr>
            <a:xfrm>
              <a:off x="4650110" y="5687655"/>
              <a:ext cx="333746" cy="215444"/>
            </a:xfrm>
            <a:prstGeom prst="rect">
              <a:avLst/>
            </a:prstGeom>
          </p:spPr>
          <p:txBody>
            <a:bodyPr wrap="none">
              <a:spAutoFit/>
            </a:bodyPr>
            <a:lstStyle/>
            <a:p>
              <a:r>
                <a:rPr lang="en-US" altLang="ko-KR" sz="800" dirty="0" smtClean="0">
                  <a:latin typeface="+mn-ea"/>
                  <a:ea typeface="+mn-ea"/>
                </a:rPr>
                <a:t>24</a:t>
              </a:r>
              <a:r>
                <a:rPr lang="ko-KR" altLang="en-US" sz="800" dirty="0" smtClean="0">
                  <a:latin typeface="+mn-ea"/>
                  <a:ea typeface="+mn-ea"/>
                </a:rPr>
                <a:t> </a:t>
              </a:r>
              <a:endParaRPr lang="ko-KR" altLang="en-US" sz="800" dirty="0">
                <a:latin typeface="+mn-ea"/>
                <a:ea typeface="+mn-ea"/>
              </a:endParaRPr>
            </a:p>
          </p:txBody>
        </p:sp>
      </p:grpSp>
      <p:grpSp>
        <p:nvGrpSpPr>
          <p:cNvPr id="767" name="그룹 766"/>
          <p:cNvGrpSpPr/>
          <p:nvPr/>
        </p:nvGrpSpPr>
        <p:grpSpPr>
          <a:xfrm>
            <a:off x="6980249" y="9355718"/>
            <a:ext cx="234360" cy="200055"/>
            <a:chOff x="1152270" y="11716364"/>
            <a:chExt cx="234360" cy="200055"/>
          </a:xfrm>
        </p:grpSpPr>
        <p:sp>
          <p:nvSpPr>
            <p:cNvPr id="768" name="모서리가 둥근 직사각형 76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69" name="직사각형 76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770" name="그룹 769"/>
          <p:cNvGrpSpPr/>
          <p:nvPr/>
        </p:nvGrpSpPr>
        <p:grpSpPr>
          <a:xfrm>
            <a:off x="4571297" y="11797897"/>
            <a:ext cx="234360" cy="200055"/>
            <a:chOff x="1152270" y="11716364"/>
            <a:chExt cx="234360" cy="200055"/>
          </a:xfrm>
        </p:grpSpPr>
        <p:sp>
          <p:nvSpPr>
            <p:cNvPr id="771" name="모서리가 둥근 직사각형 77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2" name="직사각형 77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773" name="그룹 772"/>
          <p:cNvGrpSpPr/>
          <p:nvPr/>
        </p:nvGrpSpPr>
        <p:grpSpPr>
          <a:xfrm>
            <a:off x="4964025" y="11791453"/>
            <a:ext cx="234360" cy="200055"/>
            <a:chOff x="1152270" y="11716364"/>
            <a:chExt cx="234360" cy="200055"/>
          </a:xfrm>
        </p:grpSpPr>
        <p:sp>
          <p:nvSpPr>
            <p:cNvPr id="774" name="모서리가 둥근 직사각형 77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5" name="직사각형 77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776" name="그룹 775"/>
          <p:cNvGrpSpPr/>
          <p:nvPr/>
        </p:nvGrpSpPr>
        <p:grpSpPr>
          <a:xfrm>
            <a:off x="7329978" y="11791267"/>
            <a:ext cx="234360" cy="200055"/>
            <a:chOff x="1152270" y="11716364"/>
            <a:chExt cx="234360" cy="200055"/>
          </a:xfrm>
        </p:grpSpPr>
        <p:sp>
          <p:nvSpPr>
            <p:cNvPr id="777" name="모서리가 둥근 직사각형 7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8" name="직사각형 7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779" name="그룹 778"/>
          <p:cNvGrpSpPr/>
          <p:nvPr/>
        </p:nvGrpSpPr>
        <p:grpSpPr>
          <a:xfrm>
            <a:off x="1918162" y="12181377"/>
            <a:ext cx="234360" cy="200055"/>
            <a:chOff x="1152270" y="11716364"/>
            <a:chExt cx="234360" cy="200055"/>
          </a:xfrm>
        </p:grpSpPr>
        <p:sp>
          <p:nvSpPr>
            <p:cNvPr id="780" name="모서리가 둥근 직사각형 7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81" name="직사각형 78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782" name="그룹 781"/>
          <p:cNvGrpSpPr/>
          <p:nvPr/>
        </p:nvGrpSpPr>
        <p:grpSpPr>
          <a:xfrm>
            <a:off x="2662796" y="12445969"/>
            <a:ext cx="234360" cy="200055"/>
            <a:chOff x="1152270" y="11716364"/>
            <a:chExt cx="232038" cy="200055"/>
          </a:xfrm>
        </p:grpSpPr>
        <p:sp>
          <p:nvSpPr>
            <p:cNvPr id="783" name="모서리가 둥근 직사각형 78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84" name="직사각형 783"/>
            <p:cNvSpPr/>
            <p:nvPr/>
          </p:nvSpPr>
          <p:spPr>
            <a:xfrm>
              <a:off x="1152270" y="11716364"/>
              <a:ext cx="232038"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sp>
        <p:nvSpPr>
          <p:cNvPr id="557" name="모서리가 둥근 직사각형 556"/>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58" name="모서리가 둥근 직사각형 557"/>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59" name="모서리가 둥근 직사각형 558"/>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60" name="모서리가 둥근 직사각형 559"/>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61" name="직사각형 560"/>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62" name="순서도: 대체 처리 561"/>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63" name="직사각형 562"/>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64" name="순서도: 대체 처리 563"/>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cxnSp>
        <p:nvCxnSpPr>
          <p:cNvPr id="656" name="꺾인 연결선 655"/>
          <p:cNvCxnSpPr>
            <a:stCxn id="477" idx="1"/>
            <a:endCxn id="442" idx="0"/>
          </p:cNvCxnSpPr>
          <p:nvPr/>
        </p:nvCxnSpPr>
        <p:spPr>
          <a:xfrm rot="10800000" flipV="1">
            <a:off x="4994254" y="6442870"/>
            <a:ext cx="3612104" cy="109552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658" name="그룹 657"/>
          <p:cNvGrpSpPr/>
          <p:nvPr/>
        </p:nvGrpSpPr>
        <p:grpSpPr>
          <a:xfrm>
            <a:off x="4880992" y="7189385"/>
            <a:ext cx="234360" cy="200055"/>
            <a:chOff x="1152270" y="11716364"/>
            <a:chExt cx="234360" cy="200055"/>
          </a:xfrm>
        </p:grpSpPr>
        <p:sp>
          <p:nvSpPr>
            <p:cNvPr id="659" name="모서리가 둥근 직사각형 6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60" name="직사각형 65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01" name="그룹 500"/>
          <p:cNvGrpSpPr/>
          <p:nvPr/>
        </p:nvGrpSpPr>
        <p:grpSpPr>
          <a:xfrm>
            <a:off x="5640844" y="2041798"/>
            <a:ext cx="2994089" cy="162517"/>
            <a:chOff x="6384100" y="2032273"/>
            <a:chExt cx="2994089" cy="162517"/>
          </a:xfrm>
        </p:grpSpPr>
        <p:sp>
          <p:nvSpPr>
            <p:cNvPr id="504" name="직사각형 503"/>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509" name="순서도: 대체 처리 508"/>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10" name="직사각형 509"/>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13" name="순서도: 대체 처리 512"/>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14" name="순서도: 대체 처리 513"/>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15" name="순서도: 대체 처리 514"/>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16" name="TextBox 515"/>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4" name="그룹 593"/>
          <p:cNvGrpSpPr/>
          <p:nvPr/>
        </p:nvGrpSpPr>
        <p:grpSpPr>
          <a:xfrm>
            <a:off x="507554" y="1602349"/>
            <a:ext cx="3075218" cy="252000"/>
            <a:chOff x="507554" y="1537742"/>
            <a:chExt cx="3075218" cy="252000"/>
          </a:xfrm>
        </p:grpSpPr>
        <p:pic>
          <p:nvPicPr>
            <p:cNvPr id="595" name="Picture 4"/>
            <p:cNvPicPr>
              <a:picLocks noChangeAspect="1" noChangeArrowheads="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96" name="그룹 595"/>
            <p:cNvGrpSpPr/>
            <p:nvPr/>
          </p:nvGrpSpPr>
          <p:grpSpPr>
            <a:xfrm>
              <a:off x="2288704" y="1581175"/>
              <a:ext cx="1294068" cy="166725"/>
              <a:chOff x="2288704" y="1581175"/>
              <a:chExt cx="1294068" cy="166725"/>
            </a:xfrm>
          </p:grpSpPr>
          <p:sp>
            <p:nvSpPr>
              <p:cNvPr id="597" name="직사각형 596"/>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98" name="직사각형 59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72" name="그룹 571"/>
          <p:cNvGrpSpPr/>
          <p:nvPr/>
        </p:nvGrpSpPr>
        <p:grpSpPr>
          <a:xfrm>
            <a:off x="579562" y="2166658"/>
            <a:ext cx="1384958" cy="5317057"/>
            <a:chOff x="579562" y="2166658"/>
            <a:chExt cx="1384958" cy="5317057"/>
          </a:xfrm>
        </p:grpSpPr>
        <p:grpSp>
          <p:nvGrpSpPr>
            <p:cNvPr id="573" name="그룹 572"/>
            <p:cNvGrpSpPr/>
            <p:nvPr/>
          </p:nvGrpSpPr>
          <p:grpSpPr>
            <a:xfrm>
              <a:off x="629956" y="3318264"/>
              <a:ext cx="1188000" cy="180000"/>
              <a:chOff x="666428" y="3785432"/>
              <a:chExt cx="1188000" cy="180000"/>
            </a:xfrm>
          </p:grpSpPr>
          <p:sp>
            <p:nvSpPr>
              <p:cNvPr id="785" name="모서리가 둥근 직사각형 78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86"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3568824"/>
              <a:ext cx="1188000" cy="180000"/>
              <a:chOff x="666428" y="4310612"/>
              <a:chExt cx="1188000" cy="180000"/>
            </a:xfrm>
          </p:grpSpPr>
          <p:sp>
            <p:nvSpPr>
              <p:cNvPr id="718" name="모서리가 둥근 직사각형 71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719"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29955" y="3042501"/>
              <a:ext cx="1188000" cy="180000"/>
              <a:chOff x="666427" y="3266516"/>
              <a:chExt cx="1188000" cy="180000"/>
            </a:xfrm>
          </p:grpSpPr>
          <p:sp>
            <p:nvSpPr>
              <p:cNvPr id="685" name="모서리가 둥근 직사각형 684"/>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717" name="Picture 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3854780"/>
              <a:ext cx="1188000" cy="180000"/>
              <a:chOff x="666428" y="4570824"/>
              <a:chExt cx="1188000" cy="180000"/>
            </a:xfrm>
          </p:grpSpPr>
          <p:sp>
            <p:nvSpPr>
              <p:cNvPr id="680" name="모서리가 둥근 직사각형 6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84" name="Picture 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6" y="5316875"/>
              <a:ext cx="1188000" cy="180000"/>
              <a:chOff x="666428" y="5096004"/>
              <a:chExt cx="1188000" cy="180000"/>
            </a:xfrm>
          </p:grpSpPr>
          <p:sp>
            <p:nvSpPr>
              <p:cNvPr id="668" name="모서리가 둥근 직사각형 66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669" name="Picture 11"/>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4148" y="5634789"/>
              <a:ext cx="1188000" cy="180000"/>
              <a:chOff x="666428" y="3785432"/>
              <a:chExt cx="1188000" cy="180000"/>
            </a:xfrm>
          </p:grpSpPr>
          <p:sp>
            <p:nvSpPr>
              <p:cNvPr id="666" name="모서리가 둥근 직사각형 66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667"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1150" y="4135825"/>
              <a:ext cx="1188000" cy="180000"/>
              <a:chOff x="666428" y="4570824"/>
              <a:chExt cx="1188000" cy="180000"/>
            </a:xfrm>
          </p:grpSpPr>
          <p:sp>
            <p:nvSpPr>
              <p:cNvPr id="664" name="모서리가 둥근 직사각형 66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665" name="Picture 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9" name="그룹 598"/>
            <p:cNvGrpSpPr/>
            <p:nvPr/>
          </p:nvGrpSpPr>
          <p:grpSpPr>
            <a:xfrm>
              <a:off x="629956" y="4423395"/>
              <a:ext cx="1188000" cy="180000"/>
              <a:chOff x="666428" y="4310612"/>
              <a:chExt cx="1188000" cy="180000"/>
            </a:xfrm>
          </p:grpSpPr>
          <p:sp>
            <p:nvSpPr>
              <p:cNvPr id="655" name="모서리가 둥근 직사각형 65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657"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00" name="TextBox 59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01" name="그룹 600"/>
            <p:cNvGrpSpPr/>
            <p:nvPr/>
          </p:nvGrpSpPr>
          <p:grpSpPr>
            <a:xfrm>
              <a:off x="632520" y="4723068"/>
              <a:ext cx="1188000" cy="180000"/>
              <a:chOff x="666428" y="4310612"/>
              <a:chExt cx="1188000" cy="180000"/>
            </a:xfrm>
          </p:grpSpPr>
          <p:sp>
            <p:nvSpPr>
              <p:cNvPr id="653" name="모서리가 둥근 직사각형 65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54"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2" name="그룹 601"/>
            <p:cNvGrpSpPr/>
            <p:nvPr/>
          </p:nvGrpSpPr>
          <p:grpSpPr>
            <a:xfrm>
              <a:off x="632520" y="2752353"/>
              <a:ext cx="1332000" cy="180000"/>
              <a:chOff x="666427" y="3266516"/>
              <a:chExt cx="1332000" cy="180000"/>
            </a:xfrm>
          </p:grpSpPr>
          <p:sp>
            <p:nvSpPr>
              <p:cNvPr id="649" name="모서리가 둥근 직사각형 64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650" name="Picture 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3" name="그룹 602"/>
            <p:cNvGrpSpPr/>
            <p:nvPr/>
          </p:nvGrpSpPr>
          <p:grpSpPr>
            <a:xfrm>
              <a:off x="632520" y="5005767"/>
              <a:ext cx="1188000" cy="180000"/>
              <a:chOff x="666428" y="4310612"/>
              <a:chExt cx="1188000" cy="180000"/>
            </a:xfrm>
          </p:grpSpPr>
          <p:sp>
            <p:nvSpPr>
              <p:cNvPr id="647" name="모서리가 둥근 직사각형 6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648"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4" name="그룹 603"/>
            <p:cNvGrpSpPr/>
            <p:nvPr/>
          </p:nvGrpSpPr>
          <p:grpSpPr>
            <a:xfrm>
              <a:off x="632520" y="6227787"/>
              <a:ext cx="1188000" cy="180000"/>
              <a:chOff x="666428" y="3785432"/>
              <a:chExt cx="1188000" cy="180000"/>
            </a:xfrm>
          </p:grpSpPr>
          <p:sp>
            <p:nvSpPr>
              <p:cNvPr id="645" name="모서리가 둥근 직사각형 64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646"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5" name="그룹 604"/>
            <p:cNvGrpSpPr/>
            <p:nvPr/>
          </p:nvGrpSpPr>
          <p:grpSpPr>
            <a:xfrm>
              <a:off x="632520" y="6487872"/>
              <a:ext cx="1188000" cy="180000"/>
              <a:chOff x="666428" y="4310612"/>
              <a:chExt cx="1188000" cy="180000"/>
            </a:xfrm>
          </p:grpSpPr>
          <p:sp>
            <p:nvSpPr>
              <p:cNvPr id="641" name="모서리가 둥근 직사각형 64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642"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7" name="그룹 606"/>
            <p:cNvGrpSpPr/>
            <p:nvPr/>
          </p:nvGrpSpPr>
          <p:grpSpPr>
            <a:xfrm>
              <a:off x="632520" y="6773828"/>
              <a:ext cx="1188000" cy="180000"/>
              <a:chOff x="666428" y="4570824"/>
              <a:chExt cx="1188000" cy="180000"/>
            </a:xfrm>
          </p:grpSpPr>
          <p:sp>
            <p:nvSpPr>
              <p:cNvPr id="639" name="모서리가 둥근 직사각형 63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40" name="Picture 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8" name="그룹 607"/>
            <p:cNvGrpSpPr/>
            <p:nvPr/>
          </p:nvGrpSpPr>
          <p:grpSpPr>
            <a:xfrm>
              <a:off x="632520" y="7053155"/>
              <a:ext cx="1188000" cy="180000"/>
              <a:chOff x="666428" y="3785432"/>
              <a:chExt cx="1188000" cy="180000"/>
            </a:xfrm>
          </p:grpSpPr>
          <p:sp>
            <p:nvSpPr>
              <p:cNvPr id="637" name="모서리가 둥근 직사각형 6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8"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9" name="그룹 608"/>
            <p:cNvGrpSpPr/>
            <p:nvPr/>
          </p:nvGrpSpPr>
          <p:grpSpPr>
            <a:xfrm>
              <a:off x="632520" y="7303715"/>
              <a:ext cx="1224000" cy="180000"/>
              <a:chOff x="666428" y="4310612"/>
              <a:chExt cx="1224000" cy="180000"/>
            </a:xfrm>
          </p:grpSpPr>
          <p:sp>
            <p:nvSpPr>
              <p:cNvPr id="635" name="모서리가 둥근 직사각형 634"/>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36"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8" name="그룹 617"/>
            <p:cNvGrpSpPr/>
            <p:nvPr/>
          </p:nvGrpSpPr>
          <p:grpSpPr>
            <a:xfrm>
              <a:off x="622995" y="5922821"/>
              <a:ext cx="1188000" cy="180000"/>
              <a:chOff x="666427" y="3266516"/>
              <a:chExt cx="1188000" cy="180000"/>
            </a:xfrm>
          </p:grpSpPr>
          <p:sp>
            <p:nvSpPr>
              <p:cNvPr id="619" name="모서리가 둥근 직사각형 61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20" name="Picture 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296811341"/>
      </p:ext>
    </p:extLst>
  </p:cSld>
  <p:clrMapOvr>
    <a:masterClrMapping/>
  </p:clrMapOvr>
  <p:transition>
    <p:wipe dir="r"/>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KNOU_UI_C02021800_02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강의보기 </a:t>
            </a:r>
            <a:r>
              <a:rPr lang="en-US" altLang="ko-KR" sz="800" spc="-60" dirty="0" smtClean="0">
                <a:latin typeface="+mn-ea"/>
                <a:ea typeface="+mn-ea"/>
              </a:rPr>
              <a:t>&gt; </a:t>
            </a:r>
            <a:r>
              <a:rPr lang="ko-KR" altLang="en-US" sz="800" spc="-60" dirty="0" smtClean="0">
                <a:latin typeface="+mn-ea"/>
                <a:ea typeface="+mn-ea"/>
              </a:rPr>
              <a:t>나의 학습기록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90</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1111886508"/>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48" name="Group 175"/>
          <p:cNvGraphicFramePr>
            <a:graphicFrameLocks noGrp="1"/>
          </p:cNvGraphicFramePr>
          <p:nvPr>
            <p:extLst>
              <p:ext uri="{D42A27DB-BD31-4B8C-83A1-F6EECF244321}">
                <p14:modId xmlns:p14="http://schemas.microsoft.com/office/powerpoint/2010/main" val="1895933465"/>
              </p:ext>
            </p:extLst>
          </p:nvPr>
        </p:nvGraphicFramePr>
        <p:xfrm>
          <a:off x="9499029" y="6813376"/>
          <a:ext cx="1404156" cy="62034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나의 학습기록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dirty="0" smtClean="0">
                        <a:solidFill>
                          <a:schemeClr val="tx1">
                            <a:lumMod val="75000"/>
                            <a:lumOff val="25000"/>
                          </a:schemeClr>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b="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20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404" name="그룹 403"/>
          <p:cNvGrpSpPr/>
          <p:nvPr/>
        </p:nvGrpSpPr>
        <p:grpSpPr>
          <a:xfrm>
            <a:off x="1768653" y="7537993"/>
            <a:ext cx="6451201" cy="5756103"/>
            <a:chOff x="1100571" y="3167889"/>
            <a:chExt cx="6451201" cy="5756103"/>
          </a:xfrm>
        </p:grpSpPr>
        <p:sp>
          <p:nvSpPr>
            <p:cNvPr id="436" name="직사각형 435"/>
            <p:cNvSpPr/>
            <p:nvPr/>
          </p:nvSpPr>
          <p:spPr>
            <a:xfrm>
              <a:off x="1100571" y="3176973"/>
              <a:ext cx="6450675" cy="5747019"/>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2" name="직사각형 441"/>
            <p:cNvSpPr/>
            <p:nvPr/>
          </p:nvSpPr>
          <p:spPr>
            <a:xfrm>
              <a:off x="1100572" y="3168288"/>
              <a:ext cx="6451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강의보기</a:t>
              </a:r>
              <a:endParaRPr lang="ko-KR" altLang="en-US" sz="800" b="1" dirty="0">
                <a:solidFill>
                  <a:schemeClr val="bg1"/>
                </a:solidFill>
                <a:latin typeface="+mn-ea"/>
                <a:ea typeface="+mn-ea"/>
              </a:endParaRPr>
            </a:p>
          </p:txBody>
        </p:sp>
        <p:sp>
          <p:nvSpPr>
            <p:cNvPr id="445" name="직사각형 444"/>
            <p:cNvSpPr/>
            <p:nvPr/>
          </p:nvSpPr>
          <p:spPr>
            <a:xfrm>
              <a:off x="7266781"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6" name="모서리가 둥근 직사각형 445"/>
          <p:cNvSpPr/>
          <p:nvPr/>
        </p:nvSpPr>
        <p:spPr>
          <a:xfrm>
            <a:off x="4460665" y="1421319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학습종료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47" name="그룹 446"/>
          <p:cNvGrpSpPr/>
          <p:nvPr/>
        </p:nvGrpSpPr>
        <p:grpSpPr>
          <a:xfrm>
            <a:off x="1765598" y="7803150"/>
            <a:ext cx="6467129" cy="445398"/>
            <a:chOff x="2269654" y="7016050"/>
            <a:chExt cx="6467129" cy="445398"/>
          </a:xfrm>
        </p:grpSpPr>
        <p:sp>
          <p:nvSpPr>
            <p:cNvPr id="449" name="직사각형 448"/>
            <p:cNvSpPr/>
            <p:nvPr/>
          </p:nvSpPr>
          <p:spPr>
            <a:xfrm>
              <a:off x="2269654" y="7016050"/>
              <a:ext cx="4726049" cy="215444"/>
            </a:xfrm>
            <a:prstGeom prst="rect">
              <a:avLst/>
            </a:prstGeom>
          </p:spPr>
          <p:txBody>
            <a:bodyPr wrap="square">
              <a:spAutoFit/>
            </a:bodyPr>
            <a:lstStyle/>
            <a:p>
              <a:r>
                <a:rPr lang="en-US" altLang="ko-KR" sz="800" b="1" dirty="0" smtClean="0">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주차</a:t>
              </a:r>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차시</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콘텐츠 제목 </a:t>
              </a:r>
              <a:r>
                <a:rPr lang="en-US" altLang="ko-KR" sz="800" b="1" dirty="0" smtClean="0">
                  <a:solidFill>
                    <a:schemeClr val="tx1">
                      <a:lumMod val="75000"/>
                      <a:lumOff val="25000"/>
                    </a:schemeClr>
                  </a:solidFill>
                  <a:latin typeface="+mn-ea"/>
                  <a:ea typeface="+mn-ea"/>
                </a:rPr>
                <a:t>1 </a:t>
              </a:r>
              <a:r>
                <a:rPr lang="ko-KR" altLang="en-US" sz="800" b="1" dirty="0" smtClean="0">
                  <a:solidFill>
                    <a:schemeClr val="tx1">
                      <a:lumMod val="75000"/>
                      <a:lumOff val="25000"/>
                    </a:schemeClr>
                  </a:solidFill>
                  <a:latin typeface="+mn-ea"/>
                  <a:ea typeface="+mn-ea"/>
                </a:rPr>
                <a:t> </a:t>
              </a:r>
              <a:r>
                <a:rPr lang="ko-KR" altLang="en-US" sz="800" b="1" dirty="0" smtClean="0">
                  <a:latin typeface="+mn-ea"/>
                  <a:ea typeface="+mn-ea"/>
                </a:rPr>
                <a:t> </a:t>
              </a:r>
              <a:endParaRPr lang="ko-KR" altLang="en-US" sz="800" dirty="0">
                <a:solidFill>
                  <a:schemeClr val="tx1">
                    <a:lumMod val="50000"/>
                    <a:lumOff val="50000"/>
                  </a:schemeClr>
                </a:solidFill>
                <a:latin typeface="+mn-ea"/>
                <a:ea typeface="+mn-ea"/>
              </a:endParaRPr>
            </a:p>
          </p:txBody>
        </p:sp>
        <p:sp>
          <p:nvSpPr>
            <p:cNvPr id="450" name="Rectangle 122"/>
            <p:cNvSpPr>
              <a:spLocks noChangeArrowheads="1"/>
            </p:cNvSpPr>
            <p:nvPr/>
          </p:nvSpPr>
          <p:spPr bwMode="auto">
            <a:xfrm>
              <a:off x="7910741" y="71374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학습종료</a:t>
              </a:r>
              <a:endParaRPr lang="ko-KR" altLang="en-US" sz="800" kern="0" dirty="0">
                <a:solidFill>
                  <a:schemeClr val="bg1"/>
                </a:solidFill>
                <a:latin typeface="+mn-ea"/>
                <a:ea typeface="+mn-ea"/>
              </a:endParaRPr>
            </a:p>
          </p:txBody>
        </p:sp>
        <p:sp>
          <p:nvSpPr>
            <p:cNvPr id="451" name="Rectangle 122"/>
            <p:cNvSpPr>
              <a:spLocks noChangeArrowheads="1"/>
            </p:cNvSpPr>
            <p:nvPr/>
          </p:nvSpPr>
          <p:spPr bwMode="auto">
            <a:xfrm>
              <a:off x="7107633" y="71359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나의 학습기록</a:t>
              </a:r>
              <a:endParaRPr lang="ko-KR" altLang="en-US" sz="800" kern="0" dirty="0">
                <a:solidFill>
                  <a:schemeClr val="bg1"/>
                </a:solidFill>
                <a:latin typeface="+mn-ea"/>
                <a:ea typeface="+mn-ea"/>
              </a:endParaRPr>
            </a:p>
          </p:txBody>
        </p:sp>
        <p:sp>
          <p:nvSpPr>
            <p:cNvPr id="452" name="직사각형 451"/>
            <p:cNvSpPr/>
            <p:nvPr/>
          </p:nvSpPr>
          <p:spPr>
            <a:xfrm>
              <a:off x="2347294" y="7184449"/>
              <a:ext cx="4699622"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cxnSp>
          <p:nvCxnSpPr>
            <p:cNvPr id="453" name="직선 연결선 452"/>
            <p:cNvCxnSpPr/>
            <p:nvPr/>
          </p:nvCxnSpPr>
          <p:spPr>
            <a:xfrm>
              <a:off x="2289183" y="7451923"/>
              <a:ext cx="64476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86" name="직사각형 685"/>
          <p:cNvSpPr/>
          <p:nvPr/>
        </p:nvSpPr>
        <p:spPr>
          <a:xfrm>
            <a:off x="1820652" y="8661371"/>
            <a:ext cx="6354000" cy="40025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87" name="직사각형 686"/>
          <p:cNvSpPr/>
          <p:nvPr/>
        </p:nvSpPr>
        <p:spPr>
          <a:xfrm>
            <a:off x="1809031" y="8680379"/>
            <a:ext cx="1220206" cy="215444"/>
          </a:xfrm>
          <a:prstGeom prst="rect">
            <a:avLst/>
          </a:prstGeom>
        </p:spPr>
        <p:txBody>
          <a:bodyPr wrap="none">
            <a:spAutoFit/>
          </a:bodyPr>
          <a:lstStyle/>
          <a:p>
            <a:r>
              <a:rPr lang="en-US" altLang="ko-KR" sz="800" b="1" dirty="0" smtClean="0">
                <a:solidFill>
                  <a:srgbClr val="00B050"/>
                </a:solidFill>
                <a:latin typeface="+mn-ea"/>
                <a:ea typeface="+mn-ea"/>
              </a:rPr>
              <a:t>[ </a:t>
            </a:r>
            <a:r>
              <a:rPr lang="ko-KR" altLang="en-US" sz="800" b="1" dirty="0" smtClean="0">
                <a:solidFill>
                  <a:srgbClr val="00B050"/>
                </a:solidFill>
                <a:latin typeface="+mn-ea"/>
                <a:ea typeface="+mn-ea"/>
              </a:rPr>
              <a:t>강의 </a:t>
            </a:r>
            <a:r>
              <a:rPr lang="en-US" altLang="ko-KR" sz="800" b="1" dirty="0" smtClean="0">
                <a:solidFill>
                  <a:srgbClr val="00B050"/>
                </a:solidFill>
                <a:latin typeface="+mn-ea"/>
                <a:ea typeface="+mn-ea"/>
              </a:rPr>
              <a:t>]</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콘텐츠 제목 </a:t>
            </a:r>
            <a:r>
              <a:rPr lang="en-US" altLang="ko-KR" sz="800" b="1" dirty="0" smtClean="0">
                <a:solidFill>
                  <a:schemeClr val="tx1">
                    <a:lumMod val="75000"/>
                    <a:lumOff val="25000"/>
                  </a:schemeClr>
                </a:solidFill>
                <a:latin typeface="+mn-ea"/>
                <a:ea typeface="+mn-ea"/>
              </a:rPr>
              <a:t>1</a:t>
            </a:r>
            <a:endParaRPr lang="ko-KR" altLang="en-US" sz="800" dirty="0">
              <a:latin typeface="+mn-ea"/>
              <a:ea typeface="+mn-ea"/>
            </a:endParaRPr>
          </a:p>
        </p:txBody>
      </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sp>
        <p:nvSpPr>
          <p:cNvPr id="691" name="직사각형 690"/>
          <p:cNvSpPr/>
          <p:nvPr/>
        </p:nvSpPr>
        <p:spPr>
          <a:xfrm>
            <a:off x="1813163" y="8861907"/>
            <a:ext cx="6147219"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grpSp>
        <p:nvGrpSpPr>
          <p:cNvPr id="692" name="그룹 691"/>
          <p:cNvGrpSpPr/>
          <p:nvPr/>
        </p:nvGrpSpPr>
        <p:grpSpPr>
          <a:xfrm>
            <a:off x="1859751" y="9124628"/>
            <a:ext cx="6242239" cy="215444"/>
            <a:chOff x="1062472" y="3648072"/>
            <a:chExt cx="6242239" cy="215444"/>
          </a:xfrm>
        </p:grpSpPr>
        <p:sp>
          <p:nvSpPr>
            <p:cNvPr id="693" name="직사각형 692"/>
            <p:cNvSpPr/>
            <p:nvPr/>
          </p:nvSpPr>
          <p:spPr>
            <a:xfrm>
              <a:off x="1106290" y="3663218"/>
              <a:ext cx="6177600" cy="180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94" name="직사각형 693"/>
            <p:cNvSpPr/>
            <p:nvPr/>
          </p:nvSpPr>
          <p:spPr>
            <a:xfrm>
              <a:off x="1667111" y="3662962"/>
              <a:ext cx="5637600" cy="178490"/>
            </a:xfrm>
            <a:prstGeom prst="rect">
              <a:avLst/>
            </a:prstGeom>
            <a:solidFill>
              <a:srgbClr val="00B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bg1"/>
                  </a:solidFill>
                  <a:latin typeface="+mn-ea"/>
                </a:rPr>
                <a:t>100% ( 30</a:t>
              </a:r>
              <a:r>
                <a:rPr lang="ko-KR" altLang="en-US" sz="800" dirty="0" smtClean="0">
                  <a:solidFill>
                    <a:schemeClr val="bg1"/>
                  </a:solidFill>
                  <a:latin typeface="+mn-ea"/>
                </a:rPr>
                <a:t>분 </a:t>
              </a:r>
              <a:r>
                <a:rPr lang="en-US" altLang="ko-KR" sz="800" dirty="0" smtClean="0">
                  <a:solidFill>
                    <a:schemeClr val="bg1"/>
                  </a:solidFill>
                  <a:latin typeface="+mn-ea"/>
                </a:rPr>
                <a:t>00</a:t>
              </a:r>
              <a:r>
                <a:rPr lang="ko-KR" altLang="en-US" sz="800" dirty="0" smtClean="0">
                  <a:solidFill>
                    <a:schemeClr val="bg1"/>
                  </a:solidFill>
                  <a:latin typeface="+mn-ea"/>
                </a:rPr>
                <a:t>초 </a:t>
              </a:r>
              <a:r>
                <a:rPr lang="en-US" altLang="ko-KR" sz="800" dirty="0" smtClean="0">
                  <a:solidFill>
                    <a:schemeClr val="bg1"/>
                  </a:solidFill>
                  <a:latin typeface="+mn-ea"/>
                </a:rPr>
                <a:t>)</a:t>
              </a:r>
              <a:endParaRPr lang="en-US" altLang="ko-KR" sz="800" dirty="0">
                <a:solidFill>
                  <a:schemeClr val="bg1"/>
                </a:solidFill>
                <a:latin typeface="+mn-ea"/>
              </a:endParaRPr>
            </a:p>
          </p:txBody>
        </p:sp>
        <p:sp>
          <p:nvSpPr>
            <p:cNvPr id="701" name="직사각형 700"/>
            <p:cNvSpPr/>
            <p:nvPr/>
          </p:nvSpPr>
          <p:spPr>
            <a:xfrm>
              <a:off x="1062472" y="3648072"/>
              <a:ext cx="631904" cy="215444"/>
            </a:xfrm>
            <a:prstGeom prst="rect">
              <a:avLst/>
            </a:prstGeom>
          </p:spPr>
          <p:txBody>
            <a:bodyPr wrap="none">
              <a:spAutoFit/>
            </a:bodyPr>
            <a:lstStyle/>
            <a:p>
              <a:r>
                <a:rPr lang="ko-KR" altLang="en-US" sz="800" dirty="0" smtClean="0">
                  <a:latin typeface="+mn-ea"/>
                  <a:ea typeface="+mn-ea"/>
                </a:rPr>
                <a:t>학습진행 </a:t>
              </a:r>
              <a:endParaRPr lang="ko-KR" altLang="en-US" sz="800" dirty="0">
                <a:latin typeface="+mn-ea"/>
                <a:ea typeface="+mn-ea"/>
              </a:endParaRPr>
            </a:p>
          </p:txBody>
        </p:sp>
      </p:grpSp>
      <p:grpSp>
        <p:nvGrpSpPr>
          <p:cNvPr id="703" name="그룹 702"/>
          <p:cNvGrpSpPr/>
          <p:nvPr/>
        </p:nvGrpSpPr>
        <p:grpSpPr>
          <a:xfrm>
            <a:off x="1906607" y="9343785"/>
            <a:ext cx="6194285" cy="2549283"/>
            <a:chOff x="2408567" y="8924371"/>
            <a:chExt cx="6194285" cy="2549283"/>
          </a:xfrm>
        </p:grpSpPr>
        <p:pic>
          <p:nvPicPr>
            <p:cNvPr id="704"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408567" y="8928135"/>
              <a:ext cx="4675972" cy="25455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07" name="그룹 706"/>
            <p:cNvGrpSpPr/>
            <p:nvPr/>
          </p:nvGrpSpPr>
          <p:grpSpPr>
            <a:xfrm>
              <a:off x="7101128" y="8924371"/>
              <a:ext cx="1501724" cy="2546759"/>
              <a:chOff x="5786424" y="3914006"/>
              <a:chExt cx="1501724" cy="2546759"/>
            </a:xfrm>
          </p:grpSpPr>
          <p:sp>
            <p:nvSpPr>
              <p:cNvPr id="709" name="직사각형 708"/>
              <p:cNvSpPr/>
              <p:nvPr/>
            </p:nvSpPr>
            <p:spPr>
              <a:xfrm>
                <a:off x="5786425" y="3914006"/>
                <a:ext cx="1501723" cy="254675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10" name="직사각형 709"/>
              <p:cNvSpPr/>
              <p:nvPr/>
            </p:nvSpPr>
            <p:spPr>
              <a:xfrm>
                <a:off x="5786424" y="3916102"/>
                <a:ext cx="1501200" cy="216000"/>
              </a:xfrm>
              <a:prstGeom prst="rect">
                <a:avLst/>
              </a:prstGeom>
              <a:solidFill>
                <a:schemeClr val="bg1">
                  <a:lumMod val="50000"/>
                </a:schemeClr>
              </a:solidFill>
              <a:ln w="952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800" b="1" dirty="0" smtClean="0">
                    <a:solidFill>
                      <a:schemeClr val="bg1"/>
                    </a:solidFill>
                    <a:latin typeface="+mn-ea"/>
                  </a:rPr>
                  <a:t>INDEX</a:t>
                </a:r>
                <a:endParaRPr lang="en-US" altLang="ko-KR" sz="800" b="1" dirty="0">
                  <a:solidFill>
                    <a:schemeClr val="bg1"/>
                  </a:solidFill>
                  <a:latin typeface="+mn-ea"/>
                </a:endParaRPr>
              </a:p>
            </p:txBody>
          </p:sp>
          <p:sp>
            <p:nvSpPr>
              <p:cNvPr id="711" name="직사각형 710"/>
              <p:cNvSpPr/>
              <p:nvPr/>
            </p:nvSpPr>
            <p:spPr>
              <a:xfrm>
                <a:off x="6082125" y="4212765"/>
                <a:ext cx="665567"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01</a:t>
                </a:r>
                <a:endParaRPr lang="ko-KR" altLang="en-US" sz="900" dirty="0">
                  <a:solidFill>
                    <a:schemeClr val="tx1">
                      <a:lumMod val="75000"/>
                      <a:lumOff val="25000"/>
                    </a:schemeClr>
                  </a:solidFill>
                  <a:latin typeface="+mn-ea"/>
                  <a:ea typeface="+mn-ea"/>
                </a:endParaRPr>
              </a:p>
            </p:txBody>
          </p:sp>
          <p:sp>
            <p:nvSpPr>
              <p:cNvPr id="712" name="직사각형 711"/>
              <p:cNvSpPr/>
              <p:nvPr/>
            </p:nvSpPr>
            <p:spPr>
              <a:xfrm>
                <a:off x="6074457" y="4441354"/>
                <a:ext cx="550151"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퀴즈</a:t>
                </a:r>
                <a:r>
                  <a:rPr lang="en-US" altLang="ko-KR" sz="900" dirty="0" smtClean="0">
                    <a:solidFill>
                      <a:schemeClr val="tx1">
                        <a:lumMod val="75000"/>
                        <a:lumOff val="25000"/>
                      </a:schemeClr>
                    </a:solidFill>
                    <a:latin typeface="+mn-ea"/>
                    <a:ea typeface="+mn-ea"/>
                  </a:rPr>
                  <a:t>01</a:t>
                </a:r>
                <a:endParaRPr lang="ko-KR" altLang="en-US" sz="900" dirty="0">
                  <a:solidFill>
                    <a:schemeClr val="tx1">
                      <a:lumMod val="75000"/>
                      <a:lumOff val="25000"/>
                    </a:schemeClr>
                  </a:solidFill>
                  <a:latin typeface="+mn-ea"/>
                  <a:ea typeface="+mn-ea"/>
                </a:endParaRPr>
              </a:p>
            </p:txBody>
          </p:sp>
          <p:sp>
            <p:nvSpPr>
              <p:cNvPr id="713" name="직사각형 712"/>
              <p:cNvSpPr/>
              <p:nvPr/>
            </p:nvSpPr>
            <p:spPr>
              <a:xfrm>
                <a:off x="6084221" y="4671292"/>
                <a:ext cx="665567"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02</a:t>
                </a:r>
                <a:endParaRPr lang="ko-KR" altLang="en-US" sz="900" dirty="0">
                  <a:solidFill>
                    <a:schemeClr val="tx1">
                      <a:lumMod val="75000"/>
                      <a:lumOff val="25000"/>
                    </a:schemeClr>
                  </a:solidFill>
                  <a:latin typeface="+mn-ea"/>
                  <a:ea typeface="+mn-ea"/>
                </a:endParaRPr>
              </a:p>
            </p:txBody>
          </p:sp>
          <p:sp>
            <p:nvSpPr>
              <p:cNvPr id="714" name="직사각형 713"/>
              <p:cNvSpPr/>
              <p:nvPr/>
            </p:nvSpPr>
            <p:spPr>
              <a:xfrm>
                <a:off x="6076553" y="4880831"/>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03</a:t>
                </a:r>
                <a:endParaRPr lang="ko-KR" altLang="en-US" sz="900" dirty="0">
                  <a:solidFill>
                    <a:schemeClr val="tx1">
                      <a:lumMod val="75000"/>
                      <a:lumOff val="25000"/>
                    </a:schemeClr>
                  </a:solidFill>
                  <a:latin typeface="+mn-ea"/>
                  <a:ea typeface="+mn-ea"/>
                </a:endParaRPr>
              </a:p>
            </p:txBody>
          </p:sp>
          <p:sp>
            <p:nvSpPr>
              <p:cNvPr id="715" name="직사각형 714"/>
              <p:cNvSpPr/>
              <p:nvPr/>
            </p:nvSpPr>
            <p:spPr>
              <a:xfrm>
                <a:off x="6083441" y="5121188"/>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04</a:t>
                </a:r>
                <a:endParaRPr lang="ko-KR" altLang="en-US" sz="900" dirty="0">
                  <a:solidFill>
                    <a:schemeClr val="tx1">
                      <a:lumMod val="75000"/>
                      <a:lumOff val="25000"/>
                    </a:schemeClr>
                  </a:solidFill>
                  <a:latin typeface="+mn-ea"/>
                  <a:ea typeface="+mn-ea"/>
                </a:endParaRPr>
              </a:p>
            </p:txBody>
          </p:sp>
          <p:sp>
            <p:nvSpPr>
              <p:cNvPr id="716" name="직사각형 715"/>
              <p:cNvSpPr/>
              <p:nvPr/>
            </p:nvSpPr>
            <p:spPr>
              <a:xfrm>
                <a:off x="6075773" y="5359302"/>
                <a:ext cx="543739"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퀴즈</a:t>
                </a:r>
                <a:r>
                  <a:rPr lang="en-US" altLang="ko-KR" sz="900" dirty="0" smtClean="0">
                    <a:solidFill>
                      <a:schemeClr val="tx1">
                        <a:lumMod val="75000"/>
                        <a:lumOff val="25000"/>
                      </a:schemeClr>
                    </a:solidFill>
                    <a:latin typeface="+mn-ea"/>
                    <a:ea typeface="+mn-ea"/>
                  </a:rPr>
                  <a:t>02</a:t>
                </a:r>
                <a:endParaRPr lang="ko-KR" altLang="en-US" sz="900" dirty="0">
                  <a:solidFill>
                    <a:schemeClr val="tx1">
                      <a:lumMod val="75000"/>
                      <a:lumOff val="25000"/>
                    </a:schemeClr>
                  </a:solidFill>
                  <a:latin typeface="+mn-ea"/>
                  <a:ea typeface="+mn-ea"/>
                </a:endParaRPr>
              </a:p>
            </p:txBody>
          </p:sp>
          <p:sp>
            <p:nvSpPr>
              <p:cNvPr id="723" name="직사각형 722"/>
              <p:cNvSpPr/>
              <p:nvPr/>
            </p:nvSpPr>
            <p:spPr>
              <a:xfrm>
                <a:off x="6085537" y="5582705"/>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05</a:t>
                </a:r>
                <a:endParaRPr lang="ko-KR" altLang="en-US" sz="900" dirty="0">
                  <a:solidFill>
                    <a:schemeClr val="tx1">
                      <a:lumMod val="75000"/>
                      <a:lumOff val="25000"/>
                    </a:schemeClr>
                  </a:solidFill>
                  <a:latin typeface="+mn-ea"/>
                  <a:ea typeface="+mn-ea"/>
                </a:endParaRPr>
              </a:p>
            </p:txBody>
          </p:sp>
          <p:sp>
            <p:nvSpPr>
              <p:cNvPr id="724" name="직사각형 723"/>
              <p:cNvSpPr/>
              <p:nvPr/>
            </p:nvSpPr>
            <p:spPr>
              <a:xfrm>
                <a:off x="6077869" y="5820819"/>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06</a:t>
                </a:r>
                <a:endParaRPr lang="ko-KR" altLang="en-US" sz="900" dirty="0">
                  <a:solidFill>
                    <a:schemeClr val="tx1">
                      <a:lumMod val="75000"/>
                      <a:lumOff val="25000"/>
                    </a:schemeClr>
                  </a:solidFill>
                  <a:latin typeface="+mn-ea"/>
                  <a:ea typeface="+mn-ea"/>
                </a:endParaRPr>
              </a:p>
            </p:txBody>
          </p:sp>
          <p:grpSp>
            <p:nvGrpSpPr>
              <p:cNvPr id="725" name="그룹 724"/>
              <p:cNvGrpSpPr/>
              <p:nvPr/>
            </p:nvGrpSpPr>
            <p:grpSpPr>
              <a:xfrm>
                <a:off x="5886928" y="4229984"/>
                <a:ext cx="243978" cy="215444"/>
                <a:chOff x="8355965" y="7164471"/>
                <a:chExt cx="243978" cy="215444"/>
              </a:xfrm>
            </p:grpSpPr>
            <p:sp>
              <p:nvSpPr>
                <p:cNvPr id="747" name="직사각형 746"/>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8" name="직사각형 747"/>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1</a:t>
                  </a:r>
                  <a:endParaRPr lang="ko-KR" altLang="en-US" sz="800" b="1" dirty="0">
                    <a:solidFill>
                      <a:schemeClr val="tx1">
                        <a:lumMod val="75000"/>
                        <a:lumOff val="25000"/>
                      </a:schemeClr>
                    </a:solidFill>
                    <a:latin typeface="+mn-ea"/>
                  </a:endParaRPr>
                </a:p>
              </p:txBody>
            </p:sp>
          </p:grpSp>
          <p:grpSp>
            <p:nvGrpSpPr>
              <p:cNvPr id="726" name="그룹 725"/>
              <p:cNvGrpSpPr/>
              <p:nvPr/>
            </p:nvGrpSpPr>
            <p:grpSpPr>
              <a:xfrm>
                <a:off x="5887008" y="4456742"/>
                <a:ext cx="243978" cy="215444"/>
                <a:chOff x="8355965" y="7164471"/>
                <a:chExt cx="243978" cy="215444"/>
              </a:xfrm>
            </p:grpSpPr>
            <p:sp>
              <p:nvSpPr>
                <p:cNvPr id="745" name="직사각형 744"/>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6" name="직사각형 745"/>
                <p:cNvSpPr/>
                <p:nvPr/>
              </p:nvSpPr>
              <p:spPr>
                <a:xfrm>
                  <a:off x="8355965" y="7164471"/>
                  <a:ext cx="243978"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2</a:t>
                  </a:r>
                  <a:endParaRPr lang="ko-KR" altLang="en-US" sz="800" b="1" dirty="0">
                    <a:solidFill>
                      <a:schemeClr val="tx1">
                        <a:lumMod val="75000"/>
                        <a:lumOff val="25000"/>
                      </a:schemeClr>
                    </a:solidFill>
                    <a:latin typeface="+mn-ea"/>
                  </a:endParaRPr>
                </a:p>
              </p:txBody>
            </p:sp>
          </p:grpSp>
          <p:grpSp>
            <p:nvGrpSpPr>
              <p:cNvPr id="727" name="그룹 726"/>
              <p:cNvGrpSpPr/>
              <p:nvPr/>
            </p:nvGrpSpPr>
            <p:grpSpPr>
              <a:xfrm>
                <a:off x="5887008" y="4690607"/>
                <a:ext cx="243978" cy="215444"/>
                <a:chOff x="8355965" y="7164471"/>
                <a:chExt cx="243978" cy="215444"/>
              </a:xfrm>
            </p:grpSpPr>
            <p:sp>
              <p:nvSpPr>
                <p:cNvPr id="743" name="직사각형 742"/>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4" name="직사각형 743"/>
                <p:cNvSpPr/>
                <p:nvPr/>
              </p:nvSpPr>
              <p:spPr>
                <a:xfrm>
                  <a:off x="8355965" y="7164471"/>
                  <a:ext cx="243978"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3</a:t>
                  </a:r>
                  <a:endParaRPr lang="ko-KR" altLang="en-US" sz="800" b="1" dirty="0">
                    <a:solidFill>
                      <a:schemeClr val="tx1">
                        <a:lumMod val="75000"/>
                        <a:lumOff val="25000"/>
                      </a:schemeClr>
                    </a:solidFill>
                    <a:latin typeface="+mn-ea"/>
                  </a:endParaRPr>
                </a:p>
              </p:txBody>
            </p:sp>
          </p:grpSp>
          <p:grpSp>
            <p:nvGrpSpPr>
              <p:cNvPr id="728" name="그룹 727"/>
              <p:cNvGrpSpPr/>
              <p:nvPr/>
            </p:nvGrpSpPr>
            <p:grpSpPr>
              <a:xfrm>
                <a:off x="5887088" y="4907840"/>
                <a:ext cx="243978" cy="215444"/>
                <a:chOff x="8355965" y="7164471"/>
                <a:chExt cx="243978" cy="215444"/>
              </a:xfrm>
            </p:grpSpPr>
            <p:sp>
              <p:nvSpPr>
                <p:cNvPr id="741" name="직사각형 740"/>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2" name="직사각형 741"/>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4</a:t>
                  </a:r>
                  <a:endParaRPr lang="ko-KR" altLang="en-US" sz="800" b="1" dirty="0">
                    <a:solidFill>
                      <a:schemeClr val="tx1">
                        <a:lumMod val="75000"/>
                        <a:lumOff val="25000"/>
                      </a:schemeClr>
                    </a:solidFill>
                    <a:latin typeface="+mn-ea"/>
                  </a:endParaRPr>
                </a:p>
              </p:txBody>
            </p:sp>
          </p:grpSp>
          <p:grpSp>
            <p:nvGrpSpPr>
              <p:cNvPr id="729" name="그룹 728"/>
              <p:cNvGrpSpPr/>
              <p:nvPr/>
            </p:nvGrpSpPr>
            <p:grpSpPr>
              <a:xfrm>
                <a:off x="5885373" y="5138407"/>
                <a:ext cx="243978" cy="215444"/>
                <a:chOff x="8355965" y="7164471"/>
                <a:chExt cx="243978" cy="215444"/>
              </a:xfrm>
            </p:grpSpPr>
            <p:sp>
              <p:nvSpPr>
                <p:cNvPr id="739" name="직사각형 738"/>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0" name="직사각형 739"/>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5</a:t>
                  </a:r>
                  <a:endParaRPr lang="ko-KR" altLang="en-US" sz="800" b="1" dirty="0">
                    <a:solidFill>
                      <a:schemeClr val="tx1">
                        <a:lumMod val="75000"/>
                        <a:lumOff val="25000"/>
                      </a:schemeClr>
                    </a:solidFill>
                    <a:latin typeface="+mn-ea"/>
                  </a:endParaRPr>
                </a:p>
              </p:txBody>
            </p:sp>
          </p:grpSp>
          <p:grpSp>
            <p:nvGrpSpPr>
              <p:cNvPr id="730" name="그룹 729"/>
              <p:cNvGrpSpPr/>
              <p:nvPr/>
            </p:nvGrpSpPr>
            <p:grpSpPr>
              <a:xfrm>
                <a:off x="5885453" y="5365165"/>
                <a:ext cx="243978" cy="215444"/>
                <a:chOff x="8355965" y="7164471"/>
                <a:chExt cx="243978" cy="215444"/>
              </a:xfrm>
            </p:grpSpPr>
            <p:sp>
              <p:nvSpPr>
                <p:cNvPr id="737" name="직사각형 736"/>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8" name="직사각형 737"/>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6</a:t>
                  </a:r>
                  <a:endParaRPr lang="ko-KR" altLang="en-US" sz="800" b="1" dirty="0">
                    <a:solidFill>
                      <a:schemeClr val="tx1">
                        <a:lumMod val="75000"/>
                        <a:lumOff val="25000"/>
                      </a:schemeClr>
                    </a:solidFill>
                    <a:latin typeface="+mn-ea"/>
                  </a:endParaRPr>
                </a:p>
              </p:txBody>
            </p:sp>
          </p:grpSp>
          <p:grpSp>
            <p:nvGrpSpPr>
              <p:cNvPr id="731" name="그룹 730"/>
              <p:cNvGrpSpPr/>
              <p:nvPr/>
            </p:nvGrpSpPr>
            <p:grpSpPr>
              <a:xfrm>
                <a:off x="5885453" y="5589505"/>
                <a:ext cx="243978" cy="215444"/>
                <a:chOff x="8355965" y="7164471"/>
                <a:chExt cx="243978" cy="215444"/>
              </a:xfrm>
            </p:grpSpPr>
            <p:sp>
              <p:nvSpPr>
                <p:cNvPr id="735" name="직사각형 734"/>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6" name="직사각형 735"/>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7</a:t>
                  </a:r>
                  <a:endParaRPr lang="ko-KR" altLang="en-US" sz="800" b="1" dirty="0">
                    <a:solidFill>
                      <a:schemeClr val="tx1">
                        <a:lumMod val="75000"/>
                        <a:lumOff val="25000"/>
                      </a:schemeClr>
                    </a:solidFill>
                    <a:latin typeface="+mn-ea"/>
                  </a:endParaRPr>
                </a:p>
              </p:txBody>
            </p:sp>
          </p:grpSp>
          <p:grpSp>
            <p:nvGrpSpPr>
              <p:cNvPr id="732" name="그룹 731"/>
              <p:cNvGrpSpPr/>
              <p:nvPr/>
            </p:nvGrpSpPr>
            <p:grpSpPr>
              <a:xfrm>
                <a:off x="5885533" y="5816263"/>
                <a:ext cx="243978" cy="215444"/>
                <a:chOff x="8355965" y="7164471"/>
                <a:chExt cx="243978" cy="215444"/>
              </a:xfrm>
            </p:grpSpPr>
            <p:sp>
              <p:nvSpPr>
                <p:cNvPr id="733" name="직사각형 732"/>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4" name="직사각형 733"/>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8</a:t>
                  </a:r>
                  <a:endParaRPr lang="ko-KR" altLang="en-US" sz="800" b="1" dirty="0">
                    <a:solidFill>
                      <a:schemeClr val="tx1">
                        <a:lumMod val="75000"/>
                        <a:lumOff val="25000"/>
                      </a:schemeClr>
                    </a:solidFill>
                    <a:latin typeface="+mn-ea"/>
                  </a:endParaRPr>
                </a:p>
              </p:txBody>
            </p:sp>
          </p:grpSp>
        </p:grpSp>
      </p:grpSp>
      <p:grpSp>
        <p:nvGrpSpPr>
          <p:cNvPr id="749" name="그룹 748"/>
          <p:cNvGrpSpPr/>
          <p:nvPr/>
        </p:nvGrpSpPr>
        <p:grpSpPr>
          <a:xfrm>
            <a:off x="1903873" y="12156968"/>
            <a:ext cx="6206400" cy="236280"/>
            <a:chOff x="1853903" y="6993396"/>
            <a:chExt cx="6206400" cy="236280"/>
          </a:xfrm>
        </p:grpSpPr>
        <p:sp>
          <p:nvSpPr>
            <p:cNvPr id="750" name="직사각형 749"/>
            <p:cNvSpPr/>
            <p:nvPr/>
          </p:nvSpPr>
          <p:spPr>
            <a:xfrm>
              <a:off x="1853903" y="6993396"/>
              <a:ext cx="6206400" cy="236280"/>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b="1" dirty="0">
                <a:solidFill>
                  <a:schemeClr val="bg1"/>
                </a:solidFill>
                <a:latin typeface="+mn-ea"/>
              </a:endParaRPr>
            </a:p>
          </p:txBody>
        </p:sp>
        <p:sp>
          <p:nvSpPr>
            <p:cNvPr id="751" name="타원 750"/>
            <p:cNvSpPr/>
            <p:nvPr/>
          </p:nvSpPr>
          <p:spPr>
            <a:xfrm>
              <a:off x="2101006" y="7028954"/>
              <a:ext cx="144000" cy="144000"/>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2" name="타원 751"/>
            <p:cNvSpPr/>
            <p:nvPr/>
          </p:nvSpPr>
          <p:spPr>
            <a:xfrm>
              <a:off x="2902467" y="7028954"/>
              <a:ext cx="144000" cy="14400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3" name="타원 752"/>
            <p:cNvSpPr/>
            <p:nvPr/>
          </p:nvSpPr>
          <p:spPr>
            <a:xfrm>
              <a:off x="3703928"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4" name="타원 753"/>
            <p:cNvSpPr/>
            <p:nvPr/>
          </p:nvSpPr>
          <p:spPr>
            <a:xfrm>
              <a:off x="4505389"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5" name="타원 754"/>
            <p:cNvSpPr/>
            <p:nvPr/>
          </p:nvSpPr>
          <p:spPr>
            <a:xfrm>
              <a:off x="5306850"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6" name="타원 755"/>
            <p:cNvSpPr/>
            <p:nvPr/>
          </p:nvSpPr>
          <p:spPr>
            <a:xfrm>
              <a:off x="610831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7" name="타원 756"/>
            <p:cNvSpPr/>
            <p:nvPr/>
          </p:nvSpPr>
          <p:spPr>
            <a:xfrm>
              <a:off x="6909772"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8" name="타원 757"/>
            <p:cNvSpPr/>
            <p:nvPr/>
          </p:nvSpPr>
          <p:spPr>
            <a:xfrm>
              <a:off x="771123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grpSp>
      <p:pic>
        <p:nvPicPr>
          <p:cNvPr id="759"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1907031" y="11893790"/>
            <a:ext cx="6199200" cy="2476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3" name="직사각형 762"/>
          <p:cNvSpPr/>
          <p:nvPr/>
        </p:nvSpPr>
        <p:spPr>
          <a:xfrm>
            <a:off x="1809986" y="12476562"/>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dirty="0" smtClean="0">
                <a:solidFill>
                  <a:schemeClr val="tx1">
                    <a:lumMod val="75000"/>
                    <a:lumOff val="25000"/>
                  </a:schemeClr>
                </a:solidFill>
                <a:latin typeface="+mn-ea"/>
              </a:rPr>
              <a:t>좋아요</a:t>
            </a:r>
            <a:endParaRPr lang="ko-KR" altLang="en-US" sz="800" dirty="0">
              <a:solidFill>
                <a:schemeClr val="tx1">
                  <a:lumMod val="75000"/>
                  <a:lumOff val="25000"/>
                </a:schemeClr>
              </a:solidFill>
              <a:latin typeface="+mn-ea"/>
            </a:endParaRPr>
          </a:p>
        </p:txBody>
      </p:sp>
      <p:grpSp>
        <p:nvGrpSpPr>
          <p:cNvPr id="764" name="그룹 763"/>
          <p:cNvGrpSpPr/>
          <p:nvPr/>
        </p:nvGrpSpPr>
        <p:grpSpPr>
          <a:xfrm>
            <a:off x="2281275" y="12407841"/>
            <a:ext cx="476621" cy="246521"/>
            <a:chOff x="4507235" y="5656578"/>
            <a:chExt cx="476621" cy="246521"/>
          </a:xfrm>
        </p:grpSpPr>
        <p:pic>
          <p:nvPicPr>
            <p:cNvPr id="765" name="Picture 3"/>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4507235" y="5656578"/>
              <a:ext cx="190500" cy="190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66" name="직사각형 765"/>
            <p:cNvSpPr/>
            <p:nvPr/>
          </p:nvSpPr>
          <p:spPr>
            <a:xfrm>
              <a:off x="4650110" y="5687655"/>
              <a:ext cx="333746" cy="215444"/>
            </a:xfrm>
            <a:prstGeom prst="rect">
              <a:avLst/>
            </a:prstGeom>
          </p:spPr>
          <p:txBody>
            <a:bodyPr wrap="none">
              <a:spAutoFit/>
            </a:bodyPr>
            <a:lstStyle/>
            <a:p>
              <a:r>
                <a:rPr lang="en-US" altLang="ko-KR" sz="800" dirty="0" smtClean="0">
                  <a:latin typeface="+mn-ea"/>
                  <a:ea typeface="+mn-ea"/>
                </a:rPr>
                <a:t>24</a:t>
              </a:r>
              <a:r>
                <a:rPr lang="ko-KR" altLang="en-US" sz="800" dirty="0" smtClean="0">
                  <a:latin typeface="+mn-ea"/>
                  <a:ea typeface="+mn-ea"/>
                </a:rPr>
                <a:t> </a:t>
              </a:r>
              <a:endParaRPr lang="ko-KR" altLang="en-US" sz="800" dirty="0">
                <a:latin typeface="+mn-ea"/>
                <a:ea typeface="+mn-ea"/>
              </a:endParaRPr>
            </a:p>
          </p:txBody>
        </p:sp>
      </p:grpSp>
      <p:grpSp>
        <p:nvGrpSpPr>
          <p:cNvPr id="21" name="그룹 20"/>
          <p:cNvGrpSpPr/>
          <p:nvPr/>
        </p:nvGrpSpPr>
        <p:grpSpPr>
          <a:xfrm>
            <a:off x="7179157" y="12812389"/>
            <a:ext cx="959008" cy="265604"/>
            <a:chOff x="7179157" y="12812389"/>
            <a:chExt cx="959008" cy="265604"/>
          </a:xfrm>
        </p:grpSpPr>
        <p:sp>
          <p:nvSpPr>
            <p:cNvPr id="597" name="직사각형 596"/>
            <p:cNvSpPr/>
            <p:nvPr/>
          </p:nvSpPr>
          <p:spPr>
            <a:xfrm>
              <a:off x="7238165" y="12825993"/>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788" name="직사각형 787"/>
            <p:cNvSpPr/>
            <p:nvPr/>
          </p:nvSpPr>
          <p:spPr>
            <a:xfrm>
              <a:off x="7179157" y="12812389"/>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821" name="그룹 820"/>
          <p:cNvGrpSpPr/>
          <p:nvPr/>
        </p:nvGrpSpPr>
        <p:grpSpPr>
          <a:xfrm>
            <a:off x="2269654" y="8613576"/>
            <a:ext cx="6267601" cy="6624736"/>
            <a:chOff x="1100571" y="3167889"/>
            <a:chExt cx="6267601" cy="6624736"/>
          </a:xfrm>
        </p:grpSpPr>
        <p:sp>
          <p:nvSpPr>
            <p:cNvPr id="822" name="직사각형 821"/>
            <p:cNvSpPr/>
            <p:nvPr/>
          </p:nvSpPr>
          <p:spPr>
            <a:xfrm>
              <a:off x="1100571" y="3176973"/>
              <a:ext cx="6265905" cy="6615652"/>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823" name="직사각형 822"/>
            <p:cNvSpPr/>
            <p:nvPr/>
          </p:nvSpPr>
          <p:spPr>
            <a:xfrm>
              <a:off x="1100572" y="3168288"/>
              <a:ext cx="6267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824" name="직사각형 823"/>
            <p:cNvSpPr/>
            <p:nvPr/>
          </p:nvSpPr>
          <p:spPr>
            <a:xfrm>
              <a:off x="1109761" y="3201232"/>
              <a:ext cx="837089" cy="215444"/>
            </a:xfrm>
            <a:prstGeom prst="rect">
              <a:avLst/>
            </a:prstGeom>
          </p:spPr>
          <p:txBody>
            <a:bodyPr wrap="none">
              <a:spAutoFit/>
            </a:bodyPr>
            <a:lstStyle/>
            <a:p>
              <a:r>
                <a:rPr lang="ko-KR" altLang="en-US" sz="800" b="1" dirty="0" smtClean="0">
                  <a:solidFill>
                    <a:schemeClr val="bg1"/>
                  </a:solidFill>
                  <a:latin typeface="+mn-ea"/>
                  <a:ea typeface="+mn-ea"/>
                </a:rPr>
                <a:t>나의 학습기록</a:t>
              </a:r>
              <a:endParaRPr lang="ko-KR" altLang="en-US" sz="800" b="1" dirty="0">
                <a:solidFill>
                  <a:schemeClr val="bg1"/>
                </a:solidFill>
                <a:latin typeface="+mn-ea"/>
                <a:ea typeface="+mn-ea"/>
              </a:endParaRPr>
            </a:p>
          </p:txBody>
        </p:sp>
        <p:sp>
          <p:nvSpPr>
            <p:cNvPr id="825" name="직사각형 824"/>
            <p:cNvSpPr/>
            <p:nvPr/>
          </p:nvSpPr>
          <p:spPr>
            <a:xfrm>
              <a:off x="7083705"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826" name="그룹 825"/>
          <p:cNvGrpSpPr/>
          <p:nvPr/>
        </p:nvGrpSpPr>
        <p:grpSpPr>
          <a:xfrm>
            <a:off x="2319337" y="8963213"/>
            <a:ext cx="6165526" cy="1941284"/>
            <a:chOff x="726805" y="3033536"/>
            <a:chExt cx="6165526" cy="1941284"/>
          </a:xfrm>
        </p:grpSpPr>
        <p:sp>
          <p:nvSpPr>
            <p:cNvPr id="827" name="직사각형 826"/>
            <p:cNvSpPr/>
            <p:nvPr/>
          </p:nvSpPr>
          <p:spPr>
            <a:xfrm>
              <a:off x="726805" y="3033536"/>
              <a:ext cx="6156441" cy="194128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28" name="그룹 827"/>
            <p:cNvGrpSpPr/>
            <p:nvPr/>
          </p:nvGrpSpPr>
          <p:grpSpPr>
            <a:xfrm>
              <a:off x="736331" y="3122498"/>
              <a:ext cx="6156000" cy="254124"/>
              <a:chOff x="1254113" y="4211563"/>
              <a:chExt cx="6156000" cy="254124"/>
            </a:xfrm>
          </p:grpSpPr>
          <p:sp>
            <p:nvSpPr>
              <p:cNvPr id="829" name="직사각형 82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수강생 정보</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830" name="직선 연결선 829"/>
              <p:cNvCxnSpPr/>
              <p:nvPr/>
            </p:nvCxnSpPr>
            <p:spPr>
              <a:xfrm>
                <a:off x="1254113" y="4465687"/>
                <a:ext cx="615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831" name="Group 37"/>
          <p:cNvGraphicFramePr>
            <a:graphicFrameLocks noGrp="1"/>
          </p:cNvGraphicFramePr>
          <p:nvPr>
            <p:extLst>
              <p:ext uri="{D42A27DB-BD31-4B8C-83A1-F6EECF244321}">
                <p14:modId xmlns:p14="http://schemas.microsoft.com/office/powerpoint/2010/main" val="84256223"/>
              </p:ext>
            </p:extLst>
          </p:nvPr>
        </p:nvGraphicFramePr>
        <p:xfrm>
          <a:off x="3320660" y="9334668"/>
          <a:ext cx="5069674" cy="1542984"/>
        </p:xfrm>
        <a:graphic>
          <a:graphicData uri="http://schemas.openxmlformats.org/drawingml/2006/table">
            <a:tbl>
              <a:tblPr/>
              <a:tblGrid>
                <a:gridCol w="900605"/>
                <a:gridCol w="4169069"/>
              </a:tblGrid>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평생교육원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학위과정</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홍*동</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학번</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K2023***47</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grpSp>
        <p:nvGrpSpPr>
          <p:cNvPr id="832" name="그룹 831"/>
          <p:cNvGrpSpPr/>
          <p:nvPr/>
        </p:nvGrpSpPr>
        <p:grpSpPr>
          <a:xfrm>
            <a:off x="2502599" y="9746734"/>
            <a:ext cx="720000" cy="720000"/>
            <a:chOff x="2887095" y="2655961"/>
            <a:chExt cx="720000" cy="720000"/>
          </a:xfrm>
        </p:grpSpPr>
        <p:sp>
          <p:nvSpPr>
            <p:cNvPr id="833" name="직사각형 832"/>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834" name="Picture 2"/>
            <p:cNvPicPr preferRelativeResize="0">
              <a:picLocks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835" name="그룹 834"/>
          <p:cNvGrpSpPr/>
          <p:nvPr/>
        </p:nvGrpSpPr>
        <p:grpSpPr>
          <a:xfrm>
            <a:off x="2315145" y="11003529"/>
            <a:ext cx="6165526" cy="3785801"/>
            <a:chOff x="726805" y="3033535"/>
            <a:chExt cx="6165526" cy="3785801"/>
          </a:xfrm>
        </p:grpSpPr>
        <p:sp>
          <p:nvSpPr>
            <p:cNvPr id="836" name="직사각형 835"/>
            <p:cNvSpPr/>
            <p:nvPr/>
          </p:nvSpPr>
          <p:spPr>
            <a:xfrm>
              <a:off x="726805" y="3033535"/>
              <a:ext cx="6163200" cy="378580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7" name="그룹 836"/>
            <p:cNvGrpSpPr/>
            <p:nvPr/>
          </p:nvGrpSpPr>
          <p:grpSpPr>
            <a:xfrm>
              <a:off x="736331" y="3093923"/>
              <a:ext cx="6156000" cy="282699"/>
              <a:chOff x="1254113" y="4182988"/>
              <a:chExt cx="6156000" cy="282699"/>
            </a:xfrm>
          </p:grpSpPr>
          <p:sp>
            <p:nvSpPr>
              <p:cNvPr id="838" name="직사각형 837"/>
              <p:cNvSpPr/>
              <p:nvPr/>
            </p:nvSpPr>
            <p:spPr>
              <a:xfrm>
                <a:off x="1286430" y="4182988"/>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주차별 학습기록</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856" name="직선 연결선 855"/>
              <p:cNvCxnSpPr/>
              <p:nvPr/>
            </p:nvCxnSpPr>
            <p:spPr>
              <a:xfrm>
                <a:off x="1254113" y="4465687"/>
                <a:ext cx="615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857" name="직사각형 856"/>
          <p:cNvSpPr/>
          <p:nvPr/>
        </p:nvSpPr>
        <p:spPr>
          <a:xfrm>
            <a:off x="7081712" y="11072174"/>
            <a:ext cx="1543696" cy="217339"/>
          </a:xfrm>
          <a:prstGeom prst="rect">
            <a:avLst/>
          </a:prstGeom>
        </p:spPr>
        <p:txBody>
          <a:bodyPr wrap="square">
            <a:spAutoFit/>
          </a:bodyPr>
          <a:lstStyle/>
          <a:p>
            <a:r>
              <a:rPr lang="en-US" altLang="ko-KR" sz="800" dirty="0" smtClean="0">
                <a:solidFill>
                  <a:srgbClr val="0070C0"/>
                </a:solidFill>
                <a:latin typeface="+mn-ea"/>
                <a:ea typeface="+mn-ea"/>
              </a:rPr>
              <a:t>O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출석</a:t>
            </a:r>
            <a:r>
              <a:rPr lang="en-US" altLang="ko-KR" sz="800" dirty="0" smtClean="0">
                <a:solidFill>
                  <a:srgbClr val="0070C0"/>
                </a:solidFill>
                <a:latin typeface="+mn-ea"/>
                <a:ea typeface="+mn-ea"/>
              </a:rPr>
              <a:t>, </a:t>
            </a:r>
            <a:r>
              <a:rPr lang="ko-KR" altLang="en-US" sz="800" dirty="0" smtClean="0">
                <a:solidFill>
                  <a:srgbClr val="ED8013"/>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지각</a:t>
            </a:r>
            <a:r>
              <a:rPr lang="en-US" altLang="ko-KR" sz="800" dirty="0" smtClean="0">
                <a:solidFill>
                  <a:srgbClr val="ED8013"/>
                </a:solidFill>
                <a:latin typeface="+mn-ea"/>
                <a:ea typeface="+mn-ea"/>
              </a:rPr>
              <a:t>, </a:t>
            </a:r>
            <a:r>
              <a:rPr lang="en-US" altLang="ko-KR" sz="800" dirty="0" smtClean="0">
                <a:solidFill>
                  <a:srgbClr val="FF0000"/>
                </a:solidFill>
                <a:latin typeface="+mn-ea"/>
                <a:ea typeface="+mn-ea"/>
              </a:rPr>
              <a:t>X</a:t>
            </a:r>
            <a:r>
              <a:rPr lang="ko-KR" altLang="en-US" sz="800" dirty="0">
                <a:solidFill>
                  <a:srgbClr val="FF0000"/>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결석</a:t>
            </a:r>
            <a:endParaRPr lang="ko-KR" altLang="en-US" sz="800" dirty="0">
              <a:solidFill>
                <a:schemeClr val="tx1">
                  <a:lumMod val="75000"/>
                  <a:lumOff val="25000"/>
                </a:schemeClr>
              </a:solidFill>
              <a:latin typeface="+mn-ea"/>
              <a:ea typeface="+mn-ea"/>
            </a:endParaRPr>
          </a:p>
        </p:txBody>
      </p:sp>
      <p:graphicFrame>
        <p:nvGraphicFramePr>
          <p:cNvPr id="859" name="표 858"/>
          <p:cNvGraphicFramePr>
            <a:graphicFrameLocks noGrp="1"/>
          </p:cNvGraphicFramePr>
          <p:nvPr>
            <p:extLst>
              <p:ext uri="{D42A27DB-BD31-4B8C-83A1-F6EECF244321}">
                <p14:modId xmlns:p14="http://schemas.microsoft.com/office/powerpoint/2010/main" val="675496198"/>
              </p:ext>
            </p:extLst>
          </p:nvPr>
        </p:nvGraphicFramePr>
        <p:xfrm>
          <a:off x="2383099" y="11433529"/>
          <a:ext cx="6023736" cy="3266620"/>
        </p:xfrm>
        <a:graphic>
          <a:graphicData uri="http://schemas.openxmlformats.org/drawingml/2006/table">
            <a:tbl>
              <a:tblPr firstRow="1" bandRow="1">
                <a:tableStyleId>{5C22544A-7EE6-4342-B048-85BDC9FD1C3A}</a:tableStyleId>
              </a:tblPr>
              <a:tblGrid>
                <a:gridCol w="6023736"/>
              </a:tblGrid>
              <a:tr h="334461">
                <a:tc>
                  <a:txBody>
                    <a:bodyPr/>
                    <a:lstStyle/>
                    <a:p>
                      <a:pPr algn="l" latinLnBrk="1"/>
                      <a:r>
                        <a:rPr lang="en-US" altLang="ko-KR" sz="800" b="1" dirty="0" smtClean="0">
                          <a:solidFill>
                            <a:schemeClr val="tx1">
                              <a:lumMod val="75000"/>
                              <a:lumOff val="25000"/>
                            </a:schemeClr>
                          </a:solidFill>
                          <a:latin typeface="+mn-ea"/>
                          <a:ea typeface="+mn-ea"/>
                        </a:rPr>
                        <a:t>3</a:t>
                      </a:r>
                      <a:r>
                        <a:rPr lang="ko-KR" altLang="en-US" sz="800" b="1" dirty="0" smtClean="0">
                          <a:solidFill>
                            <a:schemeClr val="tx1">
                              <a:lumMod val="75000"/>
                              <a:lumOff val="25000"/>
                            </a:schemeClr>
                          </a:solidFill>
                          <a:latin typeface="+mn-ea"/>
                          <a:ea typeface="+mn-ea"/>
                        </a:rPr>
                        <a:t>주차 학습기록</a:t>
                      </a:r>
                      <a:endParaRPr lang="en-US" altLang="ko-KR" sz="800" b="1" dirty="0" smtClean="0">
                        <a:solidFill>
                          <a:schemeClr val="tx1">
                            <a:lumMod val="75000"/>
                            <a:lumOff val="25000"/>
                          </a:schemeClr>
                        </a:solidFill>
                        <a:latin typeface="+mn-ea"/>
                        <a:ea typeface="+mn-ea"/>
                      </a:endParaRPr>
                    </a:p>
                    <a:p>
                      <a:pPr algn="l" latinLnBrk="1"/>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tx2">
                        <a:lumMod val="10000"/>
                        <a:lumOff val="90000"/>
                      </a:schemeClr>
                    </a:solidFill>
                  </a:tcPr>
                </a:tc>
              </a:tr>
              <a:tr h="2931340">
                <a:tc>
                  <a:txBody>
                    <a:bodyPr/>
                    <a:lstStyle/>
                    <a:p>
                      <a:pPr algn="l" latinLnBrk="1"/>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864" name="Rectangle 122"/>
          <p:cNvSpPr>
            <a:spLocks noChangeArrowheads="1"/>
          </p:cNvSpPr>
          <p:nvPr/>
        </p:nvSpPr>
        <p:spPr bwMode="auto">
          <a:xfrm>
            <a:off x="3283299" y="11083014"/>
            <a:ext cx="90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a:solidFill>
                  <a:schemeClr val="tx1">
                    <a:lumMod val="75000"/>
                    <a:lumOff val="25000"/>
                  </a:schemeClr>
                </a:solidFill>
                <a:latin typeface="+mn-ea"/>
                <a:ea typeface="+mn-ea"/>
              </a:rPr>
              <a:t>3</a:t>
            </a:r>
            <a:r>
              <a:rPr lang="ko-KR" altLang="en-US" sz="800" kern="0" dirty="0" smtClean="0">
                <a:solidFill>
                  <a:schemeClr val="tx1">
                    <a:lumMod val="75000"/>
                    <a:lumOff val="25000"/>
                  </a:schemeClr>
                </a:solidFill>
                <a:latin typeface="+mn-ea"/>
                <a:ea typeface="+mn-ea"/>
              </a:rPr>
              <a:t>주차          ▼ </a:t>
            </a:r>
            <a:endParaRPr lang="ko-KR" altLang="en-US" sz="800" kern="0" dirty="0">
              <a:solidFill>
                <a:schemeClr val="tx1">
                  <a:lumMod val="75000"/>
                  <a:lumOff val="25000"/>
                </a:schemeClr>
              </a:solidFill>
              <a:latin typeface="+mn-ea"/>
              <a:ea typeface="+mn-ea"/>
            </a:endParaRPr>
          </a:p>
        </p:txBody>
      </p:sp>
      <p:sp>
        <p:nvSpPr>
          <p:cNvPr id="865" name="직사각형 864"/>
          <p:cNvSpPr/>
          <p:nvPr/>
        </p:nvSpPr>
        <p:spPr>
          <a:xfrm>
            <a:off x="5539037" y="11493936"/>
            <a:ext cx="2937022" cy="180000"/>
          </a:xfrm>
          <a:prstGeom prst="rect">
            <a:avLst/>
          </a:prstGeom>
          <a:noFill/>
          <a:ln>
            <a:noFill/>
          </a:ln>
        </p:spPr>
        <p:txBody>
          <a:bodyPr wrap="none">
            <a:spAutoFit/>
          </a:bodyPr>
          <a:lstStyle/>
          <a:p>
            <a:r>
              <a:rPr lang="en-US" altLang="ko-KR" sz="800" b="1" dirty="0">
                <a:solidFill>
                  <a:srgbClr val="FF0000"/>
                </a:solidFill>
                <a:latin typeface="+mn-ea"/>
                <a:ea typeface="+mn-ea"/>
              </a:rPr>
              <a:t>X</a:t>
            </a:r>
            <a:r>
              <a:rPr lang="ko-KR" altLang="en-US" sz="800" b="1" dirty="0">
                <a:solidFill>
                  <a:srgbClr val="FF0000"/>
                </a:solidFill>
                <a:latin typeface="+mn-ea"/>
                <a:ea typeface="+mn-ea"/>
              </a:rPr>
              <a:t> </a:t>
            </a:r>
            <a:r>
              <a:rPr lang="ko-KR" altLang="en-US" sz="800" dirty="0" smtClean="0">
                <a:solidFill>
                  <a:schemeClr val="tx1">
                    <a:lumMod val="75000"/>
                    <a:lumOff val="25000"/>
                  </a:schemeClr>
                </a:solidFill>
                <a:latin typeface="+mn-ea"/>
                <a:ea typeface="+mn-ea"/>
              </a:rPr>
              <a:t>결석</a:t>
            </a:r>
            <a:r>
              <a:rPr lang="ko-KR" altLang="en-US" sz="800" b="1" dirty="0" smtClean="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a:t>
            </a:r>
            <a:r>
              <a:rPr lang="en-US" altLang="ko-KR" sz="800" dirty="0" smtClean="0">
                <a:solidFill>
                  <a:schemeClr val="tx1">
                    <a:lumMod val="75000"/>
                    <a:lumOff val="25000"/>
                  </a:schemeClr>
                </a:solidFill>
                <a:latin typeface="+mn-ea"/>
                <a:ea typeface="+mn-ea"/>
              </a:rPr>
              <a:t> 106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학습시간 </a:t>
            </a:r>
            <a:r>
              <a:rPr lang="en-US" altLang="ko-KR" sz="800" dirty="0" smtClean="0">
                <a:solidFill>
                  <a:schemeClr val="tx1">
                    <a:lumMod val="75000"/>
                    <a:lumOff val="25000"/>
                  </a:schemeClr>
                </a:solidFill>
                <a:latin typeface="+mn-ea"/>
                <a:ea typeface="+mn-ea"/>
              </a:rPr>
              <a:t>10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30</a:t>
            </a:r>
            <a:r>
              <a:rPr lang="ko-KR" altLang="en-US" sz="800" dirty="0" smtClean="0">
                <a:solidFill>
                  <a:schemeClr val="tx1">
                    <a:lumMod val="75000"/>
                    <a:lumOff val="25000"/>
                  </a:schemeClr>
                </a:solidFill>
                <a:latin typeface="+mn-ea"/>
                <a:ea typeface="+mn-ea"/>
              </a:rPr>
              <a:t>초</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기간 후 </a:t>
            </a:r>
            <a:r>
              <a:rPr lang="en-US" altLang="ko-KR" sz="800" dirty="0" smtClean="0">
                <a:solidFill>
                  <a:schemeClr val="tx1">
                    <a:lumMod val="75000"/>
                    <a:lumOff val="25000"/>
                  </a:schemeClr>
                </a:solidFill>
                <a:latin typeface="+mn-ea"/>
                <a:ea typeface="+mn-ea"/>
              </a:rPr>
              <a:t>: 5</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30</a:t>
            </a:r>
            <a:r>
              <a:rPr lang="ko-KR" altLang="en-US" sz="800" dirty="0" smtClean="0">
                <a:solidFill>
                  <a:schemeClr val="tx1">
                    <a:lumMod val="75000"/>
                    <a:lumOff val="25000"/>
                  </a:schemeClr>
                </a:solidFill>
                <a:latin typeface="+mn-ea"/>
                <a:ea typeface="+mn-ea"/>
              </a:rPr>
              <a:t>초</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aphicFrame>
        <p:nvGraphicFramePr>
          <p:cNvPr id="870" name="표 869"/>
          <p:cNvGraphicFramePr>
            <a:graphicFrameLocks noGrp="1"/>
          </p:cNvGraphicFramePr>
          <p:nvPr>
            <p:extLst>
              <p:ext uri="{D42A27DB-BD31-4B8C-83A1-F6EECF244321}">
                <p14:modId xmlns:p14="http://schemas.microsoft.com/office/powerpoint/2010/main" val="4046438871"/>
              </p:ext>
            </p:extLst>
          </p:nvPr>
        </p:nvGraphicFramePr>
        <p:xfrm>
          <a:off x="2432720" y="11875464"/>
          <a:ext cx="5919513" cy="1958712"/>
        </p:xfrm>
        <a:graphic>
          <a:graphicData uri="http://schemas.openxmlformats.org/drawingml/2006/table">
            <a:tbl>
              <a:tblPr firstRow="1" bandRow="1">
                <a:tableStyleId>{5C22544A-7EE6-4342-B048-85BDC9FD1C3A}</a:tableStyleId>
              </a:tblPr>
              <a:tblGrid>
                <a:gridCol w="5919513"/>
              </a:tblGrid>
              <a:tr h="262181">
                <a:tc>
                  <a:txBody>
                    <a:bodyPr/>
                    <a:lstStyle/>
                    <a:p>
                      <a:pPr algn="l" latinLnBrk="1"/>
                      <a:r>
                        <a:rPr lang="en-US" altLang="ko-KR" sz="800" b="0" dirty="0" smtClean="0">
                          <a:solidFill>
                            <a:schemeClr val="tx1">
                              <a:lumMod val="75000"/>
                              <a:lumOff val="25000"/>
                            </a:schemeClr>
                          </a:solidFill>
                          <a:latin typeface="+mn-ea"/>
                          <a:ea typeface="+mn-ea"/>
                        </a:rPr>
                        <a:t>[ 1</a:t>
                      </a:r>
                      <a:r>
                        <a:rPr lang="ko-KR" altLang="en-US" sz="800" b="0" dirty="0" smtClean="0">
                          <a:solidFill>
                            <a:schemeClr val="tx1">
                              <a:lumMod val="75000"/>
                              <a:lumOff val="25000"/>
                            </a:schemeClr>
                          </a:solidFill>
                          <a:latin typeface="+mn-ea"/>
                          <a:ea typeface="+mn-ea"/>
                        </a:rPr>
                        <a:t>차시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차시제목</a:t>
                      </a:r>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385891">
                <a:tc>
                  <a:txBody>
                    <a:bodyPr/>
                    <a:lstStyle/>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533400">
                <a:tc>
                  <a:txBody>
                    <a:bodyPr/>
                    <a:lstStyle/>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871" name="직사각형 870"/>
          <p:cNvSpPr/>
          <p:nvPr/>
        </p:nvSpPr>
        <p:spPr>
          <a:xfrm>
            <a:off x="7617296" y="11955461"/>
            <a:ext cx="595035" cy="215444"/>
          </a:xfrm>
          <a:prstGeom prst="rect">
            <a:avLst/>
          </a:prstGeom>
        </p:spPr>
        <p:txBody>
          <a:bodyPr wrap="none">
            <a:spAutoFit/>
          </a:bodyPr>
          <a:lstStyle/>
          <a:p>
            <a:r>
              <a:rPr lang="ko-KR" altLang="en-US" sz="800" dirty="0" smtClean="0">
                <a:solidFill>
                  <a:srgbClr val="0070C0"/>
                </a:solidFill>
                <a:latin typeface="+mn-ea"/>
                <a:ea typeface="+mn-ea"/>
                <a:sym typeface="Wingdings" pitchFamily="2" charset="2"/>
              </a:rPr>
              <a:t>학습완료</a:t>
            </a:r>
            <a:endParaRPr lang="ko-KR" altLang="en-US" sz="800" dirty="0">
              <a:solidFill>
                <a:srgbClr val="0070C0"/>
              </a:solidFill>
              <a:latin typeface="+mn-ea"/>
              <a:ea typeface="+mn-ea"/>
            </a:endParaRPr>
          </a:p>
        </p:txBody>
      </p:sp>
      <p:graphicFrame>
        <p:nvGraphicFramePr>
          <p:cNvPr id="876" name="표 875"/>
          <p:cNvGraphicFramePr>
            <a:graphicFrameLocks noGrp="1"/>
          </p:cNvGraphicFramePr>
          <p:nvPr>
            <p:extLst>
              <p:ext uri="{D42A27DB-BD31-4B8C-83A1-F6EECF244321}">
                <p14:modId xmlns:p14="http://schemas.microsoft.com/office/powerpoint/2010/main" val="2182249605"/>
              </p:ext>
            </p:extLst>
          </p:nvPr>
        </p:nvGraphicFramePr>
        <p:xfrm>
          <a:off x="2499396" y="12607673"/>
          <a:ext cx="5776815" cy="1148170"/>
        </p:xfrm>
        <a:graphic>
          <a:graphicData uri="http://schemas.openxmlformats.org/drawingml/2006/table">
            <a:tbl>
              <a:tblPr firstRow="1" bandRow="1">
                <a:tableStyleId>{5C22544A-7EE6-4342-B048-85BDC9FD1C3A}</a:tableStyleId>
              </a:tblPr>
              <a:tblGrid>
                <a:gridCol w="5776815"/>
              </a:tblGrid>
              <a:tr h="229634">
                <a:tc>
                  <a:txBody>
                    <a:bodyPr/>
                    <a:lstStyle/>
                    <a:p>
                      <a:pPr algn="l" latinLnBrk="1"/>
                      <a:r>
                        <a:rPr lang="ko-KR" altLang="en-US" sz="800" b="0" dirty="0" smtClean="0">
                          <a:solidFill>
                            <a:schemeClr val="tx1">
                              <a:lumMod val="75000"/>
                              <a:lumOff val="25000"/>
                            </a:schemeClr>
                          </a:solidFill>
                          <a:latin typeface="+mn-ea"/>
                          <a:ea typeface="+mn-ea"/>
                        </a:rPr>
                        <a:t>학습기록</a:t>
                      </a:r>
                      <a:endParaRPr lang="ko-KR" altLang="en-US" sz="800" b="0" dirty="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0E6EE"/>
                    </a:solidFill>
                  </a:tcPr>
                </a:tc>
              </a:tr>
              <a:tr h="229634">
                <a:tc>
                  <a:txBody>
                    <a:bodyPr/>
                    <a:lstStyle/>
                    <a:p>
                      <a:pPr algn="l" latinLnBrk="1"/>
                      <a:r>
                        <a:rPr lang="en-US" altLang="ko-KR" sz="800" b="0" dirty="0" smtClean="0">
                          <a:solidFill>
                            <a:schemeClr val="tx1">
                              <a:lumMod val="75000"/>
                              <a:lumOff val="25000"/>
                            </a:schemeClr>
                          </a:solidFill>
                          <a:latin typeface="+mn-ea"/>
                          <a:ea typeface="+mn-ea"/>
                        </a:rPr>
                        <a:t>316    2025.03.15 16:28:32    [1] 25:34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315    2025.03.15 16:25:32    [1] 22:33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314    2025.03.15 16:22:32    [1] 19:35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313    2025.03.15 16:19:32    [1] 16:34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sp>
        <p:nvSpPr>
          <p:cNvPr id="877" name="Track"/>
          <p:cNvSpPr>
            <a:spLocks/>
          </p:cNvSpPr>
          <p:nvPr>
            <p:custDataLst>
              <p:tags r:id="rId1"/>
            </p:custDataLst>
          </p:nvPr>
        </p:nvSpPr>
        <p:spPr bwMode="auto">
          <a:xfrm>
            <a:off x="8222168" y="12845476"/>
            <a:ext cx="43200" cy="9000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600" dirty="0">
                <a:solidFill>
                  <a:srgbClr val="262626"/>
                </a:solidFill>
                <a:latin typeface="+mn-ea"/>
                <a:cs typeface="Calibri" pitchFamily="34" charset="0"/>
              </a:rPr>
              <a:t>▲</a:t>
            </a: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smtClean="0">
              <a:solidFill>
                <a:srgbClr val="262626"/>
              </a:solidFill>
              <a:latin typeface="+mn-ea"/>
              <a:cs typeface="Calibri" pitchFamily="34" charset="0"/>
            </a:endParaRPr>
          </a:p>
          <a:p>
            <a:pPr algn="ctr" defTabSz="851489" fontAlgn="base">
              <a:spcBef>
                <a:spcPct val="0"/>
              </a:spcBef>
              <a:spcAft>
                <a:spcPct val="0"/>
              </a:spcAft>
              <a:defRPr/>
            </a:pPr>
            <a:endParaRPr lang="en-US" sz="600" dirty="0">
              <a:solidFill>
                <a:srgbClr val="262626"/>
              </a:solidFill>
              <a:latin typeface="+mn-ea"/>
              <a:cs typeface="Calibri" pitchFamily="34" charset="0"/>
            </a:endParaRPr>
          </a:p>
          <a:p>
            <a:pPr algn="ctr" defTabSz="851489" fontAlgn="base">
              <a:spcBef>
                <a:spcPct val="0"/>
              </a:spcBef>
              <a:spcAft>
                <a:spcPct val="0"/>
              </a:spcAft>
              <a:defRPr/>
            </a:pPr>
            <a:endParaRPr kumimoji="1" lang="en-US" sz="600" dirty="0">
              <a:solidFill>
                <a:srgbClr val="262626"/>
              </a:solidFill>
              <a:latin typeface="+mn-ea"/>
              <a:cs typeface="Calibri" pitchFamily="34" charset="0"/>
            </a:endParaRPr>
          </a:p>
          <a:p>
            <a:pPr algn="ctr" defTabSz="851489" fontAlgn="base">
              <a:spcBef>
                <a:spcPct val="0"/>
              </a:spcBef>
              <a:spcAft>
                <a:spcPct val="0"/>
              </a:spcAft>
              <a:defRPr/>
            </a:pPr>
            <a:r>
              <a:rPr kumimoji="1" lang="en-US" sz="600" dirty="0">
                <a:solidFill>
                  <a:srgbClr val="262626"/>
                </a:solidFill>
                <a:latin typeface="+mn-ea"/>
                <a:cs typeface="Calibri" pitchFamily="34" charset="0"/>
              </a:rPr>
              <a:t>▼</a:t>
            </a:r>
          </a:p>
        </p:txBody>
      </p:sp>
      <p:grpSp>
        <p:nvGrpSpPr>
          <p:cNvPr id="878" name="그룹 877"/>
          <p:cNvGrpSpPr/>
          <p:nvPr/>
        </p:nvGrpSpPr>
        <p:grpSpPr>
          <a:xfrm>
            <a:off x="2516523" y="12216454"/>
            <a:ext cx="3785177" cy="216024"/>
            <a:chOff x="2535573" y="17633988"/>
            <a:chExt cx="3785177" cy="216024"/>
          </a:xfrm>
        </p:grpSpPr>
        <p:sp>
          <p:nvSpPr>
            <p:cNvPr id="879" name="직사각형 878"/>
            <p:cNvSpPr/>
            <p:nvPr/>
          </p:nvSpPr>
          <p:spPr>
            <a:xfrm>
              <a:off x="2878685" y="17634568"/>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882" name="직사각형 881"/>
            <p:cNvSpPr/>
            <p:nvPr/>
          </p:nvSpPr>
          <p:spPr>
            <a:xfrm>
              <a:off x="3661048" y="17633988"/>
              <a:ext cx="2659702" cy="215444"/>
            </a:xfrm>
            <a:prstGeom prst="rect">
              <a:avLst/>
            </a:prstGeom>
          </p:spPr>
          <p:txBody>
            <a:bodyPr wrap="none">
              <a:spAutoFit/>
            </a:bodyPr>
            <a:lstStyle/>
            <a:p>
              <a:r>
                <a:rPr lang="ko-KR" altLang="en-US" sz="800" dirty="0" smtClean="0">
                  <a:solidFill>
                    <a:schemeClr val="tx1">
                      <a:lumMod val="65000"/>
                      <a:lumOff val="35000"/>
                    </a:schemeClr>
                  </a:solidFill>
                  <a:latin typeface="+mn-ea"/>
                  <a:ea typeface="+mn-ea"/>
                </a:rPr>
                <a:t>학습기간 </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2025.03.05 ~ 2025.03.16</a:t>
              </a: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mn-ea"/>
                  <a:ea typeface="+mn-ea"/>
                </a:rPr>
                <a:t>20</a:t>
              </a:r>
              <a:r>
                <a:rPr lang="ko-KR" altLang="en-US" sz="800" dirty="0" smtClean="0">
                  <a:solidFill>
                    <a:schemeClr val="tx1">
                      <a:lumMod val="65000"/>
                      <a:lumOff val="35000"/>
                    </a:schemeClr>
                  </a:solidFill>
                  <a:latin typeface="+mn-ea"/>
                  <a:ea typeface="+mn-ea"/>
                  <a:sym typeface="Wingdings" pitchFamily="2" charset="2"/>
                </a:rPr>
                <a:t>분 </a:t>
              </a:r>
              <a:r>
                <a:rPr lang="en-US" altLang="ko-KR" sz="800" dirty="0" smtClean="0">
                  <a:solidFill>
                    <a:schemeClr val="tx1">
                      <a:lumMod val="65000"/>
                      <a:lumOff val="35000"/>
                    </a:schemeClr>
                  </a:solidFill>
                  <a:latin typeface="+mn-ea"/>
                  <a:ea typeface="+mn-ea"/>
                  <a:sym typeface="Wingdings" pitchFamily="2" charset="2"/>
                </a:rPr>
                <a:t>/ </a:t>
              </a:r>
              <a:r>
                <a:rPr lang="ko-KR" altLang="en-US" sz="800" dirty="0" smtClean="0">
                  <a:solidFill>
                    <a:schemeClr val="tx1">
                      <a:lumMod val="65000"/>
                      <a:lumOff val="35000"/>
                    </a:schemeClr>
                  </a:solidFill>
                  <a:latin typeface="+mn-ea"/>
                  <a:ea typeface="+mn-ea"/>
                  <a:sym typeface="Wingdings" pitchFamily="2" charset="2"/>
                </a:rPr>
                <a:t>출결대상 </a:t>
              </a:r>
              <a:endParaRPr lang="ko-KR" altLang="en-US" sz="800" dirty="0">
                <a:solidFill>
                  <a:srgbClr val="0070C0"/>
                </a:solidFill>
                <a:latin typeface="+mn-ea"/>
                <a:ea typeface="+mn-ea"/>
              </a:endParaRPr>
            </a:p>
          </p:txBody>
        </p:sp>
        <p:sp>
          <p:nvSpPr>
            <p:cNvPr id="883" name="순서도: 대체 처리 882"/>
            <p:cNvSpPr/>
            <p:nvPr/>
          </p:nvSpPr>
          <p:spPr bwMode="auto">
            <a:xfrm>
              <a:off x="2535573" y="17674508"/>
              <a:ext cx="360000" cy="126000"/>
            </a:xfrm>
            <a:prstGeom prst="flowChartAlternateProcess">
              <a:avLst/>
            </a:prstGeom>
            <a:solidFill>
              <a:schemeClr val="bg1"/>
            </a:solid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884" name="Picture 11"/>
          <p:cNvPicPr preferRelativeResize="0">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190893" y="1200748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885" name="표 884"/>
          <p:cNvGraphicFramePr>
            <a:graphicFrameLocks noGrp="1"/>
          </p:cNvGraphicFramePr>
          <p:nvPr>
            <p:extLst>
              <p:ext uri="{D42A27DB-BD31-4B8C-83A1-F6EECF244321}">
                <p14:modId xmlns:p14="http://schemas.microsoft.com/office/powerpoint/2010/main" val="937177823"/>
              </p:ext>
            </p:extLst>
          </p:nvPr>
        </p:nvGraphicFramePr>
        <p:xfrm>
          <a:off x="2432721" y="13942168"/>
          <a:ext cx="5928424" cy="648072"/>
        </p:xfrm>
        <a:graphic>
          <a:graphicData uri="http://schemas.openxmlformats.org/drawingml/2006/table">
            <a:tbl>
              <a:tblPr firstRow="1" bandRow="1">
                <a:tableStyleId>{5C22544A-7EE6-4342-B048-85BDC9FD1C3A}</a:tableStyleId>
              </a:tblPr>
              <a:tblGrid>
                <a:gridCol w="5928424"/>
              </a:tblGrid>
              <a:tr h="262181">
                <a:tc>
                  <a:txBody>
                    <a:bodyPr/>
                    <a:lstStyle/>
                    <a:p>
                      <a:pPr algn="l" latinLnBrk="1"/>
                      <a:r>
                        <a:rPr lang="en-US" altLang="ko-KR" sz="800" b="0" dirty="0" smtClean="0">
                          <a:solidFill>
                            <a:schemeClr val="tx1">
                              <a:lumMod val="75000"/>
                              <a:lumOff val="25000"/>
                            </a:schemeClr>
                          </a:solidFill>
                          <a:latin typeface="+mn-ea"/>
                          <a:ea typeface="+mn-ea"/>
                        </a:rPr>
                        <a:t>[ 2</a:t>
                      </a:r>
                      <a:r>
                        <a:rPr lang="ko-KR" altLang="en-US" sz="800" b="0" dirty="0" smtClean="0">
                          <a:solidFill>
                            <a:schemeClr val="tx1">
                              <a:lumMod val="75000"/>
                              <a:lumOff val="25000"/>
                            </a:schemeClr>
                          </a:solidFill>
                          <a:latin typeface="+mn-ea"/>
                          <a:ea typeface="+mn-ea"/>
                        </a:rPr>
                        <a:t>차시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차시제목</a:t>
                      </a:r>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385891">
                <a:tc>
                  <a:txBody>
                    <a:bodyPr/>
                    <a:lstStyle/>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887" name="그룹 886"/>
          <p:cNvGrpSpPr/>
          <p:nvPr/>
        </p:nvGrpSpPr>
        <p:grpSpPr>
          <a:xfrm>
            <a:off x="2528170" y="14302208"/>
            <a:ext cx="5776455" cy="225549"/>
            <a:chOff x="2547220" y="19674233"/>
            <a:chExt cx="5776455" cy="225549"/>
          </a:xfrm>
        </p:grpSpPr>
        <p:sp>
          <p:nvSpPr>
            <p:cNvPr id="888" name="직사각형 887"/>
            <p:cNvSpPr/>
            <p:nvPr/>
          </p:nvSpPr>
          <p:spPr>
            <a:xfrm>
              <a:off x="2878685" y="19674813"/>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889" name="직사각형 888"/>
            <p:cNvSpPr/>
            <p:nvPr/>
          </p:nvSpPr>
          <p:spPr>
            <a:xfrm>
              <a:off x="7761312" y="19684338"/>
              <a:ext cx="492443" cy="215444"/>
            </a:xfrm>
            <a:prstGeom prst="rect">
              <a:avLst/>
            </a:prstGeom>
          </p:spPr>
          <p:txBody>
            <a:bodyPr wrap="none">
              <a:spAutoFit/>
            </a:bodyPr>
            <a:lstStyle/>
            <a:p>
              <a:r>
                <a:rPr lang="ko-KR" altLang="en-US" sz="800" dirty="0" smtClean="0">
                  <a:solidFill>
                    <a:srgbClr val="0070C0"/>
                  </a:solidFill>
                  <a:latin typeface="+mn-ea"/>
                  <a:ea typeface="+mn-ea"/>
                  <a:sym typeface="Wingdings" pitchFamily="2" charset="2"/>
                </a:rPr>
                <a:t>학습</a:t>
              </a:r>
              <a:r>
                <a:rPr lang="ko-KR" altLang="en-US" sz="800" dirty="0">
                  <a:solidFill>
                    <a:srgbClr val="0070C0"/>
                  </a:solidFill>
                  <a:latin typeface="+mn-ea"/>
                  <a:ea typeface="+mn-ea"/>
                  <a:sym typeface="Wingdings" pitchFamily="2" charset="2"/>
                </a:rPr>
                <a:t>중</a:t>
              </a:r>
              <a:endParaRPr lang="ko-KR" altLang="en-US" sz="800" dirty="0">
                <a:solidFill>
                  <a:srgbClr val="0070C0"/>
                </a:solidFill>
                <a:latin typeface="+mn-ea"/>
                <a:ea typeface="+mn-ea"/>
              </a:endParaRPr>
            </a:p>
          </p:txBody>
        </p:sp>
        <p:sp>
          <p:nvSpPr>
            <p:cNvPr id="890" name="직사각형 889"/>
            <p:cNvSpPr/>
            <p:nvPr/>
          </p:nvSpPr>
          <p:spPr>
            <a:xfrm>
              <a:off x="3661048" y="19674233"/>
              <a:ext cx="2659702" cy="215444"/>
            </a:xfrm>
            <a:prstGeom prst="rect">
              <a:avLst/>
            </a:prstGeom>
          </p:spPr>
          <p:txBody>
            <a:bodyPr wrap="none">
              <a:spAutoFit/>
            </a:bodyPr>
            <a:lstStyle/>
            <a:p>
              <a:r>
                <a:rPr lang="ko-KR" altLang="en-US" sz="800" dirty="0" smtClean="0">
                  <a:solidFill>
                    <a:schemeClr val="tx1">
                      <a:lumMod val="65000"/>
                      <a:lumOff val="35000"/>
                    </a:schemeClr>
                  </a:solidFill>
                  <a:latin typeface="+mn-ea"/>
                  <a:ea typeface="+mn-ea"/>
                </a:rPr>
                <a:t>학습기간 </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2025.03.05 ~ 2025.03.16</a:t>
              </a: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mn-ea"/>
                  <a:ea typeface="+mn-ea"/>
                </a:rPr>
                <a:t>37</a:t>
              </a:r>
              <a:r>
                <a:rPr lang="ko-KR" altLang="en-US" sz="800" dirty="0" smtClean="0">
                  <a:solidFill>
                    <a:schemeClr val="tx1">
                      <a:lumMod val="65000"/>
                      <a:lumOff val="35000"/>
                    </a:schemeClr>
                  </a:solidFill>
                  <a:latin typeface="+mn-ea"/>
                  <a:ea typeface="+mn-ea"/>
                  <a:sym typeface="Wingdings" pitchFamily="2" charset="2"/>
                </a:rPr>
                <a:t>분 </a:t>
              </a:r>
              <a:r>
                <a:rPr lang="en-US" altLang="ko-KR" sz="800" dirty="0" smtClean="0">
                  <a:solidFill>
                    <a:schemeClr val="tx1">
                      <a:lumMod val="65000"/>
                      <a:lumOff val="35000"/>
                    </a:schemeClr>
                  </a:solidFill>
                  <a:latin typeface="+mn-ea"/>
                  <a:ea typeface="+mn-ea"/>
                  <a:sym typeface="Wingdings" pitchFamily="2" charset="2"/>
                </a:rPr>
                <a:t>/ </a:t>
              </a:r>
              <a:r>
                <a:rPr lang="ko-KR" altLang="en-US" sz="800" dirty="0" smtClean="0">
                  <a:solidFill>
                    <a:schemeClr val="tx1">
                      <a:lumMod val="65000"/>
                      <a:lumOff val="35000"/>
                    </a:schemeClr>
                  </a:solidFill>
                  <a:latin typeface="+mn-ea"/>
                  <a:ea typeface="+mn-ea"/>
                  <a:sym typeface="Wingdings" pitchFamily="2" charset="2"/>
                </a:rPr>
                <a:t>출결대상 </a:t>
              </a:r>
              <a:endParaRPr lang="ko-KR" altLang="en-US" sz="800" dirty="0">
                <a:solidFill>
                  <a:srgbClr val="0070C0"/>
                </a:solidFill>
                <a:latin typeface="+mn-ea"/>
                <a:ea typeface="+mn-ea"/>
              </a:endParaRPr>
            </a:p>
          </p:txBody>
        </p:sp>
        <p:pic>
          <p:nvPicPr>
            <p:cNvPr id="891"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247475" y="19751574"/>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92" name="순서도: 대체 처리 891"/>
            <p:cNvSpPr/>
            <p:nvPr/>
          </p:nvSpPr>
          <p:spPr bwMode="auto">
            <a:xfrm>
              <a:off x="2547220" y="19713443"/>
              <a:ext cx="360000" cy="126000"/>
            </a:xfrm>
            <a:prstGeom prst="flowChartAlternateProcess">
              <a:avLst/>
            </a:prstGeom>
            <a:solidFill>
              <a:schemeClr val="bg1"/>
            </a:solid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893" name="모서리가 둥근 직사각형 892"/>
          <p:cNvSpPr/>
          <p:nvPr/>
        </p:nvSpPr>
        <p:spPr>
          <a:xfrm>
            <a:off x="4953000" y="1491429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894" name="꺾인 연결선 893"/>
          <p:cNvCxnSpPr>
            <a:stCxn id="451" idx="1"/>
            <a:endCxn id="823" idx="0"/>
          </p:cNvCxnSpPr>
          <p:nvPr/>
        </p:nvCxnSpPr>
        <p:spPr>
          <a:xfrm rot="10800000" flipV="1">
            <a:off x="5403455" y="8013031"/>
            <a:ext cx="1200122" cy="600943"/>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895" name="그룹 894"/>
          <p:cNvGrpSpPr/>
          <p:nvPr/>
        </p:nvGrpSpPr>
        <p:grpSpPr>
          <a:xfrm>
            <a:off x="5294704" y="8269505"/>
            <a:ext cx="234360" cy="200055"/>
            <a:chOff x="1152270" y="11716364"/>
            <a:chExt cx="234360" cy="200055"/>
          </a:xfrm>
        </p:grpSpPr>
        <p:sp>
          <p:nvSpPr>
            <p:cNvPr id="896" name="모서리가 둥근 직사각형 89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97" name="직사각형 89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544" name="모서리가 둥근 직사각형 543"/>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45" name="모서리가 둥근 직사각형 544"/>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46" name="모서리가 둥근 직사각형 545"/>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47" name="모서리가 둥근 직사각형 546"/>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48" name="직사각형 547"/>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49" name="순서도: 대체 처리 548"/>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50" name="직사각형 549"/>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51" name="순서도: 대체 처리 550"/>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cxnSp>
        <p:nvCxnSpPr>
          <p:cNvPr id="656" name="꺾인 연결선 655"/>
          <p:cNvCxnSpPr>
            <a:stCxn id="477" idx="1"/>
            <a:endCxn id="442" idx="0"/>
          </p:cNvCxnSpPr>
          <p:nvPr/>
        </p:nvCxnSpPr>
        <p:spPr>
          <a:xfrm rot="10800000" flipV="1">
            <a:off x="4994254" y="6442870"/>
            <a:ext cx="3612104" cy="109552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10" name="그룹 509"/>
          <p:cNvGrpSpPr/>
          <p:nvPr/>
        </p:nvGrpSpPr>
        <p:grpSpPr>
          <a:xfrm>
            <a:off x="5640844" y="2041798"/>
            <a:ext cx="2994089" cy="162517"/>
            <a:chOff x="6384100" y="2032273"/>
            <a:chExt cx="2994089" cy="162517"/>
          </a:xfrm>
        </p:grpSpPr>
        <p:sp>
          <p:nvSpPr>
            <p:cNvPr id="513" name="직사각형 51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514" name="순서도: 대체 처리 51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15" name="직사각형 514"/>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16" name="순서도: 대체 처리 515"/>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20" name="순서도: 대체 처리 519"/>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21" name="순서도: 대체 처리 520"/>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22" name="TextBox 521"/>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03" name="그룹 602"/>
          <p:cNvGrpSpPr/>
          <p:nvPr/>
        </p:nvGrpSpPr>
        <p:grpSpPr>
          <a:xfrm>
            <a:off x="507554" y="1602349"/>
            <a:ext cx="3075218" cy="252000"/>
            <a:chOff x="507554" y="1537742"/>
            <a:chExt cx="3075218" cy="252000"/>
          </a:xfrm>
        </p:grpSpPr>
        <p:pic>
          <p:nvPicPr>
            <p:cNvPr id="604"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5" name="그룹 604"/>
            <p:cNvGrpSpPr/>
            <p:nvPr/>
          </p:nvGrpSpPr>
          <p:grpSpPr>
            <a:xfrm>
              <a:off x="2288704" y="1581175"/>
              <a:ext cx="1294068" cy="166725"/>
              <a:chOff x="2288704" y="1581175"/>
              <a:chExt cx="1294068" cy="166725"/>
            </a:xfrm>
          </p:grpSpPr>
          <p:sp>
            <p:nvSpPr>
              <p:cNvPr id="607" name="직사각형 606"/>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608" name="직사각형 607"/>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39" name="자유형 538"/>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09" name="그룹 508"/>
          <p:cNvGrpSpPr/>
          <p:nvPr/>
        </p:nvGrpSpPr>
        <p:grpSpPr>
          <a:xfrm>
            <a:off x="579562" y="2166658"/>
            <a:ext cx="1384958" cy="5317057"/>
            <a:chOff x="579562" y="2166658"/>
            <a:chExt cx="1384958" cy="5317057"/>
          </a:xfrm>
        </p:grpSpPr>
        <p:grpSp>
          <p:nvGrpSpPr>
            <p:cNvPr id="540" name="그룹 539"/>
            <p:cNvGrpSpPr/>
            <p:nvPr/>
          </p:nvGrpSpPr>
          <p:grpSpPr>
            <a:xfrm>
              <a:off x="629956" y="3318264"/>
              <a:ext cx="1188000" cy="180000"/>
              <a:chOff x="666428" y="3785432"/>
              <a:chExt cx="1188000" cy="180000"/>
            </a:xfrm>
          </p:grpSpPr>
          <p:sp>
            <p:nvSpPr>
              <p:cNvPr id="717" name="모서리가 둥근 직사각형 71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18"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1" name="그룹 540"/>
            <p:cNvGrpSpPr/>
            <p:nvPr/>
          </p:nvGrpSpPr>
          <p:grpSpPr>
            <a:xfrm>
              <a:off x="629956" y="3568824"/>
              <a:ext cx="1188000" cy="180000"/>
              <a:chOff x="666428" y="4310612"/>
              <a:chExt cx="1188000" cy="180000"/>
            </a:xfrm>
          </p:grpSpPr>
          <p:sp>
            <p:nvSpPr>
              <p:cNvPr id="684" name="모서리가 둥근 직사각형 68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85"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2" name="그룹 541"/>
            <p:cNvGrpSpPr/>
            <p:nvPr/>
          </p:nvGrpSpPr>
          <p:grpSpPr>
            <a:xfrm>
              <a:off x="629955" y="3042501"/>
              <a:ext cx="1188000" cy="180000"/>
              <a:chOff x="666427" y="3266516"/>
              <a:chExt cx="1188000" cy="180000"/>
            </a:xfrm>
          </p:grpSpPr>
          <p:sp>
            <p:nvSpPr>
              <p:cNvPr id="669" name="모서리가 둥근 직사각형 66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80"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3" name="그룹 542"/>
            <p:cNvGrpSpPr/>
            <p:nvPr/>
          </p:nvGrpSpPr>
          <p:grpSpPr>
            <a:xfrm>
              <a:off x="629956" y="3854780"/>
              <a:ext cx="1188000" cy="180000"/>
              <a:chOff x="666428" y="4570824"/>
              <a:chExt cx="1188000" cy="180000"/>
            </a:xfrm>
          </p:grpSpPr>
          <p:sp>
            <p:nvSpPr>
              <p:cNvPr id="667" name="모서리가 둥근 직사각형 66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68"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1" name="그룹 570"/>
            <p:cNvGrpSpPr/>
            <p:nvPr/>
          </p:nvGrpSpPr>
          <p:grpSpPr>
            <a:xfrm>
              <a:off x="629956" y="5316875"/>
              <a:ext cx="1188000" cy="180000"/>
              <a:chOff x="666428" y="5096004"/>
              <a:chExt cx="1188000" cy="180000"/>
            </a:xfrm>
          </p:grpSpPr>
          <p:sp>
            <p:nvSpPr>
              <p:cNvPr id="665" name="모서리가 둥근 직사각형 664"/>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666" name="Picture 11"/>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2" name="그룹 571"/>
            <p:cNvGrpSpPr/>
            <p:nvPr/>
          </p:nvGrpSpPr>
          <p:grpSpPr>
            <a:xfrm>
              <a:off x="634148" y="5634789"/>
              <a:ext cx="1188000" cy="180000"/>
              <a:chOff x="666428" y="3785432"/>
              <a:chExt cx="1188000" cy="180000"/>
            </a:xfrm>
          </p:grpSpPr>
          <p:sp>
            <p:nvSpPr>
              <p:cNvPr id="663" name="모서리가 둥근 직사각형 66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664"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3" name="그룹 572"/>
            <p:cNvGrpSpPr/>
            <p:nvPr/>
          </p:nvGrpSpPr>
          <p:grpSpPr>
            <a:xfrm>
              <a:off x="631150" y="4135825"/>
              <a:ext cx="1188000" cy="180000"/>
              <a:chOff x="666428" y="4570824"/>
              <a:chExt cx="1188000" cy="180000"/>
            </a:xfrm>
          </p:grpSpPr>
          <p:sp>
            <p:nvSpPr>
              <p:cNvPr id="661" name="모서리가 둥근 직사각형 66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662"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4423395"/>
              <a:ext cx="1188000" cy="180000"/>
              <a:chOff x="666428" y="4310612"/>
              <a:chExt cx="1188000" cy="180000"/>
            </a:xfrm>
          </p:grpSpPr>
          <p:sp>
            <p:nvSpPr>
              <p:cNvPr id="659" name="모서리가 둥근 직사각형 65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660"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75" name="TextBox 57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76" name="그룹 575"/>
            <p:cNvGrpSpPr/>
            <p:nvPr/>
          </p:nvGrpSpPr>
          <p:grpSpPr>
            <a:xfrm>
              <a:off x="632520" y="4723068"/>
              <a:ext cx="1188000" cy="180000"/>
              <a:chOff x="666428" y="4310612"/>
              <a:chExt cx="1188000" cy="180000"/>
            </a:xfrm>
          </p:grpSpPr>
          <p:sp>
            <p:nvSpPr>
              <p:cNvPr id="657" name="모서리가 둥근 직사각형 65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58"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32520" y="2752353"/>
              <a:ext cx="1332000" cy="180000"/>
              <a:chOff x="666427" y="3266516"/>
              <a:chExt cx="1332000" cy="180000"/>
            </a:xfrm>
          </p:grpSpPr>
          <p:sp>
            <p:nvSpPr>
              <p:cNvPr id="654" name="모서리가 둥근 직사각형 653"/>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655"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2520" y="5005767"/>
              <a:ext cx="1188000" cy="180000"/>
              <a:chOff x="666428" y="4310612"/>
              <a:chExt cx="1188000" cy="180000"/>
            </a:xfrm>
          </p:grpSpPr>
          <p:sp>
            <p:nvSpPr>
              <p:cNvPr id="650" name="모서리가 둥근 직사각형 64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653"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2520" y="6227787"/>
              <a:ext cx="1188000" cy="180000"/>
              <a:chOff x="666428" y="3785432"/>
              <a:chExt cx="1188000" cy="180000"/>
            </a:xfrm>
          </p:grpSpPr>
          <p:sp>
            <p:nvSpPr>
              <p:cNvPr id="648" name="모서리가 둥근 직사각형 64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649"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9" name="그룹 608"/>
            <p:cNvGrpSpPr/>
            <p:nvPr/>
          </p:nvGrpSpPr>
          <p:grpSpPr>
            <a:xfrm>
              <a:off x="632520" y="6487872"/>
              <a:ext cx="1188000" cy="180000"/>
              <a:chOff x="666428" y="4310612"/>
              <a:chExt cx="1188000" cy="180000"/>
            </a:xfrm>
          </p:grpSpPr>
          <p:sp>
            <p:nvSpPr>
              <p:cNvPr id="646" name="모서리가 둥근 직사각형 64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647"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7" name="그룹 616"/>
            <p:cNvGrpSpPr/>
            <p:nvPr/>
          </p:nvGrpSpPr>
          <p:grpSpPr>
            <a:xfrm>
              <a:off x="632520" y="6773828"/>
              <a:ext cx="1188000" cy="180000"/>
              <a:chOff x="666428" y="4570824"/>
              <a:chExt cx="1188000" cy="180000"/>
            </a:xfrm>
          </p:grpSpPr>
          <p:sp>
            <p:nvSpPr>
              <p:cNvPr id="642" name="모서리가 둥근 직사각형 64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45"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8" name="그룹 617"/>
            <p:cNvGrpSpPr/>
            <p:nvPr/>
          </p:nvGrpSpPr>
          <p:grpSpPr>
            <a:xfrm>
              <a:off x="632520" y="7053155"/>
              <a:ext cx="1188000" cy="180000"/>
              <a:chOff x="666428" y="3785432"/>
              <a:chExt cx="1188000" cy="180000"/>
            </a:xfrm>
          </p:grpSpPr>
          <p:sp>
            <p:nvSpPr>
              <p:cNvPr id="640" name="모서리가 둥근 직사각형 63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41"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9" name="그룹 618"/>
            <p:cNvGrpSpPr/>
            <p:nvPr/>
          </p:nvGrpSpPr>
          <p:grpSpPr>
            <a:xfrm>
              <a:off x="632520" y="7303715"/>
              <a:ext cx="1224000" cy="180000"/>
              <a:chOff x="666428" y="4310612"/>
              <a:chExt cx="1224000" cy="180000"/>
            </a:xfrm>
          </p:grpSpPr>
          <p:sp>
            <p:nvSpPr>
              <p:cNvPr id="638" name="모서리가 둥근 직사각형 637"/>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39"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3" name="그룹 632"/>
            <p:cNvGrpSpPr/>
            <p:nvPr/>
          </p:nvGrpSpPr>
          <p:grpSpPr>
            <a:xfrm>
              <a:off x="622995" y="5922821"/>
              <a:ext cx="1188000" cy="180000"/>
              <a:chOff x="666427" y="3266516"/>
              <a:chExt cx="1188000" cy="180000"/>
            </a:xfrm>
          </p:grpSpPr>
          <p:sp>
            <p:nvSpPr>
              <p:cNvPr id="634" name="모서리가 둥근 직사각형 63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35"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77761174"/>
      </p:ext>
    </p:extLst>
  </p:cSld>
  <p:clrMapOvr>
    <a:masterClrMapping/>
  </p:clrMapOvr>
  <p:transition>
    <p:wipe dir="r"/>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KNOU_UI_C02021800_03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강의보기 </a:t>
            </a:r>
            <a:r>
              <a:rPr lang="en-US" altLang="ko-KR" sz="800" spc="-60" dirty="0" smtClean="0">
                <a:latin typeface="+mn-ea"/>
                <a:ea typeface="+mn-ea"/>
              </a:rPr>
              <a:t>&gt; </a:t>
            </a:r>
            <a:r>
              <a:rPr lang="ko-KR" altLang="en-US" sz="800" spc="-60" dirty="0" smtClean="0">
                <a:latin typeface="+mn-ea"/>
                <a:ea typeface="+mn-ea"/>
              </a:rPr>
              <a:t>강의콘텐츠가 없고 세미나가 있는 경우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91</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488414083"/>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404" name="그룹 403"/>
          <p:cNvGrpSpPr/>
          <p:nvPr/>
        </p:nvGrpSpPr>
        <p:grpSpPr>
          <a:xfrm>
            <a:off x="1768653" y="7537993"/>
            <a:ext cx="6451201" cy="4315943"/>
            <a:chOff x="1100571" y="3167889"/>
            <a:chExt cx="6451201" cy="4315943"/>
          </a:xfrm>
        </p:grpSpPr>
        <p:sp>
          <p:nvSpPr>
            <p:cNvPr id="436" name="직사각형 435"/>
            <p:cNvSpPr/>
            <p:nvPr/>
          </p:nvSpPr>
          <p:spPr>
            <a:xfrm>
              <a:off x="1100571" y="3176973"/>
              <a:ext cx="6450675" cy="4306859"/>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2" name="직사각형 441"/>
            <p:cNvSpPr/>
            <p:nvPr/>
          </p:nvSpPr>
          <p:spPr>
            <a:xfrm>
              <a:off x="1100572" y="3168288"/>
              <a:ext cx="6451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강의보기</a:t>
              </a:r>
              <a:endParaRPr lang="ko-KR" altLang="en-US" sz="800" b="1" dirty="0">
                <a:solidFill>
                  <a:schemeClr val="bg1"/>
                </a:solidFill>
                <a:latin typeface="+mn-ea"/>
                <a:ea typeface="+mn-ea"/>
              </a:endParaRPr>
            </a:p>
          </p:txBody>
        </p:sp>
        <p:sp>
          <p:nvSpPr>
            <p:cNvPr id="445" name="직사각형 444"/>
            <p:cNvSpPr/>
            <p:nvPr/>
          </p:nvSpPr>
          <p:spPr>
            <a:xfrm>
              <a:off x="7266781"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6" name="모서리가 둥근 직사각형 445"/>
          <p:cNvSpPr/>
          <p:nvPr/>
        </p:nvSpPr>
        <p:spPr>
          <a:xfrm>
            <a:off x="4460665" y="11421888"/>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학습종료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57" name="그룹 556"/>
          <p:cNvGrpSpPr/>
          <p:nvPr/>
        </p:nvGrpSpPr>
        <p:grpSpPr>
          <a:xfrm>
            <a:off x="1765598" y="7817663"/>
            <a:ext cx="6467129" cy="445398"/>
            <a:chOff x="2269654" y="7016050"/>
            <a:chExt cx="6467129" cy="445398"/>
          </a:xfrm>
        </p:grpSpPr>
        <p:sp>
          <p:nvSpPr>
            <p:cNvPr id="558" name="직사각형 557"/>
            <p:cNvSpPr/>
            <p:nvPr/>
          </p:nvSpPr>
          <p:spPr>
            <a:xfrm>
              <a:off x="2269654" y="7016050"/>
              <a:ext cx="4726049" cy="215444"/>
            </a:xfrm>
            <a:prstGeom prst="rect">
              <a:avLst/>
            </a:prstGeom>
          </p:spPr>
          <p:txBody>
            <a:bodyPr wrap="square">
              <a:spAutoFit/>
            </a:bodyPr>
            <a:lstStyle/>
            <a:p>
              <a:r>
                <a:rPr lang="en-US" altLang="ko-KR" sz="800" b="1" dirty="0" smtClean="0">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주차</a:t>
              </a:r>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차시</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콘텐츠 제목 </a:t>
              </a:r>
              <a:r>
                <a:rPr lang="en-US" altLang="ko-KR" sz="800" b="1" dirty="0" smtClean="0">
                  <a:solidFill>
                    <a:schemeClr val="tx1">
                      <a:lumMod val="75000"/>
                      <a:lumOff val="25000"/>
                    </a:schemeClr>
                  </a:solidFill>
                  <a:latin typeface="+mn-ea"/>
                  <a:ea typeface="+mn-ea"/>
                </a:rPr>
                <a:t>1 </a:t>
              </a:r>
              <a:r>
                <a:rPr lang="ko-KR" altLang="en-US" sz="800" b="1" dirty="0" smtClean="0">
                  <a:solidFill>
                    <a:schemeClr val="tx1">
                      <a:lumMod val="75000"/>
                      <a:lumOff val="25000"/>
                    </a:schemeClr>
                  </a:solidFill>
                  <a:latin typeface="+mn-ea"/>
                  <a:ea typeface="+mn-ea"/>
                </a:rPr>
                <a:t> </a:t>
              </a:r>
              <a:r>
                <a:rPr lang="ko-KR" altLang="en-US" sz="800" b="1" dirty="0" smtClean="0">
                  <a:latin typeface="+mn-ea"/>
                  <a:ea typeface="+mn-ea"/>
                </a:rPr>
                <a:t> </a:t>
              </a:r>
              <a:endParaRPr lang="ko-KR" altLang="en-US" sz="800" dirty="0">
                <a:solidFill>
                  <a:schemeClr val="tx1">
                    <a:lumMod val="50000"/>
                    <a:lumOff val="50000"/>
                  </a:schemeClr>
                </a:solidFill>
                <a:latin typeface="+mn-ea"/>
                <a:ea typeface="+mn-ea"/>
              </a:endParaRPr>
            </a:p>
          </p:txBody>
        </p:sp>
        <p:sp>
          <p:nvSpPr>
            <p:cNvPr id="559" name="Rectangle 122"/>
            <p:cNvSpPr>
              <a:spLocks noChangeArrowheads="1"/>
            </p:cNvSpPr>
            <p:nvPr/>
          </p:nvSpPr>
          <p:spPr bwMode="auto">
            <a:xfrm>
              <a:off x="7910741" y="71374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닫기</a:t>
              </a:r>
              <a:endParaRPr lang="ko-KR" altLang="en-US" sz="800" kern="0" dirty="0">
                <a:solidFill>
                  <a:schemeClr val="bg1"/>
                </a:solidFill>
                <a:latin typeface="+mn-ea"/>
                <a:ea typeface="+mn-ea"/>
              </a:endParaRPr>
            </a:p>
          </p:txBody>
        </p:sp>
        <p:sp>
          <p:nvSpPr>
            <p:cNvPr id="560" name="직사각형 559"/>
            <p:cNvSpPr/>
            <p:nvPr/>
          </p:nvSpPr>
          <p:spPr>
            <a:xfrm>
              <a:off x="2347294" y="7184449"/>
              <a:ext cx="4699622"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cxnSp>
          <p:nvCxnSpPr>
            <p:cNvPr id="561" name="직선 연결선 560"/>
            <p:cNvCxnSpPr/>
            <p:nvPr/>
          </p:nvCxnSpPr>
          <p:spPr>
            <a:xfrm>
              <a:off x="2289183" y="7451923"/>
              <a:ext cx="64476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62" name="직사각형 561"/>
          <p:cNvSpPr/>
          <p:nvPr/>
        </p:nvSpPr>
        <p:spPr>
          <a:xfrm>
            <a:off x="1822748" y="8343980"/>
            <a:ext cx="6354000" cy="287140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63" name="직사각형 562"/>
          <p:cNvSpPr/>
          <p:nvPr/>
        </p:nvSpPr>
        <p:spPr>
          <a:xfrm>
            <a:off x="1949060" y="9332472"/>
            <a:ext cx="6124006"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564" name="직사각형 563"/>
          <p:cNvSpPr/>
          <p:nvPr/>
        </p:nvSpPr>
        <p:spPr>
          <a:xfrm>
            <a:off x="1944866" y="9848718"/>
            <a:ext cx="61282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565" name="직사각형 564"/>
          <p:cNvSpPr/>
          <p:nvPr/>
        </p:nvSpPr>
        <p:spPr>
          <a:xfrm>
            <a:off x="2041191" y="10608111"/>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566" name="그룹 565"/>
          <p:cNvGrpSpPr/>
          <p:nvPr/>
        </p:nvGrpSpPr>
        <p:grpSpPr>
          <a:xfrm>
            <a:off x="1944868" y="8425513"/>
            <a:ext cx="2131465" cy="215444"/>
            <a:chOff x="1473374" y="5614171"/>
            <a:chExt cx="2131465" cy="215444"/>
          </a:xfrm>
        </p:grpSpPr>
        <p:sp>
          <p:nvSpPr>
            <p:cNvPr id="567" name="직사각형 566"/>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568" name="순서도: 대체 처리 567"/>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569" name="TextBox 568"/>
          <p:cNvSpPr txBox="1"/>
          <p:nvPr/>
        </p:nvSpPr>
        <p:spPr>
          <a:xfrm>
            <a:off x="3589040" y="8430846"/>
            <a:ext cx="3600000" cy="215444"/>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출석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지각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en-US" altLang="ko-KR" sz="750" dirty="0" smtClean="0">
                <a:solidFill>
                  <a:schemeClr val="bg1">
                    <a:lumMod val="50000"/>
                  </a:schemeClr>
                </a:solidFill>
                <a:latin typeface="맑은 고딕" panose="020B0503020000020004" pitchFamily="50" charset="-127"/>
                <a:ea typeface="맑은 고딕" panose="020B0503020000020004" pitchFamily="50" charset="-127"/>
              </a:rPr>
              <a:t> / </a:t>
            </a: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결석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578" name="직사각형 577"/>
          <p:cNvSpPr/>
          <p:nvPr/>
        </p:nvSpPr>
        <p:spPr>
          <a:xfrm>
            <a:off x="3479970" y="8816828"/>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579"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950134" y="8696651"/>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82" name="그룹 581"/>
          <p:cNvGrpSpPr/>
          <p:nvPr/>
        </p:nvGrpSpPr>
        <p:grpSpPr>
          <a:xfrm>
            <a:off x="7414989" y="8434154"/>
            <a:ext cx="684000" cy="180000"/>
            <a:chOff x="8466534" y="8773425"/>
            <a:chExt cx="684000" cy="180000"/>
          </a:xfrm>
        </p:grpSpPr>
        <p:sp>
          <p:nvSpPr>
            <p:cNvPr id="583" name="순서도: 대체 처리 582"/>
            <p:cNvSpPr/>
            <p:nvPr/>
          </p:nvSpPr>
          <p:spPr bwMode="auto">
            <a:xfrm>
              <a:off x="8466534" y="8773425"/>
              <a:ext cx="684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세미나관리 </a:t>
              </a:r>
              <a:endParaRPr kumimoji="1" lang="ko-KR" altLang="en-US" sz="750" dirty="0">
                <a:solidFill>
                  <a:schemeClr val="tx1">
                    <a:lumMod val="75000"/>
                    <a:lumOff val="25000"/>
                  </a:schemeClr>
                </a:solidFill>
                <a:latin typeface="+mn-ea"/>
                <a:ea typeface="+mn-ea"/>
                <a:cs typeface="Calibri" pitchFamily="34" charset="0"/>
              </a:endParaRPr>
            </a:p>
          </p:txBody>
        </p:sp>
        <p:pic>
          <p:nvPicPr>
            <p:cNvPr id="584" name="Picture 8"/>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9022115" y="8813515"/>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5" name="그룹 584"/>
          <p:cNvGrpSpPr/>
          <p:nvPr/>
        </p:nvGrpSpPr>
        <p:grpSpPr>
          <a:xfrm>
            <a:off x="3179620" y="8612122"/>
            <a:ext cx="234360" cy="200055"/>
            <a:chOff x="1152270" y="11716364"/>
            <a:chExt cx="234360" cy="200055"/>
          </a:xfrm>
        </p:grpSpPr>
        <p:sp>
          <p:nvSpPr>
            <p:cNvPr id="586" name="모서리가 둥근 직사각형 5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87" name="직사각형 58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588" name="그룹 587"/>
          <p:cNvGrpSpPr/>
          <p:nvPr/>
        </p:nvGrpSpPr>
        <p:grpSpPr>
          <a:xfrm>
            <a:off x="7367364" y="8271132"/>
            <a:ext cx="234360" cy="200055"/>
            <a:chOff x="1152270" y="11716364"/>
            <a:chExt cx="234360" cy="200055"/>
          </a:xfrm>
        </p:grpSpPr>
        <p:sp>
          <p:nvSpPr>
            <p:cNvPr id="589" name="모서리가 둥근 직사각형 5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90" name="직사각형 5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591" name="직사각형 590"/>
          <p:cNvSpPr/>
          <p:nvPr/>
        </p:nvSpPr>
        <p:spPr>
          <a:xfrm>
            <a:off x="2461295" y="87981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sp>
        <p:nvSpPr>
          <p:cNvPr id="592" name="직사각형 591"/>
          <p:cNvSpPr/>
          <p:nvPr/>
        </p:nvSpPr>
        <p:spPr>
          <a:xfrm>
            <a:off x="2648744" y="7423372"/>
            <a:ext cx="2160000" cy="216000"/>
          </a:xfrm>
          <a:prstGeom prst="rect">
            <a:avLst/>
          </a:prstGeom>
          <a:solidFill>
            <a:srgbClr val="ED8013"/>
          </a:solidFill>
          <a:ln w="952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b="1" dirty="0" smtClean="0">
                <a:solidFill>
                  <a:schemeClr val="bg1"/>
                </a:solidFill>
                <a:latin typeface="+mn-ea"/>
              </a:rPr>
              <a:t>강의콘텐츠가 없고 세미나 있는 경우</a:t>
            </a:r>
            <a:endParaRPr lang="en-US" altLang="ko-KR" sz="800" b="1" dirty="0">
              <a:solidFill>
                <a:schemeClr val="bg1"/>
              </a:solidFill>
              <a:latin typeface="+mn-ea"/>
            </a:endParaRPr>
          </a:p>
        </p:txBody>
      </p:sp>
      <p:graphicFrame>
        <p:nvGraphicFramePr>
          <p:cNvPr id="593" name="Group 175"/>
          <p:cNvGraphicFramePr>
            <a:graphicFrameLocks noGrp="1"/>
          </p:cNvGraphicFramePr>
          <p:nvPr>
            <p:extLst>
              <p:ext uri="{D42A27DB-BD31-4B8C-83A1-F6EECF244321}">
                <p14:modId xmlns:p14="http://schemas.microsoft.com/office/powerpoint/2010/main" val="3849023796"/>
              </p:ext>
            </p:extLst>
          </p:nvPr>
        </p:nvGraphicFramePr>
        <p:xfrm>
          <a:off x="9499029" y="6669360"/>
          <a:ext cx="1404156" cy="52947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강의보기 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화상세미나 참여 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ZOOM </a:t>
                      </a:r>
                      <a:r>
                        <a:rPr lang="ko-KR" altLang="en-US" sz="800" kern="1200" dirty="0" smtClean="0">
                          <a:solidFill>
                            <a:schemeClr val="tx1">
                              <a:lumMod val="75000"/>
                              <a:lumOff val="25000"/>
                            </a:schemeClr>
                          </a:solidFill>
                          <a:latin typeface="+mn-ea"/>
                          <a:ea typeface="+mn-ea"/>
                          <a:cs typeface="+mn-cs"/>
                        </a:rPr>
                        <a:t>접속화면 바로 로그인 처리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목록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464" name="모서리가 둥근 직사각형 463"/>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65" name="모서리가 둥근 직사각형 464"/>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66" name="모서리가 둥근 직사각형 465"/>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467" name="모서리가 둥근 직사각형 466"/>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468" name="직사각형 467"/>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469" name="순서도: 대체 처리 468"/>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70" name="직사각형 469"/>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471" name="순서도: 대체 처리 470"/>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cxnSp>
        <p:nvCxnSpPr>
          <p:cNvPr id="656" name="꺾인 연결선 655"/>
          <p:cNvCxnSpPr>
            <a:stCxn id="477" idx="1"/>
            <a:endCxn id="442" idx="0"/>
          </p:cNvCxnSpPr>
          <p:nvPr/>
        </p:nvCxnSpPr>
        <p:spPr>
          <a:xfrm rot="10800000" flipV="1">
            <a:off x="4994254" y="6442870"/>
            <a:ext cx="3612104" cy="109552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658" name="그룹 657"/>
          <p:cNvGrpSpPr/>
          <p:nvPr/>
        </p:nvGrpSpPr>
        <p:grpSpPr>
          <a:xfrm>
            <a:off x="4880992" y="7189385"/>
            <a:ext cx="234360" cy="200055"/>
            <a:chOff x="1152270" y="11716364"/>
            <a:chExt cx="234360" cy="200055"/>
          </a:xfrm>
        </p:grpSpPr>
        <p:sp>
          <p:nvSpPr>
            <p:cNvPr id="659" name="모서리가 둥근 직사각형 6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60" name="직사각형 65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32" name="그룹 431"/>
          <p:cNvGrpSpPr/>
          <p:nvPr/>
        </p:nvGrpSpPr>
        <p:grpSpPr>
          <a:xfrm>
            <a:off x="5640844" y="2041798"/>
            <a:ext cx="2994089" cy="162517"/>
            <a:chOff x="6384100" y="2032273"/>
            <a:chExt cx="2994089" cy="162517"/>
          </a:xfrm>
        </p:grpSpPr>
        <p:sp>
          <p:nvSpPr>
            <p:cNvPr id="433" name="직사각형 43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34" name="순서도: 대체 처리 43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43" name="직사각형 442"/>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47" name="순서도: 대체 처리 446"/>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48" name="순서도: 대체 처리 447"/>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49" name="순서도: 대체 처리 448"/>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450" name="TextBox 449"/>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6" name="그룹 595"/>
          <p:cNvGrpSpPr/>
          <p:nvPr/>
        </p:nvGrpSpPr>
        <p:grpSpPr>
          <a:xfrm>
            <a:off x="507554" y="1602349"/>
            <a:ext cx="3075218" cy="252000"/>
            <a:chOff x="507554" y="1537742"/>
            <a:chExt cx="3075218" cy="252000"/>
          </a:xfrm>
        </p:grpSpPr>
        <p:pic>
          <p:nvPicPr>
            <p:cNvPr id="597" name="Picture 4"/>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98" name="그룹 597"/>
            <p:cNvGrpSpPr/>
            <p:nvPr/>
          </p:nvGrpSpPr>
          <p:grpSpPr>
            <a:xfrm>
              <a:off x="2288704" y="1581175"/>
              <a:ext cx="1294068" cy="166725"/>
              <a:chOff x="2288704" y="1581175"/>
              <a:chExt cx="1294068" cy="166725"/>
            </a:xfrm>
          </p:grpSpPr>
          <p:sp>
            <p:nvSpPr>
              <p:cNvPr id="599" name="직사각형 598"/>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600" name="직사각형 599"/>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72" name="그룹 571"/>
          <p:cNvGrpSpPr/>
          <p:nvPr/>
        </p:nvGrpSpPr>
        <p:grpSpPr>
          <a:xfrm>
            <a:off x="579562" y="2166658"/>
            <a:ext cx="1384958" cy="5317057"/>
            <a:chOff x="579562" y="2166658"/>
            <a:chExt cx="1384958" cy="5317057"/>
          </a:xfrm>
        </p:grpSpPr>
        <p:grpSp>
          <p:nvGrpSpPr>
            <p:cNvPr id="573" name="그룹 572"/>
            <p:cNvGrpSpPr/>
            <p:nvPr/>
          </p:nvGrpSpPr>
          <p:grpSpPr>
            <a:xfrm>
              <a:off x="629956" y="3318264"/>
              <a:ext cx="1188000" cy="180000"/>
              <a:chOff x="666428" y="3785432"/>
              <a:chExt cx="1188000" cy="180000"/>
            </a:xfrm>
          </p:grpSpPr>
          <p:sp>
            <p:nvSpPr>
              <p:cNvPr id="686" name="모서리가 둥근 직사각형 68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87"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3568824"/>
              <a:ext cx="1188000" cy="180000"/>
              <a:chOff x="666428" y="4310612"/>
              <a:chExt cx="1188000" cy="180000"/>
            </a:xfrm>
          </p:grpSpPr>
          <p:sp>
            <p:nvSpPr>
              <p:cNvPr id="684" name="모서리가 둥근 직사각형 68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85"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29955" y="3042501"/>
              <a:ext cx="1188000" cy="180000"/>
              <a:chOff x="666427" y="3266516"/>
              <a:chExt cx="1188000" cy="180000"/>
            </a:xfrm>
          </p:grpSpPr>
          <p:sp>
            <p:nvSpPr>
              <p:cNvPr id="669" name="모서리가 둥근 직사각형 66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80"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3854780"/>
              <a:ext cx="1188000" cy="180000"/>
              <a:chOff x="666428" y="4570824"/>
              <a:chExt cx="1188000" cy="180000"/>
            </a:xfrm>
          </p:grpSpPr>
          <p:sp>
            <p:nvSpPr>
              <p:cNvPr id="667" name="모서리가 둥근 직사각형 66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68"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6" y="5316875"/>
              <a:ext cx="1188000" cy="180000"/>
              <a:chOff x="666428" y="5096004"/>
              <a:chExt cx="1188000" cy="180000"/>
            </a:xfrm>
          </p:grpSpPr>
          <p:sp>
            <p:nvSpPr>
              <p:cNvPr id="665" name="모서리가 둥근 직사각형 664"/>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666" name="Picture 11"/>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4148" y="5634789"/>
              <a:ext cx="1188000" cy="180000"/>
              <a:chOff x="666428" y="3785432"/>
              <a:chExt cx="1188000" cy="180000"/>
            </a:xfrm>
          </p:grpSpPr>
          <p:sp>
            <p:nvSpPr>
              <p:cNvPr id="663" name="모서리가 둥근 직사각형 66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664"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1150" y="4135825"/>
              <a:ext cx="1188000" cy="180000"/>
              <a:chOff x="666428" y="4570824"/>
              <a:chExt cx="1188000" cy="180000"/>
            </a:xfrm>
          </p:grpSpPr>
          <p:sp>
            <p:nvSpPr>
              <p:cNvPr id="661" name="모서리가 둥근 직사각형 66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662"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4" name="그룹 593"/>
            <p:cNvGrpSpPr/>
            <p:nvPr/>
          </p:nvGrpSpPr>
          <p:grpSpPr>
            <a:xfrm>
              <a:off x="629956" y="4423395"/>
              <a:ext cx="1188000" cy="180000"/>
              <a:chOff x="666428" y="4310612"/>
              <a:chExt cx="1188000" cy="180000"/>
            </a:xfrm>
          </p:grpSpPr>
          <p:sp>
            <p:nvSpPr>
              <p:cNvPr id="655" name="모서리가 둥근 직사각형 65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657"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95" name="TextBox 59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01" name="그룹 600"/>
            <p:cNvGrpSpPr/>
            <p:nvPr/>
          </p:nvGrpSpPr>
          <p:grpSpPr>
            <a:xfrm>
              <a:off x="632520" y="4723068"/>
              <a:ext cx="1188000" cy="180000"/>
              <a:chOff x="666428" y="4310612"/>
              <a:chExt cx="1188000" cy="180000"/>
            </a:xfrm>
          </p:grpSpPr>
          <p:sp>
            <p:nvSpPr>
              <p:cNvPr id="653" name="모서리가 둥근 직사각형 65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54"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2" name="그룹 601"/>
            <p:cNvGrpSpPr/>
            <p:nvPr/>
          </p:nvGrpSpPr>
          <p:grpSpPr>
            <a:xfrm>
              <a:off x="632520" y="2752353"/>
              <a:ext cx="1332000" cy="180000"/>
              <a:chOff x="666427" y="3266516"/>
              <a:chExt cx="1332000" cy="180000"/>
            </a:xfrm>
          </p:grpSpPr>
          <p:sp>
            <p:nvSpPr>
              <p:cNvPr id="649" name="모서리가 둥근 직사각형 64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650"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3" name="그룹 602"/>
            <p:cNvGrpSpPr/>
            <p:nvPr/>
          </p:nvGrpSpPr>
          <p:grpSpPr>
            <a:xfrm>
              <a:off x="632520" y="5005767"/>
              <a:ext cx="1188000" cy="180000"/>
              <a:chOff x="666428" y="4310612"/>
              <a:chExt cx="1188000" cy="180000"/>
            </a:xfrm>
          </p:grpSpPr>
          <p:sp>
            <p:nvSpPr>
              <p:cNvPr id="647" name="모서리가 둥근 직사각형 64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648"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4" name="그룹 603"/>
            <p:cNvGrpSpPr/>
            <p:nvPr/>
          </p:nvGrpSpPr>
          <p:grpSpPr>
            <a:xfrm>
              <a:off x="632520" y="6227787"/>
              <a:ext cx="1188000" cy="180000"/>
              <a:chOff x="666428" y="3785432"/>
              <a:chExt cx="1188000" cy="180000"/>
            </a:xfrm>
          </p:grpSpPr>
          <p:sp>
            <p:nvSpPr>
              <p:cNvPr id="645" name="모서리가 둥근 직사각형 64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646"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5" name="그룹 604"/>
            <p:cNvGrpSpPr/>
            <p:nvPr/>
          </p:nvGrpSpPr>
          <p:grpSpPr>
            <a:xfrm>
              <a:off x="632520" y="6487872"/>
              <a:ext cx="1188000" cy="180000"/>
              <a:chOff x="666428" y="4310612"/>
              <a:chExt cx="1188000" cy="180000"/>
            </a:xfrm>
          </p:grpSpPr>
          <p:sp>
            <p:nvSpPr>
              <p:cNvPr id="641" name="모서리가 둥근 직사각형 64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642"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7" name="그룹 606"/>
            <p:cNvGrpSpPr/>
            <p:nvPr/>
          </p:nvGrpSpPr>
          <p:grpSpPr>
            <a:xfrm>
              <a:off x="632520" y="6773828"/>
              <a:ext cx="1188000" cy="180000"/>
              <a:chOff x="666428" y="4570824"/>
              <a:chExt cx="1188000" cy="180000"/>
            </a:xfrm>
          </p:grpSpPr>
          <p:sp>
            <p:nvSpPr>
              <p:cNvPr id="639" name="모서리가 둥근 직사각형 63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40"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8" name="그룹 607"/>
            <p:cNvGrpSpPr/>
            <p:nvPr/>
          </p:nvGrpSpPr>
          <p:grpSpPr>
            <a:xfrm>
              <a:off x="632520" y="7053155"/>
              <a:ext cx="1188000" cy="180000"/>
              <a:chOff x="666428" y="3785432"/>
              <a:chExt cx="1188000" cy="180000"/>
            </a:xfrm>
          </p:grpSpPr>
          <p:sp>
            <p:nvSpPr>
              <p:cNvPr id="637" name="모서리가 둥근 직사각형 63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8"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9" name="그룹 608"/>
            <p:cNvGrpSpPr/>
            <p:nvPr/>
          </p:nvGrpSpPr>
          <p:grpSpPr>
            <a:xfrm>
              <a:off x="632520" y="7303715"/>
              <a:ext cx="1224000" cy="180000"/>
              <a:chOff x="666428" y="4310612"/>
              <a:chExt cx="1224000" cy="180000"/>
            </a:xfrm>
          </p:grpSpPr>
          <p:sp>
            <p:nvSpPr>
              <p:cNvPr id="635" name="모서리가 둥근 직사각형 634"/>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36"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8" name="그룹 617"/>
            <p:cNvGrpSpPr/>
            <p:nvPr/>
          </p:nvGrpSpPr>
          <p:grpSpPr>
            <a:xfrm>
              <a:off x="622995" y="5922821"/>
              <a:ext cx="1188000" cy="180000"/>
              <a:chOff x="666427" y="3266516"/>
              <a:chExt cx="1188000" cy="180000"/>
            </a:xfrm>
          </p:grpSpPr>
          <p:sp>
            <p:nvSpPr>
              <p:cNvPr id="619" name="모서리가 둥근 직사각형 61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20"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321464146"/>
      </p:ext>
    </p:extLst>
  </p:cSld>
  <p:clrMapOvr>
    <a:masterClrMapping/>
  </p:clrMapOvr>
  <p:transition>
    <p:wipe dir="r"/>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KNOU_UI_C02021800_07</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강의보기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 </a:t>
            </a:r>
            <a:r>
              <a:rPr lang="ko-KR" altLang="en-US" sz="800" spc="-60" dirty="0" smtClean="0">
                <a:latin typeface="+mn-ea"/>
                <a:ea typeface="+mn-ea"/>
              </a:rPr>
              <a:t>바로 등록 레이어팝업</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92</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520200274"/>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404" name="그룹 403"/>
          <p:cNvGrpSpPr/>
          <p:nvPr/>
        </p:nvGrpSpPr>
        <p:grpSpPr>
          <a:xfrm>
            <a:off x="1768653" y="7537993"/>
            <a:ext cx="6451201" cy="7052247"/>
            <a:chOff x="1100571" y="3167889"/>
            <a:chExt cx="6451201" cy="7052247"/>
          </a:xfrm>
        </p:grpSpPr>
        <p:sp>
          <p:nvSpPr>
            <p:cNvPr id="436" name="직사각형 435"/>
            <p:cNvSpPr/>
            <p:nvPr/>
          </p:nvSpPr>
          <p:spPr>
            <a:xfrm>
              <a:off x="1100571" y="3176973"/>
              <a:ext cx="6450675" cy="704316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2" name="직사각형 441"/>
            <p:cNvSpPr/>
            <p:nvPr/>
          </p:nvSpPr>
          <p:spPr>
            <a:xfrm>
              <a:off x="1100572" y="3168288"/>
              <a:ext cx="6451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9761" y="3201232"/>
              <a:ext cx="595035" cy="215444"/>
            </a:xfrm>
            <a:prstGeom prst="rect">
              <a:avLst/>
            </a:prstGeom>
          </p:spPr>
          <p:txBody>
            <a:bodyPr wrap="none">
              <a:spAutoFit/>
            </a:bodyPr>
            <a:lstStyle/>
            <a:p>
              <a:r>
                <a:rPr lang="ko-KR" altLang="en-US" sz="800" b="1" dirty="0" smtClean="0">
                  <a:solidFill>
                    <a:schemeClr val="bg1"/>
                  </a:solidFill>
                  <a:latin typeface="+mn-ea"/>
                  <a:ea typeface="+mn-ea"/>
                </a:rPr>
                <a:t>강의보기</a:t>
              </a:r>
              <a:endParaRPr lang="ko-KR" altLang="en-US" sz="800" b="1" dirty="0">
                <a:solidFill>
                  <a:schemeClr val="bg1"/>
                </a:solidFill>
                <a:latin typeface="+mn-ea"/>
                <a:ea typeface="+mn-ea"/>
              </a:endParaRPr>
            </a:p>
          </p:txBody>
        </p:sp>
        <p:sp>
          <p:nvSpPr>
            <p:cNvPr id="445" name="직사각형 444"/>
            <p:cNvSpPr/>
            <p:nvPr/>
          </p:nvSpPr>
          <p:spPr>
            <a:xfrm>
              <a:off x="7266781"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6" name="모서리가 둥근 직사각형 445"/>
          <p:cNvSpPr/>
          <p:nvPr/>
        </p:nvSpPr>
        <p:spPr>
          <a:xfrm>
            <a:off x="4460665" y="1421319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학습종료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47" name="그룹 446"/>
          <p:cNvGrpSpPr/>
          <p:nvPr/>
        </p:nvGrpSpPr>
        <p:grpSpPr>
          <a:xfrm>
            <a:off x="1765598" y="7803150"/>
            <a:ext cx="6467129" cy="445398"/>
            <a:chOff x="2269654" y="7016050"/>
            <a:chExt cx="6467129" cy="445398"/>
          </a:xfrm>
        </p:grpSpPr>
        <p:sp>
          <p:nvSpPr>
            <p:cNvPr id="449" name="직사각형 448"/>
            <p:cNvSpPr/>
            <p:nvPr/>
          </p:nvSpPr>
          <p:spPr>
            <a:xfrm>
              <a:off x="2269654" y="7016050"/>
              <a:ext cx="4726049" cy="215444"/>
            </a:xfrm>
            <a:prstGeom prst="rect">
              <a:avLst/>
            </a:prstGeom>
          </p:spPr>
          <p:txBody>
            <a:bodyPr wrap="square">
              <a:spAutoFit/>
            </a:bodyPr>
            <a:lstStyle/>
            <a:p>
              <a:r>
                <a:rPr lang="en-US" altLang="ko-KR" sz="800" b="1" dirty="0" smtClean="0">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주차</a:t>
              </a:r>
              <a:r>
                <a:rPr lang="en-US" altLang="ko-KR" sz="800" b="1" dirty="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[1</a:t>
              </a:r>
              <a:r>
                <a:rPr lang="ko-KR" altLang="en-US" sz="800" b="1" dirty="0" smtClean="0">
                  <a:solidFill>
                    <a:schemeClr val="tx1">
                      <a:lumMod val="75000"/>
                      <a:lumOff val="25000"/>
                    </a:schemeClr>
                  </a:solidFill>
                  <a:latin typeface="+mn-ea"/>
                  <a:ea typeface="+mn-ea"/>
                </a:rPr>
                <a:t>차시</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콘텐츠 제목 </a:t>
              </a:r>
              <a:r>
                <a:rPr lang="en-US" altLang="ko-KR" sz="800" b="1" dirty="0" smtClean="0">
                  <a:solidFill>
                    <a:schemeClr val="tx1">
                      <a:lumMod val="75000"/>
                      <a:lumOff val="25000"/>
                    </a:schemeClr>
                  </a:solidFill>
                  <a:latin typeface="+mn-ea"/>
                  <a:ea typeface="+mn-ea"/>
                </a:rPr>
                <a:t>1 </a:t>
              </a:r>
              <a:r>
                <a:rPr lang="ko-KR" altLang="en-US" sz="800" b="1" dirty="0" smtClean="0">
                  <a:solidFill>
                    <a:schemeClr val="tx1">
                      <a:lumMod val="75000"/>
                      <a:lumOff val="25000"/>
                    </a:schemeClr>
                  </a:solidFill>
                  <a:latin typeface="+mn-ea"/>
                  <a:ea typeface="+mn-ea"/>
                </a:rPr>
                <a:t> </a:t>
              </a:r>
              <a:r>
                <a:rPr lang="ko-KR" altLang="en-US" sz="800" b="1" dirty="0" smtClean="0">
                  <a:latin typeface="+mn-ea"/>
                  <a:ea typeface="+mn-ea"/>
                </a:rPr>
                <a:t> </a:t>
              </a:r>
              <a:endParaRPr lang="ko-KR" altLang="en-US" sz="800" dirty="0">
                <a:solidFill>
                  <a:schemeClr val="tx1">
                    <a:lumMod val="50000"/>
                    <a:lumOff val="50000"/>
                  </a:schemeClr>
                </a:solidFill>
                <a:latin typeface="+mn-ea"/>
                <a:ea typeface="+mn-ea"/>
              </a:endParaRPr>
            </a:p>
          </p:txBody>
        </p:sp>
        <p:sp>
          <p:nvSpPr>
            <p:cNvPr id="450" name="Rectangle 122"/>
            <p:cNvSpPr>
              <a:spLocks noChangeArrowheads="1"/>
            </p:cNvSpPr>
            <p:nvPr/>
          </p:nvSpPr>
          <p:spPr bwMode="auto">
            <a:xfrm>
              <a:off x="7910741" y="71374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학습종료</a:t>
              </a:r>
              <a:endParaRPr lang="ko-KR" altLang="en-US" sz="800" kern="0" dirty="0">
                <a:solidFill>
                  <a:schemeClr val="bg1"/>
                </a:solidFill>
                <a:latin typeface="+mn-ea"/>
                <a:ea typeface="+mn-ea"/>
              </a:endParaRPr>
            </a:p>
          </p:txBody>
        </p:sp>
        <p:sp>
          <p:nvSpPr>
            <p:cNvPr id="451" name="Rectangle 122"/>
            <p:cNvSpPr>
              <a:spLocks noChangeArrowheads="1"/>
            </p:cNvSpPr>
            <p:nvPr/>
          </p:nvSpPr>
          <p:spPr bwMode="auto">
            <a:xfrm>
              <a:off x="7107633" y="7135932"/>
              <a:ext cx="7704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bg1"/>
                  </a:solidFill>
                  <a:latin typeface="+mn-ea"/>
                  <a:ea typeface="+mn-ea"/>
                </a:rPr>
                <a:t>나의 학습기록</a:t>
              </a:r>
              <a:endParaRPr lang="ko-KR" altLang="en-US" sz="800" kern="0" dirty="0">
                <a:solidFill>
                  <a:schemeClr val="bg1"/>
                </a:solidFill>
                <a:latin typeface="+mn-ea"/>
                <a:ea typeface="+mn-ea"/>
              </a:endParaRPr>
            </a:p>
          </p:txBody>
        </p:sp>
        <p:sp>
          <p:nvSpPr>
            <p:cNvPr id="452" name="직사각형 451"/>
            <p:cNvSpPr/>
            <p:nvPr/>
          </p:nvSpPr>
          <p:spPr>
            <a:xfrm>
              <a:off x="2347294" y="7184449"/>
              <a:ext cx="4699622"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cxnSp>
          <p:nvCxnSpPr>
            <p:cNvPr id="453" name="직선 연결선 452"/>
            <p:cNvCxnSpPr/>
            <p:nvPr/>
          </p:nvCxnSpPr>
          <p:spPr>
            <a:xfrm>
              <a:off x="2289183" y="7451923"/>
              <a:ext cx="64476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96" name="직사각형 595"/>
          <p:cNvSpPr/>
          <p:nvPr/>
        </p:nvSpPr>
        <p:spPr>
          <a:xfrm>
            <a:off x="1821651" y="12773034"/>
            <a:ext cx="6350905" cy="36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98" name="그룹 597"/>
          <p:cNvGrpSpPr/>
          <p:nvPr/>
        </p:nvGrpSpPr>
        <p:grpSpPr>
          <a:xfrm>
            <a:off x="1797269" y="12817166"/>
            <a:ext cx="1710841" cy="260855"/>
            <a:chOff x="1826182" y="7236597"/>
            <a:chExt cx="1710841" cy="260855"/>
          </a:xfrm>
        </p:grpSpPr>
        <p:sp>
          <p:nvSpPr>
            <p:cNvPr id="599" name="직사각형 598"/>
            <p:cNvSpPr/>
            <p:nvPr/>
          </p:nvSpPr>
          <p:spPr>
            <a:xfrm>
              <a:off x="1910708" y="724545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600" name="직사각형 599"/>
            <p:cNvSpPr/>
            <p:nvPr/>
          </p:nvSpPr>
          <p:spPr>
            <a:xfrm>
              <a:off x="1826182" y="7236597"/>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04" name="그룹 603"/>
          <p:cNvGrpSpPr/>
          <p:nvPr/>
        </p:nvGrpSpPr>
        <p:grpSpPr>
          <a:xfrm>
            <a:off x="1784648" y="13709178"/>
            <a:ext cx="6384813" cy="360000"/>
            <a:chOff x="2288704" y="13294136"/>
            <a:chExt cx="6384813" cy="360000"/>
          </a:xfrm>
        </p:grpSpPr>
        <p:sp>
          <p:nvSpPr>
            <p:cNvPr id="605" name="직사각형 604"/>
            <p:cNvSpPr/>
            <p:nvPr/>
          </p:nvSpPr>
          <p:spPr>
            <a:xfrm>
              <a:off x="2322612" y="13294136"/>
              <a:ext cx="6350905" cy="36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07" name="그룹 606"/>
            <p:cNvGrpSpPr/>
            <p:nvPr/>
          </p:nvGrpSpPr>
          <p:grpSpPr>
            <a:xfrm>
              <a:off x="2288704" y="13345432"/>
              <a:ext cx="2764599" cy="246221"/>
              <a:chOff x="2288704" y="12869951"/>
              <a:chExt cx="2764599" cy="246221"/>
            </a:xfrm>
          </p:grpSpPr>
          <p:sp>
            <p:nvSpPr>
              <p:cNvPr id="609" name="직사각형 608"/>
              <p:cNvSpPr/>
              <p:nvPr/>
            </p:nvSpPr>
            <p:spPr>
              <a:xfrm>
                <a:off x="2288704" y="12869951"/>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617" name="직사각형 616"/>
              <p:cNvSpPr/>
              <p:nvPr/>
            </p:nvSpPr>
            <p:spPr>
              <a:xfrm>
                <a:off x="2533303" y="12938722"/>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b="1" dirty="0" smtClean="0">
                    <a:solidFill>
                      <a:schemeClr val="tx1">
                        <a:lumMod val="75000"/>
                        <a:lumOff val="25000"/>
                      </a:schemeClr>
                    </a:solidFill>
                    <a:latin typeface="+mn-ea"/>
                  </a:rPr>
                  <a:t>출석점수 기준</a:t>
                </a:r>
                <a:endParaRPr lang="ko-KR" altLang="en-US" sz="800" b="1" dirty="0">
                  <a:solidFill>
                    <a:schemeClr val="tx1">
                      <a:lumMod val="75000"/>
                      <a:lumOff val="25000"/>
                    </a:schemeClr>
                  </a:solidFill>
                  <a:latin typeface="+mn-ea"/>
                </a:endParaRPr>
              </a:p>
            </p:txBody>
          </p:sp>
        </p:grpSp>
      </p:grpSp>
      <p:sp>
        <p:nvSpPr>
          <p:cNvPr id="618" name="직사각형 617"/>
          <p:cNvSpPr/>
          <p:nvPr/>
        </p:nvSpPr>
        <p:spPr>
          <a:xfrm>
            <a:off x="1818556" y="13236986"/>
            <a:ext cx="6350905" cy="36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19" name="그룹 618"/>
          <p:cNvGrpSpPr/>
          <p:nvPr/>
        </p:nvGrpSpPr>
        <p:grpSpPr>
          <a:xfrm>
            <a:off x="1784648" y="13288282"/>
            <a:ext cx="2764599" cy="246221"/>
            <a:chOff x="2288704" y="12869951"/>
            <a:chExt cx="2764599" cy="246221"/>
          </a:xfrm>
        </p:grpSpPr>
        <p:sp>
          <p:nvSpPr>
            <p:cNvPr id="620" name="직사각형 619"/>
            <p:cNvSpPr/>
            <p:nvPr/>
          </p:nvSpPr>
          <p:spPr>
            <a:xfrm>
              <a:off x="2288704" y="12869951"/>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633" name="직사각형 632"/>
            <p:cNvSpPr/>
            <p:nvPr/>
          </p:nvSpPr>
          <p:spPr>
            <a:xfrm>
              <a:off x="2533303" y="12938722"/>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b="1" dirty="0" smtClean="0">
                  <a:solidFill>
                    <a:schemeClr val="tx1">
                      <a:lumMod val="75000"/>
                      <a:lumOff val="25000"/>
                    </a:schemeClr>
                  </a:solidFill>
                  <a:latin typeface="+mn-ea"/>
                </a:rPr>
                <a:t>학습요소 및 학습자료</a:t>
              </a:r>
              <a:endParaRPr lang="ko-KR" altLang="en-US" sz="800" b="1" dirty="0">
                <a:solidFill>
                  <a:schemeClr val="tx1">
                    <a:lumMod val="75000"/>
                    <a:lumOff val="25000"/>
                  </a:schemeClr>
                </a:solidFill>
                <a:latin typeface="+mn-ea"/>
              </a:endParaRPr>
            </a:p>
          </p:txBody>
        </p:sp>
      </p:grpSp>
      <p:sp>
        <p:nvSpPr>
          <p:cNvPr id="686" name="직사각형 685"/>
          <p:cNvSpPr/>
          <p:nvPr/>
        </p:nvSpPr>
        <p:spPr>
          <a:xfrm>
            <a:off x="1820652" y="8661371"/>
            <a:ext cx="6354000" cy="40025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87" name="직사각형 686"/>
          <p:cNvSpPr/>
          <p:nvPr/>
        </p:nvSpPr>
        <p:spPr>
          <a:xfrm>
            <a:off x="1809031" y="8680379"/>
            <a:ext cx="1220206" cy="215444"/>
          </a:xfrm>
          <a:prstGeom prst="rect">
            <a:avLst/>
          </a:prstGeom>
        </p:spPr>
        <p:txBody>
          <a:bodyPr wrap="none">
            <a:spAutoFit/>
          </a:bodyPr>
          <a:lstStyle/>
          <a:p>
            <a:r>
              <a:rPr lang="en-US" altLang="ko-KR" sz="800" b="1" dirty="0" smtClean="0">
                <a:solidFill>
                  <a:srgbClr val="00B050"/>
                </a:solidFill>
                <a:latin typeface="+mn-ea"/>
                <a:ea typeface="+mn-ea"/>
              </a:rPr>
              <a:t>[ </a:t>
            </a:r>
            <a:r>
              <a:rPr lang="ko-KR" altLang="en-US" sz="800" b="1" dirty="0" smtClean="0">
                <a:solidFill>
                  <a:srgbClr val="00B050"/>
                </a:solidFill>
                <a:latin typeface="+mn-ea"/>
                <a:ea typeface="+mn-ea"/>
              </a:rPr>
              <a:t>강의 </a:t>
            </a:r>
            <a:r>
              <a:rPr lang="en-US" altLang="ko-KR" sz="800" b="1" dirty="0" smtClean="0">
                <a:solidFill>
                  <a:srgbClr val="00B050"/>
                </a:solidFill>
                <a:latin typeface="+mn-ea"/>
                <a:ea typeface="+mn-ea"/>
              </a:rPr>
              <a:t>]</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콘텐츠 제목 </a:t>
            </a:r>
            <a:r>
              <a:rPr lang="en-US" altLang="ko-KR" sz="800" b="1" dirty="0" smtClean="0">
                <a:solidFill>
                  <a:schemeClr val="tx1">
                    <a:lumMod val="75000"/>
                    <a:lumOff val="25000"/>
                  </a:schemeClr>
                </a:solidFill>
                <a:latin typeface="+mn-ea"/>
                <a:ea typeface="+mn-ea"/>
              </a:rPr>
              <a:t>1</a:t>
            </a:r>
            <a:endParaRPr lang="ko-KR" altLang="en-US" sz="800" dirty="0">
              <a:latin typeface="+mn-ea"/>
              <a:ea typeface="+mn-ea"/>
            </a:endParaRPr>
          </a:p>
        </p:txBody>
      </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sp>
        <p:nvSpPr>
          <p:cNvPr id="691" name="직사각형 690"/>
          <p:cNvSpPr/>
          <p:nvPr/>
        </p:nvSpPr>
        <p:spPr>
          <a:xfrm>
            <a:off x="1813163" y="8861907"/>
            <a:ext cx="6147219" cy="276999"/>
          </a:xfrm>
          <a:prstGeom prst="rect">
            <a:avLst/>
          </a:prstGeom>
        </p:spPr>
        <p:txBody>
          <a:bodyPr wrap="square">
            <a:spAutoFit/>
          </a:bodyPr>
          <a:lstStyle/>
          <a:p>
            <a:pPr>
              <a:lnSpc>
                <a:spcPct val="150000"/>
              </a:lnSpc>
            </a:pPr>
            <a:r>
              <a:rPr lang="ko-KR" altLang="en-US" sz="800" dirty="0" smtClean="0">
                <a:solidFill>
                  <a:schemeClr val="tx1">
                    <a:lumMod val="75000"/>
                    <a:lumOff val="25000"/>
                  </a:schemeClr>
                </a:solidFill>
                <a:latin typeface="+mn-ea"/>
                <a:ea typeface="+mn-ea"/>
              </a:rPr>
              <a:t>학습기간 </a:t>
            </a:r>
            <a:r>
              <a:rPr lang="en-US" altLang="ko-KR" sz="800" dirty="0" smtClean="0">
                <a:solidFill>
                  <a:schemeClr val="tx1">
                    <a:lumMod val="75000"/>
                    <a:lumOff val="25000"/>
                  </a:schemeClr>
                </a:solidFill>
                <a:latin typeface="+mn-ea"/>
                <a:ea typeface="+mn-ea"/>
              </a:rPr>
              <a:t>: 2026.03.01 </a:t>
            </a:r>
            <a:r>
              <a:rPr lang="en-US" altLang="ko-KR" sz="800" dirty="0">
                <a:solidFill>
                  <a:schemeClr val="tx1">
                    <a:lumMod val="75000"/>
                    <a:lumOff val="25000"/>
                  </a:schemeClr>
                </a:solidFill>
                <a:latin typeface="+mn-ea"/>
                <a:ea typeface="+mn-ea"/>
              </a:rPr>
              <a:t>09:00 ~ </a:t>
            </a:r>
            <a:r>
              <a:rPr lang="en-US" altLang="ko-KR" sz="800" dirty="0" smtClean="0">
                <a:solidFill>
                  <a:schemeClr val="tx1">
                    <a:lumMod val="75000"/>
                    <a:lumOff val="25000"/>
                  </a:schemeClr>
                </a:solidFill>
                <a:latin typeface="+mn-ea"/>
                <a:ea typeface="+mn-ea"/>
              </a:rPr>
              <a:t>2026.03.15 22:00 / 30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출결대상  </a:t>
            </a:r>
            <a:endParaRPr lang="ko-KR" altLang="en-US" sz="800" dirty="0">
              <a:solidFill>
                <a:schemeClr val="tx1">
                  <a:lumMod val="65000"/>
                  <a:lumOff val="35000"/>
                </a:schemeClr>
              </a:solidFill>
              <a:latin typeface="+mn-ea"/>
              <a:ea typeface="+mn-ea"/>
            </a:endParaRPr>
          </a:p>
        </p:txBody>
      </p:sp>
      <p:grpSp>
        <p:nvGrpSpPr>
          <p:cNvPr id="692" name="그룹 691"/>
          <p:cNvGrpSpPr/>
          <p:nvPr/>
        </p:nvGrpSpPr>
        <p:grpSpPr>
          <a:xfrm>
            <a:off x="1859751" y="9124628"/>
            <a:ext cx="6242239" cy="215444"/>
            <a:chOff x="1062472" y="3648072"/>
            <a:chExt cx="6242239" cy="215444"/>
          </a:xfrm>
        </p:grpSpPr>
        <p:sp>
          <p:nvSpPr>
            <p:cNvPr id="693" name="직사각형 692"/>
            <p:cNvSpPr/>
            <p:nvPr/>
          </p:nvSpPr>
          <p:spPr>
            <a:xfrm>
              <a:off x="1106290" y="3663218"/>
              <a:ext cx="6177600" cy="180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94" name="직사각형 693"/>
            <p:cNvSpPr/>
            <p:nvPr/>
          </p:nvSpPr>
          <p:spPr>
            <a:xfrm>
              <a:off x="1667111" y="3662962"/>
              <a:ext cx="5637600" cy="178490"/>
            </a:xfrm>
            <a:prstGeom prst="rect">
              <a:avLst/>
            </a:prstGeom>
            <a:solidFill>
              <a:srgbClr val="00B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bg1"/>
                  </a:solidFill>
                  <a:latin typeface="+mn-ea"/>
                </a:rPr>
                <a:t>100% ( 30</a:t>
              </a:r>
              <a:r>
                <a:rPr lang="ko-KR" altLang="en-US" sz="800" dirty="0" smtClean="0">
                  <a:solidFill>
                    <a:schemeClr val="bg1"/>
                  </a:solidFill>
                  <a:latin typeface="+mn-ea"/>
                </a:rPr>
                <a:t>분 </a:t>
              </a:r>
              <a:r>
                <a:rPr lang="en-US" altLang="ko-KR" sz="800" dirty="0" smtClean="0">
                  <a:solidFill>
                    <a:schemeClr val="bg1"/>
                  </a:solidFill>
                  <a:latin typeface="+mn-ea"/>
                </a:rPr>
                <a:t>00</a:t>
              </a:r>
              <a:r>
                <a:rPr lang="ko-KR" altLang="en-US" sz="800" dirty="0" smtClean="0">
                  <a:solidFill>
                    <a:schemeClr val="bg1"/>
                  </a:solidFill>
                  <a:latin typeface="+mn-ea"/>
                </a:rPr>
                <a:t>초 </a:t>
              </a:r>
              <a:r>
                <a:rPr lang="en-US" altLang="ko-KR" sz="800" dirty="0" smtClean="0">
                  <a:solidFill>
                    <a:schemeClr val="bg1"/>
                  </a:solidFill>
                  <a:latin typeface="+mn-ea"/>
                </a:rPr>
                <a:t>)</a:t>
              </a:r>
              <a:endParaRPr lang="en-US" altLang="ko-KR" sz="800" dirty="0">
                <a:solidFill>
                  <a:schemeClr val="bg1"/>
                </a:solidFill>
                <a:latin typeface="+mn-ea"/>
              </a:endParaRPr>
            </a:p>
          </p:txBody>
        </p:sp>
        <p:sp>
          <p:nvSpPr>
            <p:cNvPr id="701" name="직사각형 700"/>
            <p:cNvSpPr/>
            <p:nvPr/>
          </p:nvSpPr>
          <p:spPr>
            <a:xfrm>
              <a:off x="1062472" y="3648072"/>
              <a:ext cx="631904" cy="215444"/>
            </a:xfrm>
            <a:prstGeom prst="rect">
              <a:avLst/>
            </a:prstGeom>
          </p:spPr>
          <p:txBody>
            <a:bodyPr wrap="none">
              <a:spAutoFit/>
            </a:bodyPr>
            <a:lstStyle/>
            <a:p>
              <a:r>
                <a:rPr lang="ko-KR" altLang="en-US" sz="800" dirty="0" smtClean="0">
                  <a:latin typeface="+mn-ea"/>
                  <a:ea typeface="+mn-ea"/>
                </a:rPr>
                <a:t>학습진행 </a:t>
              </a:r>
              <a:endParaRPr lang="ko-KR" altLang="en-US" sz="800" dirty="0">
                <a:latin typeface="+mn-ea"/>
                <a:ea typeface="+mn-ea"/>
              </a:endParaRPr>
            </a:p>
          </p:txBody>
        </p:sp>
      </p:grpSp>
      <p:grpSp>
        <p:nvGrpSpPr>
          <p:cNvPr id="703" name="그룹 702"/>
          <p:cNvGrpSpPr/>
          <p:nvPr/>
        </p:nvGrpSpPr>
        <p:grpSpPr>
          <a:xfrm>
            <a:off x="1906607" y="9343785"/>
            <a:ext cx="6194285" cy="2549283"/>
            <a:chOff x="2408567" y="8924371"/>
            <a:chExt cx="6194285" cy="2549283"/>
          </a:xfrm>
        </p:grpSpPr>
        <p:pic>
          <p:nvPicPr>
            <p:cNvPr id="704"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408567" y="8928135"/>
              <a:ext cx="4675972" cy="25455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07" name="그룹 706"/>
            <p:cNvGrpSpPr/>
            <p:nvPr/>
          </p:nvGrpSpPr>
          <p:grpSpPr>
            <a:xfrm>
              <a:off x="7101128" y="8924371"/>
              <a:ext cx="1501724" cy="2546759"/>
              <a:chOff x="5786424" y="3914006"/>
              <a:chExt cx="1501724" cy="2546759"/>
            </a:xfrm>
          </p:grpSpPr>
          <p:sp>
            <p:nvSpPr>
              <p:cNvPr id="709" name="직사각형 708"/>
              <p:cNvSpPr/>
              <p:nvPr/>
            </p:nvSpPr>
            <p:spPr>
              <a:xfrm>
                <a:off x="5786425" y="3914006"/>
                <a:ext cx="1501723" cy="254675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10" name="직사각형 709"/>
              <p:cNvSpPr/>
              <p:nvPr/>
            </p:nvSpPr>
            <p:spPr>
              <a:xfrm>
                <a:off x="5786424" y="3916102"/>
                <a:ext cx="1501200" cy="216000"/>
              </a:xfrm>
              <a:prstGeom prst="rect">
                <a:avLst/>
              </a:prstGeom>
              <a:solidFill>
                <a:schemeClr val="bg1">
                  <a:lumMod val="50000"/>
                </a:schemeClr>
              </a:solidFill>
              <a:ln w="952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800" b="1" dirty="0" smtClean="0">
                    <a:solidFill>
                      <a:schemeClr val="bg1"/>
                    </a:solidFill>
                    <a:latin typeface="+mn-ea"/>
                  </a:rPr>
                  <a:t>INDEX</a:t>
                </a:r>
                <a:endParaRPr lang="en-US" altLang="ko-KR" sz="800" b="1" dirty="0">
                  <a:solidFill>
                    <a:schemeClr val="bg1"/>
                  </a:solidFill>
                  <a:latin typeface="+mn-ea"/>
                </a:endParaRPr>
              </a:p>
            </p:txBody>
          </p:sp>
          <p:sp>
            <p:nvSpPr>
              <p:cNvPr id="711" name="직사각형 710"/>
              <p:cNvSpPr/>
              <p:nvPr/>
            </p:nvSpPr>
            <p:spPr>
              <a:xfrm>
                <a:off x="6082125" y="4212765"/>
                <a:ext cx="665567"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01</a:t>
                </a:r>
                <a:endParaRPr lang="ko-KR" altLang="en-US" sz="900" dirty="0">
                  <a:solidFill>
                    <a:schemeClr val="tx1">
                      <a:lumMod val="75000"/>
                      <a:lumOff val="25000"/>
                    </a:schemeClr>
                  </a:solidFill>
                  <a:latin typeface="+mn-ea"/>
                  <a:ea typeface="+mn-ea"/>
                </a:endParaRPr>
              </a:p>
            </p:txBody>
          </p:sp>
          <p:sp>
            <p:nvSpPr>
              <p:cNvPr id="712" name="직사각형 711"/>
              <p:cNvSpPr/>
              <p:nvPr/>
            </p:nvSpPr>
            <p:spPr>
              <a:xfrm>
                <a:off x="6074457" y="4441354"/>
                <a:ext cx="550151"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퀴즈</a:t>
                </a:r>
                <a:r>
                  <a:rPr lang="en-US" altLang="ko-KR" sz="900" dirty="0" smtClean="0">
                    <a:solidFill>
                      <a:schemeClr val="tx1">
                        <a:lumMod val="75000"/>
                        <a:lumOff val="25000"/>
                      </a:schemeClr>
                    </a:solidFill>
                    <a:latin typeface="+mn-ea"/>
                    <a:ea typeface="+mn-ea"/>
                  </a:rPr>
                  <a:t>01</a:t>
                </a:r>
                <a:endParaRPr lang="ko-KR" altLang="en-US" sz="900" dirty="0">
                  <a:solidFill>
                    <a:schemeClr val="tx1">
                      <a:lumMod val="75000"/>
                      <a:lumOff val="25000"/>
                    </a:schemeClr>
                  </a:solidFill>
                  <a:latin typeface="+mn-ea"/>
                  <a:ea typeface="+mn-ea"/>
                </a:endParaRPr>
              </a:p>
            </p:txBody>
          </p:sp>
          <p:sp>
            <p:nvSpPr>
              <p:cNvPr id="713" name="직사각형 712"/>
              <p:cNvSpPr/>
              <p:nvPr/>
            </p:nvSpPr>
            <p:spPr>
              <a:xfrm>
                <a:off x="6084221" y="4671292"/>
                <a:ext cx="665567"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02</a:t>
                </a:r>
                <a:endParaRPr lang="ko-KR" altLang="en-US" sz="900" dirty="0">
                  <a:solidFill>
                    <a:schemeClr val="tx1">
                      <a:lumMod val="75000"/>
                      <a:lumOff val="25000"/>
                    </a:schemeClr>
                  </a:solidFill>
                  <a:latin typeface="+mn-ea"/>
                  <a:ea typeface="+mn-ea"/>
                </a:endParaRPr>
              </a:p>
            </p:txBody>
          </p:sp>
          <p:sp>
            <p:nvSpPr>
              <p:cNvPr id="714" name="직사각형 713"/>
              <p:cNvSpPr/>
              <p:nvPr/>
            </p:nvSpPr>
            <p:spPr>
              <a:xfrm>
                <a:off x="6076553" y="4880831"/>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03</a:t>
                </a:r>
                <a:endParaRPr lang="ko-KR" altLang="en-US" sz="900" dirty="0">
                  <a:solidFill>
                    <a:schemeClr val="tx1">
                      <a:lumMod val="75000"/>
                      <a:lumOff val="25000"/>
                    </a:schemeClr>
                  </a:solidFill>
                  <a:latin typeface="+mn-ea"/>
                  <a:ea typeface="+mn-ea"/>
                </a:endParaRPr>
              </a:p>
            </p:txBody>
          </p:sp>
          <p:sp>
            <p:nvSpPr>
              <p:cNvPr id="715" name="직사각형 714"/>
              <p:cNvSpPr/>
              <p:nvPr/>
            </p:nvSpPr>
            <p:spPr>
              <a:xfrm>
                <a:off x="6083441" y="5121188"/>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04</a:t>
                </a:r>
                <a:endParaRPr lang="ko-KR" altLang="en-US" sz="900" dirty="0">
                  <a:solidFill>
                    <a:schemeClr val="tx1">
                      <a:lumMod val="75000"/>
                      <a:lumOff val="25000"/>
                    </a:schemeClr>
                  </a:solidFill>
                  <a:latin typeface="+mn-ea"/>
                  <a:ea typeface="+mn-ea"/>
                </a:endParaRPr>
              </a:p>
            </p:txBody>
          </p:sp>
          <p:sp>
            <p:nvSpPr>
              <p:cNvPr id="716" name="직사각형 715"/>
              <p:cNvSpPr/>
              <p:nvPr/>
            </p:nvSpPr>
            <p:spPr>
              <a:xfrm>
                <a:off x="6075773" y="5359302"/>
                <a:ext cx="543739"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퀴즈</a:t>
                </a:r>
                <a:r>
                  <a:rPr lang="en-US" altLang="ko-KR" sz="900" dirty="0" smtClean="0">
                    <a:solidFill>
                      <a:schemeClr val="tx1">
                        <a:lumMod val="75000"/>
                        <a:lumOff val="25000"/>
                      </a:schemeClr>
                    </a:solidFill>
                    <a:latin typeface="+mn-ea"/>
                    <a:ea typeface="+mn-ea"/>
                  </a:rPr>
                  <a:t>02</a:t>
                </a:r>
                <a:endParaRPr lang="ko-KR" altLang="en-US" sz="900" dirty="0">
                  <a:solidFill>
                    <a:schemeClr val="tx1">
                      <a:lumMod val="75000"/>
                      <a:lumOff val="25000"/>
                    </a:schemeClr>
                  </a:solidFill>
                  <a:latin typeface="+mn-ea"/>
                  <a:ea typeface="+mn-ea"/>
                </a:endParaRPr>
              </a:p>
            </p:txBody>
          </p:sp>
          <p:sp>
            <p:nvSpPr>
              <p:cNvPr id="723" name="직사각형 722"/>
              <p:cNvSpPr/>
              <p:nvPr/>
            </p:nvSpPr>
            <p:spPr>
              <a:xfrm>
                <a:off x="6085537" y="5582705"/>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05</a:t>
                </a:r>
                <a:endParaRPr lang="ko-KR" altLang="en-US" sz="900" dirty="0">
                  <a:solidFill>
                    <a:schemeClr val="tx1">
                      <a:lumMod val="75000"/>
                      <a:lumOff val="25000"/>
                    </a:schemeClr>
                  </a:solidFill>
                  <a:latin typeface="+mn-ea"/>
                  <a:ea typeface="+mn-ea"/>
                </a:endParaRPr>
              </a:p>
            </p:txBody>
          </p:sp>
          <p:sp>
            <p:nvSpPr>
              <p:cNvPr id="724" name="직사각형 723"/>
              <p:cNvSpPr/>
              <p:nvPr/>
            </p:nvSpPr>
            <p:spPr>
              <a:xfrm>
                <a:off x="6077869" y="5820819"/>
                <a:ext cx="659155" cy="230832"/>
              </a:xfrm>
              <a:prstGeom prst="rect">
                <a:avLst/>
              </a:prstGeom>
            </p:spPr>
            <p:txBody>
              <a:bodyPr wrap="none">
                <a:spAutoFit/>
              </a:bodyPr>
              <a:lstStyle/>
              <a:p>
                <a:r>
                  <a:rPr lang="ko-KR" altLang="en-US" sz="900" dirty="0" smtClean="0">
                    <a:solidFill>
                      <a:schemeClr val="tx1">
                        <a:lumMod val="75000"/>
                        <a:lumOff val="25000"/>
                      </a:schemeClr>
                    </a:solidFill>
                    <a:latin typeface="+mn-ea"/>
                    <a:ea typeface="+mn-ea"/>
                  </a:rPr>
                  <a:t>동영상</a:t>
                </a:r>
                <a:r>
                  <a:rPr lang="en-US" altLang="ko-KR" sz="900" dirty="0" smtClean="0">
                    <a:solidFill>
                      <a:schemeClr val="tx1">
                        <a:lumMod val="75000"/>
                        <a:lumOff val="25000"/>
                      </a:schemeClr>
                    </a:solidFill>
                    <a:latin typeface="+mn-ea"/>
                    <a:ea typeface="+mn-ea"/>
                  </a:rPr>
                  <a:t>06</a:t>
                </a:r>
                <a:endParaRPr lang="ko-KR" altLang="en-US" sz="900" dirty="0">
                  <a:solidFill>
                    <a:schemeClr val="tx1">
                      <a:lumMod val="75000"/>
                      <a:lumOff val="25000"/>
                    </a:schemeClr>
                  </a:solidFill>
                  <a:latin typeface="+mn-ea"/>
                  <a:ea typeface="+mn-ea"/>
                </a:endParaRPr>
              </a:p>
            </p:txBody>
          </p:sp>
          <p:grpSp>
            <p:nvGrpSpPr>
              <p:cNvPr id="725" name="그룹 724"/>
              <p:cNvGrpSpPr/>
              <p:nvPr/>
            </p:nvGrpSpPr>
            <p:grpSpPr>
              <a:xfrm>
                <a:off x="5886928" y="4229984"/>
                <a:ext cx="243978" cy="215444"/>
                <a:chOff x="8355965" y="7164471"/>
                <a:chExt cx="243978" cy="215444"/>
              </a:xfrm>
            </p:grpSpPr>
            <p:sp>
              <p:nvSpPr>
                <p:cNvPr id="747" name="직사각형 746"/>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8" name="직사각형 747"/>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1</a:t>
                  </a:r>
                  <a:endParaRPr lang="ko-KR" altLang="en-US" sz="800" b="1" dirty="0">
                    <a:solidFill>
                      <a:schemeClr val="tx1">
                        <a:lumMod val="75000"/>
                        <a:lumOff val="25000"/>
                      </a:schemeClr>
                    </a:solidFill>
                    <a:latin typeface="+mn-ea"/>
                  </a:endParaRPr>
                </a:p>
              </p:txBody>
            </p:sp>
          </p:grpSp>
          <p:grpSp>
            <p:nvGrpSpPr>
              <p:cNvPr id="726" name="그룹 725"/>
              <p:cNvGrpSpPr/>
              <p:nvPr/>
            </p:nvGrpSpPr>
            <p:grpSpPr>
              <a:xfrm>
                <a:off x="5887008" y="4456742"/>
                <a:ext cx="243978" cy="215444"/>
                <a:chOff x="8355965" y="7164471"/>
                <a:chExt cx="243978" cy="215444"/>
              </a:xfrm>
            </p:grpSpPr>
            <p:sp>
              <p:nvSpPr>
                <p:cNvPr id="745" name="직사각형 744"/>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6" name="직사각형 745"/>
                <p:cNvSpPr/>
                <p:nvPr/>
              </p:nvSpPr>
              <p:spPr>
                <a:xfrm>
                  <a:off x="8355965" y="7164471"/>
                  <a:ext cx="243978"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2</a:t>
                  </a:r>
                  <a:endParaRPr lang="ko-KR" altLang="en-US" sz="800" b="1" dirty="0">
                    <a:solidFill>
                      <a:schemeClr val="tx1">
                        <a:lumMod val="75000"/>
                        <a:lumOff val="25000"/>
                      </a:schemeClr>
                    </a:solidFill>
                    <a:latin typeface="+mn-ea"/>
                  </a:endParaRPr>
                </a:p>
              </p:txBody>
            </p:sp>
          </p:grpSp>
          <p:grpSp>
            <p:nvGrpSpPr>
              <p:cNvPr id="727" name="그룹 726"/>
              <p:cNvGrpSpPr/>
              <p:nvPr/>
            </p:nvGrpSpPr>
            <p:grpSpPr>
              <a:xfrm>
                <a:off x="5887008" y="4690607"/>
                <a:ext cx="243978" cy="215444"/>
                <a:chOff x="8355965" y="7164471"/>
                <a:chExt cx="243978" cy="215444"/>
              </a:xfrm>
            </p:grpSpPr>
            <p:sp>
              <p:nvSpPr>
                <p:cNvPr id="743" name="직사각형 742"/>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4" name="직사각형 743"/>
                <p:cNvSpPr/>
                <p:nvPr/>
              </p:nvSpPr>
              <p:spPr>
                <a:xfrm>
                  <a:off x="8355965" y="7164471"/>
                  <a:ext cx="243978" cy="215444"/>
                </a:xfrm>
                <a:prstGeom prst="rect">
                  <a:avLst/>
                </a:prstGeom>
              </p:spPr>
              <p:txBody>
                <a:bodyPr wrap="none">
                  <a:spAutoFit/>
                </a:bodyPr>
                <a:lstStyle/>
                <a:p>
                  <a:r>
                    <a:rPr lang="en-US" altLang="ko-KR" sz="800" b="1" dirty="0" smtClean="0">
                      <a:solidFill>
                        <a:schemeClr val="tx1">
                          <a:lumMod val="75000"/>
                          <a:lumOff val="25000"/>
                        </a:schemeClr>
                      </a:solidFill>
                      <a:latin typeface="+mn-ea"/>
                    </a:rPr>
                    <a:t>3</a:t>
                  </a:r>
                  <a:endParaRPr lang="ko-KR" altLang="en-US" sz="800" b="1" dirty="0">
                    <a:solidFill>
                      <a:schemeClr val="tx1">
                        <a:lumMod val="75000"/>
                        <a:lumOff val="25000"/>
                      </a:schemeClr>
                    </a:solidFill>
                    <a:latin typeface="+mn-ea"/>
                  </a:endParaRPr>
                </a:p>
              </p:txBody>
            </p:sp>
          </p:grpSp>
          <p:grpSp>
            <p:nvGrpSpPr>
              <p:cNvPr id="728" name="그룹 727"/>
              <p:cNvGrpSpPr/>
              <p:nvPr/>
            </p:nvGrpSpPr>
            <p:grpSpPr>
              <a:xfrm>
                <a:off x="5887088" y="4907840"/>
                <a:ext cx="243978" cy="215444"/>
                <a:chOff x="8355965" y="7164471"/>
                <a:chExt cx="243978" cy="215444"/>
              </a:xfrm>
            </p:grpSpPr>
            <p:sp>
              <p:nvSpPr>
                <p:cNvPr id="741" name="직사각형 740"/>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2" name="직사각형 741"/>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4</a:t>
                  </a:r>
                  <a:endParaRPr lang="ko-KR" altLang="en-US" sz="800" b="1" dirty="0">
                    <a:solidFill>
                      <a:schemeClr val="tx1">
                        <a:lumMod val="75000"/>
                        <a:lumOff val="25000"/>
                      </a:schemeClr>
                    </a:solidFill>
                    <a:latin typeface="+mn-ea"/>
                  </a:endParaRPr>
                </a:p>
              </p:txBody>
            </p:sp>
          </p:grpSp>
          <p:grpSp>
            <p:nvGrpSpPr>
              <p:cNvPr id="729" name="그룹 728"/>
              <p:cNvGrpSpPr/>
              <p:nvPr/>
            </p:nvGrpSpPr>
            <p:grpSpPr>
              <a:xfrm>
                <a:off x="5885373" y="5138407"/>
                <a:ext cx="243978" cy="215444"/>
                <a:chOff x="8355965" y="7164471"/>
                <a:chExt cx="243978" cy="215444"/>
              </a:xfrm>
            </p:grpSpPr>
            <p:sp>
              <p:nvSpPr>
                <p:cNvPr id="739" name="직사각형 738"/>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40" name="직사각형 739"/>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5</a:t>
                  </a:r>
                  <a:endParaRPr lang="ko-KR" altLang="en-US" sz="800" b="1" dirty="0">
                    <a:solidFill>
                      <a:schemeClr val="tx1">
                        <a:lumMod val="75000"/>
                        <a:lumOff val="25000"/>
                      </a:schemeClr>
                    </a:solidFill>
                    <a:latin typeface="+mn-ea"/>
                  </a:endParaRPr>
                </a:p>
              </p:txBody>
            </p:sp>
          </p:grpSp>
          <p:grpSp>
            <p:nvGrpSpPr>
              <p:cNvPr id="730" name="그룹 729"/>
              <p:cNvGrpSpPr/>
              <p:nvPr/>
            </p:nvGrpSpPr>
            <p:grpSpPr>
              <a:xfrm>
                <a:off x="5885453" y="5365165"/>
                <a:ext cx="243978" cy="215444"/>
                <a:chOff x="8355965" y="7164471"/>
                <a:chExt cx="243978" cy="215444"/>
              </a:xfrm>
            </p:grpSpPr>
            <p:sp>
              <p:nvSpPr>
                <p:cNvPr id="737" name="직사각형 736"/>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8" name="직사각형 737"/>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6</a:t>
                  </a:r>
                  <a:endParaRPr lang="ko-KR" altLang="en-US" sz="800" b="1" dirty="0">
                    <a:solidFill>
                      <a:schemeClr val="tx1">
                        <a:lumMod val="75000"/>
                        <a:lumOff val="25000"/>
                      </a:schemeClr>
                    </a:solidFill>
                    <a:latin typeface="+mn-ea"/>
                  </a:endParaRPr>
                </a:p>
              </p:txBody>
            </p:sp>
          </p:grpSp>
          <p:grpSp>
            <p:nvGrpSpPr>
              <p:cNvPr id="731" name="그룹 730"/>
              <p:cNvGrpSpPr/>
              <p:nvPr/>
            </p:nvGrpSpPr>
            <p:grpSpPr>
              <a:xfrm>
                <a:off x="5885453" y="5589505"/>
                <a:ext cx="243978" cy="215444"/>
                <a:chOff x="8355965" y="7164471"/>
                <a:chExt cx="243978" cy="215444"/>
              </a:xfrm>
            </p:grpSpPr>
            <p:sp>
              <p:nvSpPr>
                <p:cNvPr id="735" name="직사각형 734"/>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6" name="직사각형 735"/>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7</a:t>
                  </a:r>
                  <a:endParaRPr lang="ko-KR" altLang="en-US" sz="800" b="1" dirty="0">
                    <a:solidFill>
                      <a:schemeClr val="tx1">
                        <a:lumMod val="75000"/>
                        <a:lumOff val="25000"/>
                      </a:schemeClr>
                    </a:solidFill>
                    <a:latin typeface="+mn-ea"/>
                  </a:endParaRPr>
                </a:p>
              </p:txBody>
            </p:sp>
          </p:grpSp>
          <p:grpSp>
            <p:nvGrpSpPr>
              <p:cNvPr id="732" name="그룹 731"/>
              <p:cNvGrpSpPr/>
              <p:nvPr/>
            </p:nvGrpSpPr>
            <p:grpSpPr>
              <a:xfrm>
                <a:off x="5885533" y="5816263"/>
                <a:ext cx="243978" cy="215444"/>
                <a:chOff x="8355965" y="7164471"/>
                <a:chExt cx="243978" cy="215444"/>
              </a:xfrm>
            </p:grpSpPr>
            <p:sp>
              <p:nvSpPr>
                <p:cNvPr id="733" name="직사각형 732"/>
                <p:cNvSpPr/>
                <p:nvPr/>
              </p:nvSpPr>
              <p:spPr bwMode="auto">
                <a:xfrm>
                  <a:off x="8385029" y="7173416"/>
                  <a:ext cx="180000" cy="180020"/>
                </a:xfrm>
                <a:prstGeom prst="rect">
                  <a:avLst/>
                </a:prstGeom>
                <a:solidFill>
                  <a:schemeClr val="bg1"/>
                </a:solidFill>
                <a:ln w="9525" algn="ctr">
                  <a:solidFill>
                    <a:schemeClr val="bg1">
                      <a:lumMod val="65000"/>
                    </a:schemeClr>
                  </a:solidFill>
                  <a:miter lim="800000"/>
                  <a:headEnd/>
                  <a:tailEnd/>
                </a:ln>
                <a:effectLst/>
              </p:spPr>
              <p:txBody>
                <a:bodyPr wrap="none" rtlCol="0" anchor="ctr"/>
                <a:lstStyle/>
                <a:p>
                  <a:pPr algn="ctr" defTabSz="739248" eaLnBrk="1" fontAlgn="auto" hangingPunct="1">
                    <a:spcBef>
                      <a:spcPts val="0"/>
                    </a:spcBef>
                    <a:spcAft>
                      <a:spcPts val="0"/>
                    </a:spcAft>
                  </a:pPr>
                  <a:endParaRPr lang="ko-KR" altLang="en-US" sz="800" kern="0" dirty="0" smtClean="0">
                    <a:solidFill>
                      <a:schemeClr val="tx1">
                        <a:lumMod val="75000"/>
                        <a:lumOff val="25000"/>
                      </a:schemeClr>
                    </a:solidFill>
                    <a:latin typeface="+mn-ea"/>
                    <a:ea typeface="+mn-ea"/>
                  </a:endParaRPr>
                </a:p>
              </p:txBody>
            </p:sp>
            <p:sp>
              <p:nvSpPr>
                <p:cNvPr id="734" name="직사각형 733"/>
                <p:cNvSpPr/>
                <p:nvPr/>
              </p:nvSpPr>
              <p:spPr>
                <a:xfrm>
                  <a:off x="8355965" y="7164471"/>
                  <a:ext cx="243978" cy="215444"/>
                </a:xfrm>
                <a:prstGeom prst="rect">
                  <a:avLst/>
                </a:prstGeom>
              </p:spPr>
              <p:txBody>
                <a:bodyPr wrap="none">
                  <a:spAutoFit/>
                </a:bodyPr>
                <a:lstStyle/>
                <a:p>
                  <a:r>
                    <a:rPr lang="en-US" altLang="ko-KR" sz="800" b="1" dirty="0">
                      <a:solidFill>
                        <a:schemeClr val="tx1">
                          <a:lumMod val="75000"/>
                          <a:lumOff val="25000"/>
                        </a:schemeClr>
                      </a:solidFill>
                      <a:latin typeface="+mn-ea"/>
                    </a:rPr>
                    <a:t>8</a:t>
                  </a:r>
                  <a:endParaRPr lang="ko-KR" altLang="en-US" sz="800" b="1" dirty="0">
                    <a:solidFill>
                      <a:schemeClr val="tx1">
                        <a:lumMod val="75000"/>
                        <a:lumOff val="25000"/>
                      </a:schemeClr>
                    </a:solidFill>
                    <a:latin typeface="+mn-ea"/>
                  </a:endParaRPr>
                </a:p>
              </p:txBody>
            </p:sp>
          </p:grpSp>
        </p:grpSp>
      </p:grpSp>
      <p:grpSp>
        <p:nvGrpSpPr>
          <p:cNvPr id="749" name="그룹 748"/>
          <p:cNvGrpSpPr/>
          <p:nvPr/>
        </p:nvGrpSpPr>
        <p:grpSpPr>
          <a:xfrm>
            <a:off x="1903873" y="12156968"/>
            <a:ext cx="6206400" cy="236280"/>
            <a:chOff x="1853903" y="6993396"/>
            <a:chExt cx="6206400" cy="236280"/>
          </a:xfrm>
        </p:grpSpPr>
        <p:sp>
          <p:nvSpPr>
            <p:cNvPr id="750" name="직사각형 749"/>
            <p:cNvSpPr/>
            <p:nvPr/>
          </p:nvSpPr>
          <p:spPr>
            <a:xfrm>
              <a:off x="1853903" y="6993396"/>
              <a:ext cx="6206400" cy="236280"/>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b="1" dirty="0">
                <a:solidFill>
                  <a:schemeClr val="bg1"/>
                </a:solidFill>
                <a:latin typeface="+mn-ea"/>
              </a:endParaRPr>
            </a:p>
          </p:txBody>
        </p:sp>
        <p:sp>
          <p:nvSpPr>
            <p:cNvPr id="751" name="타원 750"/>
            <p:cNvSpPr/>
            <p:nvPr/>
          </p:nvSpPr>
          <p:spPr>
            <a:xfrm>
              <a:off x="2101006" y="7028954"/>
              <a:ext cx="144000" cy="144000"/>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2" name="타원 751"/>
            <p:cNvSpPr/>
            <p:nvPr/>
          </p:nvSpPr>
          <p:spPr>
            <a:xfrm>
              <a:off x="2902467" y="7028954"/>
              <a:ext cx="144000" cy="14400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3" name="타원 752"/>
            <p:cNvSpPr/>
            <p:nvPr/>
          </p:nvSpPr>
          <p:spPr>
            <a:xfrm>
              <a:off x="3703928"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4" name="타원 753"/>
            <p:cNvSpPr/>
            <p:nvPr/>
          </p:nvSpPr>
          <p:spPr>
            <a:xfrm>
              <a:off x="4505389"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5" name="타원 754"/>
            <p:cNvSpPr/>
            <p:nvPr/>
          </p:nvSpPr>
          <p:spPr>
            <a:xfrm>
              <a:off x="5306850"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6" name="타원 755"/>
            <p:cNvSpPr/>
            <p:nvPr/>
          </p:nvSpPr>
          <p:spPr>
            <a:xfrm>
              <a:off x="610831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7" name="타원 756"/>
            <p:cNvSpPr/>
            <p:nvPr/>
          </p:nvSpPr>
          <p:spPr>
            <a:xfrm>
              <a:off x="6909772"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sp>
          <p:nvSpPr>
            <p:cNvPr id="758" name="타원 757"/>
            <p:cNvSpPr/>
            <p:nvPr/>
          </p:nvSpPr>
          <p:spPr>
            <a:xfrm>
              <a:off x="7711231" y="7028954"/>
              <a:ext cx="144000" cy="144000"/>
            </a:xfrm>
            <a:prstGeom prst="ellipse">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b="1" dirty="0"/>
            </a:p>
          </p:txBody>
        </p:sp>
      </p:grpSp>
      <p:pic>
        <p:nvPicPr>
          <p:cNvPr id="759"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907031" y="11893790"/>
            <a:ext cx="6199200" cy="2476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3" name="직사각형 762"/>
          <p:cNvSpPr/>
          <p:nvPr/>
        </p:nvSpPr>
        <p:spPr>
          <a:xfrm>
            <a:off x="1809986" y="12476562"/>
            <a:ext cx="2520000" cy="1584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800" dirty="0" smtClean="0">
                <a:solidFill>
                  <a:schemeClr val="tx1">
                    <a:lumMod val="75000"/>
                    <a:lumOff val="25000"/>
                  </a:schemeClr>
                </a:solidFill>
                <a:latin typeface="+mn-ea"/>
              </a:rPr>
              <a:t>좋아요</a:t>
            </a:r>
            <a:endParaRPr lang="ko-KR" altLang="en-US" sz="800" dirty="0">
              <a:solidFill>
                <a:schemeClr val="tx1">
                  <a:lumMod val="75000"/>
                  <a:lumOff val="25000"/>
                </a:schemeClr>
              </a:solidFill>
              <a:latin typeface="+mn-ea"/>
            </a:endParaRPr>
          </a:p>
        </p:txBody>
      </p:sp>
      <p:grpSp>
        <p:nvGrpSpPr>
          <p:cNvPr id="764" name="그룹 763"/>
          <p:cNvGrpSpPr/>
          <p:nvPr/>
        </p:nvGrpSpPr>
        <p:grpSpPr>
          <a:xfrm>
            <a:off x="2281275" y="12407841"/>
            <a:ext cx="476621" cy="246521"/>
            <a:chOff x="4507235" y="5656578"/>
            <a:chExt cx="476621" cy="246521"/>
          </a:xfrm>
        </p:grpSpPr>
        <p:pic>
          <p:nvPicPr>
            <p:cNvPr id="765" name="Picture 3"/>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507235" y="5656578"/>
              <a:ext cx="190500" cy="190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66" name="직사각형 765"/>
            <p:cNvSpPr/>
            <p:nvPr/>
          </p:nvSpPr>
          <p:spPr>
            <a:xfrm>
              <a:off x="4650110" y="5687655"/>
              <a:ext cx="333746" cy="215444"/>
            </a:xfrm>
            <a:prstGeom prst="rect">
              <a:avLst/>
            </a:prstGeom>
          </p:spPr>
          <p:txBody>
            <a:bodyPr wrap="none">
              <a:spAutoFit/>
            </a:bodyPr>
            <a:lstStyle/>
            <a:p>
              <a:r>
                <a:rPr lang="en-US" altLang="ko-KR" sz="800" dirty="0" smtClean="0">
                  <a:latin typeface="+mn-ea"/>
                  <a:ea typeface="+mn-ea"/>
                </a:rPr>
                <a:t>24</a:t>
              </a:r>
              <a:r>
                <a:rPr lang="ko-KR" altLang="en-US" sz="800" dirty="0" smtClean="0">
                  <a:latin typeface="+mn-ea"/>
                  <a:ea typeface="+mn-ea"/>
                </a:rPr>
                <a:t> </a:t>
              </a:r>
              <a:endParaRPr lang="ko-KR" altLang="en-US" sz="800" dirty="0">
                <a:latin typeface="+mn-ea"/>
                <a:ea typeface="+mn-ea"/>
              </a:endParaRPr>
            </a:p>
          </p:txBody>
        </p:sp>
      </p:grpSp>
      <p:grpSp>
        <p:nvGrpSpPr>
          <p:cNvPr id="21" name="그룹 20"/>
          <p:cNvGrpSpPr/>
          <p:nvPr/>
        </p:nvGrpSpPr>
        <p:grpSpPr>
          <a:xfrm>
            <a:off x="7179157" y="12812389"/>
            <a:ext cx="959008" cy="265604"/>
            <a:chOff x="7179157" y="12812389"/>
            <a:chExt cx="959008" cy="265604"/>
          </a:xfrm>
        </p:grpSpPr>
        <p:sp>
          <p:nvSpPr>
            <p:cNvPr id="597" name="직사각형 596"/>
            <p:cNvSpPr/>
            <p:nvPr/>
          </p:nvSpPr>
          <p:spPr>
            <a:xfrm>
              <a:off x="7238165" y="12825993"/>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788" name="직사각형 787"/>
            <p:cNvSpPr/>
            <p:nvPr/>
          </p:nvSpPr>
          <p:spPr>
            <a:xfrm>
              <a:off x="7179157" y="12812389"/>
              <a:ext cx="481572" cy="246221"/>
            </a:xfrm>
            <a:prstGeom prst="rect">
              <a:avLst/>
            </a:prstGeom>
          </p:spPr>
          <p:txBody>
            <a:bodyPr wrap="square">
              <a:spAutoFit/>
            </a:bodyPr>
            <a:lstStyle/>
            <a:p>
              <a:r>
                <a:rPr lang="ko-KR" altLang="en-US" sz="1000" b="1" dirty="0" smtClean="0"/>
                <a:t>  ⌵</a:t>
              </a:r>
              <a:endParaRPr lang="ko-KR" altLang="en-US" sz="1000" b="1" dirty="0"/>
            </a:p>
          </p:txBody>
        </p:sp>
      </p:grpSp>
      <p:graphicFrame>
        <p:nvGraphicFramePr>
          <p:cNvPr id="557" name="Group 175"/>
          <p:cNvGraphicFramePr>
            <a:graphicFrameLocks noGrp="1"/>
          </p:cNvGraphicFramePr>
          <p:nvPr>
            <p:extLst>
              <p:ext uri="{D42A27DB-BD31-4B8C-83A1-F6EECF244321}">
                <p14:modId xmlns:p14="http://schemas.microsoft.com/office/powerpoint/2010/main" val="4292768358"/>
              </p:ext>
            </p:extLst>
          </p:nvPr>
        </p:nvGraphicFramePr>
        <p:xfrm>
          <a:off x="9499029" y="6669360"/>
          <a:ext cx="1404156" cy="49290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강의보기 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 </a:t>
                      </a:r>
                      <a:r>
                        <a:rPr lang="ko-KR" altLang="en-US" sz="800" kern="1200" dirty="0" smtClean="0">
                          <a:solidFill>
                            <a:schemeClr val="tx1">
                              <a:lumMod val="75000"/>
                              <a:lumOff val="25000"/>
                            </a:schemeClr>
                          </a:solidFill>
                          <a:latin typeface="+mn-ea"/>
                          <a:ea typeface="+mn-ea"/>
                          <a:cs typeface="+mn-cs"/>
                        </a:rPr>
                        <a:t>바로 등록</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a:t>
                      </a:r>
                      <a:r>
                        <a:rPr lang="ko-KR" altLang="en-US" sz="800" kern="1200" dirty="0" smtClean="0">
                          <a:solidFill>
                            <a:schemeClr val="tx1">
                              <a:lumMod val="75000"/>
                              <a:lumOff val="25000"/>
                            </a:schemeClr>
                          </a:solidFill>
                          <a:latin typeface="+mn-ea"/>
                          <a:ea typeface="+mn-ea"/>
                          <a:cs typeface="+mn-cs"/>
                        </a:rPr>
                        <a:t>에 저장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팝업 닫기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dirty="0" smtClean="0">
                        <a:solidFill>
                          <a:schemeClr val="tx1">
                            <a:lumMod val="75000"/>
                            <a:lumOff val="25000"/>
                          </a:schemeClr>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558" name="그룹 557"/>
          <p:cNvGrpSpPr/>
          <p:nvPr/>
        </p:nvGrpSpPr>
        <p:grpSpPr>
          <a:xfrm>
            <a:off x="2607667" y="12646024"/>
            <a:ext cx="5801717" cy="3240360"/>
            <a:chOff x="1100572" y="3176969"/>
            <a:chExt cx="6301958" cy="3240360"/>
          </a:xfrm>
        </p:grpSpPr>
        <p:sp>
          <p:nvSpPr>
            <p:cNvPr id="559" name="직사각형 558"/>
            <p:cNvSpPr/>
            <p:nvPr/>
          </p:nvSpPr>
          <p:spPr>
            <a:xfrm>
              <a:off x="1100572" y="3176970"/>
              <a:ext cx="6282748" cy="3240359"/>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60" name="직사각형 559"/>
            <p:cNvSpPr/>
            <p:nvPr/>
          </p:nvSpPr>
          <p:spPr>
            <a:xfrm>
              <a:off x="1100572" y="3177813"/>
              <a:ext cx="628275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61" name="직사각형 560"/>
            <p:cNvSpPr/>
            <p:nvPr/>
          </p:nvSpPr>
          <p:spPr>
            <a:xfrm>
              <a:off x="1127051" y="3205544"/>
              <a:ext cx="987619" cy="215444"/>
            </a:xfrm>
            <a:prstGeom prst="rect">
              <a:avLst/>
            </a:prstGeom>
          </p:spPr>
          <p:txBody>
            <a:bodyPr wrap="none">
              <a:spAutoFit/>
            </a:bodyPr>
            <a:lstStyle/>
            <a:p>
              <a:r>
                <a:rPr lang="en-US" altLang="ko-KR" sz="800" b="1" dirty="0" smtClean="0">
                  <a:solidFill>
                    <a:schemeClr val="bg1"/>
                  </a:solidFill>
                  <a:latin typeface="+mn-ea"/>
                  <a:ea typeface="+mn-ea"/>
                </a:rPr>
                <a:t>Q&amp;A </a:t>
              </a:r>
              <a:r>
                <a:rPr lang="ko-KR" altLang="en-US" sz="800" b="1" dirty="0" smtClean="0">
                  <a:solidFill>
                    <a:schemeClr val="bg1"/>
                  </a:solidFill>
                  <a:latin typeface="+mn-ea"/>
                  <a:ea typeface="+mn-ea"/>
                </a:rPr>
                <a:t>바로 등록</a:t>
              </a:r>
              <a:endParaRPr lang="ko-KR" altLang="en-US" sz="800" b="1" dirty="0">
                <a:solidFill>
                  <a:schemeClr val="bg1"/>
                </a:solidFill>
                <a:latin typeface="+mn-ea"/>
                <a:ea typeface="+mn-ea"/>
              </a:endParaRPr>
            </a:p>
          </p:txBody>
        </p:sp>
        <p:sp>
          <p:nvSpPr>
            <p:cNvPr id="562" name="직사각형 561"/>
            <p:cNvSpPr/>
            <p:nvPr/>
          </p:nvSpPr>
          <p:spPr>
            <a:xfrm>
              <a:off x="7134508" y="317696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563" name="그룹 562"/>
          <p:cNvGrpSpPr/>
          <p:nvPr/>
        </p:nvGrpSpPr>
        <p:grpSpPr>
          <a:xfrm>
            <a:off x="2716199" y="13020771"/>
            <a:ext cx="5472076" cy="215444"/>
            <a:chOff x="1730889" y="3049910"/>
            <a:chExt cx="5472076" cy="215444"/>
          </a:xfrm>
        </p:grpSpPr>
        <p:sp>
          <p:nvSpPr>
            <p:cNvPr id="564" name="직사각형 563"/>
            <p:cNvSpPr/>
            <p:nvPr/>
          </p:nvSpPr>
          <p:spPr>
            <a:xfrm>
              <a:off x="2414965" y="3058855"/>
              <a:ext cx="4788000" cy="183600"/>
            </a:xfrm>
            <a:prstGeom prst="rect">
              <a:avLst/>
            </a:prstGeom>
            <a:solidFill>
              <a:schemeClr val="bg1"/>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lumMod val="50000"/>
                      <a:lumOff val="50000"/>
                    </a:schemeClr>
                  </a:solidFill>
                  <a:latin typeface="+mn-ea"/>
                </a:rPr>
                <a:t>제목 입력</a:t>
              </a:r>
              <a:r>
                <a:rPr lang="en-US" altLang="ko-KR" sz="800" dirty="0" smtClean="0">
                  <a:solidFill>
                    <a:schemeClr val="tx1">
                      <a:lumMod val="50000"/>
                      <a:lumOff val="50000"/>
                    </a:schemeClr>
                  </a:solidFill>
                  <a:latin typeface="+mn-ea"/>
                </a:rPr>
                <a:t> </a:t>
              </a:r>
              <a:endParaRPr lang="ko-KR" altLang="en-US" sz="800" dirty="0">
                <a:solidFill>
                  <a:schemeClr val="tx1">
                    <a:lumMod val="50000"/>
                    <a:lumOff val="50000"/>
                  </a:schemeClr>
                </a:solidFill>
                <a:latin typeface="+mn-ea"/>
              </a:endParaRPr>
            </a:p>
          </p:txBody>
        </p:sp>
        <p:sp>
          <p:nvSpPr>
            <p:cNvPr id="565" name="직사각형 564"/>
            <p:cNvSpPr/>
            <p:nvPr/>
          </p:nvSpPr>
          <p:spPr>
            <a:xfrm>
              <a:off x="1730889" y="3049910"/>
              <a:ext cx="792000" cy="215444"/>
            </a:xfrm>
            <a:prstGeom prst="rect">
              <a:avLst/>
            </a:prstGeom>
          </p:spPr>
          <p:txBody>
            <a:bodyPr wrap="square">
              <a:spAutoFit/>
            </a:bodyPr>
            <a:lstStyle/>
            <a:p>
              <a:r>
                <a:rPr lang="en-US" altLang="ko-KR" sz="800" dirty="0">
                  <a:solidFill>
                    <a:schemeClr val="tx1">
                      <a:lumMod val="85000"/>
                      <a:lumOff val="15000"/>
                    </a:schemeClr>
                  </a:solidFill>
                  <a:latin typeface="+mn-ea"/>
                </a:rPr>
                <a:t>• </a:t>
              </a:r>
              <a:r>
                <a:rPr lang="ko-KR" altLang="en-US" sz="800" dirty="0" smtClean="0">
                  <a:solidFill>
                    <a:schemeClr val="tx1">
                      <a:lumMod val="85000"/>
                      <a:lumOff val="15000"/>
                    </a:schemeClr>
                  </a:solidFill>
                  <a:latin typeface="+mn-ea"/>
                  <a:ea typeface="+mn-ea"/>
                </a:rPr>
                <a:t>제목 </a:t>
              </a:r>
              <a:r>
                <a:rPr lang="en-US" altLang="ko-KR" sz="800" dirty="0" smtClean="0">
                  <a:solidFill>
                    <a:srgbClr val="FF0000"/>
                  </a:solidFill>
                  <a:latin typeface="+mn-ea"/>
                  <a:ea typeface="+mn-ea"/>
                </a:rPr>
                <a:t>*</a:t>
              </a:r>
              <a:endParaRPr lang="ko-KR" altLang="en-US" sz="800" dirty="0">
                <a:solidFill>
                  <a:srgbClr val="FF0000"/>
                </a:solidFill>
                <a:latin typeface="+mn-ea"/>
                <a:ea typeface="+mn-ea"/>
              </a:endParaRPr>
            </a:p>
          </p:txBody>
        </p:sp>
      </p:grpSp>
      <p:pic>
        <p:nvPicPr>
          <p:cNvPr id="566" name="Picture 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2794303" y="13352507"/>
            <a:ext cx="5400000" cy="10863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67" name="그룹 566"/>
          <p:cNvGrpSpPr/>
          <p:nvPr/>
        </p:nvGrpSpPr>
        <p:grpSpPr>
          <a:xfrm>
            <a:off x="2715679" y="14508556"/>
            <a:ext cx="5485655" cy="883197"/>
            <a:chOff x="2684748" y="13932492"/>
            <a:chExt cx="5485655" cy="883197"/>
          </a:xfrm>
        </p:grpSpPr>
        <p:sp>
          <p:nvSpPr>
            <p:cNvPr id="568" name="직사각형 567"/>
            <p:cNvSpPr/>
            <p:nvPr/>
          </p:nvSpPr>
          <p:spPr>
            <a:xfrm>
              <a:off x="2684748" y="13932492"/>
              <a:ext cx="1008000"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첨부 파일</a:t>
              </a:r>
              <a:endParaRPr lang="ko-KR" altLang="en-US" sz="800" dirty="0">
                <a:solidFill>
                  <a:schemeClr val="tx1">
                    <a:lumMod val="85000"/>
                    <a:lumOff val="15000"/>
                  </a:schemeClr>
                </a:solidFill>
                <a:latin typeface="+mn-ea"/>
                <a:ea typeface="+mn-ea"/>
              </a:endParaRPr>
            </a:p>
          </p:txBody>
        </p:sp>
        <p:sp>
          <p:nvSpPr>
            <p:cNvPr id="569" name="직사각형 568"/>
            <p:cNvSpPr/>
            <p:nvPr/>
          </p:nvSpPr>
          <p:spPr>
            <a:xfrm>
              <a:off x="2792761" y="14150695"/>
              <a:ext cx="5377642"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578"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928230" y="14265473"/>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79" name="Rectangle 122"/>
            <p:cNvSpPr>
              <a:spLocks noChangeArrowheads="1"/>
            </p:cNvSpPr>
            <p:nvPr/>
          </p:nvSpPr>
          <p:spPr bwMode="auto">
            <a:xfrm>
              <a:off x="3528937" y="14394235"/>
              <a:ext cx="108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a:solidFill>
                    <a:schemeClr val="tx1">
                      <a:lumMod val="75000"/>
                      <a:lumOff val="25000"/>
                    </a:schemeClr>
                  </a:solidFill>
                  <a:latin typeface="+mn-ea"/>
                  <a:ea typeface="+mn-ea"/>
                </a:rPr>
                <a:t>내</a:t>
              </a:r>
              <a:r>
                <a:rPr lang="ko-KR" altLang="en-US" sz="800" kern="0" dirty="0" smtClean="0">
                  <a:solidFill>
                    <a:schemeClr val="tx1">
                      <a:lumMod val="75000"/>
                      <a:lumOff val="25000"/>
                    </a:schemeClr>
                  </a:solidFill>
                  <a:latin typeface="+mn-ea"/>
                  <a:ea typeface="+mn-ea"/>
                </a:rPr>
                <a:t>파일함에서 가져오기</a:t>
              </a:r>
              <a:endParaRPr lang="ko-KR" altLang="en-US" sz="800" kern="0" dirty="0">
                <a:solidFill>
                  <a:schemeClr val="tx1">
                    <a:lumMod val="75000"/>
                    <a:lumOff val="25000"/>
                  </a:schemeClr>
                </a:solidFill>
                <a:latin typeface="+mn-ea"/>
                <a:ea typeface="+mn-ea"/>
              </a:endParaRPr>
            </a:p>
          </p:txBody>
        </p:sp>
        <p:sp>
          <p:nvSpPr>
            <p:cNvPr id="582" name="Rectangle 122"/>
            <p:cNvSpPr>
              <a:spLocks noChangeArrowheads="1"/>
            </p:cNvSpPr>
            <p:nvPr/>
          </p:nvSpPr>
          <p:spPr bwMode="auto">
            <a:xfrm>
              <a:off x="4645918" y="14395888"/>
              <a:ext cx="72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583" name="TextBox 582"/>
            <p:cNvSpPr txBox="1"/>
            <p:nvPr/>
          </p:nvSpPr>
          <p:spPr>
            <a:xfrm>
              <a:off x="5329994" y="14376139"/>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sp>
        <p:nvSpPr>
          <p:cNvPr id="584" name="모서리가 둥근 직사각형 583"/>
          <p:cNvSpPr/>
          <p:nvPr/>
        </p:nvSpPr>
        <p:spPr>
          <a:xfrm>
            <a:off x="5548417" y="1554539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85" name="모서리가 둥근 직사각형 584"/>
          <p:cNvSpPr/>
          <p:nvPr/>
        </p:nvSpPr>
        <p:spPr>
          <a:xfrm>
            <a:off x="4576266" y="1554598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86" name="그룹 585"/>
          <p:cNvGrpSpPr/>
          <p:nvPr/>
        </p:nvGrpSpPr>
        <p:grpSpPr>
          <a:xfrm>
            <a:off x="4893587" y="15379247"/>
            <a:ext cx="234360" cy="200055"/>
            <a:chOff x="1152270" y="11716364"/>
            <a:chExt cx="234360" cy="200055"/>
          </a:xfrm>
        </p:grpSpPr>
        <p:sp>
          <p:nvSpPr>
            <p:cNvPr id="587" name="모서리가 둥근 직사각형 58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88" name="직사각형 58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589" name="그룹 588"/>
          <p:cNvGrpSpPr/>
          <p:nvPr/>
        </p:nvGrpSpPr>
        <p:grpSpPr>
          <a:xfrm>
            <a:off x="5876602" y="15382328"/>
            <a:ext cx="234360" cy="200055"/>
            <a:chOff x="1152270" y="11716364"/>
            <a:chExt cx="234360" cy="200055"/>
          </a:xfrm>
        </p:grpSpPr>
        <p:sp>
          <p:nvSpPr>
            <p:cNvPr id="590" name="모서리가 둥근 직사각형 58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91" name="직사각형 59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592" name="그룹 591"/>
          <p:cNvGrpSpPr/>
          <p:nvPr/>
        </p:nvGrpSpPr>
        <p:grpSpPr>
          <a:xfrm>
            <a:off x="4943475" y="12045577"/>
            <a:ext cx="234360" cy="200055"/>
            <a:chOff x="1152270" y="11716364"/>
            <a:chExt cx="234360" cy="200055"/>
          </a:xfrm>
        </p:grpSpPr>
        <p:sp>
          <p:nvSpPr>
            <p:cNvPr id="593" name="모서리가 둥근 직사각형 59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94" name="직사각형 59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cxnSp>
        <p:nvCxnSpPr>
          <p:cNvPr id="595" name="꺾인 연결선 594"/>
          <p:cNvCxnSpPr>
            <a:stCxn id="593" idx="2"/>
            <a:endCxn id="560" idx="0"/>
          </p:cNvCxnSpPr>
          <p:nvPr/>
        </p:nvCxnSpPr>
        <p:spPr>
          <a:xfrm rot="16200000" flipH="1">
            <a:off x="5054573" y="12201756"/>
            <a:ext cx="449557" cy="44066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526" name="모서리가 둥근 직사각형 525"/>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30" name="모서리가 둥근 직사각형 529"/>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31" name="모서리가 둥근 직사각형 530"/>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32" name="모서리가 둥근 직사각형 531"/>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33" name="직사각형 532"/>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34" name="순서도: 대체 처리 533"/>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35" name="직사각형 534"/>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36" name="순서도: 대체 처리 535"/>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cxnSp>
        <p:nvCxnSpPr>
          <p:cNvPr id="656" name="꺾인 연결선 655"/>
          <p:cNvCxnSpPr>
            <a:stCxn id="477" idx="1"/>
            <a:endCxn id="442" idx="0"/>
          </p:cNvCxnSpPr>
          <p:nvPr/>
        </p:nvCxnSpPr>
        <p:spPr>
          <a:xfrm rot="10800000" flipV="1">
            <a:off x="4994254" y="6442870"/>
            <a:ext cx="3612104" cy="1095521"/>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658" name="그룹 657"/>
          <p:cNvGrpSpPr/>
          <p:nvPr/>
        </p:nvGrpSpPr>
        <p:grpSpPr>
          <a:xfrm>
            <a:off x="4880992" y="7189385"/>
            <a:ext cx="234360" cy="200055"/>
            <a:chOff x="1152270" y="11716364"/>
            <a:chExt cx="234360" cy="200055"/>
          </a:xfrm>
        </p:grpSpPr>
        <p:sp>
          <p:nvSpPr>
            <p:cNvPr id="659" name="모서리가 둥근 직사각형 6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660" name="직사각형 65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10" name="그룹 509"/>
          <p:cNvGrpSpPr/>
          <p:nvPr/>
        </p:nvGrpSpPr>
        <p:grpSpPr>
          <a:xfrm>
            <a:off x="5640844" y="2041798"/>
            <a:ext cx="2994089" cy="162517"/>
            <a:chOff x="6384100" y="2032273"/>
            <a:chExt cx="2994089" cy="162517"/>
          </a:xfrm>
        </p:grpSpPr>
        <p:sp>
          <p:nvSpPr>
            <p:cNvPr id="513" name="직사각형 512"/>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514" name="순서도: 대체 처리 513"/>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15" name="직사각형 514"/>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16" name="순서도: 대체 처리 515"/>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20" name="순서도: 대체 처리 519"/>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21" name="순서도: 대체 처리 520"/>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22" name="TextBox 521"/>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775" name="그룹 774"/>
          <p:cNvGrpSpPr/>
          <p:nvPr/>
        </p:nvGrpSpPr>
        <p:grpSpPr>
          <a:xfrm>
            <a:off x="507554" y="1602349"/>
            <a:ext cx="3075218" cy="252000"/>
            <a:chOff x="507554" y="1537742"/>
            <a:chExt cx="3075218" cy="252000"/>
          </a:xfrm>
        </p:grpSpPr>
        <p:pic>
          <p:nvPicPr>
            <p:cNvPr id="776" name="Picture 4"/>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77" name="그룹 776"/>
            <p:cNvGrpSpPr/>
            <p:nvPr/>
          </p:nvGrpSpPr>
          <p:grpSpPr>
            <a:xfrm>
              <a:off x="2288704" y="1581175"/>
              <a:ext cx="1294068" cy="166725"/>
              <a:chOff x="2288704" y="1581175"/>
              <a:chExt cx="1294068" cy="166725"/>
            </a:xfrm>
          </p:grpSpPr>
          <p:sp>
            <p:nvSpPr>
              <p:cNvPr id="778" name="직사각형 777"/>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779" name="직사각형 778"/>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09" name="그룹 508"/>
          <p:cNvGrpSpPr/>
          <p:nvPr/>
        </p:nvGrpSpPr>
        <p:grpSpPr>
          <a:xfrm>
            <a:off x="579562" y="2166658"/>
            <a:ext cx="1384958" cy="5317057"/>
            <a:chOff x="579562" y="2166658"/>
            <a:chExt cx="1384958" cy="5317057"/>
          </a:xfrm>
        </p:grpSpPr>
        <p:grpSp>
          <p:nvGrpSpPr>
            <p:cNvPr id="572" name="그룹 571"/>
            <p:cNvGrpSpPr/>
            <p:nvPr/>
          </p:nvGrpSpPr>
          <p:grpSpPr>
            <a:xfrm>
              <a:off x="629956" y="3318264"/>
              <a:ext cx="1188000" cy="180000"/>
              <a:chOff x="666428" y="3785432"/>
              <a:chExt cx="1188000" cy="180000"/>
            </a:xfrm>
          </p:grpSpPr>
          <p:sp>
            <p:nvSpPr>
              <p:cNvPr id="807" name="모서리가 둥근 직사각형 80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808"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3" name="그룹 572"/>
            <p:cNvGrpSpPr/>
            <p:nvPr/>
          </p:nvGrpSpPr>
          <p:grpSpPr>
            <a:xfrm>
              <a:off x="629956" y="3568824"/>
              <a:ext cx="1188000" cy="180000"/>
              <a:chOff x="666428" y="4310612"/>
              <a:chExt cx="1188000" cy="180000"/>
            </a:xfrm>
          </p:grpSpPr>
          <p:sp>
            <p:nvSpPr>
              <p:cNvPr id="805" name="모서리가 둥근 직사각형 804"/>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806"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5" y="3042501"/>
              <a:ext cx="1188000" cy="180000"/>
              <a:chOff x="666427" y="3266516"/>
              <a:chExt cx="1188000" cy="180000"/>
            </a:xfrm>
          </p:grpSpPr>
          <p:sp>
            <p:nvSpPr>
              <p:cNvPr id="803" name="모서리가 둥근 직사각형 802"/>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804"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29956" y="3854780"/>
              <a:ext cx="1188000" cy="180000"/>
              <a:chOff x="666428" y="4570824"/>
              <a:chExt cx="1188000" cy="180000"/>
            </a:xfrm>
          </p:grpSpPr>
          <p:sp>
            <p:nvSpPr>
              <p:cNvPr id="801" name="모서리가 둥근 직사각형 80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802"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5316875"/>
              <a:ext cx="1188000" cy="180000"/>
              <a:chOff x="666428" y="5096004"/>
              <a:chExt cx="1188000" cy="180000"/>
            </a:xfrm>
          </p:grpSpPr>
          <p:sp>
            <p:nvSpPr>
              <p:cNvPr id="799" name="모서리가 둥근 직사각형 79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800" name="Picture 11"/>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34148" y="5634789"/>
              <a:ext cx="1188000" cy="180000"/>
              <a:chOff x="666428" y="3785432"/>
              <a:chExt cx="1188000" cy="180000"/>
            </a:xfrm>
          </p:grpSpPr>
          <p:sp>
            <p:nvSpPr>
              <p:cNvPr id="797" name="모서리가 둥근 직사각형 79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798"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1150" y="4135825"/>
              <a:ext cx="1188000" cy="180000"/>
              <a:chOff x="666428" y="4570824"/>
              <a:chExt cx="1188000" cy="180000"/>
            </a:xfrm>
          </p:grpSpPr>
          <p:sp>
            <p:nvSpPr>
              <p:cNvPr id="795" name="모서리가 둥근 직사각형 79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796"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29956" y="4423395"/>
              <a:ext cx="1188000" cy="180000"/>
              <a:chOff x="666428" y="4310612"/>
              <a:chExt cx="1188000" cy="180000"/>
            </a:xfrm>
          </p:grpSpPr>
          <p:sp>
            <p:nvSpPr>
              <p:cNvPr id="793" name="모서리가 둥근 직사각형 79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794"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34" name="TextBox 63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5" name="그룹 634"/>
            <p:cNvGrpSpPr/>
            <p:nvPr/>
          </p:nvGrpSpPr>
          <p:grpSpPr>
            <a:xfrm>
              <a:off x="632520" y="4723068"/>
              <a:ext cx="1188000" cy="180000"/>
              <a:chOff x="666428" y="4310612"/>
              <a:chExt cx="1188000" cy="180000"/>
            </a:xfrm>
          </p:grpSpPr>
          <p:sp>
            <p:nvSpPr>
              <p:cNvPr id="791" name="모서리가 둥근 직사각형 79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792"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6" name="그룹 635"/>
            <p:cNvGrpSpPr/>
            <p:nvPr/>
          </p:nvGrpSpPr>
          <p:grpSpPr>
            <a:xfrm>
              <a:off x="632520" y="2752353"/>
              <a:ext cx="1332000" cy="180000"/>
              <a:chOff x="666427" y="3266516"/>
              <a:chExt cx="1332000" cy="180000"/>
            </a:xfrm>
          </p:grpSpPr>
          <p:sp>
            <p:nvSpPr>
              <p:cNvPr id="789" name="모서리가 둥근 직사각형 78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90"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7" name="그룹 636"/>
            <p:cNvGrpSpPr/>
            <p:nvPr/>
          </p:nvGrpSpPr>
          <p:grpSpPr>
            <a:xfrm>
              <a:off x="632520" y="5005767"/>
              <a:ext cx="1188000" cy="180000"/>
              <a:chOff x="666428" y="4310612"/>
              <a:chExt cx="1188000" cy="180000"/>
            </a:xfrm>
          </p:grpSpPr>
          <p:sp>
            <p:nvSpPr>
              <p:cNvPr id="786" name="모서리가 둥근 직사각형 78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787"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8" name="그룹 637"/>
            <p:cNvGrpSpPr/>
            <p:nvPr/>
          </p:nvGrpSpPr>
          <p:grpSpPr>
            <a:xfrm>
              <a:off x="632520" y="6227787"/>
              <a:ext cx="1188000" cy="180000"/>
              <a:chOff x="666428" y="3785432"/>
              <a:chExt cx="1188000" cy="180000"/>
            </a:xfrm>
          </p:grpSpPr>
          <p:sp>
            <p:nvSpPr>
              <p:cNvPr id="784" name="모서리가 둥근 직사각형 78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785"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9" name="그룹 638"/>
            <p:cNvGrpSpPr/>
            <p:nvPr/>
          </p:nvGrpSpPr>
          <p:grpSpPr>
            <a:xfrm>
              <a:off x="632520" y="6487872"/>
              <a:ext cx="1188000" cy="180000"/>
              <a:chOff x="666428" y="4310612"/>
              <a:chExt cx="1188000" cy="180000"/>
            </a:xfrm>
          </p:grpSpPr>
          <p:sp>
            <p:nvSpPr>
              <p:cNvPr id="782" name="모서리가 둥근 직사각형 78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783"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6773828"/>
              <a:ext cx="1188000" cy="180000"/>
              <a:chOff x="666428" y="4570824"/>
              <a:chExt cx="1188000" cy="180000"/>
            </a:xfrm>
          </p:grpSpPr>
          <p:sp>
            <p:nvSpPr>
              <p:cNvPr id="780" name="모서리가 둥근 직사각형 77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781" name="Picture 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1" name="그룹 640"/>
            <p:cNvGrpSpPr/>
            <p:nvPr/>
          </p:nvGrpSpPr>
          <p:grpSpPr>
            <a:xfrm>
              <a:off x="632520" y="7053155"/>
              <a:ext cx="1188000" cy="180000"/>
              <a:chOff x="666428" y="3785432"/>
              <a:chExt cx="1188000" cy="180000"/>
            </a:xfrm>
          </p:grpSpPr>
          <p:sp>
            <p:nvSpPr>
              <p:cNvPr id="718" name="모서리가 둥근 직사각형 71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719" name="Picture 5"/>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2" name="그룹 641"/>
            <p:cNvGrpSpPr/>
            <p:nvPr/>
          </p:nvGrpSpPr>
          <p:grpSpPr>
            <a:xfrm>
              <a:off x="632520" y="7303715"/>
              <a:ext cx="1224000" cy="180000"/>
              <a:chOff x="666428" y="4310612"/>
              <a:chExt cx="1224000" cy="180000"/>
            </a:xfrm>
          </p:grpSpPr>
          <p:sp>
            <p:nvSpPr>
              <p:cNvPr id="685" name="모서리가 둥근 직사각형 684"/>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717" name="Picture 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6" name="그룹 645"/>
            <p:cNvGrpSpPr/>
            <p:nvPr/>
          </p:nvGrpSpPr>
          <p:grpSpPr>
            <a:xfrm>
              <a:off x="622995" y="5922821"/>
              <a:ext cx="1188000" cy="180000"/>
              <a:chOff x="666427" y="3266516"/>
              <a:chExt cx="1188000" cy="180000"/>
            </a:xfrm>
          </p:grpSpPr>
          <p:sp>
            <p:nvSpPr>
              <p:cNvPr id="647" name="모서리가 둥근 직사각형 646"/>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48" name="Picture 8"/>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639656653"/>
      </p:ext>
    </p:extLst>
  </p:cSld>
  <p:clrMapOvr>
    <a:masterClrMapping/>
  </p:clrMapOvr>
  <p:transition>
    <p:wipe dir="r"/>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KNOU_UI_C02026300_01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결시신청신청</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93</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43555699"/>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graphicFrame>
        <p:nvGraphicFramePr>
          <p:cNvPr id="557" name="Group 175"/>
          <p:cNvGraphicFramePr>
            <a:graphicFrameLocks noGrp="1"/>
          </p:cNvGraphicFramePr>
          <p:nvPr>
            <p:extLst>
              <p:ext uri="{D42A27DB-BD31-4B8C-83A1-F6EECF244321}">
                <p14:modId xmlns:p14="http://schemas.microsoft.com/office/powerpoint/2010/main" val="3521160680"/>
              </p:ext>
            </p:extLst>
          </p:nvPr>
        </p:nvGraphicFramePr>
        <p:xfrm>
          <a:off x="9499029" y="9467433"/>
          <a:ext cx="1404156" cy="74893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solidFill>
                          <a:latin typeface="+mn-lt"/>
                          <a:ea typeface="+mn-ea"/>
                          <a:cs typeface="+mn-cs"/>
                        </a:rPr>
                        <a:t>결시신청신청</a:t>
                      </a:r>
                      <a:r>
                        <a:rPr lang="ko-KR" altLang="en-US" sz="800" kern="1200" dirty="0" smtClean="0">
                          <a:solidFill>
                            <a:schemeClr val="tx1"/>
                          </a:solidFill>
                          <a:latin typeface="+mn-lt"/>
                          <a:ea typeface="+mn-ea"/>
                          <a:cs typeface="+mn-cs"/>
                        </a:rPr>
                        <a:t>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a:t>
                      </a:r>
                      <a:r>
                        <a:rPr lang="ko-KR" altLang="en-US" sz="800" kern="1200" dirty="0" smtClean="0">
                          <a:solidFill>
                            <a:schemeClr val="tx1">
                              <a:lumMod val="75000"/>
                              <a:lumOff val="25000"/>
                            </a:schemeClr>
                          </a:solidFill>
                          <a:latin typeface="+mn-ea"/>
                          <a:ea typeface="+mn-ea"/>
                          <a:cs typeface="+mn-cs"/>
                        </a:rPr>
                        <a:t> 신청기간</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통합관리자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수업운영도구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과정관리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수업업무 일정관리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rgbClr val="0070C0"/>
                          </a:solidFill>
                          <a:latin typeface="+mn-ea"/>
                          <a:ea typeface="+mn-ea"/>
                          <a:cs typeface="+mn-cs"/>
                        </a:rPr>
                        <a:t>중간고사 </a:t>
                      </a:r>
                      <a:r>
                        <a:rPr lang="ko-KR" altLang="en-US" sz="800" kern="1200" dirty="0" err="1" smtClean="0">
                          <a:solidFill>
                            <a:srgbClr val="0070C0"/>
                          </a:solidFill>
                          <a:latin typeface="+mn-ea"/>
                          <a:ea typeface="+mn-ea"/>
                          <a:cs typeface="+mn-cs"/>
                        </a:rPr>
                        <a:t>결시신청신청기간</a:t>
                      </a:r>
                      <a:r>
                        <a:rPr lang="en-US" altLang="ko-KR" sz="800" kern="1200" dirty="0" smtClean="0">
                          <a:solidFill>
                            <a:srgbClr val="0070C0"/>
                          </a:solidFill>
                          <a:latin typeface="+mn-ea"/>
                          <a:ea typeface="+mn-ea"/>
                          <a:cs typeface="+mn-cs"/>
                        </a:rPr>
                        <a:t>, </a:t>
                      </a:r>
                      <a:r>
                        <a:rPr lang="ko-KR" altLang="en-US" sz="800" kern="1200" dirty="0" smtClean="0">
                          <a:solidFill>
                            <a:srgbClr val="0070C0"/>
                          </a:solidFill>
                          <a:latin typeface="+mn-ea"/>
                          <a:ea typeface="+mn-ea"/>
                          <a:cs typeface="+mn-cs"/>
                        </a:rPr>
                        <a:t>기말고사 </a:t>
                      </a:r>
                      <a:r>
                        <a:rPr lang="ko-KR" altLang="en-US" sz="800" kern="1200" dirty="0" err="1" smtClean="0">
                          <a:solidFill>
                            <a:srgbClr val="0070C0"/>
                          </a:solidFill>
                          <a:latin typeface="+mn-ea"/>
                          <a:ea typeface="+mn-ea"/>
                          <a:cs typeface="+mn-cs"/>
                        </a:rPr>
                        <a:t>결시신청신청기간</a:t>
                      </a:r>
                      <a:r>
                        <a:rPr lang="ko-KR" altLang="en-US" sz="800" kern="1200" dirty="0" smtClean="0">
                          <a:solidFill>
                            <a:srgbClr val="0070C0"/>
                          </a:solidFill>
                          <a:latin typeface="+mn-ea"/>
                          <a:ea typeface="+mn-ea"/>
                          <a:cs typeface="+mn-cs"/>
                        </a:rPr>
                        <a:t> 연계</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처리상태 상세보기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결시신청신청등록</a:t>
                      </a:r>
                      <a:r>
                        <a:rPr lang="ko-KR" altLang="en-US" sz="800" kern="1200" dirty="0" smtClean="0">
                          <a:solidFill>
                            <a:schemeClr val="tx1">
                              <a:lumMod val="75000"/>
                              <a:lumOff val="25000"/>
                            </a:schemeClr>
                          </a:solidFill>
                          <a:latin typeface="+mn-ea"/>
                          <a:ea typeface="+mn-ea"/>
                          <a:cs typeface="+mn-cs"/>
                        </a:rPr>
                        <a:t> 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처리상태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신청 전</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결시신청신청등록</a:t>
                      </a:r>
                      <a:r>
                        <a:rPr lang="ko-KR" altLang="en-US" sz="800" kern="1200" dirty="0" smtClean="0">
                          <a:solidFill>
                            <a:schemeClr val="tx1">
                              <a:lumMod val="75000"/>
                              <a:lumOff val="25000"/>
                            </a:schemeClr>
                          </a:solidFill>
                          <a:latin typeface="+mn-ea"/>
                          <a:ea typeface="+mn-ea"/>
                          <a:cs typeface="+mn-cs"/>
                        </a:rPr>
                        <a:t> 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처리상태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반려</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dirty="0" smtClean="0">
                          <a:solidFill>
                            <a:schemeClr val="tx1">
                              <a:lumMod val="75000"/>
                              <a:lumOff val="25000"/>
                            </a:schemeClr>
                          </a:solidFill>
                          <a:latin typeface="+mn-ea"/>
                          <a:ea typeface="+mn-ea"/>
                        </a:rPr>
                        <a:t>처리상태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신청</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재신청</a:t>
                      </a:r>
                      <a:endParaRPr lang="en-US" altLang="ko-KR" sz="800" dirty="0" smtClean="0">
                        <a:solidFill>
                          <a:schemeClr val="tx1">
                            <a:lumMod val="75000"/>
                            <a:lumOff val="25000"/>
                          </a:schemeClr>
                        </a:solidFill>
                        <a:latin typeface="+mn-ea"/>
                        <a:ea typeface="+mn-ea"/>
                      </a:endParaRPr>
                    </a:p>
                    <a:p>
                      <a:pPr marL="88900" indent="-88900" algn="l" defTabSz="914400" rtl="0" eaLnBrk="1" latinLnBrk="1" hangingPunct="1">
                        <a:lnSpc>
                          <a:spcPct val="150000"/>
                        </a:lnSpc>
                        <a:buFont typeface="Arial" panose="020B0604020202020204" pitchFamily="34" charset="0"/>
                        <a:buChar char="•"/>
                      </a:pPr>
                      <a:r>
                        <a:rPr lang="en-US" altLang="ko-KR" sz="800" dirty="0" smtClean="0">
                          <a:solidFill>
                            <a:srgbClr val="0070C0"/>
                          </a:solidFill>
                          <a:latin typeface="+mn-ea"/>
                          <a:ea typeface="+mn-ea"/>
                        </a:rPr>
                        <a:t>Alert “</a:t>
                      </a:r>
                      <a:r>
                        <a:rPr lang="ko-KR" altLang="en-US" sz="800" dirty="0" smtClean="0">
                          <a:solidFill>
                            <a:srgbClr val="0070C0"/>
                          </a:solidFill>
                          <a:latin typeface="+mn-ea"/>
                          <a:ea typeface="+mn-ea"/>
                        </a:rPr>
                        <a:t>처리 </a:t>
                      </a:r>
                      <a:r>
                        <a:rPr lang="ko-KR" altLang="en-US" sz="800" dirty="0" err="1" smtClean="0">
                          <a:solidFill>
                            <a:srgbClr val="0070C0"/>
                          </a:solidFill>
                          <a:latin typeface="+mn-ea"/>
                          <a:ea typeface="+mn-ea"/>
                        </a:rPr>
                        <a:t>심사중</a:t>
                      </a:r>
                      <a:r>
                        <a:rPr lang="ko-KR" altLang="en-US" sz="800" dirty="0" smtClean="0">
                          <a:solidFill>
                            <a:srgbClr val="0070C0"/>
                          </a:solidFill>
                          <a:latin typeface="+mn-ea"/>
                          <a:ea typeface="+mn-ea"/>
                        </a:rPr>
                        <a:t> 입니다</a:t>
                      </a:r>
                      <a:r>
                        <a:rPr lang="en-US" altLang="ko-KR" sz="800" dirty="0" smtClean="0">
                          <a:solidFill>
                            <a:srgbClr val="0070C0"/>
                          </a:solidFill>
                          <a:latin typeface="+mn-ea"/>
                          <a:ea typeface="+mn-ea"/>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526" name="그룹 525"/>
          <p:cNvGrpSpPr/>
          <p:nvPr/>
        </p:nvGrpSpPr>
        <p:grpSpPr>
          <a:xfrm>
            <a:off x="2449002" y="11997952"/>
            <a:ext cx="6464438" cy="3384376"/>
            <a:chOff x="1100572" y="3176973"/>
            <a:chExt cx="6291612" cy="3384376"/>
          </a:xfrm>
        </p:grpSpPr>
        <p:sp>
          <p:nvSpPr>
            <p:cNvPr id="530" name="직사각형 529"/>
            <p:cNvSpPr/>
            <p:nvPr/>
          </p:nvSpPr>
          <p:spPr>
            <a:xfrm>
              <a:off x="1100572" y="3176973"/>
              <a:ext cx="6282748" cy="338437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31" name="직사각형 530"/>
            <p:cNvSpPr/>
            <p:nvPr/>
          </p:nvSpPr>
          <p:spPr>
            <a:xfrm>
              <a:off x="1100572" y="3187338"/>
              <a:ext cx="6282748"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32" name="직사각형 531"/>
            <p:cNvSpPr/>
            <p:nvPr/>
          </p:nvSpPr>
          <p:spPr>
            <a:xfrm>
              <a:off x="1127051" y="3210757"/>
              <a:ext cx="814710" cy="215444"/>
            </a:xfrm>
            <a:prstGeom prst="rect">
              <a:avLst/>
            </a:prstGeom>
          </p:spPr>
          <p:txBody>
            <a:bodyPr wrap="none">
              <a:spAutoFit/>
            </a:bodyPr>
            <a:lstStyle/>
            <a:p>
              <a:r>
                <a:rPr lang="ko-KR" altLang="en-US" sz="800" b="1" dirty="0" err="1" smtClean="0">
                  <a:solidFill>
                    <a:schemeClr val="bg1"/>
                  </a:solidFill>
                  <a:latin typeface="+mn-ea"/>
                  <a:ea typeface="+mn-ea"/>
                </a:rPr>
                <a:t>결시신청</a:t>
              </a:r>
              <a:r>
                <a:rPr lang="ko-KR" altLang="en-US" sz="800" b="1" dirty="0" smtClean="0">
                  <a:solidFill>
                    <a:schemeClr val="bg1"/>
                  </a:solidFill>
                  <a:latin typeface="+mn-ea"/>
                  <a:ea typeface="+mn-ea"/>
                </a:rPr>
                <a:t> 신청</a:t>
              </a:r>
              <a:endParaRPr lang="ko-KR" altLang="en-US" sz="800" b="1" dirty="0">
                <a:solidFill>
                  <a:schemeClr val="bg1"/>
                </a:solidFill>
                <a:latin typeface="+mn-ea"/>
                <a:ea typeface="+mn-ea"/>
              </a:endParaRPr>
            </a:p>
          </p:txBody>
        </p:sp>
        <p:sp>
          <p:nvSpPr>
            <p:cNvPr id="533" name="직사각형 532"/>
            <p:cNvSpPr/>
            <p:nvPr/>
          </p:nvSpPr>
          <p:spPr>
            <a:xfrm>
              <a:off x="7124162"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534" name="모서리가 둥근 직사각형 533"/>
          <p:cNvSpPr/>
          <p:nvPr/>
        </p:nvSpPr>
        <p:spPr>
          <a:xfrm>
            <a:off x="5220561" y="1505831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35" name="직사각형 534"/>
          <p:cNvSpPr/>
          <p:nvPr/>
        </p:nvSpPr>
        <p:spPr>
          <a:xfrm>
            <a:off x="2514338" y="12329417"/>
            <a:ext cx="6323774" cy="630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50000"/>
              </a:lnSpc>
            </a:pPr>
            <a:r>
              <a:rPr lang="ko-KR" altLang="en-US" sz="800" dirty="0" err="1" smtClean="0">
                <a:solidFill>
                  <a:schemeClr val="tx1">
                    <a:lumMod val="75000"/>
                    <a:lumOff val="25000"/>
                  </a:schemeClr>
                </a:solidFill>
                <a:latin typeface="+mn-ea"/>
              </a:rPr>
              <a:t>결시신청</a:t>
            </a:r>
            <a:r>
              <a:rPr lang="ko-KR" altLang="en-US" sz="800" dirty="0" smtClean="0">
                <a:solidFill>
                  <a:schemeClr val="tx1">
                    <a:lumMod val="75000"/>
                    <a:lumOff val="25000"/>
                  </a:schemeClr>
                </a:solidFill>
                <a:latin typeface="+mn-ea"/>
              </a:rPr>
              <a:t> 신청기간</a:t>
            </a:r>
            <a:endParaRPr lang="en-US" altLang="ko-KR" sz="800" dirty="0" smtClean="0">
              <a:solidFill>
                <a:schemeClr val="tx1">
                  <a:lumMod val="75000"/>
                  <a:lumOff val="25000"/>
                </a:schemeClr>
              </a:solidFill>
              <a:latin typeface="+mn-ea"/>
            </a:endParaRPr>
          </a:p>
          <a:p>
            <a:pPr algn="ctr">
              <a:lnSpc>
                <a:spcPct val="150000"/>
              </a:lnSpc>
            </a:pPr>
            <a:r>
              <a:rPr lang="ko-KR" altLang="en-US" sz="800" b="1" dirty="0" smtClean="0">
                <a:solidFill>
                  <a:srgbClr val="ED8013"/>
                </a:solidFill>
                <a:latin typeface="+mn-ea"/>
              </a:rPr>
              <a:t>중간고사 </a:t>
            </a:r>
            <a:r>
              <a:rPr lang="en-US" altLang="ko-KR" sz="800" b="1" dirty="0" smtClean="0">
                <a:solidFill>
                  <a:srgbClr val="ED8013"/>
                </a:solidFill>
                <a:latin typeface="+mn-ea"/>
              </a:rPr>
              <a:t>: 2026.03.03 00:00 ~ 2026.05.10 23:59</a:t>
            </a:r>
            <a:r>
              <a:rPr lang="en-US" altLang="ko-KR" sz="800" dirty="0" smtClean="0">
                <a:solidFill>
                  <a:schemeClr val="tx1">
                    <a:lumMod val="75000"/>
                    <a:lumOff val="25000"/>
                  </a:schemeClr>
                </a:solidFill>
                <a:latin typeface="+mn-ea"/>
              </a:rPr>
              <a:t>   |   </a:t>
            </a:r>
            <a:r>
              <a:rPr lang="ko-KR" altLang="en-US" sz="800" b="1" dirty="0" smtClean="0">
                <a:solidFill>
                  <a:srgbClr val="ED8013"/>
                </a:solidFill>
                <a:latin typeface="+mn-ea"/>
              </a:rPr>
              <a:t>기말고사 </a:t>
            </a:r>
            <a:r>
              <a:rPr lang="en-US" altLang="ko-KR" sz="800" b="1" dirty="0">
                <a:solidFill>
                  <a:srgbClr val="ED8013"/>
                </a:solidFill>
                <a:latin typeface="+mn-ea"/>
              </a:rPr>
              <a:t>: </a:t>
            </a:r>
            <a:r>
              <a:rPr lang="en-US" altLang="ko-KR" sz="800" b="1" dirty="0" smtClean="0">
                <a:solidFill>
                  <a:srgbClr val="ED8013"/>
                </a:solidFill>
                <a:latin typeface="+mn-ea"/>
              </a:rPr>
              <a:t>2026.06.02 00:00 </a:t>
            </a:r>
            <a:r>
              <a:rPr lang="en-US" altLang="ko-KR" sz="800" b="1" dirty="0">
                <a:solidFill>
                  <a:srgbClr val="ED8013"/>
                </a:solidFill>
                <a:latin typeface="+mn-ea"/>
              </a:rPr>
              <a:t>~ </a:t>
            </a:r>
            <a:r>
              <a:rPr lang="en-US" altLang="ko-KR" sz="800" b="1" dirty="0" smtClean="0">
                <a:solidFill>
                  <a:srgbClr val="ED8013"/>
                </a:solidFill>
                <a:latin typeface="+mn-ea"/>
              </a:rPr>
              <a:t>2026.12.10 23:59</a:t>
            </a:r>
          </a:p>
          <a:p>
            <a:pPr algn="ctr">
              <a:lnSpc>
                <a:spcPct val="150000"/>
              </a:lnSpc>
            </a:pPr>
            <a:r>
              <a:rPr lang="ko-KR" altLang="en-US" sz="800" dirty="0" err="1" smtClean="0">
                <a:solidFill>
                  <a:schemeClr val="tx1">
                    <a:lumMod val="75000"/>
                    <a:lumOff val="25000"/>
                  </a:schemeClr>
                </a:solidFill>
                <a:latin typeface="+mn-ea"/>
              </a:rPr>
              <a:t>결시신청</a:t>
            </a:r>
            <a:r>
              <a:rPr lang="ko-KR" altLang="en-US" sz="800" dirty="0" smtClean="0">
                <a:solidFill>
                  <a:schemeClr val="tx1">
                    <a:lumMod val="75000"/>
                    <a:lumOff val="25000"/>
                  </a:schemeClr>
                </a:solidFill>
                <a:latin typeface="+mn-ea"/>
              </a:rPr>
              <a:t> </a:t>
            </a:r>
            <a:r>
              <a:rPr lang="ko-KR" altLang="en-US" sz="800" dirty="0">
                <a:solidFill>
                  <a:schemeClr val="tx1">
                    <a:lumMod val="75000"/>
                    <a:lumOff val="25000"/>
                  </a:schemeClr>
                </a:solidFill>
                <a:latin typeface="+mn-ea"/>
              </a:rPr>
              <a:t>승인여부 및 대체평가 등의 후속조치는 </a:t>
            </a:r>
            <a:r>
              <a:rPr lang="ko-KR" altLang="en-US" sz="800" b="1" dirty="0">
                <a:solidFill>
                  <a:srgbClr val="0070C0"/>
                </a:solidFill>
                <a:latin typeface="+mn-ea"/>
              </a:rPr>
              <a:t>담당과목 교수님의 재량으로 교수님께 문의</a:t>
            </a:r>
            <a:r>
              <a:rPr lang="ko-KR" altLang="en-US" sz="800" dirty="0">
                <a:solidFill>
                  <a:schemeClr val="tx1">
                    <a:lumMod val="75000"/>
                    <a:lumOff val="25000"/>
                  </a:schemeClr>
                </a:solidFill>
                <a:latin typeface="+mn-ea"/>
              </a:rPr>
              <a:t>하여 </a:t>
            </a:r>
            <a:r>
              <a:rPr lang="ko-KR" altLang="en-US" sz="800" dirty="0" smtClean="0">
                <a:solidFill>
                  <a:schemeClr val="tx1">
                    <a:lumMod val="75000"/>
                    <a:lumOff val="25000"/>
                  </a:schemeClr>
                </a:solidFill>
                <a:latin typeface="+mn-ea"/>
              </a:rPr>
              <a:t>주시길 </a:t>
            </a:r>
            <a:r>
              <a:rPr lang="ko-KR" altLang="en-US" sz="800" dirty="0">
                <a:solidFill>
                  <a:schemeClr val="tx1">
                    <a:lumMod val="75000"/>
                    <a:lumOff val="25000"/>
                  </a:schemeClr>
                </a:solidFill>
                <a:latin typeface="+mn-ea"/>
              </a:rPr>
              <a:t>바랍니다</a:t>
            </a:r>
          </a:p>
        </p:txBody>
      </p:sp>
      <p:sp>
        <p:nvSpPr>
          <p:cNvPr id="536" name="직사각형 535"/>
          <p:cNvSpPr/>
          <p:nvPr/>
        </p:nvSpPr>
        <p:spPr>
          <a:xfrm>
            <a:off x="2423195" y="13014794"/>
            <a:ext cx="6381234"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결시신청</a:t>
            </a:r>
            <a:r>
              <a:rPr lang="ko-KR" altLang="en-US" sz="800" b="1" dirty="0" smtClean="0">
                <a:solidFill>
                  <a:schemeClr val="tx1">
                    <a:lumMod val="75000"/>
                    <a:lumOff val="25000"/>
                  </a:schemeClr>
                </a:solidFill>
                <a:latin typeface="+mn-ea"/>
                <a:ea typeface="+mn-ea"/>
              </a:rPr>
              <a:t> 신청과목</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37" name="직사각형 536"/>
          <p:cNvSpPr/>
          <p:nvPr/>
        </p:nvSpPr>
        <p:spPr>
          <a:xfrm>
            <a:off x="3349774" y="13006644"/>
            <a:ext cx="78579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5</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aphicFrame>
        <p:nvGraphicFramePr>
          <p:cNvPr id="538" name="Group 37"/>
          <p:cNvGraphicFramePr>
            <a:graphicFrameLocks noGrp="1"/>
          </p:cNvGraphicFramePr>
          <p:nvPr>
            <p:extLst>
              <p:ext uri="{D42A27DB-BD31-4B8C-83A1-F6EECF244321}">
                <p14:modId xmlns:p14="http://schemas.microsoft.com/office/powerpoint/2010/main" val="2228025740"/>
              </p:ext>
            </p:extLst>
          </p:nvPr>
        </p:nvGraphicFramePr>
        <p:xfrm>
          <a:off x="2516691" y="13495262"/>
          <a:ext cx="6335407" cy="1442478"/>
        </p:xfrm>
        <a:graphic>
          <a:graphicData uri="http://schemas.openxmlformats.org/drawingml/2006/table">
            <a:tbl>
              <a:tblPr/>
              <a:tblGrid>
                <a:gridCol w="277601">
                  <a:extLst>
                    <a:ext uri="{9D8B030D-6E8A-4147-A177-3AD203B41FA5}">
                      <a16:colId xmlns:a16="http://schemas.microsoft.com/office/drawing/2014/main" xmlns="" val="20001"/>
                    </a:ext>
                  </a:extLst>
                </a:gridCol>
                <a:gridCol w="643912"/>
                <a:gridCol w="1462307"/>
                <a:gridCol w="350863"/>
                <a:gridCol w="579586"/>
                <a:gridCol w="576641"/>
                <a:gridCol w="983760"/>
                <a:gridCol w="576641"/>
                <a:gridCol w="884096"/>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교수명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시험구분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b="0" dirty="0" smtClean="0">
                          <a:solidFill>
                            <a:srgbClr val="0070C0"/>
                          </a:solidFill>
                          <a:latin typeface="+mn-ea"/>
                          <a:ea typeface="+mn-ea"/>
                        </a:rPr>
                        <a:t>-</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신청</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알고리즘 이해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반려</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인터넷과 생활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2023.12.03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승인</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인사이드 기초</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2023.12.03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err="1" smtClean="0">
                          <a:solidFill>
                            <a:srgbClr val="0070C0"/>
                          </a:solidFill>
                          <a:latin typeface="+mn-ea"/>
                          <a:ea typeface="+mn-ea"/>
                        </a:rPr>
                        <a:t>재신청</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543" name="그룹 542"/>
          <p:cNvGrpSpPr/>
          <p:nvPr/>
        </p:nvGrpSpPr>
        <p:grpSpPr>
          <a:xfrm>
            <a:off x="5025008" y="12364436"/>
            <a:ext cx="234360" cy="200055"/>
            <a:chOff x="1152270" y="11706839"/>
            <a:chExt cx="234360" cy="200055"/>
          </a:xfrm>
        </p:grpSpPr>
        <p:sp>
          <p:nvSpPr>
            <p:cNvPr id="544" name="모서리가 둥근 직사각형 54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5" name="직사각형 54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549" name="그룹 548"/>
          <p:cNvGrpSpPr/>
          <p:nvPr/>
        </p:nvGrpSpPr>
        <p:grpSpPr>
          <a:xfrm>
            <a:off x="7670254" y="13635086"/>
            <a:ext cx="234360" cy="200055"/>
            <a:chOff x="1152270" y="11706839"/>
            <a:chExt cx="234360" cy="200055"/>
          </a:xfrm>
        </p:grpSpPr>
        <p:sp>
          <p:nvSpPr>
            <p:cNvPr id="550" name="모서리가 둥근 직사각형 5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1" name="직사각형 5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cxnSp>
        <p:nvCxnSpPr>
          <p:cNvPr id="767" name="꺾인 연결선 766"/>
          <p:cNvCxnSpPr>
            <a:stCxn id="1099" idx="0"/>
            <a:endCxn id="530" idx="2"/>
          </p:cNvCxnSpPr>
          <p:nvPr/>
        </p:nvCxnSpPr>
        <p:spPr>
          <a:xfrm rot="16200000" flipV="1">
            <a:off x="6489099" y="14569897"/>
            <a:ext cx="506916" cy="2131777"/>
          </a:xfrm>
          <a:prstGeom prst="bentConnector3">
            <a:avLst>
              <a:gd name="adj1" fmla="val 50000"/>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768" name="그룹 767"/>
          <p:cNvGrpSpPr/>
          <p:nvPr/>
        </p:nvGrpSpPr>
        <p:grpSpPr>
          <a:xfrm>
            <a:off x="7700985" y="15670360"/>
            <a:ext cx="234360" cy="200055"/>
            <a:chOff x="1152270" y="11706839"/>
            <a:chExt cx="234360" cy="200055"/>
          </a:xfrm>
        </p:grpSpPr>
        <p:sp>
          <p:nvSpPr>
            <p:cNvPr id="769" name="모서리가 둥근 직사각형 7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0" name="직사각형 7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771" name="Rectangle 122"/>
          <p:cNvSpPr>
            <a:spLocks noChangeArrowheads="1"/>
          </p:cNvSpPr>
          <p:nvPr/>
        </p:nvSpPr>
        <p:spPr bwMode="auto">
          <a:xfrm>
            <a:off x="8185585" y="13767962"/>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a:t>
            </a:r>
            <a:endParaRPr lang="ko-KR" altLang="en-US" sz="800" kern="0" dirty="0">
              <a:solidFill>
                <a:schemeClr val="tx1">
                  <a:lumMod val="75000"/>
                  <a:lumOff val="25000"/>
                </a:schemeClr>
              </a:solidFill>
              <a:latin typeface="+mn-ea"/>
              <a:ea typeface="+mn-ea"/>
            </a:endParaRPr>
          </a:p>
        </p:txBody>
      </p:sp>
      <p:sp>
        <p:nvSpPr>
          <p:cNvPr id="772" name="Rectangle 122"/>
          <p:cNvSpPr>
            <a:spLocks noChangeArrowheads="1"/>
          </p:cNvSpPr>
          <p:nvPr/>
        </p:nvSpPr>
        <p:spPr bwMode="auto">
          <a:xfrm>
            <a:off x="8183835" y="14005717"/>
            <a:ext cx="540000" cy="162000"/>
          </a:xfrm>
          <a:prstGeom prst="rect">
            <a:avLst/>
          </a:prstGeom>
          <a:solidFill>
            <a:schemeClr val="bg1">
              <a:lumMod val="8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심사중</a:t>
            </a:r>
            <a:endParaRPr lang="ko-KR" altLang="en-US" sz="800" kern="0" dirty="0">
              <a:solidFill>
                <a:schemeClr val="tx1">
                  <a:lumMod val="75000"/>
                  <a:lumOff val="25000"/>
                </a:schemeClr>
              </a:solidFill>
              <a:latin typeface="+mn-ea"/>
              <a:ea typeface="+mn-ea"/>
            </a:endParaRPr>
          </a:p>
        </p:txBody>
      </p:sp>
      <p:sp>
        <p:nvSpPr>
          <p:cNvPr id="773" name="Rectangle 122"/>
          <p:cNvSpPr>
            <a:spLocks noChangeArrowheads="1"/>
          </p:cNvSpPr>
          <p:nvPr/>
        </p:nvSpPr>
        <p:spPr bwMode="auto">
          <a:xfrm>
            <a:off x="8185585" y="14254583"/>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재신청</a:t>
            </a:r>
            <a:endParaRPr lang="ko-KR" altLang="en-US" sz="800" kern="0" dirty="0">
              <a:solidFill>
                <a:schemeClr val="tx1">
                  <a:lumMod val="75000"/>
                  <a:lumOff val="25000"/>
                </a:schemeClr>
              </a:solidFill>
              <a:latin typeface="+mn-ea"/>
              <a:ea typeface="+mn-ea"/>
            </a:endParaRPr>
          </a:p>
        </p:txBody>
      </p:sp>
      <p:grpSp>
        <p:nvGrpSpPr>
          <p:cNvPr id="552" name="그룹 551"/>
          <p:cNvGrpSpPr/>
          <p:nvPr/>
        </p:nvGrpSpPr>
        <p:grpSpPr>
          <a:xfrm>
            <a:off x="8068394" y="13634391"/>
            <a:ext cx="234360" cy="200055"/>
            <a:chOff x="1152270" y="11706839"/>
            <a:chExt cx="234360" cy="200055"/>
          </a:xfrm>
        </p:grpSpPr>
        <p:sp>
          <p:nvSpPr>
            <p:cNvPr id="553" name="모서리가 둥근 직사각형 55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4" name="직사각형 5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775" name="그룹 774"/>
          <p:cNvGrpSpPr/>
          <p:nvPr/>
        </p:nvGrpSpPr>
        <p:grpSpPr>
          <a:xfrm>
            <a:off x="8073727" y="14183686"/>
            <a:ext cx="234360" cy="200055"/>
            <a:chOff x="1152270" y="11706839"/>
            <a:chExt cx="234360" cy="200055"/>
          </a:xfrm>
        </p:grpSpPr>
        <p:sp>
          <p:nvSpPr>
            <p:cNvPr id="776" name="모서리가 둥근 직사각형 7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7" name="직사각형 77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778" name="Rectangle 122"/>
          <p:cNvSpPr>
            <a:spLocks noChangeArrowheads="1"/>
          </p:cNvSpPr>
          <p:nvPr/>
        </p:nvSpPr>
        <p:spPr bwMode="auto">
          <a:xfrm>
            <a:off x="8183835" y="14735322"/>
            <a:ext cx="540000" cy="162000"/>
          </a:xfrm>
          <a:prstGeom prst="rect">
            <a:avLst/>
          </a:prstGeom>
          <a:solidFill>
            <a:schemeClr val="bg1">
              <a:lumMod val="8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심사중</a:t>
            </a:r>
            <a:endParaRPr lang="ko-KR" altLang="en-US" sz="800" kern="0" dirty="0">
              <a:solidFill>
                <a:schemeClr val="tx1">
                  <a:lumMod val="75000"/>
                  <a:lumOff val="25000"/>
                </a:schemeClr>
              </a:solidFill>
              <a:latin typeface="+mn-ea"/>
              <a:ea typeface="+mn-ea"/>
            </a:endParaRPr>
          </a:p>
        </p:txBody>
      </p:sp>
      <p:grpSp>
        <p:nvGrpSpPr>
          <p:cNvPr id="779" name="그룹 778"/>
          <p:cNvGrpSpPr/>
          <p:nvPr/>
        </p:nvGrpSpPr>
        <p:grpSpPr>
          <a:xfrm>
            <a:off x="8083966" y="14668692"/>
            <a:ext cx="234360" cy="200055"/>
            <a:chOff x="1152270" y="11706839"/>
            <a:chExt cx="234360" cy="200055"/>
          </a:xfrm>
        </p:grpSpPr>
        <p:sp>
          <p:nvSpPr>
            <p:cNvPr id="780" name="모서리가 둥근 직사각형 7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81" name="직사각형 78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786" name="그룹 785"/>
          <p:cNvGrpSpPr/>
          <p:nvPr/>
        </p:nvGrpSpPr>
        <p:grpSpPr>
          <a:xfrm>
            <a:off x="-447600" y="13124156"/>
            <a:ext cx="1440000" cy="1152050"/>
            <a:chOff x="-1167680" y="1619275"/>
            <a:chExt cx="1440000" cy="1152050"/>
          </a:xfrm>
        </p:grpSpPr>
        <p:sp>
          <p:nvSpPr>
            <p:cNvPr id="787" name="직사각형 786"/>
            <p:cNvSpPr/>
            <p:nvPr/>
          </p:nvSpPr>
          <p:spPr>
            <a:xfrm>
              <a:off x="-1167680" y="1619275"/>
              <a:ext cx="1440000"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처리상태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a:t>
              </a:r>
            </a:p>
          </p:txBody>
        </p:sp>
        <p:sp>
          <p:nvSpPr>
            <p:cNvPr id="789" name="직사각형 788"/>
            <p:cNvSpPr/>
            <p:nvPr/>
          </p:nvSpPr>
          <p:spPr>
            <a:xfrm>
              <a:off x="-1167680" y="1792899"/>
              <a:ext cx="1440000" cy="97842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전체</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신청</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승인</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반려</a:t>
              </a:r>
              <a:endParaRPr lang="en-US" altLang="ko-KR" sz="800" dirty="0" smtClean="0">
                <a:solidFill>
                  <a:schemeClr val="tx1">
                    <a:lumMod val="65000"/>
                    <a:lumOff val="35000"/>
                  </a:schemeClr>
                </a:solidFill>
                <a:latin typeface="+mn-ea"/>
              </a:endParaRPr>
            </a:p>
            <a:p>
              <a:pPr>
                <a:lnSpc>
                  <a:spcPct val="150000"/>
                </a:lnSpc>
              </a:pPr>
              <a:r>
                <a:rPr lang="ko-KR" altLang="en-US" sz="800" dirty="0" err="1" smtClean="0">
                  <a:solidFill>
                    <a:schemeClr val="tx1">
                      <a:lumMod val="65000"/>
                      <a:lumOff val="35000"/>
                    </a:schemeClr>
                  </a:solidFill>
                  <a:latin typeface="+mn-ea"/>
                </a:rPr>
                <a:t>재신</a:t>
              </a:r>
              <a:r>
                <a:rPr lang="ko-KR" altLang="en-US" sz="800" dirty="0" err="1">
                  <a:solidFill>
                    <a:schemeClr val="tx1">
                      <a:lumMod val="65000"/>
                      <a:lumOff val="35000"/>
                    </a:schemeClr>
                  </a:solidFill>
                  <a:latin typeface="+mn-ea"/>
                </a:rPr>
                <a:t>청</a:t>
              </a:r>
              <a:endParaRPr lang="en-US" altLang="ko-KR" sz="800" dirty="0">
                <a:solidFill>
                  <a:schemeClr val="tx1">
                    <a:lumMod val="65000"/>
                    <a:lumOff val="35000"/>
                  </a:schemeClr>
                </a:solidFill>
                <a:latin typeface="+mn-ea"/>
              </a:endParaRPr>
            </a:p>
          </p:txBody>
        </p:sp>
      </p:grpSp>
      <p:grpSp>
        <p:nvGrpSpPr>
          <p:cNvPr id="26" name="그룹 25"/>
          <p:cNvGrpSpPr/>
          <p:nvPr/>
        </p:nvGrpSpPr>
        <p:grpSpPr>
          <a:xfrm>
            <a:off x="2512157" y="13246471"/>
            <a:ext cx="3150727" cy="185394"/>
            <a:chOff x="2512157" y="13246471"/>
            <a:chExt cx="3150727" cy="185394"/>
          </a:xfrm>
        </p:grpSpPr>
        <p:grpSp>
          <p:nvGrpSpPr>
            <p:cNvPr id="24" name="그룹 23"/>
            <p:cNvGrpSpPr/>
            <p:nvPr/>
          </p:nvGrpSpPr>
          <p:grpSpPr>
            <a:xfrm>
              <a:off x="2512157" y="13246471"/>
              <a:ext cx="2939566" cy="185394"/>
              <a:chOff x="2512157" y="13059022"/>
              <a:chExt cx="2939566" cy="185394"/>
            </a:xfrm>
          </p:grpSpPr>
          <p:grpSp>
            <p:nvGrpSpPr>
              <p:cNvPr id="555" name="그룹 554"/>
              <p:cNvGrpSpPr/>
              <p:nvPr/>
            </p:nvGrpSpPr>
            <p:grpSpPr>
              <a:xfrm>
                <a:off x="2512157" y="13064416"/>
                <a:ext cx="2021457" cy="180000"/>
                <a:chOff x="577466" y="11159461"/>
                <a:chExt cx="2021457" cy="180000"/>
              </a:xfrm>
            </p:grpSpPr>
            <p:sp>
              <p:nvSpPr>
                <p:cNvPr id="601" name="Rectangle 122"/>
                <p:cNvSpPr>
                  <a:spLocks noChangeArrowheads="1"/>
                </p:cNvSpPr>
                <p:nvPr/>
              </p:nvSpPr>
              <p:spPr bwMode="auto">
                <a:xfrm>
                  <a:off x="1134480"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 </a:t>
                  </a:r>
                  <a:endParaRPr lang="ko-KR" altLang="en-US" sz="800" kern="0" dirty="0">
                    <a:solidFill>
                      <a:schemeClr val="tx1">
                        <a:lumMod val="75000"/>
                        <a:lumOff val="25000"/>
                      </a:schemeClr>
                    </a:solidFill>
                    <a:latin typeface="+mn-ea"/>
                    <a:ea typeface="+mn-ea"/>
                  </a:endParaRPr>
                </a:p>
              </p:txBody>
            </p:sp>
            <p:sp>
              <p:nvSpPr>
                <p:cNvPr id="602" name="Rectangle 122"/>
                <p:cNvSpPr>
                  <a:spLocks noChangeArrowheads="1"/>
                </p:cNvSpPr>
                <p:nvPr/>
              </p:nvSpPr>
              <p:spPr bwMode="auto">
                <a:xfrm>
                  <a:off x="577466"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 ▼ </a:t>
                  </a:r>
                  <a:endParaRPr lang="ko-KR" altLang="en-US" sz="800" kern="0" dirty="0">
                    <a:solidFill>
                      <a:schemeClr val="tx1">
                        <a:lumMod val="75000"/>
                        <a:lumOff val="25000"/>
                      </a:schemeClr>
                    </a:solidFill>
                    <a:latin typeface="+mn-ea"/>
                    <a:ea typeface="+mn-ea"/>
                  </a:endParaRPr>
                </a:p>
              </p:txBody>
            </p:sp>
            <p:sp>
              <p:nvSpPr>
                <p:cNvPr id="603" name="Rectangle 122"/>
                <p:cNvSpPr>
                  <a:spLocks noChangeArrowheads="1"/>
                </p:cNvSpPr>
                <p:nvPr/>
              </p:nvSpPr>
              <p:spPr bwMode="auto">
                <a:xfrm>
                  <a:off x="1698923" y="11159461"/>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시험구분      ▼ </a:t>
                  </a:r>
                  <a:endParaRPr lang="ko-KR" altLang="en-US" sz="800" kern="0" dirty="0">
                    <a:solidFill>
                      <a:schemeClr val="tx1">
                        <a:lumMod val="75000"/>
                        <a:lumOff val="25000"/>
                      </a:schemeClr>
                    </a:solidFill>
                    <a:latin typeface="+mn-ea"/>
                    <a:ea typeface="+mn-ea"/>
                  </a:endParaRPr>
                </a:p>
              </p:txBody>
            </p:sp>
          </p:grpSp>
          <p:sp>
            <p:nvSpPr>
              <p:cNvPr id="785" name="Rectangle 122"/>
              <p:cNvSpPr>
                <a:spLocks noChangeArrowheads="1"/>
              </p:cNvSpPr>
              <p:nvPr/>
            </p:nvSpPr>
            <p:spPr bwMode="auto">
              <a:xfrm>
                <a:off x="4551723" y="13059022"/>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처리상태      ▼ </a:t>
                </a:r>
                <a:endParaRPr lang="ko-KR" altLang="en-US" sz="800" kern="0" dirty="0">
                  <a:solidFill>
                    <a:schemeClr val="tx1">
                      <a:lumMod val="75000"/>
                      <a:lumOff val="25000"/>
                    </a:schemeClr>
                  </a:solidFill>
                  <a:latin typeface="+mn-ea"/>
                  <a:ea typeface="+mn-ea"/>
                </a:endParaRPr>
              </a:p>
            </p:txBody>
          </p:sp>
        </p:grpSp>
        <p:pic>
          <p:nvPicPr>
            <p:cNvPr id="79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480298" y="13260188"/>
              <a:ext cx="182586" cy="165600"/>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grpSp>
      <p:sp>
        <p:nvSpPr>
          <p:cNvPr id="444" name="모서리가 둥근 직사각형 443"/>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45" name="모서리가 둥근 직사각형 444"/>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46" name="모서리가 둥근 직사각형 445"/>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447" name="모서리가 둥근 직사각형 446"/>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448" name="직사각형 447"/>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449" name="순서도: 대체 처리 448"/>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450" name="직사각형 449"/>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451" name="순서도: 대체 처리 450"/>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436" name="그룹 435"/>
          <p:cNvGrpSpPr/>
          <p:nvPr/>
        </p:nvGrpSpPr>
        <p:grpSpPr>
          <a:xfrm>
            <a:off x="5640844" y="2041798"/>
            <a:ext cx="2994089" cy="162517"/>
            <a:chOff x="6384100" y="2032273"/>
            <a:chExt cx="2994089" cy="162517"/>
          </a:xfrm>
        </p:grpSpPr>
        <p:sp>
          <p:nvSpPr>
            <p:cNvPr id="442" name="직사각형 441"/>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43" name="순서도: 대체 처리 442"/>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452" name="직사각형 451"/>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453" name="순서도: 대체 처리 452"/>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454" name="순서도: 대체 처리 453"/>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455" name="순서도: 대체 처리 454"/>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456" name="순서도: 대체 처리 455"/>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58" name="순서도: 대체 처리 457"/>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460" name="사각형 설명선 459"/>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461" name="사각형 설명선 460"/>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462" name="TextBox 461"/>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90" name="그룹 589"/>
          <p:cNvGrpSpPr/>
          <p:nvPr/>
        </p:nvGrpSpPr>
        <p:grpSpPr>
          <a:xfrm>
            <a:off x="507554" y="1602349"/>
            <a:ext cx="3075218" cy="252000"/>
            <a:chOff x="507554" y="1537742"/>
            <a:chExt cx="3075218" cy="252000"/>
          </a:xfrm>
        </p:grpSpPr>
        <p:pic>
          <p:nvPicPr>
            <p:cNvPr id="591" name="Picture 4"/>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92" name="그룹 591"/>
            <p:cNvGrpSpPr/>
            <p:nvPr/>
          </p:nvGrpSpPr>
          <p:grpSpPr>
            <a:xfrm>
              <a:off x="2288704" y="1581175"/>
              <a:ext cx="1294068" cy="166725"/>
              <a:chOff x="2288704" y="1581175"/>
              <a:chExt cx="1294068" cy="166725"/>
            </a:xfrm>
          </p:grpSpPr>
          <p:sp>
            <p:nvSpPr>
              <p:cNvPr id="593" name="직사각형 592"/>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594" name="직사각형 593"/>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72" name="그룹 571"/>
          <p:cNvGrpSpPr/>
          <p:nvPr/>
        </p:nvGrpSpPr>
        <p:grpSpPr>
          <a:xfrm>
            <a:off x="579562" y="2166658"/>
            <a:ext cx="1384958" cy="5317057"/>
            <a:chOff x="579562" y="2166658"/>
            <a:chExt cx="1384958" cy="5317057"/>
          </a:xfrm>
        </p:grpSpPr>
        <p:grpSp>
          <p:nvGrpSpPr>
            <p:cNvPr id="573" name="그룹 572"/>
            <p:cNvGrpSpPr/>
            <p:nvPr/>
          </p:nvGrpSpPr>
          <p:grpSpPr>
            <a:xfrm>
              <a:off x="629956" y="3318264"/>
              <a:ext cx="1188000" cy="180000"/>
              <a:chOff x="666428" y="3785432"/>
              <a:chExt cx="1188000" cy="180000"/>
            </a:xfrm>
          </p:grpSpPr>
          <p:sp>
            <p:nvSpPr>
              <p:cNvPr id="668" name="모서리가 둥근 직사각형 66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69"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3568824"/>
              <a:ext cx="1188000" cy="180000"/>
              <a:chOff x="666428" y="4310612"/>
              <a:chExt cx="1188000" cy="180000"/>
            </a:xfrm>
          </p:grpSpPr>
          <p:sp>
            <p:nvSpPr>
              <p:cNvPr id="666" name="모서리가 둥근 직사각형 66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67"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29955" y="3042501"/>
              <a:ext cx="1188000" cy="180000"/>
              <a:chOff x="666427" y="3266516"/>
              <a:chExt cx="1188000" cy="180000"/>
            </a:xfrm>
          </p:grpSpPr>
          <p:sp>
            <p:nvSpPr>
              <p:cNvPr id="664" name="모서리가 둥근 직사각형 66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65"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3854780"/>
              <a:ext cx="1188000" cy="180000"/>
              <a:chOff x="666428" y="4570824"/>
              <a:chExt cx="1188000" cy="180000"/>
            </a:xfrm>
          </p:grpSpPr>
          <p:sp>
            <p:nvSpPr>
              <p:cNvPr id="662" name="모서리가 둥근 직사각형 661"/>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63"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6" y="5316875"/>
              <a:ext cx="1188000" cy="180000"/>
              <a:chOff x="666428" y="5096004"/>
              <a:chExt cx="1188000" cy="180000"/>
            </a:xfrm>
          </p:grpSpPr>
          <p:sp>
            <p:nvSpPr>
              <p:cNvPr id="660" name="모서리가 둥근 직사각형 659"/>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661" name="Picture 11"/>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4148" y="5634789"/>
              <a:ext cx="1188000" cy="180000"/>
              <a:chOff x="666428" y="3785432"/>
              <a:chExt cx="1188000" cy="180000"/>
            </a:xfrm>
          </p:grpSpPr>
          <p:sp>
            <p:nvSpPr>
              <p:cNvPr id="658" name="모서리가 둥근 직사각형 65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659"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1150" y="4135825"/>
              <a:ext cx="1188000" cy="180000"/>
              <a:chOff x="666428" y="4570824"/>
              <a:chExt cx="1188000" cy="180000"/>
            </a:xfrm>
          </p:grpSpPr>
          <p:sp>
            <p:nvSpPr>
              <p:cNvPr id="656" name="모서리가 둥근 직사각형 65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657"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5" name="그룹 594"/>
            <p:cNvGrpSpPr/>
            <p:nvPr/>
          </p:nvGrpSpPr>
          <p:grpSpPr>
            <a:xfrm>
              <a:off x="629956" y="4423395"/>
              <a:ext cx="1188000" cy="180000"/>
              <a:chOff x="666428" y="4310612"/>
              <a:chExt cx="1188000" cy="180000"/>
            </a:xfrm>
          </p:grpSpPr>
          <p:sp>
            <p:nvSpPr>
              <p:cNvPr id="654" name="모서리가 둥근 직사각형 65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655"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96" name="TextBox 59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97" name="그룹 596"/>
            <p:cNvGrpSpPr/>
            <p:nvPr/>
          </p:nvGrpSpPr>
          <p:grpSpPr>
            <a:xfrm>
              <a:off x="632520" y="4723068"/>
              <a:ext cx="1188000" cy="180000"/>
              <a:chOff x="666428" y="4310612"/>
              <a:chExt cx="1188000" cy="180000"/>
            </a:xfrm>
          </p:grpSpPr>
          <p:sp>
            <p:nvSpPr>
              <p:cNvPr id="650" name="모서리가 둥근 직사각형 64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653"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8" name="그룹 597"/>
            <p:cNvGrpSpPr/>
            <p:nvPr/>
          </p:nvGrpSpPr>
          <p:grpSpPr>
            <a:xfrm>
              <a:off x="632520" y="2752353"/>
              <a:ext cx="1332000" cy="180000"/>
              <a:chOff x="666427" y="3266516"/>
              <a:chExt cx="1332000" cy="180000"/>
            </a:xfrm>
          </p:grpSpPr>
          <p:sp>
            <p:nvSpPr>
              <p:cNvPr id="648" name="모서리가 둥근 직사각형 64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649"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99" name="그룹 598"/>
            <p:cNvGrpSpPr/>
            <p:nvPr/>
          </p:nvGrpSpPr>
          <p:grpSpPr>
            <a:xfrm>
              <a:off x="632520" y="5005767"/>
              <a:ext cx="1188000" cy="180000"/>
              <a:chOff x="666428" y="4310612"/>
              <a:chExt cx="1188000" cy="180000"/>
            </a:xfrm>
          </p:grpSpPr>
          <p:sp>
            <p:nvSpPr>
              <p:cNvPr id="646" name="모서리가 둥근 직사각형 64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647"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0" name="그룹 599"/>
            <p:cNvGrpSpPr/>
            <p:nvPr/>
          </p:nvGrpSpPr>
          <p:grpSpPr>
            <a:xfrm>
              <a:off x="632520" y="6227787"/>
              <a:ext cx="1188000" cy="180000"/>
              <a:chOff x="666428" y="3785432"/>
              <a:chExt cx="1188000" cy="180000"/>
            </a:xfrm>
          </p:grpSpPr>
          <p:sp>
            <p:nvSpPr>
              <p:cNvPr id="642" name="모서리가 둥근 직사각형 641"/>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645"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4" name="그룹 603"/>
            <p:cNvGrpSpPr/>
            <p:nvPr/>
          </p:nvGrpSpPr>
          <p:grpSpPr>
            <a:xfrm>
              <a:off x="632520" y="6487872"/>
              <a:ext cx="1188000" cy="180000"/>
              <a:chOff x="666428" y="4310612"/>
              <a:chExt cx="1188000" cy="180000"/>
            </a:xfrm>
          </p:grpSpPr>
          <p:sp>
            <p:nvSpPr>
              <p:cNvPr id="640" name="모서리가 둥근 직사각형 63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641"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5" name="그룹 604"/>
            <p:cNvGrpSpPr/>
            <p:nvPr/>
          </p:nvGrpSpPr>
          <p:grpSpPr>
            <a:xfrm>
              <a:off x="632520" y="6773828"/>
              <a:ext cx="1188000" cy="180000"/>
              <a:chOff x="666428" y="4570824"/>
              <a:chExt cx="1188000" cy="180000"/>
            </a:xfrm>
          </p:grpSpPr>
          <p:sp>
            <p:nvSpPr>
              <p:cNvPr id="638" name="모서리가 둥근 직사각형 637"/>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39"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7" name="그룹 606"/>
            <p:cNvGrpSpPr/>
            <p:nvPr/>
          </p:nvGrpSpPr>
          <p:grpSpPr>
            <a:xfrm>
              <a:off x="632520" y="7053155"/>
              <a:ext cx="1188000" cy="180000"/>
              <a:chOff x="666428" y="3785432"/>
              <a:chExt cx="1188000" cy="180000"/>
            </a:xfrm>
          </p:grpSpPr>
          <p:sp>
            <p:nvSpPr>
              <p:cNvPr id="636" name="모서리가 둥근 직사각형 63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37"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8" name="그룹 607"/>
            <p:cNvGrpSpPr/>
            <p:nvPr/>
          </p:nvGrpSpPr>
          <p:grpSpPr>
            <a:xfrm>
              <a:off x="632520" y="7303715"/>
              <a:ext cx="1224000" cy="180000"/>
              <a:chOff x="666428" y="4310612"/>
              <a:chExt cx="1224000" cy="180000"/>
            </a:xfrm>
          </p:grpSpPr>
          <p:sp>
            <p:nvSpPr>
              <p:cNvPr id="634" name="모서리가 둥근 직사각형 633"/>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35"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7" name="그룹 616"/>
            <p:cNvGrpSpPr/>
            <p:nvPr/>
          </p:nvGrpSpPr>
          <p:grpSpPr>
            <a:xfrm>
              <a:off x="622995" y="5922821"/>
              <a:ext cx="1188000" cy="180000"/>
              <a:chOff x="666427" y="3266516"/>
              <a:chExt cx="1188000" cy="180000"/>
            </a:xfrm>
          </p:grpSpPr>
          <p:sp>
            <p:nvSpPr>
              <p:cNvPr id="618" name="모서리가 둥근 직사각형 61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19"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865392643"/>
      </p:ext>
    </p:extLst>
  </p:cSld>
  <p:clrMapOvr>
    <a:masterClrMapping/>
  </p:clrMapOvr>
  <p:transition>
    <p:wipe dir="r"/>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KNOU_UI_C02026300_02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결시신청신청</a:t>
            </a:r>
            <a:r>
              <a:rPr lang="ko-KR" altLang="en-US" sz="800" spc="-60" dirty="0" smtClean="0">
                <a:latin typeface="+mn-ea"/>
                <a:ea typeface="+mn-ea"/>
              </a:rPr>
              <a:t> </a:t>
            </a:r>
            <a:r>
              <a:rPr lang="en-US" altLang="ko-KR" sz="800" spc="-60" dirty="0" smtClean="0">
                <a:latin typeface="+mn-ea"/>
                <a:ea typeface="+mn-ea"/>
              </a:rPr>
              <a:t>&gt; </a:t>
            </a:r>
            <a:r>
              <a:rPr lang="ko-KR" altLang="en-US" sz="800" spc="-60" dirty="0" err="1" smtClean="0">
                <a:latin typeface="+mn-ea"/>
                <a:ea typeface="+mn-ea"/>
              </a:rPr>
              <a:t>결시신청신청</a:t>
            </a:r>
            <a:r>
              <a:rPr lang="ko-KR" altLang="en-US" sz="800" spc="-60" dirty="0" smtClean="0">
                <a:latin typeface="+mn-ea"/>
                <a:ea typeface="+mn-ea"/>
              </a:rPr>
              <a:t> 처리상태</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94</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493527676"/>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graphicFrame>
        <p:nvGraphicFramePr>
          <p:cNvPr id="557" name="Group 175"/>
          <p:cNvGraphicFramePr>
            <a:graphicFrameLocks noGrp="1"/>
          </p:cNvGraphicFramePr>
          <p:nvPr>
            <p:extLst>
              <p:ext uri="{D42A27DB-BD31-4B8C-83A1-F6EECF244321}">
                <p14:modId xmlns:p14="http://schemas.microsoft.com/office/powerpoint/2010/main" val="4047587191"/>
              </p:ext>
            </p:extLst>
          </p:nvPr>
        </p:nvGraphicFramePr>
        <p:xfrm>
          <a:off x="9499029" y="9467433"/>
          <a:ext cx="1404156" cy="58434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solidFill>
                          <a:latin typeface="+mn-lt"/>
                          <a:ea typeface="+mn-ea"/>
                          <a:cs typeface="+mn-cs"/>
                        </a:rPr>
                        <a:t>결시신청신청</a:t>
                      </a:r>
                      <a:r>
                        <a:rPr lang="ko-KR" altLang="en-US" sz="800" kern="1200" dirty="0" smtClean="0">
                          <a:solidFill>
                            <a:schemeClr val="tx1"/>
                          </a:solidFill>
                          <a:latin typeface="+mn-lt"/>
                          <a:ea typeface="+mn-ea"/>
                          <a:cs typeface="+mn-cs"/>
                        </a:rPr>
                        <a:t>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처리상태 상세보기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a:t>
                      </a:r>
                      <a:r>
                        <a:rPr lang="ko-KR" altLang="en-US" sz="800" kern="1200" dirty="0" smtClean="0">
                          <a:solidFill>
                            <a:schemeClr val="tx1">
                              <a:lumMod val="75000"/>
                              <a:lumOff val="25000"/>
                            </a:schemeClr>
                          </a:solidFill>
                          <a:latin typeface="+mn-ea"/>
                          <a:ea typeface="+mn-ea"/>
                          <a:cs typeface="+mn-cs"/>
                        </a:rPr>
                        <a:t> 승인처리는 통합관리자에서</a:t>
                      </a:r>
                      <a:r>
                        <a:rPr lang="ko-KR" altLang="en-US" sz="800" kern="1200" baseline="0" dirty="0" smtClean="0">
                          <a:solidFill>
                            <a:schemeClr val="tx1">
                              <a:lumMod val="75000"/>
                              <a:lumOff val="25000"/>
                            </a:schemeClr>
                          </a:solidFill>
                          <a:latin typeface="+mn-ea"/>
                          <a:ea typeface="+mn-ea"/>
                          <a:cs typeface="+mn-cs"/>
                        </a:rPr>
                        <a:t> 함</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rgbClr val="0070C0"/>
                          </a:solidFill>
                          <a:latin typeface="+mn-ea"/>
                          <a:ea typeface="+mn-ea"/>
                          <a:cs typeface="+mn-cs"/>
                        </a:rPr>
                        <a:t>통합관리자 </a:t>
                      </a:r>
                      <a:r>
                        <a:rPr lang="en-US" altLang="ko-KR" sz="800" kern="1200" baseline="0" dirty="0" smtClean="0">
                          <a:solidFill>
                            <a:srgbClr val="0070C0"/>
                          </a:solidFill>
                          <a:latin typeface="+mn-ea"/>
                          <a:ea typeface="+mn-ea"/>
                          <a:cs typeface="+mn-cs"/>
                        </a:rPr>
                        <a:t>&gt; </a:t>
                      </a:r>
                      <a:r>
                        <a:rPr lang="ko-KR" altLang="en-US" sz="800" kern="1200" baseline="0" dirty="0" smtClean="0">
                          <a:solidFill>
                            <a:srgbClr val="0070C0"/>
                          </a:solidFill>
                          <a:latin typeface="+mn-ea"/>
                          <a:ea typeface="+mn-ea"/>
                          <a:cs typeface="+mn-cs"/>
                        </a:rPr>
                        <a:t>수업운영도구 </a:t>
                      </a:r>
                      <a:r>
                        <a:rPr lang="en-US" altLang="ko-KR" sz="800" kern="1200" baseline="0" dirty="0" smtClean="0">
                          <a:solidFill>
                            <a:srgbClr val="0070C0"/>
                          </a:solidFill>
                          <a:latin typeface="+mn-ea"/>
                          <a:ea typeface="+mn-ea"/>
                          <a:cs typeface="+mn-cs"/>
                        </a:rPr>
                        <a:t>&gt; </a:t>
                      </a:r>
                      <a:r>
                        <a:rPr lang="ko-KR" altLang="en-US" sz="800" kern="1200" baseline="0" dirty="0" smtClean="0">
                          <a:solidFill>
                            <a:srgbClr val="0070C0"/>
                          </a:solidFill>
                          <a:latin typeface="+mn-ea"/>
                          <a:ea typeface="+mn-ea"/>
                          <a:cs typeface="+mn-cs"/>
                        </a:rPr>
                        <a:t>과목관리 </a:t>
                      </a:r>
                      <a:r>
                        <a:rPr lang="en-US" altLang="ko-KR" sz="800" kern="1200" baseline="0" dirty="0" smtClean="0">
                          <a:solidFill>
                            <a:srgbClr val="0070C0"/>
                          </a:solidFill>
                          <a:latin typeface="+mn-ea"/>
                          <a:ea typeface="+mn-ea"/>
                          <a:cs typeface="+mn-cs"/>
                        </a:rPr>
                        <a:t>&gt; </a:t>
                      </a:r>
                      <a:r>
                        <a:rPr lang="ko-KR" altLang="en-US" sz="800" kern="1200" baseline="0" dirty="0" err="1" smtClean="0">
                          <a:solidFill>
                            <a:srgbClr val="0070C0"/>
                          </a:solidFill>
                          <a:latin typeface="+mn-ea"/>
                          <a:ea typeface="+mn-ea"/>
                          <a:cs typeface="+mn-cs"/>
                        </a:rPr>
                        <a:t>결시신청관리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신청이력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dirty="0" smtClean="0">
                        <a:solidFill>
                          <a:srgbClr val="0070C0"/>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442" name="그룹 441"/>
          <p:cNvGrpSpPr/>
          <p:nvPr/>
        </p:nvGrpSpPr>
        <p:grpSpPr>
          <a:xfrm>
            <a:off x="1080850" y="12862048"/>
            <a:ext cx="6464438" cy="5862282"/>
            <a:chOff x="1100572" y="3176973"/>
            <a:chExt cx="6291612" cy="5862282"/>
          </a:xfrm>
        </p:grpSpPr>
        <p:sp>
          <p:nvSpPr>
            <p:cNvPr id="443" name="직사각형 442"/>
            <p:cNvSpPr/>
            <p:nvPr/>
          </p:nvSpPr>
          <p:spPr>
            <a:xfrm>
              <a:off x="1100572" y="3176973"/>
              <a:ext cx="6282748" cy="5862282"/>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0572" y="3187338"/>
              <a:ext cx="6282748"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27051" y="3210757"/>
              <a:ext cx="1014408" cy="215444"/>
            </a:xfrm>
            <a:prstGeom prst="rect">
              <a:avLst/>
            </a:prstGeom>
          </p:spPr>
          <p:txBody>
            <a:bodyPr wrap="none">
              <a:spAutoFit/>
            </a:bodyPr>
            <a:lstStyle/>
            <a:p>
              <a:r>
                <a:rPr lang="ko-KR" altLang="en-US" sz="800" b="1" dirty="0" err="1" smtClean="0">
                  <a:solidFill>
                    <a:schemeClr val="bg1"/>
                  </a:solidFill>
                  <a:latin typeface="+mn-ea"/>
                  <a:ea typeface="+mn-ea"/>
                </a:rPr>
                <a:t>결시신청</a:t>
              </a:r>
              <a:r>
                <a:rPr lang="ko-KR" altLang="en-US" sz="800" b="1" dirty="0" smtClean="0">
                  <a:solidFill>
                    <a:schemeClr val="bg1"/>
                  </a:solidFill>
                  <a:latin typeface="+mn-ea"/>
                  <a:ea typeface="+mn-ea"/>
                </a:rPr>
                <a:t> 처리상태</a:t>
              </a:r>
              <a:endParaRPr lang="ko-KR" altLang="en-US" sz="800" b="1" dirty="0">
                <a:solidFill>
                  <a:schemeClr val="bg1"/>
                </a:solidFill>
                <a:latin typeface="+mn-ea"/>
                <a:ea typeface="+mn-ea"/>
              </a:endParaRPr>
            </a:p>
          </p:txBody>
        </p:sp>
        <p:sp>
          <p:nvSpPr>
            <p:cNvPr id="446" name="직사각형 445"/>
            <p:cNvSpPr/>
            <p:nvPr/>
          </p:nvSpPr>
          <p:spPr>
            <a:xfrm>
              <a:off x="7124162"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7" name="모서리가 둥근 직사각형 446"/>
          <p:cNvSpPr/>
          <p:nvPr/>
        </p:nvSpPr>
        <p:spPr>
          <a:xfrm>
            <a:off x="3852409" y="1832830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8" name="직사각형 447"/>
          <p:cNvSpPr/>
          <p:nvPr/>
        </p:nvSpPr>
        <p:spPr>
          <a:xfrm>
            <a:off x="1083618" y="13180294"/>
            <a:ext cx="1955985"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학번 </a:t>
            </a:r>
            <a:r>
              <a:rPr lang="en-US" altLang="ko-KR" sz="800" b="1" dirty="0" smtClean="0">
                <a:solidFill>
                  <a:schemeClr val="tx1">
                    <a:lumMod val="75000"/>
                    <a:lumOff val="25000"/>
                  </a:schemeClr>
                </a:solidFill>
                <a:latin typeface="+mn-ea"/>
                <a:ea typeface="+mn-ea"/>
              </a:rPr>
              <a:t>: 2026113166 / </a:t>
            </a:r>
            <a:r>
              <a:rPr lang="ko-KR" altLang="en-US" sz="800" b="1" dirty="0" smtClean="0">
                <a:solidFill>
                  <a:schemeClr val="tx1">
                    <a:lumMod val="75000"/>
                    <a:lumOff val="25000"/>
                  </a:schemeClr>
                </a:solidFill>
                <a:latin typeface="+mn-ea"/>
                <a:ea typeface="+mn-ea"/>
              </a:rPr>
              <a:t>이름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학*자</a:t>
            </a:r>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p:txBody>
      </p:sp>
      <p:sp>
        <p:nvSpPr>
          <p:cNvPr id="449" name="직사각형 448"/>
          <p:cNvSpPr/>
          <p:nvPr/>
        </p:nvSpPr>
        <p:spPr>
          <a:xfrm>
            <a:off x="1082119" y="13386213"/>
            <a:ext cx="1122423"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신청내역</a:t>
            </a:r>
            <a:endParaRPr lang="ko-KR" altLang="en-US" sz="800" dirty="0">
              <a:solidFill>
                <a:schemeClr val="tx1">
                  <a:lumMod val="75000"/>
                  <a:lumOff val="25000"/>
                </a:schemeClr>
              </a:solidFill>
              <a:latin typeface="+mn-ea"/>
              <a:ea typeface="+mn-ea"/>
            </a:endParaRPr>
          </a:p>
        </p:txBody>
      </p:sp>
      <p:graphicFrame>
        <p:nvGraphicFramePr>
          <p:cNvPr id="450" name="표 449"/>
          <p:cNvGraphicFramePr>
            <a:graphicFrameLocks noGrp="1"/>
          </p:cNvGraphicFramePr>
          <p:nvPr>
            <p:extLst>
              <p:ext uri="{D42A27DB-BD31-4B8C-83A1-F6EECF244321}">
                <p14:modId xmlns:p14="http://schemas.microsoft.com/office/powerpoint/2010/main" val="3132056735"/>
              </p:ext>
            </p:extLst>
          </p:nvPr>
        </p:nvGraphicFramePr>
        <p:xfrm>
          <a:off x="1153530" y="14837005"/>
          <a:ext cx="6335461" cy="1496580"/>
        </p:xfrm>
        <a:graphic>
          <a:graphicData uri="http://schemas.openxmlformats.org/drawingml/2006/table">
            <a:tbl>
              <a:tblPr firstRow="1" bandRow="1">
                <a:tableStyleId>{5C22544A-7EE6-4342-B048-85BDC9FD1C3A}</a:tableStyleId>
              </a:tblPr>
              <a:tblGrid>
                <a:gridCol w="1065176"/>
                <a:gridCol w="2263520"/>
                <a:gridCol w="1148652"/>
                <a:gridCol w="1858113"/>
              </a:tblGrid>
              <a:tr h="285500">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학*자</a:t>
                      </a: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시험응시여부</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증빙자료</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증빙자룔</a:t>
                      </a:r>
                      <a:r>
                        <a:rPr lang="en-US" altLang="ko-KR" sz="800" b="0" dirty="0" smtClean="0">
                          <a:solidFill>
                            <a:schemeClr val="tx1">
                              <a:lumMod val="75000"/>
                              <a:lumOff val="25000"/>
                            </a:schemeClr>
                          </a:solidFill>
                          <a:latin typeface="+mn-ea"/>
                          <a:ea typeface="+mn-ea"/>
                        </a:rPr>
                        <a:t>20260512.hwp</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결시사유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결시사유내용결시사유내용결시사유내용결시사유내용</a:t>
                      </a:r>
                      <a:endPar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결시사유내용결시사유내용결시사유내용결시사유내용결시사유내용</a:t>
                      </a:r>
                      <a:endPar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graphicFrame>
        <p:nvGraphicFramePr>
          <p:cNvPr id="451" name="표 450"/>
          <p:cNvGraphicFramePr>
            <a:graphicFrameLocks noGrp="1"/>
          </p:cNvGraphicFramePr>
          <p:nvPr>
            <p:extLst>
              <p:ext uri="{D42A27DB-BD31-4B8C-83A1-F6EECF244321}">
                <p14:modId xmlns:p14="http://schemas.microsoft.com/office/powerpoint/2010/main" val="3368315529"/>
              </p:ext>
            </p:extLst>
          </p:nvPr>
        </p:nvGraphicFramePr>
        <p:xfrm>
          <a:off x="1146101" y="13624490"/>
          <a:ext cx="6335461" cy="1142000"/>
        </p:xfrm>
        <a:graphic>
          <a:graphicData uri="http://schemas.openxmlformats.org/drawingml/2006/table">
            <a:tbl>
              <a:tblPr firstRow="1" bandRow="1">
                <a:tableStyleId>{5C22544A-7EE6-4342-B048-85BDC9FD1C3A}</a:tableStyleId>
              </a:tblPr>
              <a:tblGrid>
                <a:gridCol w="1065176"/>
                <a:gridCol w="2263520"/>
                <a:gridCol w="1148652"/>
                <a:gridCol w="1858113"/>
              </a:tblGrid>
              <a:tr h="285500">
                <a:tc>
                  <a:txBody>
                    <a:bodyPr/>
                    <a:lstStyle/>
                    <a:p>
                      <a:pPr algn="l" latinLnBrk="1"/>
                      <a:r>
                        <a:rPr lang="ko-KR" altLang="en-US" sz="800" b="0" dirty="0" smtClean="0">
                          <a:solidFill>
                            <a:schemeClr val="tx1">
                              <a:lumMod val="75000"/>
                              <a:lumOff val="25000"/>
                            </a:schemeClr>
                          </a:solidFill>
                          <a:latin typeface="+mn-ea"/>
                          <a:ea typeface="+mn-ea"/>
                        </a:rPr>
                        <a:t>개설학과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학수번호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2026.05.15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튜터명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김*터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52" name="직사각형 451"/>
          <p:cNvSpPr/>
          <p:nvPr/>
        </p:nvSpPr>
        <p:spPr>
          <a:xfrm>
            <a:off x="1090413" y="16349902"/>
            <a:ext cx="675185"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승인처리</a:t>
            </a:r>
            <a:endParaRPr lang="ko-KR" altLang="en-US" sz="800" dirty="0">
              <a:solidFill>
                <a:schemeClr val="tx1">
                  <a:lumMod val="75000"/>
                  <a:lumOff val="25000"/>
                </a:schemeClr>
              </a:solidFill>
              <a:latin typeface="+mn-ea"/>
              <a:ea typeface="+mn-ea"/>
            </a:endParaRPr>
          </a:p>
        </p:txBody>
      </p:sp>
      <p:graphicFrame>
        <p:nvGraphicFramePr>
          <p:cNvPr id="453" name="표 452"/>
          <p:cNvGraphicFramePr>
            <a:graphicFrameLocks noGrp="1"/>
          </p:cNvGraphicFramePr>
          <p:nvPr>
            <p:extLst>
              <p:ext uri="{D42A27DB-BD31-4B8C-83A1-F6EECF244321}">
                <p14:modId xmlns:p14="http://schemas.microsoft.com/office/powerpoint/2010/main" val="3968850796"/>
              </p:ext>
            </p:extLst>
          </p:nvPr>
        </p:nvGraphicFramePr>
        <p:xfrm>
          <a:off x="1153529" y="16580951"/>
          <a:ext cx="6338800" cy="1576840"/>
        </p:xfrm>
        <a:graphic>
          <a:graphicData uri="http://schemas.openxmlformats.org/drawingml/2006/table">
            <a:tbl>
              <a:tblPr firstRow="1" bandRow="1">
                <a:tableStyleId>{5C22544A-7EE6-4342-B048-85BDC9FD1C3A}</a:tableStyleId>
              </a:tblPr>
              <a:tblGrid>
                <a:gridCol w="1064566"/>
                <a:gridCol w="2265216"/>
                <a:gridCol w="1149512"/>
                <a:gridCol w="1859506"/>
              </a:tblGrid>
              <a:tr h="285500">
                <a:tc>
                  <a:txBody>
                    <a:bodyPr/>
                    <a:lstStyle/>
                    <a:p>
                      <a:pPr algn="l" latinLnBrk="1"/>
                      <a:r>
                        <a:rPr lang="ko-KR" altLang="en-US" sz="800" b="0" dirty="0" smtClean="0">
                          <a:solidFill>
                            <a:schemeClr val="tx1">
                              <a:lumMod val="75000"/>
                              <a:lumOff val="25000"/>
                            </a:schemeClr>
                          </a:solidFill>
                          <a:latin typeface="+mn-ea"/>
                          <a:ea typeface="+mn-ea"/>
                        </a:rPr>
                        <a:t>처리상태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신청</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처리일시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처리담당자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85500">
                <a:tc>
                  <a:txBody>
                    <a:bodyPr/>
                    <a:lstStyle/>
                    <a:p>
                      <a:pPr algn="l" latinLnBrk="1"/>
                      <a:r>
                        <a:rPr lang="ko-KR" altLang="en-US" sz="800" b="0" dirty="0" smtClean="0">
                          <a:solidFill>
                            <a:schemeClr val="tx1">
                              <a:lumMod val="75000"/>
                              <a:lumOff val="25000"/>
                            </a:schemeClr>
                          </a:solidFill>
                          <a:latin typeface="+mn-ea"/>
                          <a:ea typeface="+mn-ea"/>
                        </a:rPr>
                        <a:t>처리의견내용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grpSp>
        <p:nvGrpSpPr>
          <p:cNvPr id="454" name="그룹 453"/>
          <p:cNvGrpSpPr/>
          <p:nvPr/>
        </p:nvGrpSpPr>
        <p:grpSpPr>
          <a:xfrm>
            <a:off x="1674540" y="16347464"/>
            <a:ext cx="234360" cy="200055"/>
            <a:chOff x="1152270" y="11706839"/>
            <a:chExt cx="234360" cy="200055"/>
          </a:xfrm>
        </p:grpSpPr>
        <p:sp>
          <p:nvSpPr>
            <p:cNvPr id="455" name="모서리가 둥근 직사각형 45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6" name="직사각형 45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cxnSp>
        <p:nvCxnSpPr>
          <p:cNvPr id="767" name="꺾인 연결선 766"/>
          <p:cNvCxnSpPr>
            <a:stCxn id="1099" idx="0"/>
          </p:cNvCxnSpPr>
          <p:nvPr/>
        </p:nvCxnSpPr>
        <p:spPr>
          <a:xfrm rot="5400000" flipH="1" flipV="1">
            <a:off x="6170706" y="12930487"/>
            <a:ext cx="4596496" cy="1321019"/>
          </a:xfrm>
          <a:prstGeom prst="bentConnector4">
            <a:avLst>
              <a:gd name="adj1" fmla="val 42154"/>
              <a:gd name="adj2" fmla="val 117305"/>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768" name="그룹 767"/>
          <p:cNvGrpSpPr/>
          <p:nvPr/>
        </p:nvGrpSpPr>
        <p:grpSpPr>
          <a:xfrm>
            <a:off x="7700985" y="15670360"/>
            <a:ext cx="234360" cy="200055"/>
            <a:chOff x="1152270" y="11706839"/>
            <a:chExt cx="234360" cy="200055"/>
          </a:xfrm>
        </p:grpSpPr>
        <p:sp>
          <p:nvSpPr>
            <p:cNvPr id="769" name="모서리가 둥근 직사각형 7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0" name="직사각형 7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60" name="Rectangle 122"/>
          <p:cNvSpPr>
            <a:spLocks noChangeArrowheads="1"/>
          </p:cNvSpPr>
          <p:nvPr/>
        </p:nvSpPr>
        <p:spPr bwMode="auto">
          <a:xfrm>
            <a:off x="3880369" y="16635039"/>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신청이력</a:t>
            </a:r>
            <a:endParaRPr lang="ko-KR" altLang="en-US" sz="800" kern="0" dirty="0">
              <a:solidFill>
                <a:schemeClr val="tx1">
                  <a:lumMod val="75000"/>
                  <a:lumOff val="25000"/>
                </a:schemeClr>
              </a:solidFill>
              <a:latin typeface="+mn-ea"/>
              <a:ea typeface="+mn-ea"/>
            </a:endParaRPr>
          </a:p>
        </p:txBody>
      </p:sp>
      <p:grpSp>
        <p:nvGrpSpPr>
          <p:cNvPr id="461" name="그룹 460"/>
          <p:cNvGrpSpPr/>
          <p:nvPr/>
        </p:nvGrpSpPr>
        <p:grpSpPr>
          <a:xfrm>
            <a:off x="3770324" y="16499864"/>
            <a:ext cx="234360" cy="200055"/>
            <a:chOff x="1152270" y="11706839"/>
            <a:chExt cx="234360" cy="200055"/>
          </a:xfrm>
        </p:grpSpPr>
        <p:sp>
          <p:nvSpPr>
            <p:cNvPr id="462" name="모서리가 둥근 직사각형 4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3" name="직사각형 46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64" name="그룹 463"/>
          <p:cNvGrpSpPr/>
          <p:nvPr/>
        </p:nvGrpSpPr>
        <p:grpSpPr>
          <a:xfrm>
            <a:off x="5905386" y="16462448"/>
            <a:ext cx="6464438" cy="2150375"/>
            <a:chOff x="1100572" y="3176973"/>
            <a:chExt cx="6291612" cy="2150375"/>
          </a:xfrm>
        </p:grpSpPr>
        <p:sp>
          <p:nvSpPr>
            <p:cNvPr id="465" name="직사각형 464"/>
            <p:cNvSpPr/>
            <p:nvPr/>
          </p:nvSpPr>
          <p:spPr>
            <a:xfrm>
              <a:off x="1100572" y="3176973"/>
              <a:ext cx="6282748" cy="215037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66" name="직사각형 465"/>
            <p:cNvSpPr/>
            <p:nvPr/>
          </p:nvSpPr>
          <p:spPr>
            <a:xfrm>
              <a:off x="1100572" y="3187338"/>
              <a:ext cx="6282748"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67" name="직사각형 466"/>
            <p:cNvSpPr/>
            <p:nvPr/>
          </p:nvSpPr>
          <p:spPr>
            <a:xfrm>
              <a:off x="1127051" y="3210757"/>
              <a:ext cx="1014408" cy="215444"/>
            </a:xfrm>
            <a:prstGeom prst="rect">
              <a:avLst/>
            </a:prstGeom>
          </p:spPr>
          <p:txBody>
            <a:bodyPr wrap="none">
              <a:spAutoFit/>
            </a:bodyPr>
            <a:lstStyle/>
            <a:p>
              <a:r>
                <a:rPr lang="ko-KR" altLang="en-US" sz="800" b="1" dirty="0" err="1" smtClean="0">
                  <a:solidFill>
                    <a:schemeClr val="bg1"/>
                  </a:solidFill>
                  <a:latin typeface="+mn-ea"/>
                  <a:ea typeface="+mn-ea"/>
                </a:rPr>
                <a:t>결시신청</a:t>
              </a:r>
              <a:r>
                <a:rPr lang="ko-KR" altLang="en-US" sz="800" b="1" dirty="0" smtClean="0">
                  <a:solidFill>
                    <a:schemeClr val="bg1"/>
                  </a:solidFill>
                  <a:latin typeface="+mn-ea"/>
                  <a:ea typeface="+mn-ea"/>
                </a:rPr>
                <a:t> 신청이력</a:t>
              </a:r>
              <a:endParaRPr lang="ko-KR" altLang="en-US" sz="800" b="1" dirty="0">
                <a:solidFill>
                  <a:schemeClr val="bg1"/>
                </a:solidFill>
                <a:latin typeface="+mn-ea"/>
                <a:ea typeface="+mn-ea"/>
              </a:endParaRPr>
            </a:p>
          </p:txBody>
        </p:sp>
        <p:sp>
          <p:nvSpPr>
            <p:cNvPr id="468" name="직사각형 467"/>
            <p:cNvSpPr/>
            <p:nvPr/>
          </p:nvSpPr>
          <p:spPr>
            <a:xfrm>
              <a:off x="7124162"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69" name="모서리가 둥근 직사각형 468"/>
          <p:cNvSpPr/>
          <p:nvPr/>
        </p:nvSpPr>
        <p:spPr>
          <a:xfrm>
            <a:off x="8676945" y="1822027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70" name="직사각형 469"/>
          <p:cNvSpPr/>
          <p:nvPr/>
        </p:nvSpPr>
        <p:spPr>
          <a:xfrm>
            <a:off x="5908154" y="16780694"/>
            <a:ext cx="1955985"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학번 </a:t>
            </a:r>
            <a:r>
              <a:rPr lang="en-US" altLang="ko-KR" sz="800" b="1" dirty="0" smtClean="0">
                <a:solidFill>
                  <a:schemeClr val="tx1">
                    <a:lumMod val="75000"/>
                    <a:lumOff val="25000"/>
                  </a:schemeClr>
                </a:solidFill>
                <a:latin typeface="+mn-ea"/>
                <a:ea typeface="+mn-ea"/>
              </a:rPr>
              <a:t>: 2026113166 / </a:t>
            </a:r>
            <a:r>
              <a:rPr lang="ko-KR" altLang="en-US" sz="800" b="1" dirty="0" smtClean="0">
                <a:solidFill>
                  <a:schemeClr val="tx1">
                    <a:lumMod val="75000"/>
                    <a:lumOff val="25000"/>
                  </a:schemeClr>
                </a:solidFill>
                <a:latin typeface="+mn-ea"/>
                <a:ea typeface="+mn-ea"/>
              </a:rPr>
              <a:t>이름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학*자</a:t>
            </a:r>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p:txBody>
      </p:sp>
      <p:sp>
        <p:nvSpPr>
          <p:cNvPr id="471" name="직사각형 470"/>
          <p:cNvSpPr/>
          <p:nvPr/>
        </p:nvSpPr>
        <p:spPr>
          <a:xfrm>
            <a:off x="5906655" y="16986613"/>
            <a:ext cx="1122423"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신청이력</a:t>
            </a:r>
            <a:endParaRPr lang="ko-KR" altLang="en-US" sz="800" dirty="0">
              <a:solidFill>
                <a:schemeClr val="tx1">
                  <a:lumMod val="75000"/>
                  <a:lumOff val="25000"/>
                </a:schemeClr>
              </a:solidFill>
              <a:latin typeface="+mn-ea"/>
              <a:ea typeface="+mn-ea"/>
            </a:endParaRPr>
          </a:p>
        </p:txBody>
      </p:sp>
      <p:graphicFrame>
        <p:nvGraphicFramePr>
          <p:cNvPr id="501" name="표 500"/>
          <p:cNvGraphicFramePr>
            <a:graphicFrameLocks noGrp="1"/>
          </p:cNvGraphicFramePr>
          <p:nvPr>
            <p:extLst>
              <p:ext uri="{D42A27DB-BD31-4B8C-83A1-F6EECF244321}">
                <p14:modId xmlns:p14="http://schemas.microsoft.com/office/powerpoint/2010/main" val="3937146800"/>
              </p:ext>
            </p:extLst>
          </p:nvPr>
        </p:nvGraphicFramePr>
        <p:xfrm>
          <a:off x="5989687" y="17214746"/>
          <a:ext cx="6310754" cy="914400"/>
        </p:xfrm>
        <a:graphic>
          <a:graphicData uri="http://schemas.openxmlformats.org/drawingml/2006/table">
            <a:tbl>
              <a:tblPr firstRow="1" bandRow="1">
                <a:tableStyleId>{5C22544A-7EE6-4342-B048-85BDC9FD1C3A}</a:tableStyleId>
              </a:tblPr>
              <a:tblGrid>
                <a:gridCol w="350714"/>
                <a:gridCol w="613906"/>
                <a:gridCol w="613906"/>
                <a:gridCol w="970538"/>
                <a:gridCol w="1894045"/>
                <a:gridCol w="1867645"/>
              </a:tblGrid>
              <a:tr h="213440">
                <a:tc>
                  <a:txBody>
                    <a:bodyPr/>
                    <a:lstStyle/>
                    <a:p>
                      <a:pPr algn="ctr" latinLnBrk="1"/>
                      <a:r>
                        <a:rPr lang="en-US" altLang="ko-KR" sz="800" b="0" dirty="0" smtClean="0">
                          <a:solidFill>
                            <a:schemeClr val="tx1">
                              <a:lumMod val="75000"/>
                              <a:lumOff val="25000"/>
                            </a:schemeClr>
                          </a:solidFill>
                          <a:latin typeface="+mn-ea"/>
                          <a:ea typeface="+mn-ea"/>
                        </a:rPr>
                        <a:t>No</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처리상태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처리일시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lnSpc>
                          <a:spcPct val="150000"/>
                        </a:lnSpc>
                      </a:pPr>
                      <a:r>
                        <a:rPr lang="ko-KR" altLang="en-US" sz="800" b="0" dirty="0" smtClean="0">
                          <a:solidFill>
                            <a:schemeClr val="tx1">
                              <a:lumMod val="75000"/>
                              <a:lumOff val="25000"/>
                            </a:schemeClr>
                          </a:solidFill>
                          <a:latin typeface="+mn-ea"/>
                          <a:ea typeface="+mn-ea"/>
                        </a:rPr>
                        <a:t>결시사유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처리의견</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85500">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신청</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2026.10.08 15:25</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직업군인 </a:t>
                      </a:r>
                      <a:r>
                        <a:rPr lang="en-US" altLang="ko-KR" sz="800" b="0" dirty="0" smtClean="0">
                          <a:solidFill>
                            <a:schemeClr val="tx1">
                              <a:lumMod val="75000"/>
                              <a:lumOff val="25000"/>
                            </a:schemeClr>
                          </a:solidFill>
                          <a:latin typeface="+mn-ea"/>
                          <a:ea typeface="+mn-ea"/>
                        </a:rPr>
                        <a:t>10.11 ~11.14</a:t>
                      </a:r>
                      <a:r>
                        <a:rPr lang="ko-KR" altLang="en-US" sz="800" b="0" dirty="0" smtClean="0">
                          <a:solidFill>
                            <a:schemeClr val="tx1">
                              <a:lumMod val="75000"/>
                              <a:lumOff val="25000"/>
                            </a:schemeClr>
                          </a:solidFill>
                          <a:latin typeface="+mn-ea"/>
                          <a:ea typeface="+mn-ea"/>
                        </a:rPr>
                        <a:t>까지 훈련으로 인한 결시 신청 </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훈련통지서는 군사보안으로 제출 불가</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cxnSp>
        <p:nvCxnSpPr>
          <p:cNvPr id="504" name="꺾인 연결선 503"/>
          <p:cNvCxnSpPr>
            <a:stCxn id="460" idx="2"/>
          </p:cNvCxnSpPr>
          <p:nvPr/>
        </p:nvCxnSpPr>
        <p:spPr>
          <a:xfrm rot="16200000" flipH="1">
            <a:off x="4593950" y="16371458"/>
            <a:ext cx="856909" cy="1744070"/>
          </a:xfrm>
          <a:prstGeom prst="bentConnector2">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520" name="그룹 519"/>
          <p:cNvGrpSpPr/>
          <p:nvPr/>
        </p:nvGrpSpPr>
        <p:grpSpPr>
          <a:xfrm>
            <a:off x="2737034" y="9083724"/>
            <a:ext cx="6464438" cy="3384376"/>
            <a:chOff x="1100572" y="3176973"/>
            <a:chExt cx="6291612" cy="3384376"/>
          </a:xfrm>
        </p:grpSpPr>
        <p:sp>
          <p:nvSpPr>
            <p:cNvPr id="521" name="직사각형 520"/>
            <p:cNvSpPr/>
            <p:nvPr/>
          </p:nvSpPr>
          <p:spPr>
            <a:xfrm>
              <a:off x="1100572" y="3176973"/>
              <a:ext cx="6282748" cy="338437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22" name="직사각형 521"/>
            <p:cNvSpPr/>
            <p:nvPr/>
          </p:nvSpPr>
          <p:spPr>
            <a:xfrm>
              <a:off x="1100572" y="3187338"/>
              <a:ext cx="6282748"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23" name="직사각형 522"/>
            <p:cNvSpPr/>
            <p:nvPr/>
          </p:nvSpPr>
          <p:spPr>
            <a:xfrm>
              <a:off x="1127051" y="3210757"/>
              <a:ext cx="814710" cy="215444"/>
            </a:xfrm>
            <a:prstGeom prst="rect">
              <a:avLst/>
            </a:prstGeom>
          </p:spPr>
          <p:txBody>
            <a:bodyPr wrap="none">
              <a:spAutoFit/>
            </a:bodyPr>
            <a:lstStyle/>
            <a:p>
              <a:r>
                <a:rPr lang="ko-KR" altLang="en-US" sz="800" b="1" dirty="0" err="1" smtClean="0">
                  <a:solidFill>
                    <a:schemeClr val="bg1"/>
                  </a:solidFill>
                  <a:latin typeface="+mn-ea"/>
                  <a:ea typeface="+mn-ea"/>
                </a:rPr>
                <a:t>결시신청</a:t>
              </a:r>
              <a:r>
                <a:rPr lang="ko-KR" altLang="en-US" sz="800" b="1" dirty="0" smtClean="0">
                  <a:solidFill>
                    <a:schemeClr val="bg1"/>
                  </a:solidFill>
                  <a:latin typeface="+mn-ea"/>
                  <a:ea typeface="+mn-ea"/>
                </a:rPr>
                <a:t> 신청</a:t>
              </a:r>
              <a:endParaRPr lang="ko-KR" altLang="en-US" sz="800" b="1" dirty="0">
                <a:solidFill>
                  <a:schemeClr val="bg1"/>
                </a:solidFill>
                <a:latin typeface="+mn-ea"/>
                <a:ea typeface="+mn-ea"/>
              </a:endParaRPr>
            </a:p>
          </p:txBody>
        </p:sp>
        <p:sp>
          <p:nvSpPr>
            <p:cNvPr id="524" name="직사각형 523"/>
            <p:cNvSpPr/>
            <p:nvPr/>
          </p:nvSpPr>
          <p:spPr>
            <a:xfrm>
              <a:off x="7124162"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525" name="모서리가 둥근 직사각형 524"/>
          <p:cNvSpPr/>
          <p:nvPr/>
        </p:nvSpPr>
        <p:spPr>
          <a:xfrm>
            <a:off x="5508593" y="1214408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39" name="직사각형 538"/>
          <p:cNvSpPr/>
          <p:nvPr/>
        </p:nvSpPr>
        <p:spPr>
          <a:xfrm>
            <a:off x="2802370" y="9415189"/>
            <a:ext cx="6323774" cy="630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50000"/>
              </a:lnSpc>
            </a:pPr>
            <a:r>
              <a:rPr lang="ko-KR" altLang="en-US" sz="800" dirty="0" err="1" smtClean="0">
                <a:solidFill>
                  <a:schemeClr val="tx1">
                    <a:lumMod val="75000"/>
                    <a:lumOff val="25000"/>
                  </a:schemeClr>
                </a:solidFill>
                <a:latin typeface="+mn-ea"/>
              </a:rPr>
              <a:t>결시신청</a:t>
            </a:r>
            <a:r>
              <a:rPr lang="ko-KR" altLang="en-US" sz="800" dirty="0" smtClean="0">
                <a:solidFill>
                  <a:schemeClr val="tx1">
                    <a:lumMod val="75000"/>
                    <a:lumOff val="25000"/>
                  </a:schemeClr>
                </a:solidFill>
                <a:latin typeface="+mn-ea"/>
              </a:rPr>
              <a:t> 신청기간</a:t>
            </a:r>
            <a:endParaRPr lang="en-US" altLang="ko-KR" sz="800" dirty="0" smtClean="0">
              <a:solidFill>
                <a:schemeClr val="tx1">
                  <a:lumMod val="75000"/>
                  <a:lumOff val="25000"/>
                </a:schemeClr>
              </a:solidFill>
              <a:latin typeface="+mn-ea"/>
            </a:endParaRPr>
          </a:p>
          <a:p>
            <a:pPr algn="ctr">
              <a:lnSpc>
                <a:spcPct val="150000"/>
              </a:lnSpc>
            </a:pPr>
            <a:r>
              <a:rPr lang="ko-KR" altLang="en-US" sz="800" b="1" dirty="0" smtClean="0">
                <a:solidFill>
                  <a:srgbClr val="ED8013"/>
                </a:solidFill>
                <a:latin typeface="+mn-ea"/>
              </a:rPr>
              <a:t>중간고사 </a:t>
            </a:r>
            <a:r>
              <a:rPr lang="en-US" altLang="ko-KR" sz="800" b="1" dirty="0" smtClean="0">
                <a:solidFill>
                  <a:srgbClr val="ED8013"/>
                </a:solidFill>
                <a:latin typeface="+mn-ea"/>
              </a:rPr>
              <a:t>: 2026.03.03 00:00 ~ 2026.05.10 23:59</a:t>
            </a:r>
            <a:r>
              <a:rPr lang="en-US" altLang="ko-KR" sz="800" dirty="0" smtClean="0">
                <a:solidFill>
                  <a:schemeClr val="tx1">
                    <a:lumMod val="75000"/>
                    <a:lumOff val="25000"/>
                  </a:schemeClr>
                </a:solidFill>
                <a:latin typeface="+mn-ea"/>
              </a:rPr>
              <a:t>   |   </a:t>
            </a:r>
            <a:r>
              <a:rPr lang="ko-KR" altLang="en-US" sz="800" b="1" dirty="0" smtClean="0">
                <a:solidFill>
                  <a:srgbClr val="ED8013"/>
                </a:solidFill>
                <a:latin typeface="+mn-ea"/>
              </a:rPr>
              <a:t>기말고사 </a:t>
            </a:r>
            <a:r>
              <a:rPr lang="en-US" altLang="ko-KR" sz="800" b="1" dirty="0">
                <a:solidFill>
                  <a:srgbClr val="ED8013"/>
                </a:solidFill>
                <a:latin typeface="+mn-ea"/>
              </a:rPr>
              <a:t>: </a:t>
            </a:r>
            <a:r>
              <a:rPr lang="en-US" altLang="ko-KR" sz="800" b="1" dirty="0" smtClean="0">
                <a:solidFill>
                  <a:srgbClr val="ED8013"/>
                </a:solidFill>
                <a:latin typeface="+mn-ea"/>
              </a:rPr>
              <a:t>2026.06.02 00:00 </a:t>
            </a:r>
            <a:r>
              <a:rPr lang="en-US" altLang="ko-KR" sz="800" b="1" dirty="0">
                <a:solidFill>
                  <a:srgbClr val="ED8013"/>
                </a:solidFill>
                <a:latin typeface="+mn-ea"/>
              </a:rPr>
              <a:t>~ </a:t>
            </a:r>
            <a:r>
              <a:rPr lang="en-US" altLang="ko-KR" sz="800" b="1" dirty="0" smtClean="0">
                <a:solidFill>
                  <a:srgbClr val="ED8013"/>
                </a:solidFill>
                <a:latin typeface="+mn-ea"/>
              </a:rPr>
              <a:t>2026.12.10 23:59</a:t>
            </a:r>
          </a:p>
          <a:p>
            <a:pPr algn="ctr">
              <a:lnSpc>
                <a:spcPct val="150000"/>
              </a:lnSpc>
            </a:pPr>
            <a:r>
              <a:rPr lang="ko-KR" altLang="en-US" sz="800" dirty="0" err="1" smtClean="0">
                <a:solidFill>
                  <a:schemeClr val="tx1">
                    <a:lumMod val="75000"/>
                    <a:lumOff val="25000"/>
                  </a:schemeClr>
                </a:solidFill>
                <a:latin typeface="+mn-ea"/>
              </a:rPr>
              <a:t>결시신청</a:t>
            </a:r>
            <a:r>
              <a:rPr lang="ko-KR" altLang="en-US" sz="800" dirty="0" smtClean="0">
                <a:solidFill>
                  <a:schemeClr val="tx1">
                    <a:lumMod val="75000"/>
                    <a:lumOff val="25000"/>
                  </a:schemeClr>
                </a:solidFill>
                <a:latin typeface="+mn-ea"/>
              </a:rPr>
              <a:t> </a:t>
            </a:r>
            <a:r>
              <a:rPr lang="ko-KR" altLang="en-US" sz="800" dirty="0">
                <a:solidFill>
                  <a:schemeClr val="tx1">
                    <a:lumMod val="75000"/>
                    <a:lumOff val="25000"/>
                  </a:schemeClr>
                </a:solidFill>
                <a:latin typeface="+mn-ea"/>
              </a:rPr>
              <a:t>승인여부 및 대체평가 등의 후속조치는 </a:t>
            </a:r>
            <a:r>
              <a:rPr lang="ko-KR" altLang="en-US" sz="800" b="1" dirty="0">
                <a:solidFill>
                  <a:srgbClr val="0070C0"/>
                </a:solidFill>
                <a:latin typeface="+mn-ea"/>
              </a:rPr>
              <a:t>담당과목 교수님의 재량으로 교수님께 문의</a:t>
            </a:r>
            <a:r>
              <a:rPr lang="ko-KR" altLang="en-US" sz="800" dirty="0">
                <a:solidFill>
                  <a:schemeClr val="tx1">
                    <a:lumMod val="75000"/>
                    <a:lumOff val="25000"/>
                  </a:schemeClr>
                </a:solidFill>
                <a:latin typeface="+mn-ea"/>
              </a:rPr>
              <a:t>하여 </a:t>
            </a:r>
            <a:r>
              <a:rPr lang="ko-KR" altLang="en-US" sz="800" dirty="0" smtClean="0">
                <a:solidFill>
                  <a:schemeClr val="tx1">
                    <a:lumMod val="75000"/>
                    <a:lumOff val="25000"/>
                  </a:schemeClr>
                </a:solidFill>
                <a:latin typeface="+mn-ea"/>
              </a:rPr>
              <a:t>주시길 </a:t>
            </a:r>
            <a:r>
              <a:rPr lang="ko-KR" altLang="en-US" sz="800" dirty="0">
                <a:solidFill>
                  <a:schemeClr val="tx1">
                    <a:lumMod val="75000"/>
                    <a:lumOff val="25000"/>
                  </a:schemeClr>
                </a:solidFill>
                <a:latin typeface="+mn-ea"/>
              </a:rPr>
              <a:t>바랍니다</a:t>
            </a:r>
          </a:p>
        </p:txBody>
      </p:sp>
      <p:sp>
        <p:nvSpPr>
          <p:cNvPr id="540" name="직사각형 539"/>
          <p:cNvSpPr/>
          <p:nvPr/>
        </p:nvSpPr>
        <p:spPr>
          <a:xfrm>
            <a:off x="2711227" y="10100566"/>
            <a:ext cx="6381234"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결시신청</a:t>
            </a:r>
            <a:r>
              <a:rPr lang="ko-KR" altLang="en-US" sz="800" b="1" dirty="0" smtClean="0">
                <a:solidFill>
                  <a:schemeClr val="tx1">
                    <a:lumMod val="75000"/>
                    <a:lumOff val="25000"/>
                  </a:schemeClr>
                </a:solidFill>
                <a:latin typeface="+mn-ea"/>
                <a:ea typeface="+mn-ea"/>
              </a:rPr>
              <a:t> 신청과목</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41" name="직사각형 540"/>
          <p:cNvSpPr/>
          <p:nvPr/>
        </p:nvSpPr>
        <p:spPr>
          <a:xfrm>
            <a:off x="3637806" y="10092416"/>
            <a:ext cx="78579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5</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aphicFrame>
        <p:nvGraphicFramePr>
          <p:cNvPr id="542" name="Group 37"/>
          <p:cNvGraphicFramePr>
            <a:graphicFrameLocks noGrp="1"/>
          </p:cNvGraphicFramePr>
          <p:nvPr>
            <p:extLst>
              <p:ext uri="{D42A27DB-BD31-4B8C-83A1-F6EECF244321}">
                <p14:modId xmlns:p14="http://schemas.microsoft.com/office/powerpoint/2010/main" val="3441636946"/>
              </p:ext>
            </p:extLst>
          </p:nvPr>
        </p:nvGraphicFramePr>
        <p:xfrm>
          <a:off x="2804723" y="10581034"/>
          <a:ext cx="6324741" cy="1442478"/>
        </p:xfrm>
        <a:graphic>
          <a:graphicData uri="http://schemas.openxmlformats.org/drawingml/2006/table">
            <a:tbl>
              <a:tblPr/>
              <a:tblGrid>
                <a:gridCol w="247884">
                  <a:extLst>
                    <a:ext uri="{9D8B030D-6E8A-4147-A177-3AD203B41FA5}">
                      <a16:colId xmlns:a16="http://schemas.microsoft.com/office/drawing/2014/main" xmlns="" val="20001"/>
                    </a:ext>
                  </a:extLst>
                </a:gridCol>
                <a:gridCol w="574982"/>
                <a:gridCol w="667528"/>
                <a:gridCol w="1305770"/>
                <a:gridCol w="313304"/>
                <a:gridCol w="517542"/>
                <a:gridCol w="514913"/>
                <a:gridCol w="878450"/>
                <a:gridCol w="514913"/>
                <a:gridCol w="789455"/>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과목코드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교수명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시험구분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b="0" dirty="0" smtClean="0">
                          <a:solidFill>
                            <a:srgbClr val="0070C0"/>
                          </a:solidFill>
                          <a:latin typeface="+mn-ea"/>
                          <a:ea typeface="+mn-ea"/>
                        </a:rPr>
                        <a:t>-</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신청</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알고리즘 이해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반려</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인터넷과 생활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2023.12.03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승인</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인사이드 기초</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2023.12.03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err="1" smtClean="0">
                          <a:solidFill>
                            <a:srgbClr val="0070C0"/>
                          </a:solidFill>
                          <a:latin typeface="+mn-ea"/>
                          <a:ea typeface="+mn-ea"/>
                        </a:rPr>
                        <a:t>재신청</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546" name="Rectangle 122"/>
          <p:cNvSpPr>
            <a:spLocks noChangeArrowheads="1"/>
          </p:cNvSpPr>
          <p:nvPr/>
        </p:nvSpPr>
        <p:spPr bwMode="auto">
          <a:xfrm>
            <a:off x="8473617" y="10853734"/>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a:t>
            </a:r>
            <a:endParaRPr lang="ko-KR" altLang="en-US" sz="800" kern="0" dirty="0">
              <a:solidFill>
                <a:schemeClr val="tx1">
                  <a:lumMod val="75000"/>
                  <a:lumOff val="25000"/>
                </a:schemeClr>
              </a:solidFill>
              <a:latin typeface="+mn-ea"/>
              <a:ea typeface="+mn-ea"/>
            </a:endParaRPr>
          </a:p>
        </p:txBody>
      </p:sp>
      <p:sp>
        <p:nvSpPr>
          <p:cNvPr id="547" name="Rectangle 122"/>
          <p:cNvSpPr>
            <a:spLocks noChangeArrowheads="1"/>
          </p:cNvSpPr>
          <p:nvPr/>
        </p:nvSpPr>
        <p:spPr bwMode="auto">
          <a:xfrm>
            <a:off x="8471867" y="11091489"/>
            <a:ext cx="540000" cy="162000"/>
          </a:xfrm>
          <a:prstGeom prst="rect">
            <a:avLst/>
          </a:prstGeom>
          <a:solidFill>
            <a:schemeClr val="bg1">
              <a:lumMod val="8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심사중</a:t>
            </a:r>
            <a:endParaRPr lang="ko-KR" altLang="en-US" sz="800" kern="0" dirty="0">
              <a:solidFill>
                <a:schemeClr val="tx1">
                  <a:lumMod val="75000"/>
                  <a:lumOff val="25000"/>
                </a:schemeClr>
              </a:solidFill>
              <a:latin typeface="+mn-ea"/>
              <a:ea typeface="+mn-ea"/>
            </a:endParaRPr>
          </a:p>
        </p:txBody>
      </p:sp>
      <p:sp>
        <p:nvSpPr>
          <p:cNvPr id="548" name="Rectangle 122"/>
          <p:cNvSpPr>
            <a:spLocks noChangeArrowheads="1"/>
          </p:cNvSpPr>
          <p:nvPr/>
        </p:nvSpPr>
        <p:spPr bwMode="auto">
          <a:xfrm>
            <a:off x="8473617" y="11340355"/>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재신청</a:t>
            </a:r>
            <a:endParaRPr lang="ko-KR" altLang="en-US" sz="800" kern="0" dirty="0">
              <a:solidFill>
                <a:schemeClr val="tx1">
                  <a:lumMod val="75000"/>
                  <a:lumOff val="25000"/>
                </a:schemeClr>
              </a:solidFill>
              <a:latin typeface="+mn-ea"/>
              <a:ea typeface="+mn-ea"/>
            </a:endParaRPr>
          </a:p>
        </p:txBody>
      </p:sp>
      <p:sp>
        <p:nvSpPr>
          <p:cNvPr id="556" name="Rectangle 122"/>
          <p:cNvSpPr>
            <a:spLocks noChangeArrowheads="1"/>
          </p:cNvSpPr>
          <p:nvPr/>
        </p:nvSpPr>
        <p:spPr bwMode="auto">
          <a:xfrm>
            <a:off x="8471867" y="11821094"/>
            <a:ext cx="540000" cy="162000"/>
          </a:xfrm>
          <a:prstGeom prst="rect">
            <a:avLst/>
          </a:prstGeom>
          <a:solidFill>
            <a:schemeClr val="bg1">
              <a:lumMod val="8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심사중</a:t>
            </a:r>
            <a:endParaRPr lang="ko-KR" altLang="en-US" sz="800" kern="0" dirty="0">
              <a:solidFill>
                <a:schemeClr val="tx1">
                  <a:lumMod val="75000"/>
                  <a:lumOff val="25000"/>
                </a:schemeClr>
              </a:solidFill>
              <a:latin typeface="+mn-ea"/>
              <a:ea typeface="+mn-ea"/>
            </a:endParaRPr>
          </a:p>
        </p:txBody>
      </p:sp>
      <p:cxnSp>
        <p:nvCxnSpPr>
          <p:cNvPr id="458" name="꺾인 연결선 457"/>
          <p:cNvCxnSpPr>
            <a:stCxn id="550" idx="1"/>
            <a:endCxn id="444" idx="0"/>
          </p:cNvCxnSpPr>
          <p:nvPr/>
        </p:nvCxnSpPr>
        <p:spPr>
          <a:xfrm rot="10800000" flipV="1">
            <a:off x="4308516" y="11066739"/>
            <a:ext cx="3706084" cy="1805673"/>
          </a:xfrm>
          <a:prstGeom prst="bentConnector2">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549" name="그룹 548"/>
          <p:cNvGrpSpPr/>
          <p:nvPr/>
        </p:nvGrpSpPr>
        <p:grpSpPr>
          <a:xfrm>
            <a:off x="7958286" y="10962376"/>
            <a:ext cx="234360" cy="200055"/>
            <a:chOff x="1152270" y="11706839"/>
            <a:chExt cx="234360" cy="200055"/>
          </a:xfrm>
        </p:grpSpPr>
        <p:sp>
          <p:nvSpPr>
            <p:cNvPr id="550" name="모서리가 둥근 직사각형 5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1" name="직사각형 5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564" name="그룹 563"/>
          <p:cNvGrpSpPr/>
          <p:nvPr/>
        </p:nvGrpSpPr>
        <p:grpSpPr>
          <a:xfrm>
            <a:off x="2791335" y="10332243"/>
            <a:ext cx="3150727" cy="185394"/>
            <a:chOff x="2512157" y="13246471"/>
            <a:chExt cx="3150727" cy="185394"/>
          </a:xfrm>
        </p:grpSpPr>
        <p:grpSp>
          <p:nvGrpSpPr>
            <p:cNvPr id="565" name="그룹 564"/>
            <p:cNvGrpSpPr/>
            <p:nvPr/>
          </p:nvGrpSpPr>
          <p:grpSpPr>
            <a:xfrm>
              <a:off x="2512157" y="13246471"/>
              <a:ext cx="2939566" cy="185394"/>
              <a:chOff x="2512157" y="13059022"/>
              <a:chExt cx="2939566" cy="185394"/>
            </a:xfrm>
          </p:grpSpPr>
          <p:grpSp>
            <p:nvGrpSpPr>
              <p:cNvPr id="567" name="그룹 566"/>
              <p:cNvGrpSpPr/>
              <p:nvPr/>
            </p:nvGrpSpPr>
            <p:grpSpPr>
              <a:xfrm>
                <a:off x="2512157" y="13064416"/>
                <a:ext cx="2021457" cy="180000"/>
                <a:chOff x="577466" y="11159461"/>
                <a:chExt cx="2021457" cy="180000"/>
              </a:xfrm>
            </p:grpSpPr>
            <p:sp>
              <p:nvSpPr>
                <p:cNvPr id="569" name="Rectangle 122"/>
                <p:cNvSpPr>
                  <a:spLocks noChangeArrowheads="1"/>
                </p:cNvSpPr>
                <p:nvPr/>
              </p:nvSpPr>
              <p:spPr bwMode="auto">
                <a:xfrm>
                  <a:off x="1134480"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 </a:t>
                  </a:r>
                  <a:endParaRPr lang="ko-KR" altLang="en-US" sz="800" kern="0" dirty="0">
                    <a:solidFill>
                      <a:schemeClr val="tx1">
                        <a:lumMod val="75000"/>
                        <a:lumOff val="25000"/>
                      </a:schemeClr>
                    </a:solidFill>
                    <a:latin typeface="+mn-ea"/>
                    <a:ea typeface="+mn-ea"/>
                  </a:endParaRPr>
                </a:p>
              </p:txBody>
            </p:sp>
            <p:sp>
              <p:nvSpPr>
                <p:cNvPr id="578" name="Rectangle 122"/>
                <p:cNvSpPr>
                  <a:spLocks noChangeArrowheads="1"/>
                </p:cNvSpPr>
                <p:nvPr/>
              </p:nvSpPr>
              <p:spPr bwMode="auto">
                <a:xfrm>
                  <a:off x="577466"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 ▼ </a:t>
                  </a:r>
                  <a:endParaRPr lang="ko-KR" altLang="en-US" sz="800" kern="0" dirty="0">
                    <a:solidFill>
                      <a:schemeClr val="tx1">
                        <a:lumMod val="75000"/>
                        <a:lumOff val="25000"/>
                      </a:schemeClr>
                    </a:solidFill>
                    <a:latin typeface="+mn-ea"/>
                    <a:ea typeface="+mn-ea"/>
                  </a:endParaRPr>
                </a:p>
              </p:txBody>
            </p:sp>
            <p:sp>
              <p:nvSpPr>
                <p:cNvPr id="579" name="Rectangle 122"/>
                <p:cNvSpPr>
                  <a:spLocks noChangeArrowheads="1"/>
                </p:cNvSpPr>
                <p:nvPr/>
              </p:nvSpPr>
              <p:spPr bwMode="auto">
                <a:xfrm>
                  <a:off x="1698923" y="11159461"/>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시험구분      ▼ </a:t>
                  </a:r>
                  <a:endParaRPr lang="ko-KR" altLang="en-US" sz="800" kern="0" dirty="0">
                    <a:solidFill>
                      <a:schemeClr val="tx1">
                        <a:lumMod val="75000"/>
                        <a:lumOff val="25000"/>
                      </a:schemeClr>
                    </a:solidFill>
                    <a:latin typeface="+mn-ea"/>
                    <a:ea typeface="+mn-ea"/>
                  </a:endParaRPr>
                </a:p>
              </p:txBody>
            </p:sp>
          </p:grpSp>
          <p:sp>
            <p:nvSpPr>
              <p:cNvPr id="568" name="Rectangle 122"/>
              <p:cNvSpPr>
                <a:spLocks noChangeArrowheads="1"/>
              </p:cNvSpPr>
              <p:nvPr/>
            </p:nvSpPr>
            <p:spPr bwMode="auto">
              <a:xfrm>
                <a:off x="4551723" y="13059022"/>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처리상태      ▼ </a:t>
                </a:r>
                <a:endParaRPr lang="ko-KR" altLang="en-US" sz="800" kern="0" dirty="0">
                  <a:solidFill>
                    <a:schemeClr val="tx1">
                      <a:lumMod val="75000"/>
                      <a:lumOff val="25000"/>
                    </a:schemeClr>
                  </a:solidFill>
                  <a:latin typeface="+mn-ea"/>
                  <a:ea typeface="+mn-ea"/>
                </a:endParaRPr>
              </a:p>
            </p:txBody>
          </p:sp>
        </p:grpSp>
        <p:pic>
          <p:nvPicPr>
            <p:cNvPr id="566"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480298" y="13260188"/>
              <a:ext cx="182586" cy="165600"/>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grpSp>
      <p:sp>
        <p:nvSpPr>
          <p:cNvPr id="509" name="모서리가 둥근 직사각형 508"/>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10" name="모서리가 둥근 직사각형 509"/>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13" name="모서리가 둥근 직사각형 512"/>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14" name="모서리가 둥근 직사각형 513"/>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15" name="직사각형 514"/>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16" name="순서도: 대체 처리 515"/>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26" name="직사각형 525"/>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30" name="순서도: 대체 처리 529"/>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527" name="그룹 526"/>
          <p:cNvGrpSpPr/>
          <p:nvPr/>
        </p:nvGrpSpPr>
        <p:grpSpPr>
          <a:xfrm>
            <a:off x="5640844" y="2041798"/>
            <a:ext cx="2994089" cy="162517"/>
            <a:chOff x="6384100" y="2032273"/>
            <a:chExt cx="2994089" cy="162517"/>
          </a:xfrm>
        </p:grpSpPr>
        <p:sp>
          <p:nvSpPr>
            <p:cNvPr id="528" name="직사각형 527"/>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529" name="순서도: 대체 처리 528"/>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31" name="직사각형 530"/>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32" name="순서도: 대체 처리 531"/>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33" name="순서도: 대체 처리 532"/>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34" name="순서도: 대체 처리 533"/>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35" name="순서도: 대체 처리 534"/>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36" name="순서도: 대체 처리 535"/>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37" name="사각형 설명선 536"/>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38" name="사각형 설명선 537"/>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543" name="TextBox 542"/>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65" name="그룹 664"/>
          <p:cNvGrpSpPr/>
          <p:nvPr/>
        </p:nvGrpSpPr>
        <p:grpSpPr>
          <a:xfrm>
            <a:off x="507554" y="1602349"/>
            <a:ext cx="3075218" cy="252000"/>
            <a:chOff x="507554" y="1537742"/>
            <a:chExt cx="3075218" cy="252000"/>
          </a:xfrm>
        </p:grpSpPr>
        <p:pic>
          <p:nvPicPr>
            <p:cNvPr id="666" name="Picture 4"/>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67" name="그룹 666"/>
            <p:cNvGrpSpPr/>
            <p:nvPr/>
          </p:nvGrpSpPr>
          <p:grpSpPr>
            <a:xfrm>
              <a:off x="2288704" y="1581175"/>
              <a:ext cx="1294068" cy="166725"/>
              <a:chOff x="2288704" y="1581175"/>
              <a:chExt cx="1294068" cy="166725"/>
            </a:xfrm>
          </p:grpSpPr>
          <p:sp>
            <p:nvSpPr>
              <p:cNvPr id="668" name="직사각형 667"/>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669" name="직사각형 668"/>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72" name="그룹 571"/>
          <p:cNvGrpSpPr/>
          <p:nvPr/>
        </p:nvGrpSpPr>
        <p:grpSpPr>
          <a:xfrm>
            <a:off x="579562" y="2166658"/>
            <a:ext cx="1384958" cy="5317057"/>
            <a:chOff x="579562" y="2166658"/>
            <a:chExt cx="1384958" cy="5317057"/>
          </a:xfrm>
        </p:grpSpPr>
        <p:grpSp>
          <p:nvGrpSpPr>
            <p:cNvPr id="573" name="그룹 572"/>
            <p:cNvGrpSpPr/>
            <p:nvPr/>
          </p:nvGrpSpPr>
          <p:grpSpPr>
            <a:xfrm>
              <a:off x="629956" y="3318264"/>
              <a:ext cx="1188000" cy="180000"/>
              <a:chOff x="666428" y="3785432"/>
              <a:chExt cx="1188000" cy="180000"/>
            </a:xfrm>
          </p:grpSpPr>
          <p:sp>
            <p:nvSpPr>
              <p:cNvPr id="730" name="모서리가 둥근 직사각형 729"/>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31"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3568824"/>
              <a:ext cx="1188000" cy="180000"/>
              <a:chOff x="666428" y="4310612"/>
              <a:chExt cx="1188000" cy="180000"/>
            </a:xfrm>
          </p:grpSpPr>
          <p:sp>
            <p:nvSpPr>
              <p:cNvPr id="728" name="모서리가 둥근 직사각형 727"/>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729"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29955" y="3042501"/>
              <a:ext cx="1188000" cy="180000"/>
              <a:chOff x="666427" y="3266516"/>
              <a:chExt cx="1188000" cy="180000"/>
            </a:xfrm>
          </p:grpSpPr>
          <p:sp>
            <p:nvSpPr>
              <p:cNvPr id="726" name="모서리가 둥근 직사각형 725"/>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727"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3854780"/>
              <a:ext cx="1188000" cy="180000"/>
              <a:chOff x="666428" y="4570824"/>
              <a:chExt cx="1188000" cy="180000"/>
            </a:xfrm>
          </p:grpSpPr>
          <p:sp>
            <p:nvSpPr>
              <p:cNvPr id="724" name="모서리가 둥근 직사각형 72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725"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6" y="5316875"/>
              <a:ext cx="1188000" cy="180000"/>
              <a:chOff x="666428" y="5096004"/>
              <a:chExt cx="1188000" cy="180000"/>
            </a:xfrm>
          </p:grpSpPr>
          <p:sp>
            <p:nvSpPr>
              <p:cNvPr id="719" name="모서리가 둥근 직사각형 718"/>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723" name="Picture 11"/>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4148" y="5634789"/>
              <a:ext cx="1188000" cy="180000"/>
              <a:chOff x="666428" y="3785432"/>
              <a:chExt cx="1188000" cy="180000"/>
            </a:xfrm>
          </p:grpSpPr>
          <p:sp>
            <p:nvSpPr>
              <p:cNvPr id="717" name="모서리가 둥근 직사각형 716"/>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718"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1150" y="4135825"/>
              <a:ext cx="1188000" cy="180000"/>
              <a:chOff x="666428" y="4570824"/>
              <a:chExt cx="1188000" cy="180000"/>
            </a:xfrm>
          </p:grpSpPr>
          <p:sp>
            <p:nvSpPr>
              <p:cNvPr id="715" name="모서리가 둥근 직사각형 714"/>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716"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29956" y="4423395"/>
              <a:ext cx="1188000" cy="180000"/>
              <a:chOff x="666428" y="4310612"/>
              <a:chExt cx="1188000" cy="180000"/>
            </a:xfrm>
          </p:grpSpPr>
          <p:sp>
            <p:nvSpPr>
              <p:cNvPr id="713" name="모서리가 둥근 직사각형 71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714"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35" name="TextBox 63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6" name="그룹 635"/>
            <p:cNvGrpSpPr/>
            <p:nvPr/>
          </p:nvGrpSpPr>
          <p:grpSpPr>
            <a:xfrm>
              <a:off x="632520" y="4723068"/>
              <a:ext cx="1188000" cy="180000"/>
              <a:chOff x="666428" y="4310612"/>
              <a:chExt cx="1188000" cy="180000"/>
            </a:xfrm>
          </p:grpSpPr>
          <p:sp>
            <p:nvSpPr>
              <p:cNvPr id="711" name="모서리가 둥근 직사각형 71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712"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7" name="그룹 636"/>
            <p:cNvGrpSpPr/>
            <p:nvPr/>
          </p:nvGrpSpPr>
          <p:grpSpPr>
            <a:xfrm>
              <a:off x="632520" y="2752353"/>
              <a:ext cx="1332000" cy="180000"/>
              <a:chOff x="666427" y="3266516"/>
              <a:chExt cx="1332000" cy="180000"/>
            </a:xfrm>
          </p:grpSpPr>
          <p:sp>
            <p:nvSpPr>
              <p:cNvPr id="709" name="모서리가 둥근 직사각형 70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10"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8" name="그룹 637"/>
            <p:cNvGrpSpPr/>
            <p:nvPr/>
          </p:nvGrpSpPr>
          <p:grpSpPr>
            <a:xfrm>
              <a:off x="632520" y="5005767"/>
              <a:ext cx="1188000" cy="180000"/>
              <a:chOff x="666428" y="4310612"/>
              <a:chExt cx="1188000" cy="180000"/>
            </a:xfrm>
          </p:grpSpPr>
          <p:sp>
            <p:nvSpPr>
              <p:cNvPr id="704" name="모서리가 둥근 직사각형 70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707"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9" name="그룹 638"/>
            <p:cNvGrpSpPr/>
            <p:nvPr/>
          </p:nvGrpSpPr>
          <p:grpSpPr>
            <a:xfrm>
              <a:off x="632520" y="6227787"/>
              <a:ext cx="1188000" cy="180000"/>
              <a:chOff x="666428" y="3785432"/>
              <a:chExt cx="1188000" cy="180000"/>
            </a:xfrm>
          </p:grpSpPr>
          <p:sp>
            <p:nvSpPr>
              <p:cNvPr id="701" name="모서리가 둥근 직사각형 700"/>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703"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6487872"/>
              <a:ext cx="1188000" cy="180000"/>
              <a:chOff x="666428" y="4310612"/>
              <a:chExt cx="1188000" cy="180000"/>
            </a:xfrm>
          </p:grpSpPr>
          <p:sp>
            <p:nvSpPr>
              <p:cNvPr id="693" name="모서리가 둥근 직사각형 69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694"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1" name="그룹 640"/>
            <p:cNvGrpSpPr/>
            <p:nvPr/>
          </p:nvGrpSpPr>
          <p:grpSpPr>
            <a:xfrm>
              <a:off x="632520" y="6773828"/>
              <a:ext cx="1188000" cy="180000"/>
              <a:chOff x="666428" y="4570824"/>
              <a:chExt cx="1188000" cy="180000"/>
            </a:xfrm>
          </p:grpSpPr>
          <p:sp>
            <p:nvSpPr>
              <p:cNvPr id="691" name="모서리가 둥근 직사각형 69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92"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2" name="그룹 641"/>
            <p:cNvGrpSpPr/>
            <p:nvPr/>
          </p:nvGrpSpPr>
          <p:grpSpPr>
            <a:xfrm>
              <a:off x="632520" y="7053155"/>
              <a:ext cx="1188000" cy="180000"/>
              <a:chOff x="666428" y="3785432"/>
              <a:chExt cx="1188000" cy="180000"/>
            </a:xfrm>
          </p:grpSpPr>
          <p:sp>
            <p:nvSpPr>
              <p:cNvPr id="686" name="모서리가 둥근 직사각형 68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87"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5" name="그룹 644"/>
            <p:cNvGrpSpPr/>
            <p:nvPr/>
          </p:nvGrpSpPr>
          <p:grpSpPr>
            <a:xfrm>
              <a:off x="632520" y="7303715"/>
              <a:ext cx="1224000" cy="180000"/>
              <a:chOff x="666428" y="4310612"/>
              <a:chExt cx="1224000" cy="180000"/>
            </a:xfrm>
          </p:grpSpPr>
          <p:sp>
            <p:nvSpPr>
              <p:cNvPr id="684" name="모서리가 둥근 직사각형 683"/>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85"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7" name="그룹 646"/>
            <p:cNvGrpSpPr/>
            <p:nvPr/>
          </p:nvGrpSpPr>
          <p:grpSpPr>
            <a:xfrm>
              <a:off x="622995" y="5922821"/>
              <a:ext cx="1188000" cy="180000"/>
              <a:chOff x="666427" y="3266516"/>
              <a:chExt cx="1188000" cy="180000"/>
            </a:xfrm>
          </p:grpSpPr>
          <p:sp>
            <p:nvSpPr>
              <p:cNvPr id="648" name="모서리가 둥근 직사각형 64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49"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601021838"/>
      </p:ext>
    </p:extLst>
  </p:cSld>
  <p:clrMapOvr>
    <a:masterClrMapping/>
  </p:clrMapOvr>
  <p:transition>
    <p:wipe dir="r"/>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KNOU_UI_C02026300_03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결시신청신청</a:t>
            </a:r>
            <a:r>
              <a:rPr lang="ko-KR" altLang="en-US" sz="800" spc="-60" dirty="0" smtClean="0">
                <a:latin typeface="+mn-ea"/>
                <a:ea typeface="+mn-ea"/>
              </a:rPr>
              <a:t> </a:t>
            </a:r>
            <a:r>
              <a:rPr lang="en-US" altLang="ko-KR" sz="800" spc="-60" dirty="0" smtClean="0">
                <a:latin typeface="+mn-ea"/>
                <a:ea typeface="+mn-ea"/>
              </a:rPr>
              <a:t>&gt; </a:t>
            </a:r>
            <a:r>
              <a:rPr lang="ko-KR" altLang="en-US" sz="800" spc="-60" dirty="0" err="1" smtClean="0">
                <a:latin typeface="+mn-ea"/>
                <a:ea typeface="+mn-ea"/>
              </a:rPr>
              <a:t>결시신청신청등록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95</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1793733580"/>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graphicFrame>
        <p:nvGraphicFramePr>
          <p:cNvPr id="557" name="Group 175"/>
          <p:cNvGraphicFramePr>
            <a:graphicFrameLocks noGrp="1"/>
          </p:cNvGraphicFramePr>
          <p:nvPr>
            <p:extLst>
              <p:ext uri="{D42A27DB-BD31-4B8C-83A1-F6EECF244321}">
                <p14:modId xmlns:p14="http://schemas.microsoft.com/office/powerpoint/2010/main" val="2721616689"/>
              </p:ext>
            </p:extLst>
          </p:nvPr>
        </p:nvGraphicFramePr>
        <p:xfrm>
          <a:off x="9499029" y="9467433"/>
          <a:ext cx="1404156" cy="69406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결시신청신청등록</a:t>
                      </a:r>
                      <a:r>
                        <a:rPr lang="ko-KR" altLang="en-US" sz="800" kern="1200" dirty="0" smtClean="0">
                          <a:solidFill>
                            <a:schemeClr val="tx1">
                              <a:lumMod val="75000"/>
                              <a:lumOff val="25000"/>
                            </a:schemeClr>
                          </a:solidFill>
                          <a:latin typeface="+mn-ea"/>
                          <a:ea typeface="+mn-ea"/>
                          <a:cs typeface="+mn-cs"/>
                        </a:rPr>
                        <a:t> 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처리상태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신청 전</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rgbClr val="0070C0"/>
                          </a:solidFill>
                          <a:latin typeface="+mn-ea"/>
                          <a:ea typeface="+mn-ea"/>
                          <a:cs typeface="+mn-cs"/>
                        </a:rPr>
                        <a:t>결시신청</a:t>
                      </a:r>
                      <a:r>
                        <a:rPr lang="ko-KR" altLang="en-US" sz="800" kern="1200" dirty="0" smtClean="0">
                          <a:solidFill>
                            <a:srgbClr val="0070C0"/>
                          </a:solidFill>
                          <a:latin typeface="+mn-ea"/>
                          <a:ea typeface="+mn-ea"/>
                          <a:cs typeface="+mn-cs"/>
                        </a:rPr>
                        <a:t> 신청기간에만 등록가능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FF0000"/>
                          </a:solidFill>
                          <a:latin typeface="+mn-lt"/>
                          <a:ea typeface="+mn-ea"/>
                          <a:cs typeface="+mn-cs"/>
                        </a:rPr>
                        <a:t>증빙자료첨부 필수체크</a:t>
                      </a:r>
                      <a:endParaRPr lang="en-US" altLang="ko-KR" sz="800" kern="1200" dirty="0" smtClean="0">
                        <a:solidFill>
                          <a:srgbClr val="FF0000"/>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FF0000"/>
                          </a:solidFill>
                          <a:latin typeface="+mn-lt"/>
                          <a:ea typeface="+mn-ea"/>
                          <a:cs typeface="+mn-cs"/>
                        </a:rPr>
                        <a:t>첨부된 파일 삭제가능</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신청일</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신청자 자동입력</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신청일</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신청자 저장</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신청 </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결시신청신청</a:t>
                      </a:r>
                      <a:r>
                        <a:rPr lang="ko-KR" altLang="en-US" sz="800" kern="1200" dirty="0" smtClean="0">
                          <a:solidFill>
                            <a:schemeClr val="tx1">
                              <a:lumMod val="75000"/>
                              <a:lumOff val="25000"/>
                            </a:schemeClr>
                          </a:solidFill>
                          <a:latin typeface="+mn-lt"/>
                          <a:ea typeface="+mn-ea"/>
                          <a:cs typeface="+mn-cs"/>
                        </a:rPr>
                        <a:t> 정보 저장</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교수에게 알림 자동 발송</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필수항목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결시 사유</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첨부파일</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dirty="0" smtClean="0">
                        <a:solidFill>
                          <a:srgbClr val="0070C0"/>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442" name="그룹 441"/>
          <p:cNvGrpSpPr/>
          <p:nvPr/>
        </p:nvGrpSpPr>
        <p:grpSpPr>
          <a:xfrm>
            <a:off x="1080850" y="12862048"/>
            <a:ext cx="6464438" cy="7056784"/>
            <a:chOff x="1100572" y="3176973"/>
            <a:chExt cx="6291612" cy="7056784"/>
          </a:xfrm>
        </p:grpSpPr>
        <p:sp>
          <p:nvSpPr>
            <p:cNvPr id="443" name="직사각형 442"/>
            <p:cNvSpPr/>
            <p:nvPr/>
          </p:nvSpPr>
          <p:spPr>
            <a:xfrm>
              <a:off x="1100572" y="3176973"/>
              <a:ext cx="6282748" cy="7056784"/>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4" name="직사각형 443"/>
            <p:cNvSpPr/>
            <p:nvPr/>
          </p:nvSpPr>
          <p:spPr>
            <a:xfrm>
              <a:off x="1100572" y="3187338"/>
              <a:ext cx="6282748"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27051" y="3210757"/>
              <a:ext cx="814710" cy="215444"/>
            </a:xfrm>
            <a:prstGeom prst="rect">
              <a:avLst/>
            </a:prstGeom>
          </p:spPr>
          <p:txBody>
            <a:bodyPr wrap="none">
              <a:spAutoFit/>
            </a:bodyPr>
            <a:lstStyle/>
            <a:p>
              <a:r>
                <a:rPr lang="ko-KR" altLang="en-US" sz="800" b="1" dirty="0" err="1" smtClean="0">
                  <a:solidFill>
                    <a:schemeClr val="bg1"/>
                  </a:solidFill>
                  <a:latin typeface="+mn-ea"/>
                  <a:ea typeface="+mn-ea"/>
                </a:rPr>
                <a:t>결시신청</a:t>
              </a:r>
              <a:r>
                <a:rPr lang="ko-KR" altLang="en-US" sz="800" b="1" dirty="0" smtClean="0">
                  <a:solidFill>
                    <a:schemeClr val="bg1"/>
                  </a:solidFill>
                  <a:latin typeface="+mn-ea"/>
                  <a:ea typeface="+mn-ea"/>
                </a:rPr>
                <a:t> 등록</a:t>
              </a:r>
              <a:endParaRPr lang="ko-KR" altLang="en-US" sz="800" b="1" dirty="0">
                <a:solidFill>
                  <a:schemeClr val="bg1"/>
                </a:solidFill>
                <a:latin typeface="+mn-ea"/>
                <a:ea typeface="+mn-ea"/>
              </a:endParaRPr>
            </a:p>
          </p:txBody>
        </p:sp>
        <p:sp>
          <p:nvSpPr>
            <p:cNvPr id="446" name="직사각형 445"/>
            <p:cNvSpPr/>
            <p:nvPr/>
          </p:nvSpPr>
          <p:spPr>
            <a:xfrm>
              <a:off x="7124162"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9" name="직사각형 448"/>
          <p:cNvSpPr/>
          <p:nvPr/>
        </p:nvSpPr>
        <p:spPr>
          <a:xfrm>
            <a:off x="1082119" y="13159605"/>
            <a:ext cx="917239"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신청</a:t>
            </a:r>
            <a:endParaRPr lang="ko-KR" altLang="en-US" sz="800" dirty="0">
              <a:solidFill>
                <a:schemeClr val="tx1">
                  <a:lumMod val="75000"/>
                  <a:lumOff val="25000"/>
                </a:schemeClr>
              </a:solidFill>
              <a:latin typeface="+mn-ea"/>
              <a:ea typeface="+mn-ea"/>
            </a:endParaRPr>
          </a:p>
        </p:txBody>
      </p:sp>
      <p:graphicFrame>
        <p:nvGraphicFramePr>
          <p:cNvPr id="450" name="표 449"/>
          <p:cNvGraphicFramePr>
            <a:graphicFrameLocks noGrp="1"/>
          </p:cNvGraphicFramePr>
          <p:nvPr>
            <p:extLst>
              <p:ext uri="{D42A27DB-BD31-4B8C-83A1-F6EECF244321}">
                <p14:modId xmlns:p14="http://schemas.microsoft.com/office/powerpoint/2010/main" val="926857970"/>
              </p:ext>
            </p:extLst>
          </p:nvPr>
        </p:nvGraphicFramePr>
        <p:xfrm>
          <a:off x="1153530" y="14321258"/>
          <a:ext cx="6335461" cy="3233940"/>
        </p:xfrm>
        <a:graphic>
          <a:graphicData uri="http://schemas.openxmlformats.org/drawingml/2006/table">
            <a:tbl>
              <a:tblPr firstRow="1" bandRow="1">
                <a:tableStyleId>{5C22544A-7EE6-4342-B048-85BDC9FD1C3A}</a:tableStyleId>
              </a:tblPr>
              <a:tblGrid>
                <a:gridCol w="1065176"/>
                <a:gridCol w="2263520"/>
                <a:gridCol w="1148652"/>
                <a:gridCol w="1858113"/>
              </a:tblGrid>
              <a:tr h="285500">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학*자</a:t>
                      </a: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시험응시여부</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증빙자료</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증빙자룔</a:t>
                      </a:r>
                      <a:r>
                        <a:rPr lang="en-US" altLang="ko-KR" sz="800" b="0" dirty="0" smtClean="0">
                          <a:solidFill>
                            <a:schemeClr val="tx1">
                              <a:lumMod val="75000"/>
                              <a:lumOff val="25000"/>
                            </a:schemeClr>
                          </a:solidFill>
                          <a:latin typeface="+mn-ea"/>
                          <a:ea typeface="+mn-ea"/>
                        </a:rPr>
                        <a:t>20260512.hwp</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결시 사유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85500">
                <a:tc>
                  <a:txBody>
                    <a:bodyPr/>
                    <a:lstStyle/>
                    <a:p>
                      <a:pPr algn="l" latinLnBrk="1"/>
                      <a:r>
                        <a:rPr lang="ko-KR" altLang="en-US" sz="800" b="0" dirty="0" smtClean="0">
                          <a:solidFill>
                            <a:schemeClr val="tx1">
                              <a:lumMod val="75000"/>
                              <a:lumOff val="25000"/>
                            </a:schemeClr>
                          </a:solidFill>
                          <a:latin typeface="+mn-ea"/>
                          <a:ea typeface="+mn-ea"/>
                        </a:rPr>
                        <a:t>증빙자료첨부</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graphicFrame>
        <p:nvGraphicFramePr>
          <p:cNvPr id="451" name="표 450"/>
          <p:cNvGraphicFramePr>
            <a:graphicFrameLocks noGrp="1"/>
          </p:cNvGraphicFramePr>
          <p:nvPr>
            <p:extLst>
              <p:ext uri="{D42A27DB-BD31-4B8C-83A1-F6EECF244321}">
                <p14:modId xmlns:p14="http://schemas.microsoft.com/office/powerpoint/2010/main" val="2111008667"/>
              </p:ext>
            </p:extLst>
          </p:nvPr>
        </p:nvGraphicFramePr>
        <p:xfrm>
          <a:off x="1146101" y="13375629"/>
          <a:ext cx="6335461" cy="856500"/>
        </p:xfrm>
        <a:graphic>
          <a:graphicData uri="http://schemas.openxmlformats.org/drawingml/2006/table">
            <a:tbl>
              <a:tblPr firstRow="1" bandRow="1">
                <a:tableStyleId>{5C22544A-7EE6-4342-B048-85BDC9FD1C3A}</a:tableStyleId>
              </a:tblPr>
              <a:tblGrid>
                <a:gridCol w="1065176"/>
                <a:gridCol w="2263520"/>
                <a:gridCol w="1148652"/>
                <a:gridCol w="1858113"/>
              </a:tblGrid>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2025.05.15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홍*동</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튜터명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김*터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cxnSp>
        <p:nvCxnSpPr>
          <p:cNvPr id="767" name="꺾인 연결선 766"/>
          <p:cNvCxnSpPr>
            <a:stCxn id="1099" idx="0"/>
          </p:cNvCxnSpPr>
          <p:nvPr/>
        </p:nvCxnSpPr>
        <p:spPr>
          <a:xfrm rot="5400000" flipH="1" flipV="1">
            <a:off x="6170706" y="12930487"/>
            <a:ext cx="4596496" cy="1321019"/>
          </a:xfrm>
          <a:prstGeom prst="bentConnector4">
            <a:avLst>
              <a:gd name="adj1" fmla="val 42154"/>
              <a:gd name="adj2" fmla="val 117305"/>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460"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269994" y="15266889"/>
            <a:ext cx="5169033" cy="806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61" name="그룹 460"/>
          <p:cNvGrpSpPr/>
          <p:nvPr/>
        </p:nvGrpSpPr>
        <p:grpSpPr>
          <a:xfrm>
            <a:off x="2264321" y="16227374"/>
            <a:ext cx="5174706" cy="664994"/>
            <a:chOff x="2180692" y="6203487"/>
            <a:chExt cx="5174706" cy="664994"/>
          </a:xfrm>
        </p:grpSpPr>
        <p:sp>
          <p:nvSpPr>
            <p:cNvPr id="462" name="직사각형 461"/>
            <p:cNvSpPr/>
            <p:nvPr/>
          </p:nvSpPr>
          <p:spPr>
            <a:xfrm>
              <a:off x="2180692" y="6203487"/>
              <a:ext cx="5174706"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463"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573227" y="6318265"/>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65" name="Rectangle 122"/>
            <p:cNvSpPr>
              <a:spLocks noChangeArrowheads="1"/>
            </p:cNvSpPr>
            <p:nvPr/>
          </p:nvSpPr>
          <p:spPr bwMode="auto">
            <a:xfrm>
              <a:off x="4033850" y="6448680"/>
              <a:ext cx="720000" cy="1656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466" name="TextBox 465"/>
            <p:cNvSpPr txBox="1"/>
            <p:nvPr/>
          </p:nvSpPr>
          <p:spPr>
            <a:xfrm>
              <a:off x="4717926" y="6428931"/>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grpSp>
        <p:nvGrpSpPr>
          <p:cNvPr id="467" name="그룹 466"/>
          <p:cNvGrpSpPr/>
          <p:nvPr/>
        </p:nvGrpSpPr>
        <p:grpSpPr>
          <a:xfrm>
            <a:off x="2264141" y="17106328"/>
            <a:ext cx="1845909" cy="360040"/>
            <a:chOff x="1856656" y="7821488"/>
            <a:chExt cx="1845909" cy="360040"/>
          </a:xfrm>
        </p:grpSpPr>
        <p:sp>
          <p:nvSpPr>
            <p:cNvPr id="468" name="직사각형 467"/>
            <p:cNvSpPr/>
            <p:nvPr/>
          </p:nvSpPr>
          <p:spPr>
            <a:xfrm>
              <a:off x="1856656" y="7821488"/>
              <a:ext cx="1800000" cy="36004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a:t>
              </a:r>
            </a:p>
            <a:p>
              <a:pPr>
                <a:lnSpc>
                  <a:spcPct val="150000"/>
                </a:lnSpc>
              </a:pP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469" name="직사각형 468"/>
            <p:cNvSpPr/>
            <p:nvPr/>
          </p:nvSpPr>
          <p:spPr>
            <a:xfrm>
              <a:off x="3450573" y="7895592"/>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sp>
        <p:nvSpPr>
          <p:cNvPr id="470" name="직사각형 469"/>
          <p:cNvSpPr/>
          <p:nvPr/>
        </p:nvSpPr>
        <p:spPr>
          <a:xfrm>
            <a:off x="2197646" y="16892368"/>
            <a:ext cx="5134568" cy="215444"/>
          </a:xfrm>
          <a:prstGeom prst="rect">
            <a:avLst/>
          </a:prstGeom>
        </p:spPr>
        <p:txBody>
          <a:bodyPr wrap="square">
            <a:spAutoFit/>
          </a:bodyPr>
          <a:lstStyle/>
          <a:p>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예 </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진단서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입원확인서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출장확인서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훈련통지서 </a:t>
            </a:r>
            <a:endParaRPr lang="ko-KR" altLang="en-US" sz="800" dirty="0">
              <a:solidFill>
                <a:srgbClr val="C00000"/>
              </a:solidFill>
              <a:latin typeface="+mn-ea"/>
              <a:ea typeface="+mn-ea"/>
            </a:endParaRPr>
          </a:p>
        </p:txBody>
      </p:sp>
      <p:sp>
        <p:nvSpPr>
          <p:cNvPr id="504" name="직사각형 503"/>
          <p:cNvSpPr/>
          <p:nvPr/>
        </p:nvSpPr>
        <p:spPr>
          <a:xfrm>
            <a:off x="1045518" y="17552171"/>
            <a:ext cx="5526384"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이상의 </a:t>
            </a:r>
            <a:r>
              <a:rPr lang="ko-KR" altLang="en-US" sz="800" dirty="0" err="1" smtClean="0">
                <a:solidFill>
                  <a:schemeClr val="tx1">
                    <a:lumMod val="65000"/>
                    <a:lumOff val="35000"/>
                  </a:schemeClr>
                </a:solidFill>
                <a:latin typeface="+mn-ea"/>
                <a:ea typeface="+mn-ea"/>
              </a:rPr>
              <a:t>결겨사유를</a:t>
            </a:r>
            <a:r>
              <a:rPr lang="ko-KR" altLang="en-US" sz="800" dirty="0" smtClean="0">
                <a:solidFill>
                  <a:schemeClr val="tx1">
                    <a:lumMod val="65000"/>
                    <a:lumOff val="35000"/>
                  </a:schemeClr>
                </a:solidFill>
                <a:latin typeface="+mn-ea"/>
                <a:ea typeface="+mn-ea"/>
              </a:rPr>
              <a:t> 담당 과목 교수님께 보고 드립니다</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sp>
        <p:nvSpPr>
          <p:cNvPr id="509" name="직사각형 508"/>
          <p:cNvSpPr/>
          <p:nvPr/>
        </p:nvSpPr>
        <p:spPr>
          <a:xfrm>
            <a:off x="4905375" y="17749095"/>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신청일 </a:t>
            </a:r>
            <a:r>
              <a:rPr lang="en-US" altLang="ko-KR" sz="800" dirty="0" smtClean="0">
                <a:solidFill>
                  <a:schemeClr val="tx1">
                    <a:lumMod val="65000"/>
                    <a:lumOff val="35000"/>
                  </a:schemeClr>
                </a:solidFill>
                <a:latin typeface="+mn-ea"/>
                <a:ea typeface="+mn-ea"/>
              </a:rPr>
              <a:t>: 2025</a:t>
            </a:r>
            <a:r>
              <a:rPr lang="ko-KR" altLang="en-US" sz="800" dirty="0" smtClean="0">
                <a:solidFill>
                  <a:schemeClr val="tx1">
                    <a:lumMod val="65000"/>
                    <a:lumOff val="35000"/>
                  </a:schemeClr>
                </a:solidFill>
                <a:latin typeface="+mn-ea"/>
                <a:ea typeface="+mn-ea"/>
              </a:rPr>
              <a:t>년 </a:t>
            </a:r>
            <a:r>
              <a:rPr lang="en-US" altLang="ko-KR" sz="800" dirty="0" smtClean="0">
                <a:solidFill>
                  <a:schemeClr val="tx1">
                    <a:lumMod val="65000"/>
                    <a:lumOff val="35000"/>
                  </a:schemeClr>
                </a:solidFill>
                <a:latin typeface="+mn-ea"/>
                <a:ea typeface="+mn-ea"/>
              </a:rPr>
              <a:t>10</a:t>
            </a:r>
            <a:r>
              <a:rPr lang="ko-KR" altLang="en-US" sz="800" dirty="0" smtClean="0">
                <a:solidFill>
                  <a:schemeClr val="tx1">
                    <a:lumMod val="65000"/>
                    <a:lumOff val="35000"/>
                  </a:schemeClr>
                </a:solidFill>
                <a:latin typeface="+mn-ea"/>
                <a:ea typeface="+mn-ea"/>
              </a:rPr>
              <a:t>월 </a:t>
            </a:r>
            <a:r>
              <a:rPr lang="en-US" altLang="ko-KR" sz="800" dirty="0" smtClean="0">
                <a:solidFill>
                  <a:schemeClr val="tx1">
                    <a:lumMod val="65000"/>
                    <a:lumOff val="35000"/>
                  </a:schemeClr>
                </a:solidFill>
                <a:latin typeface="+mn-ea"/>
                <a:ea typeface="+mn-ea"/>
              </a:rPr>
              <a:t>25</a:t>
            </a:r>
            <a:r>
              <a:rPr lang="ko-KR" altLang="en-US" sz="800" dirty="0">
                <a:solidFill>
                  <a:schemeClr val="tx1">
                    <a:lumMod val="65000"/>
                    <a:lumOff val="35000"/>
                  </a:schemeClr>
                </a:solidFill>
                <a:latin typeface="+mn-ea"/>
                <a:ea typeface="+mn-ea"/>
              </a:rPr>
              <a:t>일</a:t>
            </a:r>
            <a:r>
              <a:rPr lang="en-US" altLang="ko-KR" sz="800" dirty="0" smtClean="0">
                <a:solidFill>
                  <a:schemeClr val="tx1">
                    <a:lumMod val="65000"/>
                    <a:lumOff val="35000"/>
                  </a:schemeClr>
                </a:solidFill>
                <a:latin typeface="+mn-ea"/>
                <a:ea typeface="+mn-ea"/>
              </a:rPr>
              <a:t> </a:t>
            </a:r>
            <a:endParaRPr lang="ko-KR" altLang="en-US" sz="800" dirty="0">
              <a:solidFill>
                <a:schemeClr val="tx1">
                  <a:lumMod val="65000"/>
                  <a:lumOff val="35000"/>
                </a:schemeClr>
              </a:solidFill>
              <a:latin typeface="+mn-ea"/>
              <a:ea typeface="+mn-ea"/>
            </a:endParaRPr>
          </a:p>
        </p:txBody>
      </p:sp>
      <p:sp>
        <p:nvSpPr>
          <p:cNvPr id="510" name="직사각형 509"/>
          <p:cNvSpPr/>
          <p:nvPr/>
        </p:nvSpPr>
        <p:spPr>
          <a:xfrm>
            <a:off x="4903279" y="17965169"/>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신청자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학*자</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인</a:t>
            </a:r>
            <a:r>
              <a:rPr lang="en-US" altLang="ko-KR" sz="800" dirty="0" smtClean="0">
                <a:solidFill>
                  <a:schemeClr val="tx1">
                    <a:lumMod val="65000"/>
                    <a:lumOff val="35000"/>
                  </a:schemeClr>
                </a:solidFill>
                <a:latin typeface="+mn-ea"/>
                <a:ea typeface="+mn-ea"/>
              </a:rPr>
              <a:t>) </a:t>
            </a:r>
            <a:endParaRPr lang="ko-KR" altLang="en-US" sz="800" dirty="0">
              <a:solidFill>
                <a:schemeClr val="tx1">
                  <a:lumMod val="65000"/>
                  <a:lumOff val="35000"/>
                </a:schemeClr>
              </a:solidFill>
              <a:latin typeface="+mn-ea"/>
              <a:ea typeface="+mn-ea"/>
            </a:endParaRPr>
          </a:p>
        </p:txBody>
      </p:sp>
      <p:sp>
        <p:nvSpPr>
          <p:cNvPr id="513" name="직사각형 512"/>
          <p:cNvSpPr/>
          <p:nvPr/>
        </p:nvSpPr>
        <p:spPr>
          <a:xfrm>
            <a:off x="1081522" y="18215051"/>
            <a:ext cx="6402924" cy="1015663"/>
          </a:xfrm>
          <a:prstGeom prst="rect">
            <a:avLst/>
          </a:prstGeom>
        </p:spPr>
        <p:txBody>
          <a:bodyPr wrap="square">
            <a:spAutoFit/>
          </a:bodyPr>
          <a:lstStyle/>
          <a:p>
            <a:pPr>
              <a:lnSpc>
                <a:spcPct val="150000"/>
              </a:lnSpc>
            </a:pPr>
            <a:r>
              <a:rPr lang="en-US" altLang="ko-KR"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결시신청</a:t>
            </a:r>
            <a:r>
              <a:rPr lang="ko-KR" altLang="en-US" sz="800" b="1" dirty="0" smtClean="0">
                <a:solidFill>
                  <a:schemeClr val="tx1">
                    <a:lumMod val="75000"/>
                    <a:lumOff val="25000"/>
                  </a:schemeClr>
                </a:solidFill>
                <a:latin typeface="+mn-ea"/>
                <a:ea typeface="+mn-ea"/>
              </a:rPr>
              <a:t> 작성시 주의사항</a:t>
            </a:r>
            <a:endParaRPr lang="en-US" altLang="ko-KR" sz="800" b="1"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결시사유</a:t>
            </a:r>
            <a:r>
              <a:rPr lang="ko-KR" altLang="en-US" sz="800" dirty="0" smtClean="0">
                <a:solidFill>
                  <a:schemeClr val="tx1">
                    <a:lumMod val="75000"/>
                    <a:lumOff val="25000"/>
                  </a:schemeClr>
                </a:solidFill>
                <a:latin typeface="+mn-ea"/>
                <a:ea typeface="+mn-ea"/>
              </a:rPr>
              <a:t> 발생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정해진 일시에 시험에 응시하지 못하는 사유가 발행했을 경우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작성</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제출합니다</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승인여부 확인 및 코멘트 확인 </a:t>
            </a:r>
            <a:r>
              <a:rPr lang="en-US" altLang="ko-KR" sz="800" dirty="0" smtClean="0">
                <a:solidFill>
                  <a:schemeClr val="tx1">
                    <a:lumMod val="75000"/>
                    <a:lumOff val="25000"/>
                  </a:schemeClr>
                </a:solidFill>
                <a:latin typeface="+mn-ea"/>
                <a:ea typeface="+mn-ea"/>
              </a:rPr>
              <a:t>: </a:t>
            </a:r>
            <a:r>
              <a:rPr lang="ko-KR" altLang="en-US" sz="800" b="1" dirty="0" smtClean="0">
                <a:solidFill>
                  <a:srgbClr val="FF0000"/>
                </a:solidFill>
                <a:latin typeface="+mn-ea"/>
                <a:ea typeface="+mn-ea"/>
              </a:rPr>
              <a:t>각 과목 강의실로 이동</a:t>
            </a:r>
            <a:r>
              <a:rPr lang="ko-KR" altLang="en-US" sz="800" dirty="0" smtClean="0">
                <a:solidFill>
                  <a:schemeClr val="tx1">
                    <a:lumMod val="75000"/>
                    <a:lumOff val="25000"/>
                  </a:schemeClr>
                </a:solidFill>
                <a:latin typeface="+mn-ea"/>
                <a:ea typeface="+mn-ea"/>
              </a:rPr>
              <a:t>하여 해당 과목의 대처 방안</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대체과제유무 등</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을 반드시 확인하여 </a:t>
            </a:r>
            <a:endParaRPr lang="en-US" altLang="ko-KR" sz="800" dirty="0" smtClean="0">
              <a:solidFill>
                <a:schemeClr val="tx1">
                  <a:lumMod val="75000"/>
                  <a:lumOff val="25000"/>
                </a:schemeClr>
              </a:solidFill>
              <a:latin typeface="+mn-ea"/>
              <a:ea typeface="+mn-ea"/>
            </a:endParaRPr>
          </a:p>
          <a:p>
            <a:pPr>
              <a:lnSpc>
                <a:spcPct val="150000"/>
              </a:lnSpc>
            </a:pPr>
            <a:r>
              <a:rPr lang="ko-KR" altLang="en-US" sz="800" dirty="0" smtClean="0">
                <a:solidFill>
                  <a:schemeClr val="tx1">
                    <a:lumMod val="75000"/>
                    <a:lumOff val="25000"/>
                  </a:schemeClr>
                </a:solidFill>
                <a:latin typeface="+mn-ea"/>
                <a:ea typeface="+mn-ea"/>
              </a:rPr>
              <a:t>  응시하여야 성적을 부여 받을 수 있습니다</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제출기간 준수해야 합니다</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514" name="그룹 513"/>
          <p:cNvGrpSpPr/>
          <p:nvPr/>
        </p:nvGrpSpPr>
        <p:grpSpPr>
          <a:xfrm>
            <a:off x="5960747" y="17734209"/>
            <a:ext cx="234360" cy="200055"/>
            <a:chOff x="1161795" y="11706839"/>
            <a:chExt cx="234360" cy="200055"/>
          </a:xfrm>
        </p:grpSpPr>
        <p:sp>
          <p:nvSpPr>
            <p:cNvPr id="515" name="모서리가 둥근 직사각형 5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b="1" dirty="0">
                <a:latin typeface="+mn-ea"/>
              </a:endParaRPr>
            </a:p>
          </p:txBody>
        </p:sp>
        <p:sp>
          <p:nvSpPr>
            <p:cNvPr id="516" name="직사각형 515"/>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520" name="그룹 519"/>
          <p:cNvGrpSpPr/>
          <p:nvPr/>
        </p:nvGrpSpPr>
        <p:grpSpPr>
          <a:xfrm>
            <a:off x="3850372" y="19198752"/>
            <a:ext cx="234360" cy="200055"/>
            <a:chOff x="1152270" y="11716364"/>
            <a:chExt cx="234360" cy="200055"/>
          </a:xfrm>
        </p:grpSpPr>
        <p:sp>
          <p:nvSpPr>
            <p:cNvPr id="521" name="모서리가 둥근 직사각형 5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b="1" dirty="0">
                <a:latin typeface="+mn-ea"/>
              </a:endParaRPr>
            </a:p>
          </p:txBody>
        </p:sp>
        <p:sp>
          <p:nvSpPr>
            <p:cNvPr id="522" name="직사각형 52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17" name="그룹 16"/>
          <p:cNvGrpSpPr/>
          <p:nvPr/>
        </p:nvGrpSpPr>
        <p:grpSpPr>
          <a:xfrm>
            <a:off x="2936776" y="19391053"/>
            <a:ext cx="2798587" cy="180028"/>
            <a:chOff x="3279962" y="19340700"/>
            <a:chExt cx="2798587" cy="180028"/>
          </a:xfrm>
        </p:grpSpPr>
        <p:sp>
          <p:nvSpPr>
            <p:cNvPr id="471" name="모서리가 둥근 직사각형 470"/>
            <p:cNvSpPr/>
            <p:nvPr/>
          </p:nvSpPr>
          <p:spPr>
            <a:xfrm>
              <a:off x="5178549" y="19340728"/>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mn-ea"/>
                </a:rPr>
                <a:t>닫기</a:t>
              </a:r>
              <a:endParaRPr lang="ko-KR" altLang="en-US" sz="800" dirty="0">
                <a:solidFill>
                  <a:schemeClr val="bg1"/>
                </a:solidFill>
                <a:latin typeface="+mn-ea"/>
              </a:endParaRPr>
            </a:p>
          </p:txBody>
        </p:sp>
        <p:sp>
          <p:nvSpPr>
            <p:cNvPr id="501" name="모서리가 둥근 직사각형 500"/>
            <p:cNvSpPr/>
            <p:nvPr/>
          </p:nvSpPr>
          <p:spPr>
            <a:xfrm>
              <a:off x="4230367" y="19340728"/>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mn-ea"/>
                </a:rPr>
                <a:t>신청</a:t>
              </a:r>
              <a:endParaRPr lang="ko-KR" altLang="en-US" sz="800" dirty="0">
                <a:solidFill>
                  <a:schemeClr val="bg1"/>
                </a:solidFill>
                <a:latin typeface="+mn-ea"/>
              </a:endParaRPr>
            </a:p>
          </p:txBody>
        </p:sp>
        <p:sp>
          <p:nvSpPr>
            <p:cNvPr id="523" name="모서리가 둥근 직사각형 522"/>
            <p:cNvSpPr/>
            <p:nvPr/>
          </p:nvSpPr>
          <p:spPr>
            <a:xfrm>
              <a:off x="3279962" y="19340700"/>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mn-ea"/>
                </a:rPr>
                <a:t>임시저장</a:t>
              </a:r>
              <a:endParaRPr lang="ko-KR" altLang="en-US" sz="800" dirty="0">
                <a:solidFill>
                  <a:schemeClr val="bg1"/>
                </a:solidFill>
                <a:latin typeface="+mn-ea"/>
              </a:endParaRPr>
            </a:p>
          </p:txBody>
        </p:sp>
      </p:grpSp>
      <p:grpSp>
        <p:nvGrpSpPr>
          <p:cNvPr id="524" name="그룹 523"/>
          <p:cNvGrpSpPr/>
          <p:nvPr/>
        </p:nvGrpSpPr>
        <p:grpSpPr>
          <a:xfrm>
            <a:off x="3884947" y="17045884"/>
            <a:ext cx="234360" cy="200055"/>
            <a:chOff x="1161795" y="11706839"/>
            <a:chExt cx="234360" cy="200055"/>
          </a:xfrm>
        </p:grpSpPr>
        <p:sp>
          <p:nvSpPr>
            <p:cNvPr id="525" name="모서리가 둥근 직사각형 52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b="1" dirty="0">
                <a:latin typeface="+mn-ea"/>
              </a:endParaRPr>
            </a:p>
          </p:txBody>
        </p:sp>
        <p:sp>
          <p:nvSpPr>
            <p:cNvPr id="539" name="직사각형 538"/>
            <p:cNvSpPr/>
            <p:nvPr/>
          </p:nvSpPr>
          <p:spPr>
            <a:xfrm>
              <a:off x="1161795"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553" name="그룹 552"/>
          <p:cNvGrpSpPr/>
          <p:nvPr/>
        </p:nvGrpSpPr>
        <p:grpSpPr>
          <a:xfrm>
            <a:off x="2737034" y="9083724"/>
            <a:ext cx="6464438" cy="3384376"/>
            <a:chOff x="1100572" y="3176973"/>
            <a:chExt cx="6291612" cy="3384376"/>
          </a:xfrm>
        </p:grpSpPr>
        <p:sp>
          <p:nvSpPr>
            <p:cNvPr id="554" name="직사각형 553"/>
            <p:cNvSpPr/>
            <p:nvPr/>
          </p:nvSpPr>
          <p:spPr>
            <a:xfrm>
              <a:off x="1100572" y="3176973"/>
              <a:ext cx="6282748" cy="338437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56" name="직사각형 555"/>
            <p:cNvSpPr/>
            <p:nvPr/>
          </p:nvSpPr>
          <p:spPr>
            <a:xfrm>
              <a:off x="1100572" y="3187338"/>
              <a:ext cx="6282748"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58" name="직사각형 557"/>
            <p:cNvSpPr/>
            <p:nvPr/>
          </p:nvSpPr>
          <p:spPr>
            <a:xfrm>
              <a:off x="1127051" y="3210757"/>
              <a:ext cx="814710" cy="215444"/>
            </a:xfrm>
            <a:prstGeom prst="rect">
              <a:avLst/>
            </a:prstGeom>
          </p:spPr>
          <p:txBody>
            <a:bodyPr wrap="none">
              <a:spAutoFit/>
            </a:bodyPr>
            <a:lstStyle/>
            <a:p>
              <a:r>
                <a:rPr lang="ko-KR" altLang="en-US" sz="800" b="1" dirty="0" err="1" smtClean="0">
                  <a:solidFill>
                    <a:schemeClr val="bg1"/>
                  </a:solidFill>
                  <a:latin typeface="+mn-ea"/>
                  <a:ea typeface="+mn-ea"/>
                </a:rPr>
                <a:t>결시신청</a:t>
              </a:r>
              <a:r>
                <a:rPr lang="ko-KR" altLang="en-US" sz="800" b="1" dirty="0" smtClean="0">
                  <a:solidFill>
                    <a:schemeClr val="bg1"/>
                  </a:solidFill>
                  <a:latin typeface="+mn-ea"/>
                  <a:ea typeface="+mn-ea"/>
                </a:rPr>
                <a:t> 신청</a:t>
              </a:r>
              <a:endParaRPr lang="ko-KR" altLang="en-US" sz="800" b="1" dirty="0">
                <a:solidFill>
                  <a:schemeClr val="bg1"/>
                </a:solidFill>
                <a:latin typeface="+mn-ea"/>
                <a:ea typeface="+mn-ea"/>
              </a:endParaRPr>
            </a:p>
          </p:txBody>
        </p:sp>
        <p:sp>
          <p:nvSpPr>
            <p:cNvPr id="559" name="직사각형 558"/>
            <p:cNvSpPr/>
            <p:nvPr/>
          </p:nvSpPr>
          <p:spPr>
            <a:xfrm>
              <a:off x="7124162"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560" name="모서리가 둥근 직사각형 559"/>
          <p:cNvSpPr/>
          <p:nvPr/>
        </p:nvSpPr>
        <p:spPr>
          <a:xfrm>
            <a:off x="5508593" y="1214408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61" name="직사각형 560"/>
          <p:cNvSpPr/>
          <p:nvPr/>
        </p:nvSpPr>
        <p:spPr>
          <a:xfrm>
            <a:off x="2802370" y="9415189"/>
            <a:ext cx="6323774" cy="630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50000"/>
              </a:lnSpc>
            </a:pPr>
            <a:r>
              <a:rPr lang="ko-KR" altLang="en-US" sz="800" dirty="0" err="1" smtClean="0">
                <a:solidFill>
                  <a:schemeClr val="tx1">
                    <a:lumMod val="75000"/>
                    <a:lumOff val="25000"/>
                  </a:schemeClr>
                </a:solidFill>
                <a:latin typeface="+mn-ea"/>
              </a:rPr>
              <a:t>결시신청</a:t>
            </a:r>
            <a:r>
              <a:rPr lang="ko-KR" altLang="en-US" sz="800" dirty="0" smtClean="0">
                <a:solidFill>
                  <a:schemeClr val="tx1">
                    <a:lumMod val="75000"/>
                    <a:lumOff val="25000"/>
                  </a:schemeClr>
                </a:solidFill>
                <a:latin typeface="+mn-ea"/>
              </a:rPr>
              <a:t> 신청기간</a:t>
            </a:r>
            <a:endParaRPr lang="en-US" altLang="ko-KR" sz="800" dirty="0" smtClean="0">
              <a:solidFill>
                <a:schemeClr val="tx1">
                  <a:lumMod val="75000"/>
                  <a:lumOff val="25000"/>
                </a:schemeClr>
              </a:solidFill>
              <a:latin typeface="+mn-ea"/>
            </a:endParaRPr>
          </a:p>
          <a:p>
            <a:pPr algn="ctr">
              <a:lnSpc>
                <a:spcPct val="150000"/>
              </a:lnSpc>
            </a:pPr>
            <a:r>
              <a:rPr lang="ko-KR" altLang="en-US" sz="800" b="1" dirty="0" smtClean="0">
                <a:solidFill>
                  <a:srgbClr val="ED8013"/>
                </a:solidFill>
                <a:latin typeface="+mn-ea"/>
              </a:rPr>
              <a:t>중간고사 </a:t>
            </a:r>
            <a:r>
              <a:rPr lang="en-US" altLang="ko-KR" sz="800" b="1" dirty="0" smtClean="0">
                <a:solidFill>
                  <a:srgbClr val="ED8013"/>
                </a:solidFill>
                <a:latin typeface="+mn-ea"/>
              </a:rPr>
              <a:t>: 2026.03.03 00:00 ~ 2026.05.10 23:59</a:t>
            </a:r>
            <a:r>
              <a:rPr lang="en-US" altLang="ko-KR" sz="800" dirty="0" smtClean="0">
                <a:solidFill>
                  <a:schemeClr val="tx1">
                    <a:lumMod val="75000"/>
                    <a:lumOff val="25000"/>
                  </a:schemeClr>
                </a:solidFill>
                <a:latin typeface="+mn-ea"/>
              </a:rPr>
              <a:t>   |   </a:t>
            </a:r>
            <a:r>
              <a:rPr lang="ko-KR" altLang="en-US" sz="800" b="1" dirty="0" smtClean="0">
                <a:solidFill>
                  <a:srgbClr val="ED8013"/>
                </a:solidFill>
                <a:latin typeface="+mn-ea"/>
              </a:rPr>
              <a:t>기말고사 </a:t>
            </a:r>
            <a:r>
              <a:rPr lang="en-US" altLang="ko-KR" sz="800" b="1" dirty="0">
                <a:solidFill>
                  <a:srgbClr val="ED8013"/>
                </a:solidFill>
                <a:latin typeface="+mn-ea"/>
              </a:rPr>
              <a:t>: </a:t>
            </a:r>
            <a:r>
              <a:rPr lang="en-US" altLang="ko-KR" sz="800" b="1" dirty="0" smtClean="0">
                <a:solidFill>
                  <a:srgbClr val="ED8013"/>
                </a:solidFill>
                <a:latin typeface="+mn-ea"/>
              </a:rPr>
              <a:t>2026.06.02 00:00 </a:t>
            </a:r>
            <a:r>
              <a:rPr lang="en-US" altLang="ko-KR" sz="800" b="1" dirty="0">
                <a:solidFill>
                  <a:srgbClr val="ED8013"/>
                </a:solidFill>
                <a:latin typeface="+mn-ea"/>
              </a:rPr>
              <a:t>~ </a:t>
            </a:r>
            <a:r>
              <a:rPr lang="en-US" altLang="ko-KR" sz="800" b="1" dirty="0" smtClean="0">
                <a:solidFill>
                  <a:srgbClr val="ED8013"/>
                </a:solidFill>
                <a:latin typeface="+mn-ea"/>
              </a:rPr>
              <a:t>2026.12.10 23:59</a:t>
            </a:r>
          </a:p>
          <a:p>
            <a:pPr algn="ctr">
              <a:lnSpc>
                <a:spcPct val="150000"/>
              </a:lnSpc>
            </a:pPr>
            <a:r>
              <a:rPr lang="ko-KR" altLang="en-US" sz="800" dirty="0" err="1" smtClean="0">
                <a:solidFill>
                  <a:schemeClr val="tx1">
                    <a:lumMod val="75000"/>
                    <a:lumOff val="25000"/>
                  </a:schemeClr>
                </a:solidFill>
                <a:latin typeface="+mn-ea"/>
              </a:rPr>
              <a:t>결시신청</a:t>
            </a:r>
            <a:r>
              <a:rPr lang="ko-KR" altLang="en-US" sz="800" dirty="0" smtClean="0">
                <a:solidFill>
                  <a:schemeClr val="tx1">
                    <a:lumMod val="75000"/>
                    <a:lumOff val="25000"/>
                  </a:schemeClr>
                </a:solidFill>
                <a:latin typeface="+mn-ea"/>
              </a:rPr>
              <a:t> </a:t>
            </a:r>
            <a:r>
              <a:rPr lang="ko-KR" altLang="en-US" sz="800" dirty="0">
                <a:solidFill>
                  <a:schemeClr val="tx1">
                    <a:lumMod val="75000"/>
                    <a:lumOff val="25000"/>
                  </a:schemeClr>
                </a:solidFill>
                <a:latin typeface="+mn-ea"/>
              </a:rPr>
              <a:t>승인여부 및 대체평가 등의 후속조치는 </a:t>
            </a:r>
            <a:r>
              <a:rPr lang="ko-KR" altLang="en-US" sz="800" b="1" dirty="0">
                <a:solidFill>
                  <a:srgbClr val="0070C0"/>
                </a:solidFill>
                <a:latin typeface="+mn-ea"/>
              </a:rPr>
              <a:t>담당과목 교수님의 재량으로 교수님께 문의</a:t>
            </a:r>
            <a:r>
              <a:rPr lang="ko-KR" altLang="en-US" sz="800" dirty="0">
                <a:solidFill>
                  <a:schemeClr val="tx1">
                    <a:lumMod val="75000"/>
                    <a:lumOff val="25000"/>
                  </a:schemeClr>
                </a:solidFill>
                <a:latin typeface="+mn-ea"/>
              </a:rPr>
              <a:t>하여 </a:t>
            </a:r>
            <a:r>
              <a:rPr lang="ko-KR" altLang="en-US" sz="800" dirty="0" smtClean="0">
                <a:solidFill>
                  <a:schemeClr val="tx1">
                    <a:lumMod val="75000"/>
                    <a:lumOff val="25000"/>
                  </a:schemeClr>
                </a:solidFill>
                <a:latin typeface="+mn-ea"/>
              </a:rPr>
              <a:t>주시길 </a:t>
            </a:r>
            <a:r>
              <a:rPr lang="ko-KR" altLang="en-US" sz="800" dirty="0">
                <a:solidFill>
                  <a:schemeClr val="tx1">
                    <a:lumMod val="75000"/>
                    <a:lumOff val="25000"/>
                  </a:schemeClr>
                </a:solidFill>
                <a:latin typeface="+mn-ea"/>
              </a:rPr>
              <a:t>바랍니다</a:t>
            </a:r>
          </a:p>
        </p:txBody>
      </p:sp>
      <p:sp>
        <p:nvSpPr>
          <p:cNvPr id="562" name="직사각형 561"/>
          <p:cNvSpPr/>
          <p:nvPr/>
        </p:nvSpPr>
        <p:spPr>
          <a:xfrm>
            <a:off x="2711227" y="10100566"/>
            <a:ext cx="6381234"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결시신청</a:t>
            </a:r>
            <a:r>
              <a:rPr lang="ko-KR" altLang="en-US" sz="800" b="1" dirty="0" smtClean="0">
                <a:solidFill>
                  <a:schemeClr val="tx1">
                    <a:lumMod val="75000"/>
                    <a:lumOff val="25000"/>
                  </a:schemeClr>
                </a:solidFill>
                <a:latin typeface="+mn-ea"/>
                <a:ea typeface="+mn-ea"/>
              </a:rPr>
              <a:t> 신청과목</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63" name="직사각형 562"/>
          <p:cNvSpPr/>
          <p:nvPr/>
        </p:nvSpPr>
        <p:spPr>
          <a:xfrm>
            <a:off x="3637806" y="10092416"/>
            <a:ext cx="78579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5</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aphicFrame>
        <p:nvGraphicFramePr>
          <p:cNvPr id="564" name="Group 37"/>
          <p:cNvGraphicFramePr>
            <a:graphicFrameLocks noGrp="1"/>
          </p:cNvGraphicFramePr>
          <p:nvPr>
            <p:extLst>
              <p:ext uri="{D42A27DB-BD31-4B8C-83A1-F6EECF244321}">
                <p14:modId xmlns:p14="http://schemas.microsoft.com/office/powerpoint/2010/main" val="898740215"/>
              </p:ext>
            </p:extLst>
          </p:nvPr>
        </p:nvGraphicFramePr>
        <p:xfrm>
          <a:off x="2804723" y="10581034"/>
          <a:ext cx="6324741" cy="1442478"/>
        </p:xfrm>
        <a:graphic>
          <a:graphicData uri="http://schemas.openxmlformats.org/drawingml/2006/table">
            <a:tbl>
              <a:tblPr/>
              <a:tblGrid>
                <a:gridCol w="247884">
                  <a:extLst>
                    <a:ext uri="{9D8B030D-6E8A-4147-A177-3AD203B41FA5}">
                      <a16:colId xmlns:a16="http://schemas.microsoft.com/office/drawing/2014/main" xmlns="" val="20001"/>
                    </a:ext>
                  </a:extLst>
                </a:gridCol>
                <a:gridCol w="574982"/>
                <a:gridCol w="667528"/>
                <a:gridCol w="1305770"/>
                <a:gridCol w="313304"/>
                <a:gridCol w="517542"/>
                <a:gridCol w="514913"/>
                <a:gridCol w="878450"/>
                <a:gridCol w="514913"/>
                <a:gridCol w="789455"/>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과목코드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교수명</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시험구분</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시험일시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en-US" altLang="ko-KR" sz="800" b="0" dirty="0" smtClean="0">
                          <a:solidFill>
                            <a:srgbClr val="0070C0"/>
                          </a:solidFill>
                          <a:latin typeface="+mn-ea"/>
                          <a:ea typeface="+mn-ea"/>
                        </a:rPr>
                        <a:t>-</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신청</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알고리즘 이해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김*동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2023.09.10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반려</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인터넷과 생활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이*동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2023.12.03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smtClean="0">
                          <a:solidFill>
                            <a:srgbClr val="0070C0"/>
                          </a:solidFill>
                          <a:latin typeface="+mn-ea"/>
                          <a:ea typeface="+mn-ea"/>
                        </a:rPr>
                        <a:t>승인</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A125783</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인사이드 기초</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최*동</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2023.12.03 10:00</a:t>
                      </a:r>
                      <a:endParaRPr lang="ko-KR" altLang="en-US" sz="800" b="0" dirty="0" smtClean="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latinLnBrk="1"/>
                      <a:r>
                        <a:rPr lang="ko-KR" altLang="en-US" sz="800" b="0" dirty="0" err="1" smtClean="0">
                          <a:solidFill>
                            <a:srgbClr val="0070C0"/>
                          </a:solidFill>
                          <a:latin typeface="+mn-ea"/>
                          <a:ea typeface="+mn-ea"/>
                        </a:rPr>
                        <a:t>재신청</a:t>
                      </a:r>
                      <a:endParaRPr lang="ko-KR" altLang="en-US" sz="800" b="0" dirty="0">
                        <a:solidFill>
                          <a:srgbClr val="0070C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565" name="Rectangle 122"/>
          <p:cNvSpPr>
            <a:spLocks noChangeArrowheads="1"/>
          </p:cNvSpPr>
          <p:nvPr/>
        </p:nvSpPr>
        <p:spPr bwMode="auto">
          <a:xfrm>
            <a:off x="8473617" y="10853734"/>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신청</a:t>
            </a:r>
            <a:endParaRPr lang="ko-KR" altLang="en-US" sz="800" kern="0" dirty="0">
              <a:solidFill>
                <a:schemeClr val="tx1">
                  <a:lumMod val="75000"/>
                  <a:lumOff val="25000"/>
                </a:schemeClr>
              </a:solidFill>
              <a:latin typeface="+mn-ea"/>
              <a:ea typeface="+mn-ea"/>
            </a:endParaRPr>
          </a:p>
        </p:txBody>
      </p:sp>
      <p:sp>
        <p:nvSpPr>
          <p:cNvPr id="566" name="Rectangle 122"/>
          <p:cNvSpPr>
            <a:spLocks noChangeArrowheads="1"/>
          </p:cNvSpPr>
          <p:nvPr/>
        </p:nvSpPr>
        <p:spPr bwMode="auto">
          <a:xfrm>
            <a:off x="8471867" y="11091489"/>
            <a:ext cx="540000" cy="162000"/>
          </a:xfrm>
          <a:prstGeom prst="rect">
            <a:avLst/>
          </a:prstGeom>
          <a:solidFill>
            <a:schemeClr val="bg1">
              <a:lumMod val="8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심사중</a:t>
            </a:r>
            <a:endParaRPr lang="ko-KR" altLang="en-US" sz="800" kern="0" dirty="0">
              <a:solidFill>
                <a:schemeClr val="tx1">
                  <a:lumMod val="75000"/>
                  <a:lumOff val="25000"/>
                </a:schemeClr>
              </a:solidFill>
              <a:latin typeface="+mn-ea"/>
              <a:ea typeface="+mn-ea"/>
            </a:endParaRPr>
          </a:p>
        </p:txBody>
      </p:sp>
      <p:sp>
        <p:nvSpPr>
          <p:cNvPr id="567" name="Rectangle 122"/>
          <p:cNvSpPr>
            <a:spLocks noChangeArrowheads="1"/>
          </p:cNvSpPr>
          <p:nvPr/>
        </p:nvSpPr>
        <p:spPr bwMode="auto">
          <a:xfrm>
            <a:off x="8473617" y="11340355"/>
            <a:ext cx="540000" cy="162000"/>
          </a:xfrm>
          <a:prstGeom prst="rect">
            <a:avLst/>
          </a:prstGeom>
          <a:solidFill>
            <a:srgbClr val="99CCFF"/>
          </a:solidFill>
          <a:ln w="9525" algn="ctr">
            <a:solidFill>
              <a:srgbClr val="B1C1D5"/>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재신청</a:t>
            </a:r>
            <a:endParaRPr lang="ko-KR" altLang="en-US" sz="800" kern="0" dirty="0">
              <a:solidFill>
                <a:schemeClr val="tx1">
                  <a:lumMod val="75000"/>
                  <a:lumOff val="25000"/>
                </a:schemeClr>
              </a:solidFill>
              <a:latin typeface="+mn-ea"/>
              <a:ea typeface="+mn-ea"/>
            </a:endParaRPr>
          </a:p>
        </p:txBody>
      </p:sp>
      <p:sp>
        <p:nvSpPr>
          <p:cNvPr id="568" name="Rectangle 122"/>
          <p:cNvSpPr>
            <a:spLocks noChangeArrowheads="1"/>
          </p:cNvSpPr>
          <p:nvPr/>
        </p:nvSpPr>
        <p:spPr bwMode="auto">
          <a:xfrm>
            <a:off x="8471867" y="11821094"/>
            <a:ext cx="540000" cy="162000"/>
          </a:xfrm>
          <a:prstGeom prst="rect">
            <a:avLst/>
          </a:prstGeom>
          <a:solidFill>
            <a:schemeClr val="bg1">
              <a:lumMod val="8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심사중</a:t>
            </a:r>
            <a:endParaRPr lang="ko-KR" altLang="en-US" sz="800" kern="0" dirty="0">
              <a:solidFill>
                <a:schemeClr val="tx1">
                  <a:lumMod val="75000"/>
                  <a:lumOff val="25000"/>
                </a:schemeClr>
              </a:solidFill>
              <a:latin typeface="+mn-ea"/>
              <a:ea typeface="+mn-ea"/>
            </a:endParaRPr>
          </a:p>
        </p:txBody>
      </p:sp>
      <p:cxnSp>
        <p:nvCxnSpPr>
          <p:cNvPr id="543" name="꺾인 연결선 542"/>
          <p:cNvCxnSpPr>
            <a:stCxn id="541" idx="1"/>
            <a:endCxn id="444" idx="0"/>
          </p:cNvCxnSpPr>
          <p:nvPr/>
        </p:nvCxnSpPr>
        <p:spPr>
          <a:xfrm rot="10800000" flipV="1">
            <a:off x="4308516" y="11350579"/>
            <a:ext cx="4085174" cy="1521833"/>
          </a:xfrm>
          <a:prstGeom prst="bentConnector2">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549" name="그룹 548"/>
          <p:cNvGrpSpPr/>
          <p:nvPr/>
        </p:nvGrpSpPr>
        <p:grpSpPr>
          <a:xfrm>
            <a:off x="8338090" y="10792866"/>
            <a:ext cx="234360" cy="200055"/>
            <a:chOff x="1152270" y="11706839"/>
            <a:chExt cx="234360" cy="200055"/>
          </a:xfrm>
        </p:grpSpPr>
        <p:sp>
          <p:nvSpPr>
            <p:cNvPr id="550" name="모서리가 둥근 직사각형 5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1" name="직사각형 5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40" name="그룹 539"/>
          <p:cNvGrpSpPr/>
          <p:nvPr/>
        </p:nvGrpSpPr>
        <p:grpSpPr>
          <a:xfrm>
            <a:off x="8337376" y="11246216"/>
            <a:ext cx="234360" cy="200055"/>
            <a:chOff x="1152270" y="11706839"/>
            <a:chExt cx="234360" cy="200055"/>
          </a:xfrm>
        </p:grpSpPr>
        <p:sp>
          <p:nvSpPr>
            <p:cNvPr id="541" name="모서리가 둥근 직사각형 5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2" name="직사각형 54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458" name="꺾인 연결선 457"/>
          <p:cNvCxnSpPr>
            <a:stCxn id="550" idx="1"/>
            <a:endCxn id="444" idx="0"/>
          </p:cNvCxnSpPr>
          <p:nvPr/>
        </p:nvCxnSpPr>
        <p:spPr>
          <a:xfrm rot="10800000" flipV="1">
            <a:off x="4308516" y="10897229"/>
            <a:ext cx="4085888" cy="1975183"/>
          </a:xfrm>
          <a:prstGeom prst="bentConnector2">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585" name="그룹 584"/>
          <p:cNvGrpSpPr/>
          <p:nvPr/>
        </p:nvGrpSpPr>
        <p:grpSpPr>
          <a:xfrm>
            <a:off x="2791335" y="10332243"/>
            <a:ext cx="3150727" cy="185394"/>
            <a:chOff x="2512157" y="13246471"/>
            <a:chExt cx="3150727" cy="185394"/>
          </a:xfrm>
        </p:grpSpPr>
        <p:grpSp>
          <p:nvGrpSpPr>
            <p:cNvPr id="586" name="그룹 585"/>
            <p:cNvGrpSpPr/>
            <p:nvPr/>
          </p:nvGrpSpPr>
          <p:grpSpPr>
            <a:xfrm>
              <a:off x="2512157" y="13246471"/>
              <a:ext cx="2939566" cy="185394"/>
              <a:chOff x="2512157" y="13059022"/>
              <a:chExt cx="2939566" cy="185394"/>
            </a:xfrm>
          </p:grpSpPr>
          <p:grpSp>
            <p:nvGrpSpPr>
              <p:cNvPr id="588" name="그룹 587"/>
              <p:cNvGrpSpPr/>
              <p:nvPr/>
            </p:nvGrpSpPr>
            <p:grpSpPr>
              <a:xfrm>
                <a:off x="2512157" y="13064416"/>
                <a:ext cx="2021457" cy="180000"/>
                <a:chOff x="577466" y="11159461"/>
                <a:chExt cx="2021457" cy="180000"/>
              </a:xfrm>
            </p:grpSpPr>
            <p:sp>
              <p:nvSpPr>
                <p:cNvPr id="590" name="Rectangle 122"/>
                <p:cNvSpPr>
                  <a:spLocks noChangeArrowheads="1"/>
                </p:cNvSpPr>
                <p:nvPr/>
              </p:nvSpPr>
              <p:spPr bwMode="auto">
                <a:xfrm>
                  <a:off x="1134480"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 </a:t>
                  </a:r>
                  <a:endParaRPr lang="ko-KR" altLang="en-US" sz="800" kern="0" dirty="0">
                    <a:solidFill>
                      <a:schemeClr val="tx1">
                        <a:lumMod val="75000"/>
                        <a:lumOff val="25000"/>
                      </a:schemeClr>
                    </a:solidFill>
                    <a:latin typeface="+mn-ea"/>
                    <a:ea typeface="+mn-ea"/>
                  </a:endParaRPr>
                </a:p>
              </p:txBody>
            </p:sp>
            <p:sp>
              <p:nvSpPr>
                <p:cNvPr id="591" name="Rectangle 122"/>
                <p:cNvSpPr>
                  <a:spLocks noChangeArrowheads="1"/>
                </p:cNvSpPr>
                <p:nvPr/>
              </p:nvSpPr>
              <p:spPr bwMode="auto">
                <a:xfrm>
                  <a:off x="577466"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 ▼ </a:t>
                  </a:r>
                  <a:endParaRPr lang="ko-KR" altLang="en-US" sz="800" kern="0" dirty="0">
                    <a:solidFill>
                      <a:schemeClr val="tx1">
                        <a:lumMod val="75000"/>
                        <a:lumOff val="25000"/>
                      </a:schemeClr>
                    </a:solidFill>
                    <a:latin typeface="+mn-ea"/>
                    <a:ea typeface="+mn-ea"/>
                  </a:endParaRPr>
                </a:p>
              </p:txBody>
            </p:sp>
            <p:sp>
              <p:nvSpPr>
                <p:cNvPr id="592" name="Rectangle 122"/>
                <p:cNvSpPr>
                  <a:spLocks noChangeArrowheads="1"/>
                </p:cNvSpPr>
                <p:nvPr/>
              </p:nvSpPr>
              <p:spPr bwMode="auto">
                <a:xfrm>
                  <a:off x="1698923" y="11159461"/>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시험구분      ▼ </a:t>
                  </a:r>
                  <a:endParaRPr lang="ko-KR" altLang="en-US" sz="800" kern="0" dirty="0">
                    <a:solidFill>
                      <a:schemeClr val="tx1">
                        <a:lumMod val="75000"/>
                        <a:lumOff val="25000"/>
                      </a:schemeClr>
                    </a:solidFill>
                    <a:latin typeface="+mn-ea"/>
                    <a:ea typeface="+mn-ea"/>
                  </a:endParaRPr>
                </a:p>
              </p:txBody>
            </p:sp>
          </p:grpSp>
          <p:sp>
            <p:nvSpPr>
              <p:cNvPr id="589" name="Rectangle 122"/>
              <p:cNvSpPr>
                <a:spLocks noChangeArrowheads="1"/>
              </p:cNvSpPr>
              <p:nvPr/>
            </p:nvSpPr>
            <p:spPr bwMode="auto">
              <a:xfrm>
                <a:off x="4551723" y="13059022"/>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처리상태      ▼ </a:t>
                </a:r>
                <a:endParaRPr lang="ko-KR" altLang="en-US" sz="800" kern="0" dirty="0">
                  <a:solidFill>
                    <a:schemeClr val="tx1">
                      <a:lumMod val="75000"/>
                      <a:lumOff val="25000"/>
                    </a:schemeClr>
                  </a:solidFill>
                  <a:latin typeface="+mn-ea"/>
                  <a:ea typeface="+mn-ea"/>
                </a:endParaRPr>
              </a:p>
            </p:txBody>
          </p:sp>
        </p:grpSp>
        <p:pic>
          <p:nvPicPr>
            <p:cNvPr id="587" name="Picture 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480298" y="13260188"/>
              <a:ext cx="182586" cy="165600"/>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grpSp>
      <p:sp>
        <p:nvSpPr>
          <p:cNvPr id="526" name="모서리가 둥근 직사각형 525"/>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30" name="모서리가 둥근 직사각형 529"/>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31" name="모서리가 둥근 직사각형 530"/>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32" name="모서리가 둥근 직사각형 531"/>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33" name="직사각형 532"/>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34" name="순서도: 대체 처리 533"/>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35" name="직사각형 534"/>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36" name="순서도: 대체 처리 535"/>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464" name="그룹 463"/>
          <p:cNvGrpSpPr/>
          <p:nvPr/>
        </p:nvGrpSpPr>
        <p:grpSpPr>
          <a:xfrm>
            <a:off x="5640844" y="2041798"/>
            <a:ext cx="2994089" cy="162517"/>
            <a:chOff x="6384100" y="2032273"/>
            <a:chExt cx="2994089" cy="162517"/>
          </a:xfrm>
        </p:grpSpPr>
        <p:sp>
          <p:nvSpPr>
            <p:cNvPr id="527" name="직사각형 526"/>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528" name="순서도: 대체 처리 527"/>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29" name="직사각형 528"/>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37" name="순서도: 대체 처리 536"/>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38" name="순서도: 대체 처리 537"/>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44" name="순서도: 대체 처리 543"/>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45" name="순서도: 대체 처리 544"/>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46" name="순서도: 대체 처리 545"/>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47" name="사각형 설명선 546"/>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48" name="사각형 설명선 547"/>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552" name="TextBox 551"/>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707" name="그룹 706"/>
          <p:cNvGrpSpPr/>
          <p:nvPr/>
        </p:nvGrpSpPr>
        <p:grpSpPr>
          <a:xfrm>
            <a:off x="507554" y="1602349"/>
            <a:ext cx="3075218" cy="252000"/>
            <a:chOff x="507554" y="1537742"/>
            <a:chExt cx="3075218" cy="252000"/>
          </a:xfrm>
        </p:grpSpPr>
        <p:pic>
          <p:nvPicPr>
            <p:cNvPr id="709" name="Picture 4"/>
            <p:cNvPicPr>
              <a:picLocks noChangeAspect="1" noChangeArrowheads="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10" name="그룹 709"/>
            <p:cNvGrpSpPr/>
            <p:nvPr/>
          </p:nvGrpSpPr>
          <p:grpSpPr>
            <a:xfrm>
              <a:off x="2288704" y="1581175"/>
              <a:ext cx="1294068" cy="166725"/>
              <a:chOff x="2288704" y="1581175"/>
              <a:chExt cx="1294068" cy="166725"/>
            </a:xfrm>
          </p:grpSpPr>
          <p:sp>
            <p:nvSpPr>
              <p:cNvPr id="711" name="직사각형 71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712" name="직사각형 71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72" name="그룹 571"/>
          <p:cNvGrpSpPr/>
          <p:nvPr/>
        </p:nvGrpSpPr>
        <p:grpSpPr>
          <a:xfrm>
            <a:off x="579562" y="2166658"/>
            <a:ext cx="1384958" cy="5317057"/>
            <a:chOff x="579562" y="2166658"/>
            <a:chExt cx="1384958" cy="5317057"/>
          </a:xfrm>
        </p:grpSpPr>
        <p:grpSp>
          <p:nvGrpSpPr>
            <p:cNvPr id="573" name="그룹 572"/>
            <p:cNvGrpSpPr/>
            <p:nvPr/>
          </p:nvGrpSpPr>
          <p:grpSpPr>
            <a:xfrm>
              <a:off x="629956" y="3318264"/>
              <a:ext cx="1188000" cy="180000"/>
              <a:chOff x="666428" y="3785432"/>
              <a:chExt cx="1188000" cy="180000"/>
            </a:xfrm>
          </p:grpSpPr>
          <p:sp>
            <p:nvSpPr>
              <p:cNvPr id="746" name="모서리가 둥근 직사각형 74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47"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3568824"/>
              <a:ext cx="1188000" cy="180000"/>
              <a:chOff x="666428" y="4310612"/>
              <a:chExt cx="1188000" cy="180000"/>
            </a:xfrm>
          </p:grpSpPr>
          <p:sp>
            <p:nvSpPr>
              <p:cNvPr id="744" name="모서리가 둥근 직사각형 743"/>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745"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29955" y="3042501"/>
              <a:ext cx="1188000" cy="180000"/>
              <a:chOff x="666427" y="3266516"/>
              <a:chExt cx="1188000" cy="180000"/>
            </a:xfrm>
          </p:grpSpPr>
          <p:sp>
            <p:nvSpPr>
              <p:cNvPr id="742" name="모서리가 둥근 직사각형 741"/>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743" name="Picture 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3854780"/>
              <a:ext cx="1188000" cy="180000"/>
              <a:chOff x="666428" y="4570824"/>
              <a:chExt cx="1188000" cy="180000"/>
            </a:xfrm>
          </p:grpSpPr>
          <p:sp>
            <p:nvSpPr>
              <p:cNvPr id="740" name="모서리가 둥근 직사각형 739"/>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741" name="Picture 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6" y="5316875"/>
              <a:ext cx="1188000" cy="180000"/>
              <a:chOff x="666428" y="5096004"/>
              <a:chExt cx="1188000" cy="180000"/>
            </a:xfrm>
          </p:grpSpPr>
          <p:sp>
            <p:nvSpPr>
              <p:cNvPr id="738" name="모서리가 둥근 직사각형 737"/>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739" name="Picture 11"/>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4148" y="5634789"/>
              <a:ext cx="1188000" cy="180000"/>
              <a:chOff x="666428" y="3785432"/>
              <a:chExt cx="1188000" cy="180000"/>
            </a:xfrm>
          </p:grpSpPr>
          <p:sp>
            <p:nvSpPr>
              <p:cNvPr id="736" name="모서리가 둥근 직사각형 735"/>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737"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1150" y="4135825"/>
              <a:ext cx="1188000" cy="180000"/>
              <a:chOff x="666428" y="4570824"/>
              <a:chExt cx="1188000" cy="180000"/>
            </a:xfrm>
          </p:grpSpPr>
          <p:sp>
            <p:nvSpPr>
              <p:cNvPr id="734" name="모서리가 둥근 직사각형 733"/>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735" name="Picture 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29956" y="4423395"/>
              <a:ext cx="1188000" cy="180000"/>
              <a:chOff x="666428" y="4310612"/>
              <a:chExt cx="1188000" cy="180000"/>
            </a:xfrm>
          </p:grpSpPr>
          <p:sp>
            <p:nvSpPr>
              <p:cNvPr id="732" name="모서리가 둥근 직사각형 731"/>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733"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35" name="TextBox 63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6" name="그룹 635"/>
            <p:cNvGrpSpPr/>
            <p:nvPr/>
          </p:nvGrpSpPr>
          <p:grpSpPr>
            <a:xfrm>
              <a:off x="632520" y="4723068"/>
              <a:ext cx="1188000" cy="180000"/>
              <a:chOff x="666428" y="4310612"/>
              <a:chExt cx="1188000" cy="180000"/>
            </a:xfrm>
          </p:grpSpPr>
          <p:sp>
            <p:nvSpPr>
              <p:cNvPr id="730" name="모서리가 둥근 직사각형 729"/>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731"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7" name="그룹 636"/>
            <p:cNvGrpSpPr/>
            <p:nvPr/>
          </p:nvGrpSpPr>
          <p:grpSpPr>
            <a:xfrm>
              <a:off x="632520" y="2752353"/>
              <a:ext cx="1332000" cy="180000"/>
              <a:chOff x="666427" y="3266516"/>
              <a:chExt cx="1332000" cy="180000"/>
            </a:xfrm>
          </p:grpSpPr>
          <p:sp>
            <p:nvSpPr>
              <p:cNvPr id="728" name="모서리가 둥근 직사각형 72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29" name="Picture 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8" name="그룹 637"/>
            <p:cNvGrpSpPr/>
            <p:nvPr/>
          </p:nvGrpSpPr>
          <p:grpSpPr>
            <a:xfrm>
              <a:off x="632520" y="5005767"/>
              <a:ext cx="1188000" cy="180000"/>
              <a:chOff x="666428" y="4310612"/>
              <a:chExt cx="1188000" cy="180000"/>
            </a:xfrm>
          </p:grpSpPr>
          <p:sp>
            <p:nvSpPr>
              <p:cNvPr id="726" name="모서리가 둥근 직사각형 72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727"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9" name="그룹 638"/>
            <p:cNvGrpSpPr/>
            <p:nvPr/>
          </p:nvGrpSpPr>
          <p:grpSpPr>
            <a:xfrm>
              <a:off x="632520" y="6227787"/>
              <a:ext cx="1188000" cy="180000"/>
              <a:chOff x="666428" y="3785432"/>
              <a:chExt cx="1188000" cy="180000"/>
            </a:xfrm>
          </p:grpSpPr>
          <p:sp>
            <p:nvSpPr>
              <p:cNvPr id="724" name="모서리가 둥근 직사각형 72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725"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6487872"/>
              <a:ext cx="1188000" cy="180000"/>
              <a:chOff x="666428" y="4310612"/>
              <a:chExt cx="1188000" cy="180000"/>
            </a:xfrm>
          </p:grpSpPr>
          <p:sp>
            <p:nvSpPr>
              <p:cNvPr id="719" name="모서리가 둥근 직사각형 71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723"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1" name="그룹 640"/>
            <p:cNvGrpSpPr/>
            <p:nvPr/>
          </p:nvGrpSpPr>
          <p:grpSpPr>
            <a:xfrm>
              <a:off x="632520" y="6773828"/>
              <a:ext cx="1188000" cy="180000"/>
              <a:chOff x="666428" y="4570824"/>
              <a:chExt cx="1188000" cy="180000"/>
            </a:xfrm>
          </p:grpSpPr>
          <p:sp>
            <p:nvSpPr>
              <p:cNvPr id="717" name="모서리가 둥근 직사각형 71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718" name="Picture 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2" name="그룹 641"/>
            <p:cNvGrpSpPr/>
            <p:nvPr/>
          </p:nvGrpSpPr>
          <p:grpSpPr>
            <a:xfrm>
              <a:off x="632520" y="7053155"/>
              <a:ext cx="1188000" cy="180000"/>
              <a:chOff x="666428" y="3785432"/>
              <a:chExt cx="1188000" cy="180000"/>
            </a:xfrm>
          </p:grpSpPr>
          <p:sp>
            <p:nvSpPr>
              <p:cNvPr id="715" name="모서리가 둥근 직사각형 71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716" name="Picture 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5" name="그룹 644"/>
            <p:cNvGrpSpPr/>
            <p:nvPr/>
          </p:nvGrpSpPr>
          <p:grpSpPr>
            <a:xfrm>
              <a:off x="632520" y="7303715"/>
              <a:ext cx="1224000" cy="180000"/>
              <a:chOff x="666428" y="4310612"/>
              <a:chExt cx="1224000" cy="180000"/>
            </a:xfrm>
          </p:grpSpPr>
          <p:sp>
            <p:nvSpPr>
              <p:cNvPr id="713" name="모서리가 둥근 직사각형 712"/>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714" name="Picture 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7" name="그룹 646"/>
            <p:cNvGrpSpPr/>
            <p:nvPr/>
          </p:nvGrpSpPr>
          <p:grpSpPr>
            <a:xfrm>
              <a:off x="622995" y="5922821"/>
              <a:ext cx="1188000" cy="180000"/>
              <a:chOff x="666427" y="3266516"/>
              <a:chExt cx="1188000" cy="180000"/>
            </a:xfrm>
          </p:grpSpPr>
          <p:sp>
            <p:nvSpPr>
              <p:cNvPr id="648" name="모서리가 둥근 직사각형 64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49" name="Picture 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599424164"/>
      </p:ext>
    </p:extLst>
  </p:cSld>
  <p:clrMapOvr>
    <a:masterClrMapping/>
  </p:clrMapOvr>
  <p:transition>
    <p:wipe dir="r"/>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KNOU_UI_C02026400_01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장애인</a:t>
            </a:r>
            <a:r>
              <a:rPr lang="en-US" altLang="ko-KR" sz="800" spc="-60" dirty="0" smtClean="0">
                <a:latin typeface="+mn-ea"/>
                <a:ea typeface="+mn-ea"/>
              </a:rPr>
              <a:t>/</a:t>
            </a:r>
            <a:r>
              <a:rPr lang="ko-KR" altLang="en-US" sz="800" spc="-60" dirty="0" smtClean="0">
                <a:latin typeface="+mn-ea"/>
                <a:ea typeface="+mn-ea"/>
              </a:rPr>
              <a:t>고령자지원 신청</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96</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58047391"/>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7" name="그룹 6"/>
          <p:cNvGrpSpPr/>
          <p:nvPr/>
        </p:nvGrpSpPr>
        <p:grpSpPr>
          <a:xfrm>
            <a:off x="1969801" y="2331127"/>
            <a:ext cx="7454075" cy="813600"/>
            <a:chOff x="1969801" y="2331127"/>
            <a:chExt cx="7454075" cy="813600"/>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graphicFrame>
        <p:nvGraphicFramePr>
          <p:cNvPr id="557" name="Group 175"/>
          <p:cNvGraphicFramePr>
            <a:graphicFrameLocks noGrp="1"/>
          </p:cNvGraphicFramePr>
          <p:nvPr>
            <p:extLst>
              <p:ext uri="{D42A27DB-BD31-4B8C-83A1-F6EECF244321}">
                <p14:modId xmlns:p14="http://schemas.microsoft.com/office/powerpoint/2010/main" val="3513570279"/>
              </p:ext>
            </p:extLst>
          </p:nvPr>
        </p:nvGraphicFramePr>
        <p:xfrm>
          <a:off x="9499029" y="9467433"/>
          <a:ext cx="1404156" cy="913524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장애인</a:t>
                      </a: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고령자지원 신청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고령자지원 신청기간</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통합관리자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수업운영도구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과정관리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수업업무 일정관리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장애인</a:t>
                      </a:r>
                      <a:r>
                        <a:rPr lang="en-US" altLang="ko-KR" sz="800" kern="1200" dirty="0" smtClean="0">
                          <a:solidFill>
                            <a:srgbClr val="0070C0"/>
                          </a:solidFill>
                          <a:latin typeface="+mn-ea"/>
                          <a:ea typeface="+mn-ea"/>
                          <a:cs typeface="+mn-cs"/>
                        </a:rPr>
                        <a:t>/</a:t>
                      </a:r>
                      <a:r>
                        <a:rPr lang="ko-KR" altLang="en-US" sz="800" kern="1200" dirty="0" smtClean="0">
                          <a:solidFill>
                            <a:srgbClr val="0070C0"/>
                          </a:solidFill>
                          <a:latin typeface="+mn-ea"/>
                          <a:ea typeface="+mn-ea"/>
                          <a:cs typeface="+mn-cs"/>
                        </a:rPr>
                        <a:t>고령자지원 신청기간 연계</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rgbClr val="FF0000"/>
                          </a:solidFill>
                          <a:latin typeface="+mn-lt"/>
                          <a:ea typeface="+mn-ea"/>
                          <a:cs typeface="+mn-cs"/>
                        </a:rPr>
                        <a:t>장애학생 유무 및 등급관리는  </a:t>
                      </a:r>
                      <a:r>
                        <a:rPr lang="en-US" altLang="ko-KR" sz="800" kern="1200" dirty="0" smtClean="0">
                          <a:solidFill>
                            <a:srgbClr val="FF0000"/>
                          </a:solidFill>
                          <a:latin typeface="+mn-lt"/>
                          <a:ea typeface="+mn-ea"/>
                          <a:cs typeface="+mn-cs"/>
                        </a:rPr>
                        <a:t>ERP</a:t>
                      </a:r>
                      <a:r>
                        <a:rPr lang="ko-KR" altLang="en-US" sz="800" kern="1200" dirty="0" smtClean="0">
                          <a:solidFill>
                            <a:srgbClr val="FF0000"/>
                          </a:solidFill>
                          <a:latin typeface="+mn-lt"/>
                          <a:ea typeface="+mn-ea"/>
                          <a:cs typeface="+mn-cs"/>
                        </a:rPr>
                        <a:t>에서 관리</a:t>
                      </a:r>
                      <a:endParaRPr lang="en-US" altLang="ko-KR" sz="800" kern="1200" dirty="0" smtClean="0">
                        <a:solidFill>
                          <a:srgbClr val="FF0000"/>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rgbClr val="0070C0"/>
                          </a:solidFill>
                          <a:latin typeface="+mn-lt"/>
                          <a:ea typeface="+mn-ea"/>
                          <a:cs typeface="+mn-cs"/>
                        </a:rPr>
                        <a:t>학생 장애 정보는 배치 연동</a:t>
                      </a:r>
                      <a:endParaRPr lang="en-US" altLang="ko-KR" sz="800" kern="1200" dirty="0" smtClean="0">
                        <a:solidFill>
                          <a:srgbClr val="0070C0"/>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rgbClr val="0070C0"/>
                          </a:solidFill>
                          <a:latin typeface="+mn-lt"/>
                          <a:ea typeface="+mn-ea"/>
                          <a:cs typeface="+mn-cs"/>
                        </a:rPr>
                        <a:t>장애 정보 참조는</a:t>
                      </a:r>
                      <a:r>
                        <a:rPr lang="ko-KR" altLang="en-US" sz="800" kern="1200" baseline="0" dirty="0" smtClean="0">
                          <a:solidFill>
                            <a:srgbClr val="0070C0"/>
                          </a:solidFill>
                          <a:latin typeface="+mn-lt"/>
                          <a:ea typeface="+mn-ea"/>
                          <a:cs typeface="+mn-cs"/>
                        </a:rPr>
                        <a:t> </a:t>
                      </a:r>
                      <a:r>
                        <a:rPr lang="en-US" altLang="ko-KR" sz="800" kern="1200" baseline="0" dirty="0" smtClean="0">
                          <a:solidFill>
                            <a:srgbClr val="0070C0"/>
                          </a:solidFill>
                          <a:latin typeface="+mn-lt"/>
                          <a:ea typeface="+mn-ea"/>
                          <a:cs typeface="+mn-cs"/>
                        </a:rPr>
                        <a:t>LMS</a:t>
                      </a:r>
                      <a:r>
                        <a:rPr lang="ko-KR" altLang="en-US" sz="800" kern="1200" baseline="0" dirty="0" smtClean="0">
                          <a:solidFill>
                            <a:srgbClr val="0070C0"/>
                          </a:solidFill>
                          <a:latin typeface="+mn-lt"/>
                          <a:ea typeface="+mn-ea"/>
                          <a:cs typeface="+mn-cs"/>
                        </a:rPr>
                        <a:t> 학생 정보 </a:t>
                      </a:r>
                      <a:endParaRPr lang="en-US" altLang="ko-KR" sz="800" kern="1200" dirty="0" smtClean="0">
                        <a:solidFill>
                          <a:srgbClr val="0070C0"/>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solidFill>
                          <a:latin typeface="+mn-lt"/>
                          <a:ea typeface="+mn-ea"/>
                          <a:cs typeface="+mn-cs"/>
                        </a:rPr>
                        <a:t>학생은 </a:t>
                      </a:r>
                      <a:r>
                        <a:rPr lang="en-US" altLang="ko-KR" sz="800" kern="1200" dirty="0" smtClean="0">
                          <a:solidFill>
                            <a:schemeClr val="tx1"/>
                          </a:solidFill>
                          <a:latin typeface="+mn-lt"/>
                          <a:ea typeface="+mn-ea"/>
                          <a:cs typeface="+mn-cs"/>
                        </a:rPr>
                        <a:t>1</a:t>
                      </a:r>
                      <a:r>
                        <a:rPr lang="ko-KR" altLang="en-US" sz="800" kern="1200" dirty="0" smtClean="0">
                          <a:solidFill>
                            <a:schemeClr val="tx1"/>
                          </a:solidFill>
                          <a:latin typeface="+mn-lt"/>
                          <a:ea typeface="+mn-ea"/>
                          <a:cs typeface="+mn-cs"/>
                        </a:rPr>
                        <a:t>회 신청으로 매 학기 적용</a:t>
                      </a:r>
                      <a:endParaRPr lang="en-US" altLang="ko-KR" sz="800" kern="1200" dirty="0" smtClean="0">
                        <a:solidFill>
                          <a:schemeClr val="tx1"/>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solidFill>
                          <a:latin typeface="+mn-lt"/>
                          <a:ea typeface="+mn-ea"/>
                          <a:cs typeface="+mn-cs"/>
                        </a:rPr>
                        <a:t>매 학기 시청기간에 신청 가능</a:t>
                      </a:r>
                      <a:endParaRPr lang="en-US" altLang="ko-KR" sz="800" kern="1200" dirty="0" smtClean="0">
                        <a:solidFill>
                          <a:schemeClr val="tx1"/>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solidFill>
                          <a:latin typeface="+mn-lt"/>
                          <a:ea typeface="+mn-ea"/>
                          <a:cs typeface="+mn-cs"/>
                        </a:rPr>
                        <a:t>이미 신청 학생은 버튼 비활성화</a:t>
                      </a:r>
                      <a:endParaRPr lang="en-US" altLang="ko-KR" sz="800" kern="1200" dirty="0" smtClean="0">
                        <a:solidFill>
                          <a:schemeClr val="tx1"/>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en-US" altLang="ko-KR" sz="800" kern="1200" dirty="0" smtClean="0">
                          <a:solidFill>
                            <a:srgbClr val="0070C0"/>
                          </a:solidFill>
                          <a:latin typeface="+mn-ea"/>
                          <a:ea typeface="+mn-ea"/>
                          <a:cs typeface="+mn-cs"/>
                        </a:rPr>
                        <a:t>1</a:t>
                      </a:r>
                      <a:r>
                        <a:rPr lang="ko-KR" altLang="en-US" sz="800" kern="1200" dirty="0" smtClean="0">
                          <a:solidFill>
                            <a:srgbClr val="0070C0"/>
                          </a:solidFill>
                          <a:latin typeface="+mn-ea"/>
                          <a:ea typeface="+mn-ea"/>
                          <a:cs typeface="+mn-cs"/>
                        </a:rPr>
                        <a:t>회 신청 완료이면</a:t>
                      </a:r>
                      <a:endParaRPr lang="en-US" altLang="ko-KR" sz="800" kern="1200" dirty="0" smtClean="0">
                        <a:solidFill>
                          <a:srgbClr val="0070C0"/>
                        </a:solidFill>
                        <a:latin typeface="+mn-ea"/>
                        <a:ea typeface="+mn-ea"/>
                        <a:cs typeface="+mn-cs"/>
                      </a:endParaRPr>
                    </a:p>
                    <a:p>
                      <a:pPr marL="0" marR="0" indent="0"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ko-KR" altLang="en-US" sz="800" kern="1200" dirty="0" smtClean="0">
                          <a:solidFill>
                            <a:srgbClr val="0070C0"/>
                          </a:solidFill>
                          <a:latin typeface="+mn-ea"/>
                          <a:ea typeface="+mn-ea"/>
                          <a:cs typeface="+mn-cs"/>
                        </a:rPr>
                        <a:t>매 학기 수강과목 일괄 신청</a:t>
                      </a:r>
                      <a:r>
                        <a:rPr lang="ko-KR" altLang="en-US" sz="800" kern="1200" baseline="0" dirty="0" smtClean="0">
                          <a:solidFill>
                            <a:srgbClr val="0070C0"/>
                          </a:solidFill>
                          <a:latin typeface="+mn-ea"/>
                          <a:ea typeface="+mn-ea"/>
                          <a:cs typeface="+mn-cs"/>
                        </a:rPr>
                        <a:t> 및 승인완료 처리</a:t>
                      </a:r>
                      <a:endParaRPr lang="en-US" altLang="ko-KR" sz="800" kern="1200" baseline="0" dirty="0" smtClean="0">
                        <a:solidFill>
                          <a:srgbClr val="0070C0"/>
                        </a:solidFill>
                        <a:latin typeface="+mn-ea"/>
                        <a:ea typeface="+mn-ea"/>
                        <a:cs typeface="+mn-cs"/>
                      </a:endParaRPr>
                    </a:p>
                    <a:p>
                      <a:pPr marL="0" marR="0" indent="0" algn="l" defTabSz="914400" rtl="0" eaLnBrk="1" fontAlgn="auto" latinLnBrk="1" hangingPunct="1">
                        <a:lnSpc>
                          <a:spcPct val="150000"/>
                        </a:lnSpc>
                        <a:spcBef>
                          <a:spcPts val="0"/>
                        </a:spcBef>
                        <a:spcAft>
                          <a:spcPts val="0"/>
                        </a:spcAft>
                        <a:buClrTx/>
                        <a:buSzTx/>
                        <a:buFont typeface="Arial" panose="020B0604020202020204" pitchFamily="34" charset="0"/>
                        <a:buNone/>
                        <a:tabLst/>
                        <a:defRPr/>
                      </a:pPr>
                      <a:r>
                        <a:rPr lang="en-US" altLang="ko-KR" sz="800" kern="1200" baseline="0" dirty="0" smtClean="0">
                          <a:solidFill>
                            <a:srgbClr val="0070C0"/>
                          </a:solidFill>
                          <a:latin typeface="+mn-ea"/>
                          <a:ea typeface="+mn-ea"/>
                          <a:cs typeface="+mn-cs"/>
                        </a:rPr>
                        <a:t>( </a:t>
                      </a:r>
                      <a:r>
                        <a:rPr lang="ko-KR" altLang="en-US" sz="800" kern="1200" baseline="0" dirty="0" smtClean="0">
                          <a:solidFill>
                            <a:srgbClr val="0070C0"/>
                          </a:solidFill>
                          <a:latin typeface="+mn-ea"/>
                          <a:ea typeface="+mn-ea"/>
                          <a:cs typeface="+mn-cs"/>
                        </a:rPr>
                        <a:t>배치처리 </a:t>
                      </a:r>
                      <a:r>
                        <a:rPr lang="en-US" altLang="ko-KR" sz="800" kern="1200" baseline="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고령자지원 신청취소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고령자지원 상세내역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dirty="0" smtClean="0">
                        <a:solidFill>
                          <a:srgbClr val="0070C0"/>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526" name="그룹 525"/>
          <p:cNvGrpSpPr/>
          <p:nvPr/>
        </p:nvGrpSpPr>
        <p:grpSpPr>
          <a:xfrm>
            <a:off x="1719397" y="9189640"/>
            <a:ext cx="7469427" cy="3176960"/>
            <a:chOff x="1100572" y="3176973"/>
            <a:chExt cx="7269733" cy="3176960"/>
          </a:xfrm>
        </p:grpSpPr>
        <p:sp>
          <p:nvSpPr>
            <p:cNvPr id="530" name="직사각형 529"/>
            <p:cNvSpPr/>
            <p:nvPr/>
          </p:nvSpPr>
          <p:spPr>
            <a:xfrm>
              <a:off x="1100572" y="3176973"/>
              <a:ext cx="7264786" cy="3176960"/>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31" name="직사각형 530"/>
            <p:cNvSpPr/>
            <p:nvPr/>
          </p:nvSpPr>
          <p:spPr>
            <a:xfrm>
              <a:off x="1100572" y="3187338"/>
              <a:ext cx="7263283"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32" name="직사각형 531"/>
            <p:cNvSpPr/>
            <p:nvPr/>
          </p:nvSpPr>
          <p:spPr>
            <a:xfrm>
              <a:off x="1127051" y="3210757"/>
              <a:ext cx="1257790" cy="215444"/>
            </a:xfrm>
            <a:prstGeom prst="rect">
              <a:avLst/>
            </a:prstGeom>
          </p:spPr>
          <p:txBody>
            <a:bodyPr wrap="none">
              <a:spAutoFit/>
            </a:bodyPr>
            <a:lstStyle/>
            <a:p>
              <a:r>
                <a:rPr lang="ko-KR" altLang="en-US" sz="800" b="1" dirty="0" smtClean="0">
                  <a:solidFill>
                    <a:schemeClr val="bg1"/>
                  </a:solidFill>
                  <a:latin typeface="+mn-ea"/>
                  <a:ea typeface="+mn-ea"/>
                </a:rPr>
                <a:t>장애인</a:t>
              </a:r>
              <a:r>
                <a:rPr lang="en-US" altLang="ko-KR" sz="800" b="1" dirty="0" smtClean="0">
                  <a:solidFill>
                    <a:schemeClr val="bg1"/>
                  </a:solidFill>
                  <a:latin typeface="+mn-ea"/>
                  <a:ea typeface="+mn-ea"/>
                </a:rPr>
                <a:t>/</a:t>
              </a:r>
              <a:r>
                <a:rPr lang="ko-KR" altLang="en-US" sz="800" b="1" dirty="0" smtClean="0">
                  <a:solidFill>
                    <a:schemeClr val="bg1"/>
                  </a:solidFill>
                  <a:latin typeface="+mn-ea"/>
                  <a:ea typeface="+mn-ea"/>
                </a:rPr>
                <a:t>고령자지원 신청</a:t>
              </a:r>
              <a:endParaRPr lang="ko-KR" altLang="en-US" sz="800" b="1" dirty="0">
                <a:solidFill>
                  <a:schemeClr val="bg1"/>
                </a:solidFill>
                <a:latin typeface="+mn-ea"/>
                <a:ea typeface="+mn-ea"/>
              </a:endParaRPr>
            </a:p>
          </p:txBody>
        </p:sp>
        <p:sp>
          <p:nvSpPr>
            <p:cNvPr id="533" name="직사각형 532"/>
            <p:cNvSpPr/>
            <p:nvPr/>
          </p:nvSpPr>
          <p:spPr>
            <a:xfrm>
              <a:off x="8102283"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534" name="모서리가 둥근 직사각형 533"/>
          <p:cNvSpPr/>
          <p:nvPr/>
        </p:nvSpPr>
        <p:spPr>
          <a:xfrm>
            <a:off x="5005958" y="12062551"/>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35" name="직사각형 534"/>
          <p:cNvSpPr/>
          <p:nvPr/>
        </p:nvSpPr>
        <p:spPr>
          <a:xfrm>
            <a:off x="1784731" y="9521105"/>
            <a:ext cx="7329600" cy="456387"/>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50000"/>
              </a:lnSpc>
            </a:pPr>
            <a:r>
              <a:rPr lang="ko-KR" altLang="en-US" sz="800" dirty="0" smtClean="0">
                <a:solidFill>
                  <a:schemeClr val="tx1">
                    <a:lumMod val="75000"/>
                    <a:lumOff val="25000"/>
                  </a:schemeClr>
                </a:solidFill>
                <a:latin typeface="+mn-ea"/>
              </a:rPr>
              <a:t>장애인</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고령자지원 신청기간</a:t>
            </a:r>
            <a:endParaRPr lang="en-US" altLang="ko-KR" sz="800" dirty="0" smtClean="0">
              <a:solidFill>
                <a:schemeClr val="tx1">
                  <a:lumMod val="75000"/>
                  <a:lumOff val="25000"/>
                </a:schemeClr>
              </a:solidFill>
              <a:latin typeface="+mn-ea"/>
            </a:endParaRPr>
          </a:p>
          <a:p>
            <a:pPr algn="ctr">
              <a:lnSpc>
                <a:spcPct val="150000"/>
              </a:lnSpc>
            </a:pPr>
            <a:r>
              <a:rPr lang="en-US" altLang="ko-KR" sz="800" b="1" dirty="0" smtClean="0">
                <a:solidFill>
                  <a:srgbClr val="ED8013"/>
                </a:solidFill>
                <a:latin typeface="+mn-ea"/>
              </a:rPr>
              <a:t>2026.03.03 00:00 ~ 2026.05.10 23:59</a:t>
            </a:r>
            <a:endParaRPr lang="ko-KR" altLang="en-US" sz="800" dirty="0">
              <a:solidFill>
                <a:schemeClr val="tx1">
                  <a:lumMod val="75000"/>
                  <a:lumOff val="25000"/>
                </a:schemeClr>
              </a:solidFill>
              <a:latin typeface="+mn-ea"/>
            </a:endParaRPr>
          </a:p>
        </p:txBody>
      </p:sp>
      <p:sp>
        <p:nvSpPr>
          <p:cNvPr id="536" name="직사각형 535"/>
          <p:cNvSpPr/>
          <p:nvPr/>
        </p:nvSpPr>
        <p:spPr>
          <a:xfrm>
            <a:off x="1693590" y="10019033"/>
            <a:ext cx="6381234"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장애인</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고령자지원 신청과목</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37" name="직사각형 536"/>
          <p:cNvSpPr/>
          <p:nvPr/>
        </p:nvSpPr>
        <p:spPr>
          <a:xfrm>
            <a:off x="3212053" y="10010303"/>
            <a:ext cx="78579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5</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aphicFrame>
        <p:nvGraphicFramePr>
          <p:cNvPr id="538" name="Group 37"/>
          <p:cNvGraphicFramePr>
            <a:graphicFrameLocks noGrp="1"/>
          </p:cNvGraphicFramePr>
          <p:nvPr>
            <p:extLst>
              <p:ext uri="{D42A27DB-BD31-4B8C-83A1-F6EECF244321}">
                <p14:modId xmlns:p14="http://schemas.microsoft.com/office/powerpoint/2010/main" val="1503323029"/>
              </p:ext>
            </p:extLst>
          </p:nvPr>
        </p:nvGraphicFramePr>
        <p:xfrm>
          <a:off x="1796610" y="10499501"/>
          <a:ext cx="7332853" cy="1442478"/>
        </p:xfrm>
        <a:graphic>
          <a:graphicData uri="http://schemas.openxmlformats.org/drawingml/2006/table">
            <a:tbl>
              <a:tblPr/>
              <a:tblGrid>
                <a:gridCol w="272709">
                  <a:extLst>
                    <a:ext uri="{9D8B030D-6E8A-4147-A177-3AD203B41FA5}">
                      <a16:colId xmlns:a16="http://schemas.microsoft.com/office/drawing/2014/main" xmlns="" val="20001"/>
                    </a:ext>
                  </a:extLst>
                </a:gridCol>
                <a:gridCol w="632566"/>
                <a:gridCol w="1753624"/>
                <a:gridCol w="316878"/>
                <a:gridCol w="1214700"/>
                <a:gridCol w="1214700"/>
                <a:gridCol w="1214700"/>
                <a:gridCol w="712976"/>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요청사항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요청결과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승인상태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(20</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(15</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승인완료</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중간고사</a:t>
                      </a:r>
                      <a:r>
                        <a:rPr lang="en-US" altLang="ko-KR" sz="800" b="0" kern="1200" smtClean="0">
                          <a:solidFill>
                            <a:schemeClr val="tx1">
                              <a:lumMod val="75000"/>
                              <a:lumOff val="25000"/>
                            </a:schemeClr>
                          </a:solidFill>
                          <a:latin typeface="+mn-ea"/>
                          <a:ea typeface="+mn-ea"/>
                          <a:cs typeface="+mn-cs"/>
                        </a:rPr>
                        <a:t>/</a:t>
                      </a:r>
                      <a:r>
                        <a:rPr lang="ko-KR" altLang="en-US" sz="800" b="0" kern="120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승인대기</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알고리즘 이해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중간고사</a:t>
                      </a:r>
                      <a:r>
                        <a:rPr lang="en-US" altLang="ko-KR" sz="800" b="0" kern="1200" smtClean="0">
                          <a:solidFill>
                            <a:schemeClr val="tx1">
                              <a:lumMod val="75000"/>
                              <a:lumOff val="25000"/>
                            </a:schemeClr>
                          </a:solidFill>
                          <a:latin typeface="+mn-ea"/>
                          <a:ea typeface="+mn-ea"/>
                          <a:cs typeface="+mn-cs"/>
                        </a:rPr>
                        <a:t>/</a:t>
                      </a:r>
                      <a:r>
                        <a:rPr lang="ko-KR" altLang="en-US" sz="800" b="0" kern="120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인터넷과 생활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중간고사</a:t>
                      </a:r>
                      <a:r>
                        <a:rPr lang="en-US" altLang="ko-KR" sz="800" b="0" kern="1200" smtClean="0">
                          <a:solidFill>
                            <a:schemeClr val="tx1">
                              <a:lumMod val="75000"/>
                              <a:lumOff val="25000"/>
                            </a:schemeClr>
                          </a:solidFill>
                          <a:latin typeface="+mn-ea"/>
                          <a:ea typeface="+mn-ea"/>
                          <a:cs typeface="+mn-cs"/>
                        </a:rPr>
                        <a:t>/</a:t>
                      </a:r>
                      <a:r>
                        <a:rPr lang="ko-KR" altLang="en-US" sz="800" b="0" kern="120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반려</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rgbClr val="FF0000"/>
                          </a:solidFill>
                          <a:latin typeface="+mn-ea"/>
                          <a:ea typeface="+mn-ea"/>
                        </a:rPr>
                        <a:t>승인반려</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인사이드 기초</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(20</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(15</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승인완료</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543" name="그룹 542"/>
          <p:cNvGrpSpPr/>
          <p:nvPr/>
        </p:nvGrpSpPr>
        <p:grpSpPr>
          <a:xfrm>
            <a:off x="4079379" y="9556124"/>
            <a:ext cx="234360" cy="200055"/>
            <a:chOff x="1152270" y="11706839"/>
            <a:chExt cx="234360" cy="200055"/>
          </a:xfrm>
        </p:grpSpPr>
        <p:sp>
          <p:nvSpPr>
            <p:cNvPr id="544" name="모서리가 둥근 직사각형 54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5" name="직사각형 54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549" name="그룹 548"/>
          <p:cNvGrpSpPr/>
          <p:nvPr/>
        </p:nvGrpSpPr>
        <p:grpSpPr>
          <a:xfrm>
            <a:off x="6249858" y="10639325"/>
            <a:ext cx="234360" cy="200055"/>
            <a:chOff x="1152270" y="11706839"/>
            <a:chExt cx="234360" cy="200055"/>
          </a:xfrm>
        </p:grpSpPr>
        <p:sp>
          <p:nvSpPr>
            <p:cNvPr id="550" name="모서리가 둥근 직사각형 5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1" name="직사각형 5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cxnSp>
        <p:nvCxnSpPr>
          <p:cNvPr id="767" name="꺾인 연결선 766"/>
          <p:cNvCxnSpPr>
            <a:stCxn id="1047" idx="0"/>
            <a:endCxn id="530" idx="2"/>
          </p:cNvCxnSpPr>
          <p:nvPr/>
        </p:nvCxnSpPr>
        <p:spPr>
          <a:xfrm rot="16200000" flipV="1">
            <a:off x="5319390" y="12498780"/>
            <a:ext cx="3517695" cy="3253336"/>
          </a:xfrm>
          <a:prstGeom prst="bentConnector3">
            <a:avLst>
              <a:gd name="adj1" fmla="val 50000"/>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768" name="그룹 767"/>
          <p:cNvGrpSpPr/>
          <p:nvPr/>
        </p:nvGrpSpPr>
        <p:grpSpPr>
          <a:xfrm>
            <a:off x="8597547" y="15670360"/>
            <a:ext cx="234360" cy="200055"/>
            <a:chOff x="1152270" y="11706839"/>
            <a:chExt cx="234360" cy="200055"/>
          </a:xfrm>
        </p:grpSpPr>
        <p:sp>
          <p:nvSpPr>
            <p:cNvPr id="769" name="모서리가 둥근 직사각형 7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0" name="직사각형 7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42" name="그룹 441"/>
          <p:cNvGrpSpPr/>
          <p:nvPr/>
        </p:nvGrpSpPr>
        <p:grpSpPr>
          <a:xfrm>
            <a:off x="-447600" y="10315844"/>
            <a:ext cx="1440000" cy="972108"/>
            <a:chOff x="-1167680" y="1619275"/>
            <a:chExt cx="1440000" cy="972108"/>
          </a:xfrm>
        </p:grpSpPr>
        <p:sp>
          <p:nvSpPr>
            <p:cNvPr id="443" name="직사각형 442"/>
            <p:cNvSpPr/>
            <p:nvPr/>
          </p:nvSpPr>
          <p:spPr>
            <a:xfrm>
              <a:off x="-1167680" y="1619275"/>
              <a:ext cx="1440000"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승인상태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a:t>
              </a:r>
            </a:p>
          </p:txBody>
        </p:sp>
        <p:sp>
          <p:nvSpPr>
            <p:cNvPr id="444" name="직사각형 443"/>
            <p:cNvSpPr/>
            <p:nvPr/>
          </p:nvSpPr>
          <p:spPr>
            <a:xfrm>
              <a:off x="-1167680" y="1792899"/>
              <a:ext cx="1440000" cy="79848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전체</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승인대기</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승인완료</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승인반려</a:t>
              </a:r>
              <a:endParaRPr lang="en-US" altLang="ko-KR" sz="800" dirty="0">
                <a:solidFill>
                  <a:schemeClr val="tx1">
                    <a:lumMod val="65000"/>
                    <a:lumOff val="35000"/>
                  </a:schemeClr>
                </a:solidFill>
                <a:latin typeface="+mn-ea"/>
              </a:endParaRPr>
            </a:p>
          </p:txBody>
        </p:sp>
      </p:grpSp>
      <p:sp>
        <p:nvSpPr>
          <p:cNvPr id="446" name="Rectangle 122"/>
          <p:cNvSpPr>
            <a:spLocks noChangeArrowheads="1"/>
          </p:cNvSpPr>
          <p:nvPr/>
        </p:nvSpPr>
        <p:spPr bwMode="auto">
          <a:xfrm>
            <a:off x="7278502" y="10252826"/>
            <a:ext cx="9000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fontAlgn="auto">
              <a:spcBef>
                <a:spcPts val="0"/>
              </a:spcBef>
              <a:spcAft>
                <a:spcPts val="0"/>
              </a:spcAft>
              <a:defRPr/>
            </a:pPr>
            <a:r>
              <a:rPr lang="ko-KR" altLang="en-US" sz="800" kern="0" dirty="0" smtClean="0">
                <a:solidFill>
                  <a:schemeClr val="bg1"/>
                </a:solidFill>
                <a:latin typeface="+mn-ea"/>
                <a:ea typeface="+mn-ea"/>
              </a:rPr>
              <a:t>지원 신청</a:t>
            </a:r>
            <a:endParaRPr lang="ko-KR" altLang="en-US" sz="800" kern="0" dirty="0">
              <a:solidFill>
                <a:schemeClr val="bg1"/>
              </a:solidFill>
              <a:latin typeface="+mn-ea"/>
              <a:ea typeface="+mn-ea"/>
            </a:endParaRPr>
          </a:p>
        </p:txBody>
      </p:sp>
      <p:sp>
        <p:nvSpPr>
          <p:cNvPr id="447" name="Rectangle 122"/>
          <p:cNvSpPr>
            <a:spLocks noChangeArrowheads="1"/>
          </p:cNvSpPr>
          <p:nvPr/>
        </p:nvSpPr>
        <p:spPr bwMode="auto">
          <a:xfrm>
            <a:off x="8229464" y="10252826"/>
            <a:ext cx="9000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fontAlgn="auto">
              <a:spcBef>
                <a:spcPts val="0"/>
              </a:spcBef>
              <a:spcAft>
                <a:spcPts val="0"/>
              </a:spcAft>
              <a:defRPr/>
            </a:pPr>
            <a:r>
              <a:rPr lang="ko-KR" altLang="en-US" sz="800" kern="0" dirty="0" smtClean="0">
                <a:solidFill>
                  <a:schemeClr val="bg1"/>
                </a:solidFill>
                <a:latin typeface="+mn-ea"/>
                <a:ea typeface="+mn-ea"/>
              </a:rPr>
              <a:t>지원 취소</a:t>
            </a:r>
            <a:endParaRPr lang="ko-KR" altLang="en-US" sz="800" kern="0" dirty="0">
              <a:solidFill>
                <a:schemeClr val="bg1"/>
              </a:solidFill>
              <a:latin typeface="+mn-ea"/>
              <a:ea typeface="+mn-ea"/>
            </a:endParaRPr>
          </a:p>
        </p:txBody>
      </p:sp>
      <p:grpSp>
        <p:nvGrpSpPr>
          <p:cNvPr id="448" name="그룹 447"/>
          <p:cNvGrpSpPr/>
          <p:nvPr/>
        </p:nvGrpSpPr>
        <p:grpSpPr>
          <a:xfrm>
            <a:off x="7219870" y="10069705"/>
            <a:ext cx="234360" cy="200055"/>
            <a:chOff x="1152270" y="11706839"/>
            <a:chExt cx="234360" cy="200055"/>
          </a:xfrm>
        </p:grpSpPr>
        <p:sp>
          <p:nvSpPr>
            <p:cNvPr id="449" name="모서리가 둥근 직사각형 44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0" name="직사각형 44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51" name="그룹 450"/>
          <p:cNvGrpSpPr/>
          <p:nvPr/>
        </p:nvGrpSpPr>
        <p:grpSpPr>
          <a:xfrm>
            <a:off x="8175024" y="10069705"/>
            <a:ext cx="234360" cy="200055"/>
            <a:chOff x="1152270" y="11706839"/>
            <a:chExt cx="234360" cy="200055"/>
          </a:xfrm>
        </p:grpSpPr>
        <p:sp>
          <p:nvSpPr>
            <p:cNvPr id="452" name="모서리가 둥근 직사각형 45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3" name="직사각형 45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54" name="그룹 453"/>
          <p:cNvGrpSpPr/>
          <p:nvPr/>
        </p:nvGrpSpPr>
        <p:grpSpPr>
          <a:xfrm>
            <a:off x="1712835" y="13656522"/>
            <a:ext cx="3289335" cy="1107665"/>
            <a:chOff x="10921809" y="3789759"/>
            <a:chExt cx="3289335" cy="1107665"/>
          </a:xfrm>
        </p:grpSpPr>
        <p:grpSp>
          <p:nvGrpSpPr>
            <p:cNvPr id="455" name="그룹 454"/>
            <p:cNvGrpSpPr/>
            <p:nvPr/>
          </p:nvGrpSpPr>
          <p:grpSpPr>
            <a:xfrm>
              <a:off x="10921809" y="3789759"/>
              <a:ext cx="3289335" cy="1107665"/>
              <a:chOff x="-692625" y="294998"/>
              <a:chExt cx="3289335" cy="1107665"/>
            </a:xfrm>
          </p:grpSpPr>
          <p:grpSp>
            <p:nvGrpSpPr>
              <p:cNvPr id="458" name="그룹 457"/>
              <p:cNvGrpSpPr/>
              <p:nvPr/>
            </p:nvGrpSpPr>
            <p:grpSpPr>
              <a:xfrm>
                <a:off x="-692625" y="294998"/>
                <a:ext cx="3289335" cy="1107665"/>
                <a:chOff x="1061816" y="3176972"/>
                <a:chExt cx="3289335" cy="1107665"/>
              </a:xfrm>
            </p:grpSpPr>
            <p:sp>
              <p:nvSpPr>
                <p:cNvPr id="461" name="직사각형 460"/>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62" name="직사각형 461"/>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63" name="직사각형 462"/>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64" name="직사각형 463"/>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60" name="직사각형 459"/>
              <p:cNvSpPr/>
              <p:nvPr/>
            </p:nvSpPr>
            <p:spPr>
              <a:xfrm>
                <a:off x="-53600" y="666797"/>
                <a:ext cx="2101857"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이미 장애인</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고령자지원 신청하였습니다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56" name="모서리가 둥근 직사각형 455"/>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65" name="그룹 464"/>
          <p:cNvGrpSpPr/>
          <p:nvPr/>
        </p:nvGrpSpPr>
        <p:grpSpPr>
          <a:xfrm>
            <a:off x="1711165" y="12476130"/>
            <a:ext cx="3289335" cy="1107665"/>
            <a:chOff x="10960564" y="1312622"/>
            <a:chExt cx="3289335" cy="1107665"/>
          </a:xfrm>
        </p:grpSpPr>
        <p:grpSp>
          <p:nvGrpSpPr>
            <p:cNvPr id="466" name="그룹 465"/>
            <p:cNvGrpSpPr/>
            <p:nvPr/>
          </p:nvGrpSpPr>
          <p:grpSpPr>
            <a:xfrm>
              <a:off x="10960564" y="1312622"/>
              <a:ext cx="3289335" cy="1107665"/>
              <a:chOff x="-692625" y="294998"/>
              <a:chExt cx="3289335" cy="1107665"/>
            </a:xfrm>
          </p:grpSpPr>
          <p:grpSp>
            <p:nvGrpSpPr>
              <p:cNvPr id="469" name="그룹 468"/>
              <p:cNvGrpSpPr/>
              <p:nvPr/>
            </p:nvGrpSpPr>
            <p:grpSpPr>
              <a:xfrm>
                <a:off x="-692625" y="294998"/>
                <a:ext cx="3289335" cy="1107665"/>
                <a:chOff x="1061816" y="3176972"/>
                <a:chExt cx="3289335" cy="1107665"/>
              </a:xfrm>
            </p:grpSpPr>
            <p:sp>
              <p:nvSpPr>
                <p:cNvPr id="471" name="직사각형 470"/>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01" name="직사각형 500"/>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04" name="직사각형 503"/>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509" name="직사각형 508"/>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70" name="직사각형 469"/>
              <p:cNvSpPr/>
              <p:nvPr/>
            </p:nvSpPr>
            <p:spPr>
              <a:xfrm>
                <a:off x="-25549" y="666797"/>
                <a:ext cx="2045753"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장애인</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고령자 지원 신청하시겠습니까</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67" name="모서리가 둥근 직사각형 466"/>
            <p:cNvSpPr/>
            <p:nvPr/>
          </p:nvSpPr>
          <p:spPr>
            <a:xfrm>
              <a:off x="11721752"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68" name="모서리가 둥근 직사각형 467"/>
            <p:cNvSpPr/>
            <p:nvPr/>
          </p:nvSpPr>
          <p:spPr>
            <a:xfrm>
              <a:off x="12667867" y="203227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21" name="그룹 20"/>
          <p:cNvGrpSpPr/>
          <p:nvPr/>
        </p:nvGrpSpPr>
        <p:grpSpPr>
          <a:xfrm>
            <a:off x="1782552" y="10256104"/>
            <a:ext cx="2226264" cy="180000"/>
            <a:chOff x="1782552" y="10256104"/>
            <a:chExt cx="2226264" cy="180000"/>
          </a:xfrm>
        </p:grpSpPr>
        <p:grpSp>
          <p:nvGrpSpPr>
            <p:cNvPr id="555" name="그룹 554"/>
            <p:cNvGrpSpPr/>
            <p:nvPr/>
          </p:nvGrpSpPr>
          <p:grpSpPr>
            <a:xfrm>
              <a:off x="1782552" y="10256104"/>
              <a:ext cx="2021457" cy="180000"/>
              <a:chOff x="577466" y="11159461"/>
              <a:chExt cx="2021457" cy="180000"/>
            </a:xfrm>
          </p:grpSpPr>
          <p:sp>
            <p:nvSpPr>
              <p:cNvPr id="601" name="Rectangle 122"/>
              <p:cNvSpPr>
                <a:spLocks noChangeArrowheads="1"/>
              </p:cNvSpPr>
              <p:nvPr/>
            </p:nvSpPr>
            <p:spPr bwMode="auto">
              <a:xfrm>
                <a:off x="1134480"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 </a:t>
                </a:r>
                <a:endParaRPr lang="ko-KR" altLang="en-US" sz="800" kern="0" dirty="0">
                  <a:solidFill>
                    <a:schemeClr val="tx1">
                      <a:lumMod val="75000"/>
                      <a:lumOff val="25000"/>
                    </a:schemeClr>
                  </a:solidFill>
                  <a:latin typeface="+mn-ea"/>
                  <a:ea typeface="+mn-ea"/>
                </a:endParaRPr>
              </a:p>
            </p:txBody>
          </p:sp>
          <p:sp>
            <p:nvSpPr>
              <p:cNvPr id="602" name="Rectangle 122"/>
              <p:cNvSpPr>
                <a:spLocks noChangeArrowheads="1"/>
              </p:cNvSpPr>
              <p:nvPr/>
            </p:nvSpPr>
            <p:spPr bwMode="auto">
              <a:xfrm>
                <a:off x="577466"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 ▼ </a:t>
                </a:r>
                <a:endParaRPr lang="ko-KR" altLang="en-US" sz="800" kern="0" dirty="0">
                  <a:solidFill>
                    <a:schemeClr val="tx1">
                      <a:lumMod val="75000"/>
                      <a:lumOff val="25000"/>
                    </a:schemeClr>
                  </a:solidFill>
                  <a:latin typeface="+mn-ea"/>
                  <a:ea typeface="+mn-ea"/>
                </a:endParaRPr>
              </a:p>
            </p:txBody>
          </p:sp>
          <p:sp>
            <p:nvSpPr>
              <p:cNvPr id="603" name="Rectangle 122"/>
              <p:cNvSpPr>
                <a:spLocks noChangeArrowheads="1"/>
              </p:cNvSpPr>
              <p:nvPr/>
            </p:nvSpPr>
            <p:spPr bwMode="auto">
              <a:xfrm>
                <a:off x="1698923" y="11159461"/>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승인상태      ▼ </a:t>
                </a:r>
                <a:endParaRPr lang="ko-KR" altLang="en-US" sz="800" kern="0" dirty="0">
                  <a:solidFill>
                    <a:schemeClr val="tx1">
                      <a:lumMod val="75000"/>
                      <a:lumOff val="25000"/>
                    </a:schemeClr>
                  </a:solidFill>
                  <a:latin typeface="+mn-ea"/>
                  <a:ea typeface="+mn-ea"/>
                </a:endParaRPr>
              </a:p>
            </p:txBody>
          </p:sp>
        </p:grpSp>
        <p:pic>
          <p:nvPicPr>
            <p:cNvPr id="515"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826230" y="10270173"/>
              <a:ext cx="182586" cy="165600"/>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grpSp>
      <p:cxnSp>
        <p:nvCxnSpPr>
          <p:cNvPr id="510" name="꺾인 연결선 509"/>
          <p:cNvCxnSpPr>
            <a:stCxn id="446" idx="1"/>
            <a:endCxn id="501" idx="0"/>
          </p:cNvCxnSpPr>
          <p:nvPr/>
        </p:nvCxnSpPr>
        <p:spPr>
          <a:xfrm rot="10800000" flipV="1">
            <a:off x="3370446" y="10342825"/>
            <a:ext cx="3908056" cy="2134145"/>
          </a:xfrm>
          <a:prstGeom prst="bentConnector2">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13" name="모서리가 둥근 직사각형 512"/>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14" name="모서리가 둥근 직사각형 513"/>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16" name="모서리가 둥근 직사각형 515"/>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20" name="모서리가 둥근 직사각형 519"/>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21" name="직사각형 520"/>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22" name="순서도: 대체 처리 521"/>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23" name="직사각형 522"/>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24" name="순서도: 대체 처리 523"/>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525" name="그룹 524"/>
          <p:cNvGrpSpPr/>
          <p:nvPr/>
        </p:nvGrpSpPr>
        <p:grpSpPr>
          <a:xfrm>
            <a:off x="5640844" y="2041798"/>
            <a:ext cx="2994089" cy="162517"/>
            <a:chOff x="6384100" y="2032273"/>
            <a:chExt cx="2994089" cy="162517"/>
          </a:xfrm>
        </p:grpSpPr>
        <p:sp>
          <p:nvSpPr>
            <p:cNvPr id="527" name="직사각형 526"/>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528" name="순서도: 대체 처리 527"/>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29" name="직사각형 528"/>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39" name="순서도: 대체 처리 538"/>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540" name="순서도: 대체 처리 539"/>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41" name="순서도: 대체 처리 540"/>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sp>
        <p:nvSpPr>
          <p:cNvPr id="542" name="순서도: 대체 처리 541"/>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46" name="순서도: 대체 처리 545"/>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47" name="사각형 설명선 546"/>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48" name="사각형 설명선 547"/>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sp>
        <p:nvSpPr>
          <p:cNvPr id="552" name="TextBox 551"/>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63" name="그룹 662"/>
          <p:cNvGrpSpPr/>
          <p:nvPr/>
        </p:nvGrpSpPr>
        <p:grpSpPr>
          <a:xfrm>
            <a:off x="507554" y="1602349"/>
            <a:ext cx="3075218" cy="252000"/>
            <a:chOff x="507554" y="1537742"/>
            <a:chExt cx="3075218" cy="252000"/>
          </a:xfrm>
        </p:grpSpPr>
        <p:pic>
          <p:nvPicPr>
            <p:cNvPr id="664" name="Picture 4"/>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65" name="그룹 664"/>
            <p:cNvGrpSpPr/>
            <p:nvPr/>
          </p:nvGrpSpPr>
          <p:grpSpPr>
            <a:xfrm>
              <a:off x="2288704" y="1581175"/>
              <a:ext cx="1294068" cy="166725"/>
              <a:chOff x="2288704" y="1581175"/>
              <a:chExt cx="1294068" cy="166725"/>
            </a:xfrm>
          </p:grpSpPr>
          <p:sp>
            <p:nvSpPr>
              <p:cNvPr id="666" name="직사각형 665"/>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667" name="직사각형 666"/>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572" name="그룹 571"/>
          <p:cNvGrpSpPr/>
          <p:nvPr/>
        </p:nvGrpSpPr>
        <p:grpSpPr>
          <a:xfrm>
            <a:off x="579562" y="2166658"/>
            <a:ext cx="1384958" cy="5317057"/>
            <a:chOff x="579562" y="2166658"/>
            <a:chExt cx="1384958" cy="5317057"/>
          </a:xfrm>
        </p:grpSpPr>
        <p:grpSp>
          <p:nvGrpSpPr>
            <p:cNvPr id="573" name="그룹 572"/>
            <p:cNvGrpSpPr/>
            <p:nvPr/>
          </p:nvGrpSpPr>
          <p:grpSpPr>
            <a:xfrm>
              <a:off x="629956" y="3318264"/>
              <a:ext cx="1188000" cy="180000"/>
              <a:chOff x="666428" y="3785432"/>
              <a:chExt cx="1188000" cy="180000"/>
            </a:xfrm>
          </p:grpSpPr>
          <p:sp>
            <p:nvSpPr>
              <p:cNvPr id="728" name="모서리가 둥근 직사각형 727"/>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729"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4" name="그룹 573"/>
            <p:cNvGrpSpPr/>
            <p:nvPr/>
          </p:nvGrpSpPr>
          <p:grpSpPr>
            <a:xfrm>
              <a:off x="629956" y="3568824"/>
              <a:ext cx="1188000" cy="180000"/>
              <a:chOff x="666428" y="4310612"/>
              <a:chExt cx="1188000" cy="180000"/>
            </a:xfrm>
          </p:grpSpPr>
          <p:sp>
            <p:nvSpPr>
              <p:cNvPr id="726" name="모서리가 둥근 직사각형 725"/>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727"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5" name="그룹 574"/>
            <p:cNvGrpSpPr/>
            <p:nvPr/>
          </p:nvGrpSpPr>
          <p:grpSpPr>
            <a:xfrm>
              <a:off x="629955" y="3042501"/>
              <a:ext cx="1188000" cy="180000"/>
              <a:chOff x="666427" y="3266516"/>
              <a:chExt cx="1188000" cy="180000"/>
            </a:xfrm>
          </p:grpSpPr>
          <p:sp>
            <p:nvSpPr>
              <p:cNvPr id="724" name="모서리가 둥근 직사각형 723"/>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725"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6" name="그룹 575"/>
            <p:cNvGrpSpPr/>
            <p:nvPr/>
          </p:nvGrpSpPr>
          <p:grpSpPr>
            <a:xfrm>
              <a:off x="629956" y="3854780"/>
              <a:ext cx="1188000" cy="180000"/>
              <a:chOff x="666428" y="4570824"/>
              <a:chExt cx="1188000" cy="180000"/>
            </a:xfrm>
          </p:grpSpPr>
          <p:sp>
            <p:nvSpPr>
              <p:cNvPr id="719" name="모서리가 둥근 직사각형 718"/>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723"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77" name="그룹 576"/>
            <p:cNvGrpSpPr/>
            <p:nvPr/>
          </p:nvGrpSpPr>
          <p:grpSpPr>
            <a:xfrm>
              <a:off x="629956" y="5316875"/>
              <a:ext cx="1188000" cy="180000"/>
              <a:chOff x="666428" y="5096004"/>
              <a:chExt cx="1188000" cy="180000"/>
            </a:xfrm>
          </p:grpSpPr>
          <p:sp>
            <p:nvSpPr>
              <p:cNvPr id="717" name="모서리가 둥근 직사각형 716"/>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718" name="Picture 11"/>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0" name="그룹 579"/>
            <p:cNvGrpSpPr/>
            <p:nvPr/>
          </p:nvGrpSpPr>
          <p:grpSpPr>
            <a:xfrm>
              <a:off x="634148" y="5634789"/>
              <a:ext cx="1188000" cy="180000"/>
              <a:chOff x="666428" y="3785432"/>
              <a:chExt cx="1188000" cy="180000"/>
            </a:xfrm>
          </p:grpSpPr>
          <p:sp>
            <p:nvSpPr>
              <p:cNvPr id="715" name="모서리가 둥근 직사각형 71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716"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81" name="그룹 580"/>
            <p:cNvGrpSpPr/>
            <p:nvPr/>
          </p:nvGrpSpPr>
          <p:grpSpPr>
            <a:xfrm>
              <a:off x="631150" y="4135825"/>
              <a:ext cx="1188000" cy="180000"/>
              <a:chOff x="666428" y="4570824"/>
              <a:chExt cx="1188000" cy="180000"/>
            </a:xfrm>
          </p:grpSpPr>
          <p:sp>
            <p:nvSpPr>
              <p:cNvPr id="713" name="모서리가 둥근 직사각형 712"/>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714"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4" name="그룹 633"/>
            <p:cNvGrpSpPr/>
            <p:nvPr/>
          </p:nvGrpSpPr>
          <p:grpSpPr>
            <a:xfrm>
              <a:off x="629956" y="4423395"/>
              <a:ext cx="1188000" cy="180000"/>
              <a:chOff x="666428" y="4310612"/>
              <a:chExt cx="1188000" cy="180000"/>
            </a:xfrm>
          </p:grpSpPr>
          <p:sp>
            <p:nvSpPr>
              <p:cNvPr id="711" name="모서리가 둥근 직사각형 71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712"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35" name="TextBox 63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636" name="그룹 635"/>
            <p:cNvGrpSpPr/>
            <p:nvPr/>
          </p:nvGrpSpPr>
          <p:grpSpPr>
            <a:xfrm>
              <a:off x="632520" y="4723068"/>
              <a:ext cx="1188000" cy="180000"/>
              <a:chOff x="666428" y="4310612"/>
              <a:chExt cx="1188000" cy="180000"/>
            </a:xfrm>
          </p:grpSpPr>
          <p:sp>
            <p:nvSpPr>
              <p:cNvPr id="709" name="모서리가 둥근 직사각형 70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710"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7" name="그룹 636"/>
            <p:cNvGrpSpPr/>
            <p:nvPr/>
          </p:nvGrpSpPr>
          <p:grpSpPr>
            <a:xfrm>
              <a:off x="632520" y="2752353"/>
              <a:ext cx="1332000" cy="180000"/>
              <a:chOff x="666427" y="3266516"/>
              <a:chExt cx="1332000" cy="180000"/>
            </a:xfrm>
          </p:grpSpPr>
          <p:sp>
            <p:nvSpPr>
              <p:cNvPr id="704" name="모서리가 둥근 직사각형 703"/>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707"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8" name="그룹 637"/>
            <p:cNvGrpSpPr/>
            <p:nvPr/>
          </p:nvGrpSpPr>
          <p:grpSpPr>
            <a:xfrm>
              <a:off x="632520" y="5005767"/>
              <a:ext cx="1188000" cy="180000"/>
              <a:chOff x="666428" y="4310612"/>
              <a:chExt cx="1188000" cy="180000"/>
            </a:xfrm>
          </p:grpSpPr>
          <p:sp>
            <p:nvSpPr>
              <p:cNvPr id="701" name="모서리가 둥근 직사각형 70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703"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39" name="그룹 638"/>
            <p:cNvGrpSpPr/>
            <p:nvPr/>
          </p:nvGrpSpPr>
          <p:grpSpPr>
            <a:xfrm>
              <a:off x="632520" y="6227787"/>
              <a:ext cx="1188000" cy="180000"/>
              <a:chOff x="666428" y="3785432"/>
              <a:chExt cx="1188000" cy="180000"/>
            </a:xfrm>
          </p:grpSpPr>
          <p:sp>
            <p:nvSpPr>
              <p:cNvPr id="693" name="모서리가 둥근 직사각형 69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694"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0" name="그룹 639"/>
            <p:cNvGrpSpPr/>
            <p:nvPr/>
          </p:nvGrpSpPr>
          <p:grpSpPr>
            <a:xfrm>
              <a:off x="632520" y="6487872"/>
              <a:ext cx="1188000" cy="180000"/>
              <a:chOff x="666428" y="4310612"/>
              <a:chExt cx="1188000" cy="180000"/>
            </a:xfrm>
          </p:grpSpPr>
          <p:sp>
            <p:nvSpPr>
              <p:cNvPr id="691" name="모서리가 둥근 직사각형 69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692"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1" name="그룹 640"/>
            <p:cNvGrpSpPr/>
            <p:nvPr/>
          </p:nvGrpSpPr>
          <p:grpSpPr>
            <a:xfrm>
              <a:off x="632520" y="6773828"/>
              <a:ext cx="1188000" cy="180000"/>
              <a:chOff x="666428" y="4570824"/>
              <a:chExt cx="1188000" cy="180000"/>
            </a:xfrm>
          </p:grpSpPr>
          <p:sp>
            <p:nvSpPr>
              <p:cNvPr id="686" name="모서리가 둥근 직사각형 685"/>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687"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2" name="그룹 641"/>
            <p:cNvGrpSpPr/>
            <p:nvPr/>
          </p:nvGrpSpPr>
          <p:grpSpPr>
            <a:xfrm>
              <a:off x="632520" y="7053155"/>
              <a:ext cx="1188000" cy="180000"/>
              <a:chOff x="666428" y="3785432"/>
              <a:chExt cx="1188000" cy="180000"/>
            </a:xfrm>
          </p:grpSpPr>
          <p:sp>
            <p:nvSpPr>
              <p:cNvPr id="684" name="모서리가 둥근 직사각형 683"/>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685" name="Picture 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5" name="그룹 644"/>
            <p:cNvGrpSpPr/>
            <p:nvPr/>
          </p:nvGrpSpPr>
          <p:grpSpPr>
            <a:xfrm>
              <a:off x="632520" y="7303715"/>
              <a:ext cx="1224000" cy="180000"/>
              <a:chOff x="666428" y="4310612"/>
              <a:chExt cx="1224000" cy="180000"/>
            </a:xfrm>
          </p:grpSpPr>
          <p:sp>
            <p:nvSpPr>
              <p:cNvPr id="669" name="모서리가 둥근 직사각형 668"/>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680" name="Picture 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7" name="그룹 646"/>
            <p:cNvGrpSpPr/>
            <p:nvPr/>
          </p:nvGrpSpPr>
          <p:grpSpPr>
            <a:xfrm>
              <a:off x="622995" y="5922821"/>
              <a:ext cx="1188000" cy="180000"/>
              <a:chOff x="666427" y="3266516"/>
              <a:chExt cx="1188000" cy="180000"/>
            </a:xfrm>
          </p:grpSpPr>
          <p:sp>
            <p:nvSpPr>
              <p:cNvPr id="648" name="모서리가 둥근 직사각형 647"/>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649" name="Picture 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930726184"/>
      </p:ext>
    </p:extLst>
  </p:cSld>
  <p:clrMapOvr>
    <a:masterClrMapping/>
  </p:clrMapOvr>
  <p:transition>
    <p:wipe dir="r"/>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그룹 309"/>
          <p:cNvGrpSpPr/>
          <p:nvPr/>
        </p:nvGrpSpPr>
        <p:grpSpPr>
          <a:xfrm>
            <a:off x="406970" y="2267346"/>
            <a:ext cx="9082533" cy="16139318"/>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KNOU_UI_C02026400_02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장애인</a:t>
            </a:r>
            <a:r>
              <a:rPr lang="en-US" altLang="ko-KR" sz="800" spc="-60" dirty="0" smtClean="0">
                <a:latin typeface="+mn-ea"/>
                <a:ea typeface="+mn-ea"/>
              </a:rPr>
              <a:t>/</a:t>
            </a:r>
            <a:r>
              <a:rPr lang="ko-KR" altLang="en-US" sz="800" spc="-60" dirty="0" smtClean="0">
                <a:latin typeface="+mn-ea"/>
                <a:ea typeface="+mn-ea"/>
              </a:rPr>
              <a:t>고령자지원 신청 </a:t>
            </a:r>
            <a:r>
              <a:rPr lang="en-US" altLang="ko-KR" sz="800" spc="-60" dirty="0" smtClean="0">
                <a:latin typeface="+mn-ea"/>
                <a:ea typeface="+mn-ea"/>
              </a:rPr>
              <a:t>&gt; </a:t>
            </a:r>
            <a:r>
              <a:rPr lang="ko-KR" altLang="en-US" sz="800" spc="-60" dirty="0" smtClean="0">
                <a:latin typeface="+mn-ea"/>
                <a:ea typeface="+mn-ea"/>
              </a:rPr>
              <a:t>상세내</a:t>
            </a:r>
            <a:r>
              <a:rPr lang="ko-KR" altLang="en-US" sz="800" spc="-60" dirty="0">
                <a:latin typeface="+mn-ea"/>
                <a:ea typeface="+mn-ea"/>
              </a:rPr>
              <a:t>역</a:t>
            </a: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97</a:t>
            </a:fld>
            <a:endParaRPr lang="ko-KR" altLang="en-US" dirty="0">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17542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 name="직사각형 234"/>
          <p:cNvSpPr/>
          <p:nvPr/>
        </p:nvSpPr>
        <p:spPr bwMode="auto">
          <a:xfrm>
            <a:off x="502221" y="1969789"/>
            <a:ext cx="1440160" cy="15428763"/>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690" name="직사각형 689"/>
          <p:cNvSpPr/>
          <p:nvPr/>
        </p:nvSpPr>
        <p:spPr>
          <a:xfrm>
            <a:off x="2010197" y="4831060"/>
            <a:ext cx="7416000" cy="12567492"/>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aphicFrame>
        <p:nvGraphicFramePr>
          <p:cNvPr id="702" name="표 701"/>
          <p:cNvGraphicFramePr>
            <a:graphicFrameLocks noGrp="1"/>
          </p:cNvGraphicFramePr>
          <p:nvPr>
            <p:extLst>
              <p:ext uri="{D42A27DB-BD31-4B8C-83A1-F6EECF244321}">
                <p14:modId xmlns:p14="http://schemas.microsoft.com/office/powerpoint/2010/main" val="2325770342"/>
              </p:ext>
            </p:extLst>
          </p:nvPr>
        </p:nvGraphicFramePr>
        <p:xfrm>
          <a:off x="2106588" y="5284234"/>
          <a:ext cx="5588044" cy="449022"/>
        </p:xfrm>
        <a:graphic>
          <a:graphicData uri="http://schemas.openxmlformats.org/drawingml/2006/table">
            <a:tbl>
              <a:tblPr firstRow="1" bandRow="1">
                <a:tableStyleId>{5C22544A-7EE6-4342-B048-85BDC9FD1C3A}</a:tableStyleId>
              </a:tblPr>
              <a:tblGrid>
                <a:gridCol w="473419"/>
                <a:gridCol w="340975"/>
                <a:gridCol w="340975"/>
                <a:gridCol w="340975"/>
                <a:gridCol w="340975"/>
                <a:gridCol w="340975"/>
                <a:gridCol w="340975"/>
                <a:gridCol w="340975"/>
                <a:gridCol w="340975"/>
                <a:gridCol w="340975"/>
                <a:gridCol w="340975"/>
                <a:gridCol w="340975"/>
                <a:gridCol w="340975"/>
                <a:gridCol w="340975"/>
                <a:gridCol w="340975"/>
                <a:gridCol w="340975"/>
              </a:tblGrid>
              <a:tr h="224511">
                <a:tc rowSpan="2">
                  <a:txBody>
                    <a:bodyPr/>
                    <a:lstStyle/>
                    <a:p>
                      <a:pPr algn="ctr" latinLnBrk="1"/>
                      <a:r>
                        <a:rPr lang="ko-KR" altLang="en-US" sz="750" b="0" dirty="0" smtClean="0">
                          <a:solidFill>
                            <a:schemeClr val="bg1"/>
                          </a:solidFill>
                        </a:rPr>
                        <a:t>학습현황</a:t>
                      </a:r>
                      <a:endParaRPr lang="ko-KR" altLang="en-US" sz="75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C5BCD"/>
                    </a:solid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rPr>
                        <a:t>/</a:t>
                      </a:r>
                      <a:endParaRPr lang="ko-KR" altLang="en-US" sz="800" b="0" dirty="0">
                        <a:solidFill>
                          <a:schemeClr val="tx1">
                            <a:lumMod val="75000"/>
                            <a:lumOff val="25000"/>
                          </a:schemeClr>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511">
                <a:tc vMerge="1">
                  <a:txBody>
                    <a:bodyPr/>
                    <a:lstStyle/>
                    <a:p>
                      <a:pPr algn="ctr" latinLnBrk="1"/>
                      <a:endParaRPr lang="ko-KR" altLang="en-US" sz="800" b="1" dirty="0">
                        <a:solidFill>
                          <a:srgbClr val="0070C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5</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6</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7</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중간</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9</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10</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11</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12</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13</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800" b="0" dirty="0" smtClean="0">
                          <a:solidFill>
                            <a:schemeClr val="tx1">
                              <a:lumMod val="75000"/>
                              <a:lumOff val="25000"/>
                            </a:schemeClr>
                          </a:solidFill>
                          <a:latin typeface="+mn-ea"/>
                          <a:ea typeface="+mn-ea"/>
                        </a:rPr>
                        <a:t>14</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ko-KR" altLang="en-US" sz="800" b="0" dirty="0" smtClean="0">
                          <a:solidFill>
                            <a:schemeClr val="tx1">
                              <a:lumMod val="75000"/>
                              <a:lumOff val="25000"/>
                            </a:schemeClr>
                          </a:solidFill>
                          <a:latin typeface="+mn-ea"/>
                          <a:ea typeface="+mn-ea"/>
                        </a:rPr>
                        <a:t>기말</a:t>
                      </a:r>
                      <a:endParaRPr lang="ko-KR" altLang="en-US" sz="800" b="0" dirty="0">
                        <a:solidFill>
                          <a:schemeClr val="tx1">
                            <a:lumMod val="75000"/>
                            <a:lumOff val="25000"/>
                          </a:schemeClr>
                        </a:solidFill>
                        <a:latin typeface="+mn-ea"/>
                        <a:ea typeface="+mn-ea"/>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 name="그룹 2"/>
          <p:cNvGrpSpPr/>
          <p:nvPr/>
        </p:nvGrpSpPr>
        <p:grpSpPr>
          <a:xfrm>
            <a:off x="7943024" y="1552259"/>
            <a:ext cx="1575055" cy="300582"/>
            <a:chOff x="7943024" y="1552259"/>
            <a:chExt cx="1575055" cy="300582"/>
          </a:xfrm>
        </p:grpSpPr>
        <p:grpSp>
          <p:nvGrpSpPr>
            <p:cNvPr id="360" name="그룹 359"/>
            <p:cNvGrpSpPr/>
            <p:nvPr/>
          </p:nvGrpSpPr>
          <p:grpSpPr>
            <a:xfrm>
              <a:off x="8668462" y="1575842"/>
              <a:ext cx="849617" cy="276999"/>
              <a:chOff x="8563069" y="1695475"/>
              <a:chExt cx="849617" cy="276999"/>
            </a:xfrm>
          </p:grpSpPr>
          <p:grpSp>
            <p:nvGrpSpPr>
              <p:cNvPr id="368" name="그룹 367"/>
              <p:cNvGrpSpPr/>
              <p:nvPr/>
            </p:nvGrpSpPr>
            <p:grpSpPr>
              <a:xfrm>
                <a:off x="8563069" y="1761166"/>
                <a:ext cx="792000" cy="162000"/>
                <a:chOff x="8779069" y="1761166"/>
                <a:chExt cx="792000" cy="162000"/>
              </a:xfrm>
            </p:grpSpPr>
            <p:sp>
              <p:nvSpPr>
                <p:cNvPr id="383" name="직사각형 382"/>
                <p:cNvSpPr/>
                <p:nvPr/>
              </p:nvSpPr>
              <p:spPr>
                <a:xfrm>
                  <a:off x="8779069" y="1761166"/>
                  <a:ext cx="792000" cy="16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8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8728739" y="1695475"/>
                <a:ext cx="247184" cy="276999"/>
                <a:chOff x="7672972" y="1671999"/>
                <a:chExt cx="247184" cy="276999"/>
              </a:xfrm>
            </p:grpSpPr>
            <p:sp>
              <p:nvSpPr>
                <p:cNvPr id="376" name="타원 37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7" name="직사각형 376"/>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70" name="그룹 369"/>
              <p:cNvGrpSpPr/>
              <p:nvPr/>
            </p:nvGrpSpPr>
            <p:grpSpPr>
              <a:xfrm>
                <a:off x="9138252" y="1714525"/>
                <a:ext cx="274434" cy="246221"/>
                <a:chOff x="7663447" y="1691049"/>
                <a:chExt cx="274434" cy="246221"/>
              </a:xfrm>
            </p:grpSpPr>
            <p:sp>
              <p:nvSpPr>
                <p:cNvPr id="372" name="타원 371"/>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75" name="직사각형 374"/>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71" name="직사각형 370"/>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61" name="그룹 360"/>
            <p:cNvGrpSpPr/>
            <p:nvPr/>
          </p:nvGrpSpPr>
          <p:grpSpPr>
            <a:xfrm>
              <a:off x="7943024" y="1552259"/>
              <a:ext cx="701434" cy="261068"/>
              <a:chOff x="8008484" y="1485584"/>
              <a:chExt cx="701434" cy="261068"/>
            </a:xfrm>
          </p:grpSpPr>
          <p:pic>
            <p:nvPicPr>
              <p:cNvPr id="36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85156"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4"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7" name="타원 366"/>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12" name="그룹 11"/>
          <p:cNvGrpSpPr/>
          <p:nvPr/>
        </p:nvGrpSpPr>
        <p:grpSpPr>
          <a:xfrm>
            <a:off x="4467994" y="3262892"/>
            <a:ext cx="2444392" cy="1447394"/>
            <a:chOff x="4467994" y="3262892"/>
            <a:chExt cx="2444392" cy="1447394"/>
          </a:xfrm>
        </p:grpSpPr>
        <p:grpSp>
          <p:nvGrpSpPr>
            <p:cNvPr id="2" name="그룹 1"/>
            <p:cNvGrpSpPr/>
            <p:nvPr/>
          </p:nvGrpSpPr>
          <p:grpSpPr>
            <a:xfrm>
              <a:off x="4467994" y="3262892"/>
              <a:ext cx="2444392" cy="1447394"/>
              <a:chOff x="4458469" y="1960265"/>
              <a:chExt cx="2444392" cy="1447394"/>
            </a:xfrm>
          </p:grpSpPr>
          <p:grpSp>
            <p:nvGrpSpPr>
              <p:cNvPr id="6" name="그룹 5"/>
              <p:cNvGrpSpPr/>
              <p:nvPr/>
            </p:nvGrpSpPr>
            <p:grpSpPr>
              <a:xfrm>
                <a:off x="4458469" y="1960265"/>
                <a:ext cx="2444392" cy="1447394"/>
                <a:chOff x="4458469" y="4024114"/>
                <a:chExt cx="2444392" cy="1447394"/>
              </a:xfrm>
            </p:grpSpPr>
            <p:grpSp>
              <p:nvGrpSpPr>
                <p:cNvPr id="218" name="그룹 217"/>
                <p:cNvGrpSpPr/>
                <p:nvPr/>
              </p:nvGrpSpPr>
              <p:grpSpPr>
                <a:xfrm>
                  <a:off x="4458469" y="4024114"/>
                  <a:ext cx="2444392" cy="1447394"/>
                  <a:chOff x="6925810" y="3897247"/>
                  <a:chExt cx="2444392" cy="1447394"/>
                </a:xfrm>
              </p:grpSpPr>
              <p:sp>
                <p:nvSpPr>
                  <p:cNvPr id="219" name="직사각형 218"/>
                  <p:cNvSpPr/>
                  <p:nvPr/>
                </p:nvSpPr>
                <p:spPr>
                  <a:xfrm>
                    <a:off x="6965402" y="3897247"/>
                    <a:ext cx="2404800" cy="1447394"/>
                  </a:xfrm>
                  <a:prstGeom prst="rect">
                    <a:avLst/>
                  </a:prstGeom>
                  <a:solidFill>
                    <a:srgbClr val="C0C0C0"/>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0" name="TextBox 219"/>
                  <p:cNvSpPr txBox="1"/>
                  <p:nvPr/>
                </p:nvSpPr>
                <p:spPr>
                  <a:xfrm>
                    <a:off x="6925810" y="3931891"/>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강의</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Q&amp;A</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7025580" y="4195242"/>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3" name="직사각형 222"/>
                  <p:cNvSpPr/>
                  <p:nvPr/>
                </p:nvSpPr>
                <p:spPr bwMode="auto">
                  <a:xfrm>
                    <a:off x="9238576" y="4269854"/>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24" name="직사각형 223"/>
                  <p:cNvSpPr/>
                  <p:nvPr/>
                </p:nvSpPr>
                <p:spPr bwMode="auto">
                  <a:xfrm>
                    <a:off x="9242768" y="4260329"/>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nvGrpSpPr>
                  <p:cNvPr id="225" name="그룹 224"/>
                  <p:cNvGrpSpPr/>
                  <p:nvPr/>
                </p:nvGrpSpPr>
                <p:grpSpPr>
                  <a:xfrm>
                    <a:off x="7141834" y="4253425"/>
                    <a:ext cx="2025653" cy="307777"/>
                    <a:chOff x="5734311" y="2286397"/>
                    <a:chExt cx="2025653" cy="307777"/>
                  </a:xfrm>
                </p:grpSpPr>
                <p:sp>
                  <p:nvSpPr>
                    <p:cNvPr id="232" name="TextBox 231"/>
                    <p:cNvSpPr txBox="1"/>
                    <p:nvPr/>
                  </p:nvSpPr>
                  <p:spPr>
                    <a:xfrm>
                      <a:off x="5734311" y="2286397"/>
                      <a:ext cx="1831842"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김*동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3" name="순서도: 대체 처리 232"/>
                    <p:cNvSpPr/>
                    <p:nvPr/>
                  </p:nvSpPr>
                  <p:spPr bwMode="auto">
                    <a:xfrm>
                      <a:off x="7399964" y="2329203"/>
                      <a:ext cx="360000" cy="144000"/>
                    </a:xfrm>
                    <a:prstGeom prst="flowChartAlternateProcess">
                      <a:avLst/>
                    </a:prstGeom>
                    <a:solidFill>
                      <a:schemeClr val="accent1">
                        <a:lumMod val="60000"/>
                        <a:lumOff val="40000"/>
                      </a:schemeClr>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미답변</a:t>
                      </a:r>
                      <a:endParaRPr kumimoji="1" lang="ko-KR" altLang="en-US" sz="700" dirty="0">
                        <a:solidFill>
                          <a:schemeClr val="bg1"/>
                        </a:solidFill>
                        <a:latin typeface="+mn-ea"/>
                        <a:ea typeface="+mn-ea"/>
                        <a:cs typeface="Calibri" pitchFamily="34" charset="0"/>
                      </a:endParaRPr>
                    </a:p>
                  </p:txBody>
                </p:sp>
              </p:grpSp>
              <p:grpSp>
                <p:nvGrpSpPr>
                  <p:cNvPr id="226" name="그룹 225"/>
                  <p:cNvGrpSpPr/>
                  <p:nvPr/>
                </p:nvGrpSpPr>
                <p:grpSpPr>
                  <a:xfrm>
                    <a:off x="7141930" y="4579557"/>
                    <a:ext cx="2025653" cy="307777"/>
                    <a:chOff x="5734311" y="2286397"/>
                    <a:chExt cx="2025653" cy="307777"/>
                  </a:xfrm>
                </p:grpSpPr>
                <p:sp>
                  <p:nvSpPr>
                    <p:cNvPr id="230" name="TextBox 229"/>
                    <p:cNvSpPr txBox="1"/>
                    <p:nvPr/>
                  </p:nvSpPr>
                  <p:spPr>
                    <a:xfrm>
                      <a:off x="5734311" y="2286397"/>
                      <a:ext cx="1831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최*동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31" name="순서도: 대체 처리 230"/>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nvGrpSpPr>
                  <p:cNvPr id="227" name="그룹 226"/>
                  <p:cNvGrpSpPr/>
                  <p:nvPr/>
                </p:nvGrpSpPr>
                <p:grpSpPr>
                  <a:xfrm>
                    <a:off x="7141930" y="4894939"/>
                    <a:ext cx="2025653" cy="307777"/>
                    <a:chOff x="5734311" y="2286397"/>
                    <a:chExt cx="2025653" cy="307777"/>
                  </a:xfrm>
                </p:grpSpPr>
                <p:sp>
                  <p:nvSpPr>
                    <p:cNvPr id="228" name="TextBox 227"/>
                    <p:cNvSpPr txBox="1"/>
                    <p:nvPr/>
                  </p:nvSpPr>
                  <p:spPr>
                    <a:xfrm>
                      <a:off x="5734311" y="2286397"/>
                      <a:ext cx="1840746" cy="307777"/>
                    </a:xfrm>
                    <a:prstGeom prst="rect">
                      <a:avLst/>
                    </a:prstGeom>
                    <a:noFill/>
                  </p:spPr>
                  <p:txBody>
                    <a:bodyPr wrap="square" rIns="0" rtlCol="0">
                      <a:spAutoFit/>
                    </a:bodyPr>
                    <a:lstStyle/>
                    <a:p>
                      <a:r>
                        <a:rPr lang="ko-KR" altLang="en-US" sz="700" dirty="0" smtClean="0">
                          <a:solidFill>
                            <a:schemeClr val="tx1">
                              <a:lumMod val="75000"/>
                              <a:lumOff val="25000"/>
                            </a:schemeClr>
                          </a:solidFill>
                          <a:latin typeface="+mn-ea"/>
                          <a:ea typeface="+mn-ea"/>
                        </a:rPr>
                        <a:t>과제 제출 언제까지 인가요</a:t>
                      </a:r>
                      <a:r>
                        <a:rPr lang="en-US" altLang="ko-KR" sz="700" dirty="0" smtClean="0">
                          <a:solidFill>
                            <a:schemeClr val="tx1">
                              <a:lumMod val="75000"/>
                              <a:lumOff val="25000"/>
                            </a:schemeClr>
                          </a:solidFill>
                          <a:latin typeface="+mn-ea"/>
                          <a:ea typeface="+mn-ea"/>
                        </a:rPr>
                        <a:t>?</a:t>
                      </a:r>
                      <a:r>
                        <a:rPr lang="ko-KR" altLang="en-US" sz="700" dirty="0" smtClean="0">
                          <a:solidFill>
                            <a:schemeClr val="tx1">
                              <a:lumMod val="75000"/>
                              <a:lumOff val="25000"/>
                            </a:schemeClr>
                          </a:solidFill>
                          <a:latin typeface="+mn-ea"/>
                          <a:ea typeface="+mn-ea"/>
                        </a:rPr>
                        <a:t> </a:t>
                      </a:r>
                      <a:endParaRPr lang="en-US" altLang="ko-KR" sz="700" dirty="0" smtClean="0">
                        <a:solidFill>
                          <a:schemeClr val="tx1">
                            <a:lumMod val="75000"/>
                            <a:lumOff val="25000"/>
                          </a:schemeClr>
                        </a:solidFill>
                        <a:latin typeface="+mn-ea"/>
                        <a:ea typeface="+mn-ea"/>
                      </a:endParaRPr>
                    </a:p>
                    <a:p>
                      <a:r>
                        <a:rPr lang="ko-KR" altLang="en-US" sz="700" dirty="0" smtClean="0">
                          <a:solidFill>
                            <a:schemeClr val="bg1">
                              <a:lumMod val="50000"/>
                            </a:schemeClr>
                          </a:solidFill>
                          <a:latin typeface="+mn-ea"/>
                          <a:ea typeface="+mn-ea"/>
                        </a:rPr>
                        <a:t>이*동 </a:t>
                      </a:r>
                      <a:r>
                        <a:rPr lang="en-US" altLang="ko-KR" sz="700" b="1" dirty="0">
                          <a:solidFill>
                            <a:schemeClr val="tx1">
                              <a:lumMod val="50000"/>
                              <a:lumOff val="50000"/>
                            </a:schemeClr>
                          </a:solidFill>
                          <a:latin typeface="맑은 고딕" panose="020B0503020000020004" pitchFamily="50" charset="-127"/>
                          <a:ea typeface="맑은 고딕" panose="020B0503020000020004" pitchFamily="50" charset="-127"/>
                        </a:rPr>
                        <a:t>•</a:t>
                      </a:r>
                      <a:r>
                        <a:rPr lang="en-US" altLang="ko-KR" sz="700" dirty="0" smtClean="0">
                          <a:solidFill>
                            <a:schemeClr val="bg1">
                              <a:lumMod val="50000"/>
                            </a:schemeClr>
                          </a:solidFill>
                          <a:latin typeface="+mn-ea"/>
                          <a:ea typeface="+mn-ea"/>
                        </a:rPr>
                        <a:t> 2025.06.23</a:t>
                      </a:r>
                    </a:p>
                  </p:txBody>
                </p:sp>
                <p:sp>
                  <p:nvSpPr>
                    <p:cNvPr id="229" name="순서도: 대체 처리 228"/>
                    <p:cNvSpPr/>
                    <p:nvPr/>
                  </p:nvSpPr>
                  <p:spPr bwMode="auto">
                    <a:xfrm>
                      <a:off x="7399964" y="2329203"/>
                      <a:ext cx="360000" cy="144000"/>
                    </a:xfrm>
                    <a:prstGeom prst="flowChartAlternateProcess">
                      <a:avLst/>
                    </a:prstGeom>
                    <a:solidFill>
                      <a:srgbClr val="0070C0"/>
                    </a:solidFill>
                    <a:ln w="6350" cap="flat" cmpd="sng" algn="ctr">
                      <a:solidFill>
                        <a:srgbClr val="0070C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답변</a:t>
                      </a:r>
                      <a:endParaRPr kumimoji="1" lang="ko-KR" altLang="en-US" sz="700" dirty="0">
                        <a:solidFill>
                          <a:schemeClr val="bg1"/>
                        </a:solidFill>
                        <a:latin typeface="+mn-ea"/>
                        <a:ea typeface="+mn-ea"/>
                        <a:cs typeface="Calibri" pitchFamily="34" charset="0"/>
                      </a:endParaRPr>
                    </a:p>
                  </p:txBody>
                </p:sp>
              </p:grpSp>
            </p:grpSp>
            <p:sp>
              <p:nvSpPr>
                <p:cNvPr id="616" name="직사각형 615"/>
                <p:cNvSpPr/>
                <p:nvPr/>
              </p:nvSpPr>
              <p:spPr>
                <a:xfrm>
                  <a:off x="6700242" y="4085480"/>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28" name="그룹 27"/>
              <p:cNvGrpSpPr/>
              <p:nvPr/>
            </p:nvGrpSpPr>
            <p:grpSpPr>
              <a:xfrm>
                <a:off x="5203646" y="2000454"/>
                <a:ext cx="234360" cy="200055"/>
                <a:chOff x="5213171" y="2009979"/>
                <a:chExt cx="234360" cy="200055"/>
              </a:xfrm>
            </p:grpSpPr>
            <p:sp>
              <p:nvSpPr>
                <p:cNvPr id="27" name="타원 26"/>
                <p:cNvSpPr/>
                <p:nvPr/>
              </p:nvSpPr>
              <p:spPr>
                <a:xfrm>
                  <a:off x="5267129" y="2048631"/>
                  <a:ext cx="126000" cy="126000"/>
                </a:xfrm>
                <a:prstGeom prst="ellipse">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700" dirty="0">
                    <a:solidFill>
                      <a:schemeClr val="tx1">
                        <a:lumMod val="75000"/>
                        <a:lumOff val="25000"/>
                      </a:schemeClr>
                    </a:solidFill>
                    <a:latin typeface="+mn-ea"/>
                  </a:endParaRPr>
                </a:p>
              </p:txBody>
            </p:sp>
            <p:sp>
              <p:nvSpPr>
                <p:cNvPr id="378" name="직사각형 377"/>
                <p:cNvSpPr/>
                <p:nvPr/>
              </p:nvSpPr>
              <p:spPr>
                <a:xfrm>
                  <a:off x="5213171" y="200997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411" name="타원 410"/>
              <p:cNvSpPr/>
              <p:nvPr/>
            </p:nvSpPr>
            <p:spPr>
              <a:xfrm>
                <a:off x="4592960" y="2410329"/>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12" name="타원 411"/>
              <p:cNvSpPr/>
              <p:nvPr/>
            </p:nvSpPr>
            <p:spPr>
              <a:xfrm>
                <a:off x="4592960" y="271846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sp>
            <p:nvSpPr>
              <p:cNvPr id="431" name="타원 430"/>
              <p:cNvSpPr/>
              <p:nvPr/>
            </p:nvSpPr>
            <p:spPr>
              <a:xfrm>
                <a:off x="4592960" y="3040401"/>
                <a:ext cx="144000" cy="144000"/>
              </a:xfrm>
              <a:prstGeom prst="ellipse">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700" dirty="0">
                    <a:solidFill>
                      <a:schemeClr val="tx1">
                        <a:lumMod val="75000"/>
                        <a:lumOff val="25000"/>
                      </a:schemeClr>
                    </a:solidFill>
                  </a:rPr>
                  <a:t>♣</a:t>
                </a:r>
                <a:endParaRPr lang="ko-KR" altLang="en-US" sz="700" dirty="0">
                  <a:solidFill>
                    <a:schemeClr val="tx1">
                      <a:lumMod val="75000"/>
                      <a:lumOff val="25000"/>
                    </a:schemeClr>
                  </a:solidFill>
                  <a:latin typeface="+mn-ea"/>
                </a:endParaRPr>
              </a:p>
            </p:txBody>
          </p:sp>
        </p:grpSp>
        <p:sp>
          <p:nvSpPr>
            <p:cNvPr id="424" name="타원 423"/>
            <p:cNvSpPr/>
            <p:nvPr/>
          </p:nvSpPr>
          <p:spPr bwMode="auto">
            <a:xfrm>
              <a:off x="4583435" y="3345383"/>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6" name="그룹 15"/>
          <p:cNvGrpSpPr/>
          <p:nvPr/>
        </p:nvGrpSpPr>
        <p:grpSpPr>
          <a:xfrm>
            <a:off x="1962572" y="3265479"/>
            <a:ext cx="2451592" cy="1447200"/>
            <a:chOff x="1962572" y="3265479"/>
            <a:chExt cx="2451592" cy="1447200"/>
          </a:xfrm>
        </p:grpSpPr>
        <p:grpSp>
          <p:nvGrpSpPr>
            <p:cNvPr id="399" name="그룹 398"/>
            <p:cNvGrpSpPr/>
            <p:nvPr/>
          </p:nvGrpSpPr>
          <p:grpSpPr>
            <a:xfrm>
              <a:off x="1962572" y="3265479"/>
              <a:ext cx="2451592" cy="1447200"/>
              <a:chOff x="1962572" y="3265479"/>
              <a:chExt cx="2451592" cy="1447200"/>
            </a:xfrm>
          </p:grpSpPr>
          <p:grpSp>
            <p:nvGrpSpPr>
              <p:cNvPr id="400" name="그룹 399"/>
              <p:cNvGrpSpPr/>
              <p:nvPr/>
            </p:nvGrpSpPr>
            <p:grpSpPr>
              <a:xfrm>
                <a:off x="1962572" y="3265479"/>
                <a:ext cx="2451592" cy="1447200"/>
                <a:chOff x="1973294" y="4993571"/>
                <a:chExt cx="2451592" cy="1447200"/>
              </a:xfrm>
            </p:grpSpPr>
            <p:grpSp>
              <p:nvGrpSpPr>
                <p:cNvPr id="408" name="그룹 407"/>
                <p:cNvGrpSpPr/>
                <p:nvPr/>
              </p:nvGrpSpPr>
              <p:grpSpPr>
                <a:xfrm>
                  <a:off x="1973294" y="4993571"/>
                  <a:ext cx="2451592" cy="1447200"/>
                  <a:chOff x="6925791" y="2502421"/>
                  <a:chExt cx="2451592" cy="1447200"/>
                </a:xfrm>
              </p:grpSpPr>
              <p:grpSp>
                <p:nvGrpSpPr>
                  <p:cNvPr id="410" name="그룹 409"/>
                  <p:cNvGrpSpPr/>
                  <p:nvPr/>
                </p:nvGrpSpPr>
                <p:grpSpPr>
                  <a:xfrm>
                    <a:off x="6925791" y="2502421"/>
                    <a:ext cx="2451592" cy="1447200"/>
                    <a:chOff x="1976289" y="3438525"/>
                    <a:chExt cx="2451592" cy="1447200"/>
                  </a:xfrm>
                </p:grpSpPr>
                <p:sp>
                  <p:nvSpPr>
                    <p:cNvPr id="414" name="직사각형 413"/>
                    <p:cNvSpPr/>
                    <p:nvPr/>
                  </p:nvSpPr>
                  <p:spPr>
                    <a:xfrm>
                      <a:off x="2015881" y="3438525"/>
                      <a:ext cx="2412000" cy="1447200"/>
                    </a:xfrm>
                    <a:prstGeom prst="rect">
                      <a:avLst/>
                    </a:prstGeom>
                    <a:solidFill>
                      <a:srgbClr val="A1C756"/>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6" name="TextBox 415"/>
                    <p:cNvSpPr txBox="1"/>
                    <p:nvPr/>
                  </p:nvSpPr>
                  <p:spPr>
                    <a:xfrm>
                      <a:off x="1976289" y="3495457"/>
                      <a:ext cx="108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과목공지</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17" name="그룹 416"/>
                    <p:cNvGrpSpPr/>
                    <p:nvPr/>
                  </p:nvGrpSpPr>
                  <p:grpSpPr>
                    <a:xfrm>
                      <a:off x="2088727" y="3738512"/>
                      <a:ext cx="2286000" cy="1080000"/>
                      <a:chOff x="4709384" y="2912571"/>
                      <a:chExt cx="2286000" cy="1080000"/>
                    </a:xfrm>
                  </p:grpSpPr>
                  <p:sp>
                    <p:nvSpPr>
                      <p:cNvPr id="421" name="직사각형 420"/>
                      <p:cNvSpPr/>
                      <p:nvPr/>
                    </p:nvSpPr>
                    <p:spPr>
                      <a:xfrm>
                        <a:off x="4709384" y="2912571"/>
                        <a:ext cx="2286000" cy="1080000"/>
                      </a:xfrm>
                      <a:prstGeom prst="rect">
                        <a:avLst/>
                      </a:prstGeom>
                      <a:solidFill>
                        <a:srgbClr val="BED68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2" name="직사각형 421"/>
                      <p:cNvSpPr/>
                      <p:nvPr/>
                    </p:nvSpPr>
                    <p:spPr bwMode="auto">
                      <a:xfrm>
                        <a:off x="6943476" y="3037455"/>
                        <a:ext cx="18000" cy="828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423" name="직사각형 422"/>
                      <p:cNvSpPr/>
                      <p:nvPr/>
                    </p:nvSpPr>
                    <p:spPr bwMode="auto">
                      <a:xfrm>
                        <a:off x="6947668" y="3027930"/>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grpSp>
                <p:sp>
                  <p:nvSpPr>
                    <p:cNvPr id="418" name="TextBox 417"/>
                    <p:cNvSpPr txBox="1"/>
                    <p:nvPr/>
                  </p:nvSpPr>
                  <p:spPr>
                    <a:xfrm>
                      <a:off x="2210114" y="4442593"/>
                      <a:ext cx="1758495"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중간고사 기간 안내입니다</a:t>
                      </a:r>
                      <a:endParaRPr lang="en-US" altLang="ko-KR" sz="800" dirty="0" smtClean="0">
                        <a:solidFill>
                          <a:schemeClr val="tx1">
                            <a:lumMod val="75000"/>
                            <a:lumOff val="25000"/>
                          </a:schemeClr>
                        </a:solidFill>
                        <a:latin typeface="+mn-ea"/>
                        <a:ea typeface="+mn-ea"/>
                      </a:endParaRP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평생교육</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광고이미지</a:t>
                      </a:r>
                      <a:r>
                        <a:rPr lang="ko-KR" altLang="en-US" sz="700" dirty="0" smtClean="0">
                          <a:solidFill>
                            <a:schemeClr val="tx1">
                              <a:lumMod val="75000"/>
                              <a:lumOff val="25000"/>
                            </a:schemeClr>
                          </a:solidFill>
                          <a:latin typeface="+mn-ea"/>
                          <a:ea typeface="+mn-ea"/>
                        </a:rPr>
                        <a:t>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2025.06.21</a:t>
                      </a:r>
                    </a:p>
                  </p:txBody>
                </p:sp>
                <p:sp>
                  <p:nvSpPr>
                    <p:cNvPr id="419" name="TextBox 418"/>
                    <p:cNvSpPr txBox="1"/>
                    <p:nvPr/>
                  </p:nvSpPr>
                  <p:spPr>
                    <a:xfrm>
                      <a:off x="2201838" y="3824237"/>
                      <a:ext cx="1714564" cy="323165"/>
                    </a:xfrm>
                    <a:prstGeom prst="rect">
                      <a:avLst/>
                    </a:prstGeom>
                    <a:noFill/>
                  </p:spPr>
                  <p:txBody>
                    <a:bodyPr wrap="square"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학기 성적처리 기준 안내입</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 </a:t>
                      </a:r>
                      <a:endParaRPr lang="en-US" altLang="ko-KR" sz="800" dirty="0" smtClean="0">
                        <a:solidFill>
                          <a:schemeClr val="tx1">
                            <a:lumMod val="75000"/>
                            <a:lumOff val="25000"/>
                          </a:schemeClr>
                        </a:solidFill>
                        <a:latin typeface="+mn-ea"/>
                        <a:ea typeface="+mn-ea"/>
                      </a:endParaRPr>
                    </a:p>
                    <a:p>
                      <a:r>
                        <a:rPr lang="en-US" altLang="ko-KR" sz="700" dirty="0" smtClean="0">
                          <a:solidFill>
                            <a:schemeClr val="tx1">
                              <a:lumMod val="65000"/>
                              <a:lumOff val="35000"/>
                            </a:schemeClr>
                          </a:solidFill>
                          <a:latin typeface="+mn-ea"/>
                          <a:ea typeface="+mn-ea"/>
                        </a:rPr>
                        <a:t>2025.06.30</a:t>
                      </a:r>
                    </a:p>
                  </p:txBody>
                </p:sp>
                <p:sp>
                  <p:nvSpPr>
                    <p:cNvPr id="420" name="TextBox 419"/>
                    <p:cNvSpPr txBox="1"/>
                    <p:nvPr/>
                  </p:nvSpPr>
                  <p:spPr>
                    <a:xfrm>
                      <a:off x="2211459" y="4124761"/>
                      <a:ext cx="2051686" cy="323165"/>
                    </a:xfrm>
                    <a:prstGeom prst="rect">
                      <a:avLst/>
                    </a:prstGeom>
                    <a:noFill/>
                  </p:spPr>
                  <p:txBody>
                    <a:bodyPr wrap="square" rtlCol="0">
                      <a:spAutoFit/>
                    </a:bodyPr>
                    <a:lstStyle/>
                    <a:p>
                      <a:r>
                        <a:rPr lang="ko-KR" altLang="en-US" sz="800" dirty="0" smtClean="0">
                          <a:solidFill>
                            <a:schemeClr val="tx1">
                              <a:lumMod val="75000"/>
                              <a:lumOff val="25000"/>
                            </a:schemeClr>
                          </a:solidFill>
                          <a:latin typeface="+mn-ea"/>
                          <a:ea typeface="+mn-ea"/>
                        </a:rPr>
                        <a:t>퀴즈가 등록되었습니다</a:t>
                      </a:r>
                      <a:r>
                        <a:rPr lang="en-US" altLang="ko-KR" sz="800" dirty="0" smtClean="0">
                          <a:solidFill>
                            <a:schemeClr val="tx1">
                              <a:lumMod val="75000"/>
                              <a:lumOff val="25000"/>
                            </a:schemeClr>
                          </a:solidFill>
                          <a:latin typeface="+mn-ea"/>
                          <a:ea typeface="+mn-ea"/>
                        </a:rPr>
                        <a:t>.</a:t>
                      </a:r>
                    </a:p>
                    <a:p>
                      <a:r>
                        <a:rPr lang="en-US" altLang="ko-KR" sz="700" dirty="0" smtClean="0">
                          <a:solidFill>
                            <a:srgbClr val="0070C0"/>
                          </a:solidFill>
                          <a:latin typeface="+mn-ea"/>
                          <a:ea typeface="+mn-ea"/>
                        </a:rPr>
                        <a:t>[</a:t>
                      </a:r>
                      <a:r>
                        <a:rPr lang="ko-KR" altLang="en-US" sz="700" dirty="0" smtClean="0">
                          <a:solidFill>
                            <a:srgbClr val="0070C0"/>
                          </a:solidFill>
                          <a:latin typeface="+mn-ea"/>
                          <a:ea typeface="+mn-ea"/>
                        </a:rPr>
                        <a:t>대학원</a:t>
                      </a:r>
                      <a:r>
                        <a:rPr lang="en-US" altLang="ko-KR" sz="700" dirty="0" smtClean="0">
                          <a:solidFill>
                            <a:srgbClr val="0070C0"/>
                          </a:solidFill>
                          <a:latin typeface="+mn-ea"/>
                          <a:ea typeface="+mn-ea"/>
                        </a:rPr>
                        <a:t>] </a:t>
                      </a:r>
                      <a:r>
                        <a:rPr lang="ko-KR" altLang="en-US" sz="700" dirty="0" smtClean="0">
                          <a:solidFill>
                            <a:srgbClr val="0070C0"/>
                          </a:solidFill>
                          <a:latin typeface="+mn-ea"/>
                          <a:ea typeface="+mn-ea"/>
                        </a:rPr>
                        <a:t>데이터베이스 </a:t>
                      </a:r>
                      <a:r>
                        <a:rPr lang="en-US" altLang="ko-KR" sz="700" b="1" dirty="0" smtClean="0">
                          <a:solidFill>
                            <a:schemeClr val="tx1">
                              <a:lumMod val="50000"/>
                              <a:lumOff val="50000"/>
                            </a:schemeClr>
                          </a:solidFill>
                          <a:latin typeface="맑은 고딕" panose="020B0503020000020004" pitchFamily="50" charset="-127"/>
                          <a:ea typeface="맑은 고딕" panose="020B0503020000020004" pitchFamily="50" charset="-127"/>
                        </a:rPr>
                        <a:t>• </a:t>
                      </a:r>
                      <a:r>
                        <a:rPr lang="en-US" altLang="ko-KR" sz="700" dirty="0" smtClean="0">
                          <a:solidFill>
                            <a:schemeClr val="tx1">
                              <a:lumMod val="65000"/>
                              <a:lumOff val="35000"/>
                            </a:schemeClr>
                          </a:solidFill>
                          <a:latin typeface="+mn-ea"/>
                          <a:ea typeface="+mn-ea"/>
                        </a:rPr>
                        <a:t>2025.06.23</a:t>
                      </a:r>
                    </a:p>
                  </p:txBody>
                </p:sp>
              </p:grpSp>
              <p:sp>
                <p:nvSpPr>
                  <p:cNvPr id="413" name="직사각형 412"/>
                  <p:cNvSpPr/>
                  <p:nvPr/>
                </p:nvSpPr>
                <p:spPr>
                  <a:xfrm>
                    <a:off x="9138888" y="2581408"/>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405" name="순서도: 대체 처리 404"/>
                <p:cNvSpPr/>
                <p:nvPr/>
              </p:nvSpPr>
              <p:spPr bwMode="auto">
                <a:xfrm>
                  <a:off x="3886597" y="5435699"/>
                  <a:ext cx="396000" cy="144000"/>
                </a:xfrm>
                <a:prstGeom prst="flowChartAlternateProcess">
                  <a:avLst/>
                </a:prstGeom>
                <a:solidFill>
                  <a:schemeClr val="accent1">
                    <a:lumMod val="60000"/>
                    <a:lumOff val="40000"/>
                  </a:schemeClr>
                </a:solidFill>
                <a:ln w="6350" cap="flat" cmpd="sng" algn="ctr">
                  <a:solidFill>
                    <a:schemeClr val="accent1">
                      <a:lumMod val="60000"/>
                      <a:lumOff val="4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읽지않음</a:t>
                  </a:r>
                  <a:endParaRPr kumimoji="1" lang="ko-KR" altLang="en-US" sz="700" dirty="0">
                    <a:solidFill>
                      <a:schemeClr val="bg1"/>
                    </a:solidFill>
                    <a:latin typeface="+mn-ea"/>
                    <a:ea typeface="+mn-ea"/>
                    <a:cs typeface="Calibri" pitchFamily="34" charset="0"/>
                  </a:endParaRPr>
                </a:p>
              </p:txBody>
            </p:sp>
            <p:sp>
              <p:nvSpPr>
                <p:cNvPr id="406" name="순서도: 대체 처리 405"/>
                <p:cNvSpPr/>
                <p:nvPr/>
              </p:nvSpPr>
              <p:spPr bwMode="auto">
                <a:xfrm>
                  <a:off x="3882405" y="5767180"/>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sp>
              <p:nvSpPr>
                <p:cNvPr id="407" name="순서도: 대체 처리 406"/>
                <p:cNvSpPr/>
                <p:nvPr/>
              </p:nvSpPr>
              <p:spPr bwMode="auto">
                <a:xfrm>
                  <a:off x="3886597" y="6083787"/>
                  <a:ext cx="396000" cy="144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읽음</a:t>
                  </a:r>
                  <a:endParaRPr kumimoji="1" lang="ko-KR" altLang="en-US" sz="700" dirty="0">
                    <a:solidFill>
                      <a:schemeClr val="bg1"/>
                    </a:solidFill>
                    <a:latin typeface="+mn-ea"/>
                    <a:ea typeface="+mn-ea"/>
                    <a:cs typeface="Calibri" pitchFamily="34" charset="0"/>
                  </a:endParaRPr>
                </a:p>
              </p:txBody>
            </p:sp>
          </p:grpSp>
          <p:sp>
            <p:nvSpPr>
              <p:cNvPr id="401" name="직사각형 400"/>
              <p:cNvSpPr/>
              <p:nvPr/>
            </p:nvSpPr>
            <p:spPr>
              <a:xfrm>
                <a:off x="2072680" y="362853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2" name="직사각형 401"/>
              <p:cNvSpPr/>
              <p:nvPr/>
            </p:nvSpPr>
            <p:spPr>
              <a:xfrm>
                <a:off x="2072680" y="3943161"/>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sp>
            <p:nvSpPr>
              <p:cNvPr id="403" name="직사각형 402"/>
              <p:cNvSpPr/>
              <p:nvPr/>
            </p:nvSpPr>
            <p:spPr>
              <a:xfrm>
                <a:off x="2072680" y="4259188"/>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5" name="타원 424"/>
            <p:cNvSpPr/>
            <p:nvPr/>
          </p:nvSpPr>
          <p:spPr bwMode="auto">
            <a:xfrm>
              <a:off x="2082205" y="336651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grpSp>
        <p:nvGrpSpPr>
          <p:cNvPr id="11" name="그룹 10"/>
          <p:cNvGrpSpPr/>
          <p:nvPr/>
        </p:nvGrpSpPr>
        <p:grpSpPr>
          <a:xfrm>
            <a:off x="6975429" y="3260601"/>
            <a:ext cx="2451592" cy="1447394"/>
            <a:chOff x="6975429" y="3260601"/>
            <a:chExt cx="2451592" cy="1447394"/>
          </a:xfrm>
        </p:grpSpPr>
        <p:sp>
          <p:nvSpPr>
            <p:cNvPr id="682" name="직사각형 681"/>
            <p:cNvSpPr/>
            <p:nvPr/>
          </p:nvSpPr>
          <p:spPr>
            <a:xfrm>
              <a:off x="7015021" y="3260601"/>
              <a:ext cx="2412000" cy="1447394"/>
            </a:xfrm>
            <a:prstGeom prst="rect">
              <a:avLst/>
            </a:prstGeom>
            <a:solidFill>
              <a:srgbClr val="7B98CA"/>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683" name="TextBox 682"/>
            <p:cNvSpPr txBox="1"/>
            <p:nvPr/>
          </p:nvSpPr>
          <p:spPr>
            <a:xfrm>
              <a:off x="6975429" y="3295245"/>
              <a:ext cx="900000" cy="215444"/>
            </a:xfrm>
            <a:prstGeom prst="rect">
              <a:avLst/>
            </a:prstGeom>
            <a:noFill/>
          </p:spPr>
          <p:txBody>
            <a:bodyPr wrap="square" rtlCol="0">
              <a:spAutoFit/>
            </a:bodyPr>
            <a:lstStyle/>
            <a:p>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강</a:t>
              </a:r>
              <a:r>
                <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rPr>
                <a:t>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자료실</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14" name="직사각형 213"/>
            <p:cNvSpPr/>
            <p:nvPr/>
          </p:nvSpPr>
          <p:spPr>
            <a:xfrm>
              <a:off x="7084724" y="3558596"/>
              <a:ext cx="2286000" cy="1080000"/>
            </a:xfrm>
            <a:prstGeom prst="rect">
              <a:avLst/>
            </a:prstGeom>
            <a:solidFill>
              <a:schemeClr val="bg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5" name="직사각형 214"/>
            <p:cNvSpPr/>
            <p:nvPr/>
          </p:nvSpPr>
          <p:spPr bwMode="auto">
            <a:xfrm>
              <a:off x="9288195" y="3633208"/>
              <a:ext cx="18000" cy="936000"/>
            </a:xfrm>
            <a:prstGeom prst="rect">
              <a:avLst/>
            </a:prstGeom>
            <a:solidFill>
              <a:schemeClr val="bg1">
                <a:lumMod val="75000"/>
              </a:schemeClr>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216" name="직사각형 215"/>
            <p:cNvSpPr/>
            <p:nvPr/>
          </p:nvSpPr>
          <p:spPr bwMode="auto">
            <a:xfrm>
              <a:off x="9292387" y="3623683"/>
              <a:ext cx="18000" cy="108000"/>
            </a:xfrm>
            <a:prstGeom prst="rect">
              <a:avLst/>
            </a:prstGeom>
            <a:solidFill>
              <a:schemeClr val="bg1">
                <a:lumMod val="50000"/>
              </a:schemeClr>
            </a:solidFill>
            <a:ln w="6350" cap="flat" cmpd="sng" algn="ctr">
              <a:solidFill>
                <a:schemeClr val="bg1">
                  <a:lumMod val="50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ea typeface="+mn-ea"/>
                <a:cs typeface="Calibri" pitchFamily="34" charset="0"/>
              </a:endParaRPr>
            </a:p>
          </p:txBody>
        </p:sp>
        <p:sp>
          <p:nvSpPr>
            <p:cNvPr id="382" name="직사각형 381"/>
            <p:cNvSpPr/>
            <p:nvPr/>
          </p:nvSpPr>
          <p:spPr>
            <a:xfrm>
              <a:off x="9224632" y="3321441"/>
              <a:ext cx="180000" cy="162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altLang="ko-KR" sz="11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11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0" name="그룹 9"/>
            <p:cNvGrpSpPr/>
            <p:nvPr/>
          </p:nvGrpSpPr>
          <p:grpSpPr>
            <a:xfrm>
              <a:off x="7057972" y="3609482"/>
              <a:ext cx="2186885" cy="330462"/>
              <a:chOff x="7057972" y="3609482"/>
              <a:chExt cx="2186885" cy="330462"/>
            </a:xfrm>
          </p:grpSpPr>
          <p:sp>
            <p:nvSpPr>
              <p:cNvPr id="695" name="TextBox 694"/>
              <p:cNvSpPr txBox="1"/>
              <p:nvPr/>
            </p:nvSpPr>
            <p:spPr>
              <a:xfrm>
                <a:off x="7151340" y="3616779"/>
                <a:ext cx="1831842" cy="323165"/>
              </a:xfrm>
              <a:prstGeom prst="rect">
                <a:avLst/>
              </a:prstGeom>
              <a:noFill/>
            </p:spPr>
            <p:txBody>
              <a:bodyPr wrap="square" rIns="0" rtlCol="0">
                <a:spAutoFit/>
              </a:bodyPr>
              <a:lstStyle/>
              <a:p>
                <a:r>
                  <a:rPr lang="en-US" altLang="ko-KR" sz="800" dirty="0" smtClean="0">
                    <a:solidFill>
                      <a:schemeClr val="tx1">
                        <a:lumMod val="75000"/>
                        <a:lumOff val="25000"/>
                      </a:schemeClr>
                    </a:solidFill>
                    <a:latin typeface="+mn-ea"/>
                    <a:ea typeface="+mn-ea"/>
                  </a:rPr>
                  <a:t>1</a:t>
                </a:r>
                <a:r>
                  <a:rPr lang="ko-KR" altLang="en-US" sz="800" dirty="0" smtClean="0">
                    <a:solidFill>
                      <a:schemeClr val="tx1">
                        <a:lumMod val="75000"/>
                        <a:lumOff val="25000"/>
                      </a:schemeClr>
                    </a:solidFill>
                    <a:latin typeface="+mn-ea"/>
                    <a:ea typeface="+mn-ea"/>
                  </a:rPr>
                  <a:t>주차 강의자료 업로드</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696" name="순서도: 대체 처리 695"/>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9" name="직사각형 8"/>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1" name="그룹 390"/>
            <p:cNvGrpSpPr/>
            <p:nvPr/>
          </p:nvGrpSpPr>
          <p:grpSpPr>
            <a:xfrm>
              <a:off x="7058020" y="3938251"/>
              <a:ext cx="2186885" cy="330462"/>
              <a:chOff x="7057972" y="3609482"/>
              <a:chExt cx="2186885" cy="330462"/>
            </a:xfrm>
          </p:grpSpPr>
          <p:sp>
            <p:nvSpPr>
              <p:cNvPr id="392" name="TextBox 391"/>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데이터베이스 활용 자료입니다</a:t>
                </a:r>
                <a:r>
                  <a:rPr lang="en-US" altLang="ko-KR" sz="800" dirty="0" smtClean="0">
                    <a:solidFill>
                      <a:schemeClr val="tx1">
                        <a:lumMod val="75000"/>
                        <a:lumOff val="25000"/>
                      </a:schemeClr>
                    </a:solidFill>
                    <a:latin typeface="+mn-ea"/>
                    <a:ea typeface="+mn-ea"/>
                  </a:rPr>
                  <a:t>.</a:t>
                </a:r>
              </a:p>
              <a:p>
                <a:r>
                  <a:rPr lang="en-US" altLang="ko-KR" sz="700" dirty="0" smtClean="0">
                    <a:solidFill>
                      <a:schemeClr val="bg1">
                        <a:lumMod val="50000"/>
                      </a:schemeClr>
                    </a:solidFill>
                    <a:latin typeface="+mn-ea"/>
                    <a:ea typeface="+mn-ea"/>
                  </a:rPr>
                  <a:t>2025.06.23</a:t>
                </a:r>
              </a:p>
            </p:txBody>
          </p:sp>
          <p:sp>
            <p:nvSpPr>
              <p:cNvPr id="393" name="순서도: 대체 처리 392"/>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4" name="직사각형 393"/>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grpSp>
          <p:nvGrpSpPr>
            <p:cNvPr id="395" name="그룹 394"/>
            <p:cNvGrpSpPr/>
            <p:nvPr/>
          </p:nvGrpSpPr>
          <p:grpSpPr>
            <a:xfrm>
              <a:off x="7065615" y="4275049"/>
              <a:ext cx="2186885" cy="330462"/>
              <a:chOff x="7057972" y="3609482"/>
              <a:chExt cx="2186885" cy="330462"/>
            </a:xfrm>
          </p:grpSpPr>
          <p:sp>
            <p:nvSpPr>
              <p:cNvPr id="396" name="TextBox 395"/>
              <p:cNvSpPr txBox="1"/>
              <p:nvPr/>
            </p:nvSpPr>
            <p:spPr>
              <a:xfrm>
                <a:off x="7151340" y="3616779"/>
                <a:ext cx="1831842" cy="323165"/>
              </a:xfrm>
              <a:prstGeom prst="rect">
                <a:avLst/>
              </a:prstGeom>
              <a:noFill/>
            </p:spPr>
            <p:txBody>
              <a:bodyPr wrap="square" rIns="0" rtlCol="0">
                <a:spAutoFit/>
              </a:bodyPr>
              <a:lstStyle/>
              <a:p>
                <a:r>
                  <a:rPr lang="ko-KR" altLang="en-US" sz="800" dirty="0" smtClean="0">
                    <a:solidFill>
                      <a:schemeClr val="tx1">
                        <a:lumMod val="75000"/>
                        <a:lumOff val="25000"/>
                      </a:schemeClr>
                    </a:solidFill>
                    <a:latin typeface="+mn-ea"/>
                    <a:ea typeface="+mn-ea"/>
                  </a:rPr>
                  <a:t>튜닝 예제 모음집</a:t>
                </a:r>
                <a:endParaRPr lang="en-US" altLang="ko-KR" sz="800" dirty="0" smtClean="0">
                  <a:solidFill>
                    <a:schemeClr val="tx1">
                      <a:lumMod val="75000"/>
                      <a:lumOff val="25000"/>
                    </a:schemeClr>
                  </a:solidFill>
                  <a:latin typeface="+mn-ea"/>
                  <a:ea typeface="+mn-ea"/>
                </a:endParaRPr>
              </a:p>
              <a:p>
                <a:r>
                  <a:rPr lang="en-US" altLang="ko-KR" sz="700" dirty="0" smtClean="0">
                    <a:solidFill>
                      <a:schemeClr val="bg1">
                        <a:lumMod val="50000"/>
                      </a:schemeClr>
                    </a:solidFill>
                    <a:latin typeface="+mn-ea"/>
                    <a:ea typeface="+mn-ea"/>
                  </a:rPr>
                  <a:t>2025.06.23</a:t>
                </a:r>
              </a:p>
            </p:txBody>
          </p:sp>
          <p:sp>
            <p:nvSpPr>
              <p:cNvPr id="397" name="순서도: 대체 처리 396"/>
              <p:cNvSpPr/>
              <p:nvPr/>
            </p:nvSpPr>
            <p:spPr bwMode="auto">
              <a:xfrm>
                <a:off x="8812857" y="3697685"/>
                <a:ext cx="432000" cy="144000"/>
              </a:xfrm>
              <a:prstGeom prst="flowChartAlternateProcess">
                <a:avLst/>
              </a:prstGeom>
              <a:solidFill>
                <a:srgbClr val="0070C0"/>
              </a:solidFill>
              <a:ln w="6350" cap="flat" cmpd="sng" algn="ctr">
                <a:no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다운로드</a:t>
                </a:r>
                <a:endParaRPr kumimoji="1" lang="ko-KR" altLang="en-US" sz="750" dirty="0">
                  <a:solidFill>
                    <a:schemeClr val="bg1"/>
                  </a:solidFill>
                  <a:latin typeface="+mn-ea"/>
                  <a:ea typeface="+mn-ea"/>
                  <a:cs typeface="Calibri" pitchFamily="34" charset="0"/>
                </a:endParaRPr>
              </a:p>
            </p:txBody>
          </p:sp>
          <p:sp>
            <p:nvSpPr>
              <p:cNvPr id="398" name="직사각형 397"/>
              <p:cNvSpPr/>
              <p:nvPr/>
            </p:nvSpPr>
            <p:spPr>
              <a:xfrm>
                <a:off x="7057972" y="3609482"/>
                <a:ext cx="227948" cy="215444"/>
              </a:xfrm>
              <a:prstGeom prst="rect">
                <a:avLst/>
              </a:prstGeom>
            </p:spPr>
            <p:txBody>
              <a:bodyPr wrap="none">
                <a:spAutoFit/>
              </a:bodyPr>
              <a:lstStyle/>
              <a:p>
                <a:r>
                  <a:rPr lang="en-US" altLang="ko-KR" sz="800" b="1" dirty="0">
                    <a:solidFill>
                      <a:srgbClr val="00B0F0"/>
                    </a:solidFill>
                    <a:latin typeface="맑은 고딕" panose="020B0503020000020004" pitchFamily="50" charset="-127"/>
                    <a:ea typeface="맑은 고딕" panose="020B0503020000020004" pitchFamily="50" charset="-127"/>
                  </a:rPr>
                  <a:t>•</a:t>
                </a:r>
                <a:endParaRPr lang="ko-KR" altLang="en-US" dirty="0">
                  <a:solidFill>
                    <a:srgbClr val="00B0F0"/>
                  </a:solidFill>
                </a:endParaRPr>
              </a:p>
            </p:txBody>
          </p:sp>
        </p:grpSp>
        <p:sp>
          <p:nvSpPr>
            <p:cNvPr id="426" name="타원 425"/>
            <p:cNvSpPr/>
            <p:nvPr/>
          </p:nvSpPr>
          <p:spPr bwMode="auto">
            <a:xfrm>
              <a:off x="7094190" y="3347467"/>
              <a:ext cx="108000" cy="108000"/>
            </a:xfrm>
            <a:prstGeom prst="ellipse">
              <a:avLst/>
            </a:prstGeom>
            <a:solidFill>
              <a:srgbClr val="FFC00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endParaRPr kumimoji="1" lang="ko-KR" altLang="en-US" sz="700" dirty="0">
                <a:solidFill>
                  <a:schemeClr val="bg1"/>
                </a:solidFill>
                <a:latin typeface="+mn-ea"/>
                <a:cs typeface="Calibri" pitchFamily="34" charset="0"/>
              </a:endParaRPr>
            </a:p>
          </p:txBody>
        </p:sp>
      </p:grpSp>
      <p:pic>
        <p:nvPicPr>
          <p:cNvPr id="22"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392311"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36512" y="5336466"/>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89102" y="5335941"/>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407952"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7"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22608"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8"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7527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9"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708780" y="5338523"/>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49770"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5"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68437"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7"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9457"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459942"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9"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776104" y="5337232"/>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136589" y="5346757"/>
            <a:ext cx="126000" cy="12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1" name="직사각형 440"/>
          <p:cNvSpPr/>
          <p:nvPr/>
        </p:nvSpPr>
        <p:spPr>
          <a:xfrm>
            <a:off x="7948761" y="5327667"/>
            <a:ext cx="1408328" cy="352800"/>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중간고사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2025.05.12 </a:t>
            </a:r>
            <a:r>
              <a:rPr lang="en-US" altLang="ko-KR" sz="700" b="1" dirty="0" smtClean="0">
                <a:solidFill>
                  <a:schemeClr val="bg1"/>
                </a:solidFill>
                <a:latin typeface="맑은 고딕" panose="020B0503020000020004" pitchFamily="50" charset="-127"/>
                <a:ea typeface="맑은 고딕" panose="020B0503020000020004" pitchFamily="50" charset="-127"/>
              </a:rPr>
              <a:t>16:00 </a:t>
            </a: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a:t>
            </a:r>
            <a:endParaRPr lang="en-US" altLang="ko-KR" sz="700" dirty="0">
              <a:solidFill>
                <a:schemeClr val="bg1">
                  <a:lumMod val="85000"/>
                </a:schemeClr>
              </a:solidFill>
              <a:latin typeface="맑은 고딕" panose="020B0503020000020004" pitchFamily="50" charset="-127"/>
              <a:ea typeface="맑은 고딕" panose="020B0503020000020004" pitchFamily="50" charset="-127"/>
            </a:endParaRPr>
          </a:p>
          <a:p>
            <a:pPr>
              <a:lnSpc>
                <a:spcPct val="150000"/>
              </a:lnSpc>
            </a:pPr>
            <a:r>
              <a:rPr lang="ko-KR" altLang="en-US" sz="700" dirty="0" smtClean="0">
                <a:solidFill>
                  <a:schemeClr val="bg1">
                    <a:lumMod val="85000"/>
                  </a:schemeClr>
                </a:solidFill>
                <a:latin typeface="맑은 고딕" panose="020B0503020000020004" pitchFamily="50" charset="-127"/>
                <a:ea typeface="맑은 고딕" panose="020B0503020000020004" pitchFamily="50" charset="-127"/>
              </a:rPr>
              <a:t>      기말고사 </a:t>
            </a:r>
            <a:r>
              <a:rPr lang="en-US" altLang="ko-KR" sz="700" dirty="0">
                <a:solidFill>
                  <a:schemeClr val="bg1">
                    <a:lumMod val="85000"/>
                  </a:schemeClr>
                </a:solidFill>
                <a:latin typeface="맑은 고딕" panose="020B0503020000020004" pitchFamily="50" charset="-127"/>
                <a:ea typeface="맑은 고딕" panose="020B0503020000020004" pitchFamily="50" charset="-127"/>
              </a:rPr>
              <a:t>: </a:t>
            </a:r>
            <a:r>
              <a:rPr lang="en-US" altLang="ko-KR" sz="700" b="1" dirty="0">
                <a:solidFill>
                  <a:schemeClr val="bg1"/>
                </a:solidFill>
                <a:latin typeface="맑은 고딕" panose="020B0503020000020004" pitchFamily="50" charset="-127"/>
                <a:ea typeface="맑은 고딕" panose="020B0503020000020004" pitchFamily="50" charset="-127"/>
              </a:rPr>
              <a:t>2025.07.02 </a:t>
            </a:r>
            <a:r>
              <a:rPr lang="en-US" altLang="ko-KR" sz="700" b="1" dirty="0" smtClean="0">
                <a:solidFill>
                  <a:schemeClr val="bg1"/>
                </a:solidFill>
                <a:latin typeface="맑은 고딕" panose="020B0503020000020004" pitchFamily="50" charset="-127"/>
                <a:ea typeface="맑은 고딕" panose="020B0503020000020004" pitchFamily="50" charset="-127"/>
              </a:rPr>
              <a:t>17:00</a:t>
            </a:r>
            <a:endParaRPr lang="ko-KR" altLang="en-US" sz="700" b="1" dirty="0">
              <a:solidFill>
                <a:schemeClr val="bg1"/>
              </a:solidFill>
              <a:latin typeface="맑은 고딕" panose="020B0503020000020004" pitchFamily="50" charset="-127"/>
              <a:ea typeface="맑은 고딕" panose="020B0503020000020004" pitchFamily="50" charset="-127"/>
            </a:endParaRPr>
          </a:p>
        </p:txBody>
      </p:sp>
      <p:sp>
        <p:nvSpPr>
          <p:cNvPr id="606" name="직사각형 605"/>
          <p:cNvSpPr/>
          <p:nvPr/>
        </p:nvSpPr>
        <p:spPr>
          <a:xfrm>
            <a:off x="2109426" y="6212145"/>
            <a:ext cx="7237203" cy="2761471"/>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1" name="직사각형 72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722" name="TextBox 72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39" name="TextBox 838"/>
          <p:cNvSpPr txBox="1"/>
          <p:nvPr/>
        </p:nvSpPr>
        <p:spPr>
          <a:xfrm>
            <a:off x="3687713" y="6352940"/>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2025.03.05 ~ 2025.03.16 / 106</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842" name="그룹 841"/>
          <p:cNvGrpSpPr/>
          <p:nvPr/>
        </p:nvGrpSpPr>
        <p:grpSpPr>
          <a:xfrm>
            <a:off x="3036487" y="6380731"/>
            <a:ext cx="612156" cy="133200"/>
            <a:chOff x="2214512" y="5085184"/>
            <a:chExt cx="612156" cy="133200"/>
          </a:xfrm>
        </p:grpSpPr>
        <p:sp>
          <p:nvSpPr>
            <p:cNvPr id="846" name="순서도: 대체 처리 845"/>
            <p:cNvSpPr/>
            <p:nvPr/>
          </p:nvSpPr>
          <p:spPr bwMode="auto">
            <a:xfrm>
              <a:off x="2214512" y="5090509"/>
              <a:ext cx="288000" cy="126000"/>
            </a:xfrm>
            <a:prstGeom prst="flowChartAlternateProcess">
              <a:avLst/>
            </a:prstGeom>
            <a:solidFill>
              <a:schemeClr val="bg1">
                <a:lumMod val="65000"/>
              </a:schemeClr>
            </a:solidFill>
            <a:ln w="6350" cap="flat" cmpd="sng" algn="ctr">
              <a:solidFill>
                <a:schemeClr val="bg1">
                  <a:lumMod val="6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마감</a:t>
              </a:r>
              <a:endParaRPr kumimoji="1" lang="ko-KR" altLang="en-US" sz="750" dirty="0">
                <a:solidFill>
                  <a:schemeClr val="bg1"/>
                </a:solidFill>
                <a:latin typeface="+mn-ea"/>
                <a:ea typeface="+mn-ea"/>
                <a:cs typeface="Calibri" pitchFamily="34" charset="0"/>
              </a:endParaRPr>
            </a:p>
          </p:txBody>
        </p:sp>
        <p:sp>
          <p:nvSpPr>
            <p:cNvPr id="847" name="순서도: 대체 처리 846"/>
            <p:cNvSpPr/>
            <p:nvPr/>
          </p:nvSpPr>
          <p:spPr bwMode="auto">
            <a:xfrm>
              <a:off x="2538668" y="5085184"/>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pic>
        <p:nvPicPr>
          <p:cNvPr id="843" name="Picture 11"/>
          <p:cNvPicPr preferRelativeResize="0">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82959" y="6417430"/>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4" name="순서도: 대체 처리 843"/>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nvGrpSpPr>
          <p:cNvPr id="610" name="그룹 609"/>
          <p:cNvGrpSpPr/>
          <p:nvPr/>
        </p:nvGrpSpPr>
        <p:grpSpPr>
          <a:xfrm>
            <a:off x="2273846" y="7508321"/>
            <a:ext cx="6886800" cy="288000"/>
            <a:chOff x="2273846" y="7508321"/>
            <a:chExt cx="6886800" cy="288000"/>
          </a:xfrm>
        </p:grpSpPr>
        <p:grpSp>
          <p:nvGrpSpPr>
            <p:cNvPr id="678" name="그룹 677"/>
            <p:cNvGrpSpPr/>
            <p:nvPr/>
          </p:nvGrpSpPr>
          <p:grpSpPr>
            <a:xfrm>
              <a:off x="2273846" y="7508321"/>
              <a:ext cx="6886800" cy="288000"/>
              <a:chOff x="2273846" y="7508321"/>
              <a:chExt cx="6886800" cy="288000"/>
            </a:xfrm>
          </p:grpSpPr>
          <p:sp>
            <p:nvSpPr>
              <p:cNvPr id="697" name="모서리가 둥근 직사각형 696"/>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98" name="그룹 697"/>
              <p:cNvGrpSpPr/>
              <p:nvPr/>
            </p:nvGrpSpPr>
            <p:grpSpPr>
              <a:xfrm>
                <a:off x="2341662" y="7546389"/>
                <a:ext cx="2131465" cy="215444"/>
                <a:chOff x="1473374" y="5614171"/>
                <a:chExt cx="2131465" cy="215444"/>
              </a:xfrm>
            </p:grpSpPr>
            <p:sp>
              <p:nvSpPr>
                <p:cNvPr id="706" name="직사각형 70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관계형 모델로 변환해보기</a:t>
                  </a:r>
                  <a:endParaRPr lang="ko-KR" altLang="en-US" sz="800" dirty="0">
                    <a:solidFill>
                      <a:schemeClr val="tx1">
                        <a:lumMod val="75000"/>
                        <a:lumOff val="25000"/>
                      </a:schemeClr>
                    </a:solidFill>
                    <a:latin typeface="+mn-ea"/>
                    <a:ea typeface="+mn-ea"/>
                  </a:endParaRPr>
                </a:p>
              </p:txBody>
            </p:sp>
            <p:sp>
              <p:nvSpPr>
                <p:cNvPr id="720" name="순서도: 대체 처리 719"/>
                <p:cNvSpPr/>
                <p:nvPr/>
              </p:nvSpPr>
              <p:spPr bwMode="auto">
                <a:xfrm>
                  <a:off x="1473374" y="5652801"/>
                  <a:ext cx="360000" cy="126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lang="ko-KR" altLang="en-US" sz="750" dirty="0" smtClean="0">
                      <a:solidFill>
                        <a:schemeClr val="bg1"/>
                      </a:solidFill>
                      <a:latin typeface="+mn-ea"/>
                      <a:ea typeface="+mn-ea"/>
                      <a:cs typeface="Calibri" pitchFamily="34" charset="0"/>
                    </a:rPr>
                    <a:t>과</a:t>
                  </a:r>
                  <a:r>
                    <a:rPr lang="ko-KR" altLang="en-US" sz="750" dirty="0">
                      <a:solidFill>
                        <a:schemeClr val="bg1"/>
                      </a:solidFill>
                      <a:latin typeface="+mn-ea"/>
                      <a:ea typeface="+mn-ea"/>
                      <a:cs typeface="Calibri" pitchFamily="34" charset="0"/>
                    </a:rPr>
                    <a:t>제</a:t>
                  </a:r>
                  <a:endParaRPr kumimoji="1" lang="ko-KR" altLang="en-US" sz="750" dirty="0">
                    <a:solidFill>
                      <a:schemeClr val="bg1"/>
                    </a:solidFill>
                    <a:latin typeface="+mn-ea"/>
                    <a:ea typeface="+mn-ea"/>
                    <a:cs typeface="Calibri" pitchFamily="34" charset="0"/>
                  </a:endParaRPr>
                </a:p>
              </p:txBody>
            </p:sp>
          </p:grpSp>
          <p:sp>
            <p:nvSpPr>
              <p:cNvPr id="700" name="순서도: 대체 처리 699"/>
              <p:cNvSpPr/>
              <p:nvPr/>
            </p:nvSpPr>
            <p:spPr bwMode="auto">
              <a:xfrm>
                <a:off x="8366023" y="755995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과제제출 </a:t>
                </a:r>
                <a:endParaRPr kumimoji="1" lang="ko-KR" altLang="en-US" sz="750" dirty="0">
                  <a:solidFill>
                    <a:schemeClr val="bg1"/>
                  </a:solidFill>
                  <a:latin typeface="+mn-ea"/>
                  <a:ea typeface="+mn-ea"/>
                  <a:cs typeface="Calibri" pitchFamily="34" charset="0"/>
                </a:endParaRPr>
              </a:p>
            </p:txBody>
          </p:sp>
          <p:sp>
            <p:nvSpPr>
              <p:cNvPr id="705" name="TextBox 704"/>
              <p:cNvSpPr txBox="1"/>
              <p:nvPr/>
            </p:nvSpPr>
            <p:spPr>
              <a:xfrm>
                <a:off x="5701490"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sp>
          <p:nvSpPr>
            <p:cNvPr id="679" name="직사각형 678"/>
            <p:cNvSpPr/>
            <p:nvPr/>
          </p:nvSpPr>
          <p:spPr>
            <a:xfrm>
              <a:off x="8778949" y="753345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1" name="그룹 610"/>
          <p:cNvGrpSpPr/>
          <p:nvPr/>
        </p:nvGrpSpPr>
        <p:grpSpPr>
          <a:xfrm>
            <a:off x="2273846" y="7868361"/>
            <a:ext cx="6886800" cy="288000"/>
            <a:chOff x="2273846" y="7868361"/>
            <a:chExt cx="6886800" cy="288000"/>
          </a:xfrm>
        </p:grpSpPr>
        <p:grpSp>
          <p:nvGrpSpPr>
            <p:cNvPr id="643" name="그룹 642"/>
            <p:cNvGrpSpPr/>
            <p:nvPr/>
          </p:nvGrpSpPr>
          <p:grpSpPr>
            <a:xfrm>
              <a:off x="2273846" y="7868361"/>
              <a:ext cx="6886800" cy="288000"/>
              <a:chOff x="2273846" y="7868361"/>
              <a:chExt cx="6886800" cy="288000"/>
            </a:xfrm>
          </p:grpSpPr>
          <p:sp>
            <p:nvSpPr>
              <p:cNvPr id="671" name="모서리가 둥근 직사각형 670"/>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73" name="그룹 672"/>
              <p:cNvGrpSpPr/>
              <p:nvPr/>
            </p:nvGrpSpPr>
            <p:grpSpPr>
              <a:xfrm>
                <a:off x="2341662" y="7906429"/>
                <a:ext cx="2131465" cy="215444"/>
                <a:chOff x="1473374" y="5614171"/>
                <a:chExt cx="2131465" cy="215444"/>
              </a:xfrm>
            </p:grpSpPr>
            <p:sp>
              <p:nvSpPr>
                <p:cNvPr id="676" name="직사각형 675"/>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찬반토</a:t>
                  </a:r>
                  <a:r>
                    <a:rPr lang="ko-KR" altLang="en-US" sz="800" dirty="0">
                      <a:solidFill>
                        <a:schemeClr val="tx1">
                          <a:lumMod val="75000"/>
                          <a:lumOff val="25000"/>
                        </a:schemeClr>
                      </a:solidFill>
                      <a:latin typeface="+mn-ea"/>
                      <a:ea typeface="+mn-ea"/>
                    </a:rPr>
                    <a:t>론</a:t>
                  </a:r>
                </a:p>
              </p:txBody>
            </p:sp>
            <p:sp>
              <p:nvSpPr>
                <p:cNvPr id="677" name="순서도: 대체 처리 676"/>
                <p:cNvSpPr/>
                <p:nvPr/>
              </p:nvSpPr>
              <p:spPr bwMode="auto">
                <a:xfrm>
                  <a:off x="1473374" y="5652801"/>
                  <a:ext cx="360000" cy="126000"/>
                </a:xfrm>
                <a:prstGeom prst="flowChartAlternateProcess">
                  <a:avLst/>
                </a:prstGeom>
                <a:solidFill>
                  <a:srgbClr val="8A3CC4"/>
                </a:solidFill>
                <a:ln w="6350" cap="flat" cmpd="sng" algn="ctr">
                  <a:solidFill>
                    <a:srgbClr val="8A3CC4"/>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토론</a:t>
                  </a:r>
                  <a:endParaRPr kumimoji="1" lang="ko-KR" altLang="en-US" sz="750" dirty="0">
                    <a:solidFill>
                      <a:schemeClr val="bg1"/>
                    </a:solidFill>
                    <a:latin typeface="+mn-ea"/>
                    <a:ea typeface="+mn-ea"/>
                    <a:cs typeface="Calibri" pitchFamily="34" charset="0"/>
                  </a:endParaRPr>
                </a:p>
              </p:txBody>
            </p:sp>
          </p:grpSp>
          <p:sp>
            <p:nvSpPr>
              <p:cNvPr id="674" name="TextBox 673"/>
              <p:cNvSpPr txBox="1"/>
              <p:nvPr/>
            </p:nvSpPr>
            <p:spPr>
              <a:xfrm>
                <a:off x="6052170" y="7902237"/>
                <a:ext cx="2165444" cy="215444"/>
              </a:xfrm>
              <a:prstGeom prst="rect">
                <a:avLst/>
              </a:prstGeom>
              <a:noFill/>
            </p:spPr>
            <p:txBody>
              <a:bodyPr wrap="square" lIns="0" rIns="0" rtlCol="0">
                <a:spAutoFit/>
              </a:bodyPr>
              <a:lstStyle/>
              <a:p>
                <a:pPr algn="r"/>
                <a:r>
                  <a:rPr lang="ko-KR" altLang="en-US" sz="750" dirty="0">
                    <a:solidFill>
                      <a:schemeClr val="tx1">
                        <a:lumMod val="50000"/>
                        <a:lumOff val="50000"/>
                      </a:schemeClr>
                    </a:solidFill>
                    <a:latin typeface="맑은 고딕" panose="020B0503020000020004" pitchFamily="50" charset="-127"/>
                    <a:ea typeface="맑은 고딕" panose="020B0503020000020004" pitchFamily="50" charset="-127"/>
                  </a:rPr>
                  <a:t>기간 </a:t>
                </a:r>
                <a:r>
                  <a:rPr lang="en-US" altLang="ko-KR" sz="750" b="1" dirty="0">
                    <a:solidFill>
                      <a:schemeClr val="tx1">
                        <a:lumMod val="75000"/>
                        <a:lumOff val="25000"/>
                      </a:schemeClr>
                    </a:solidFill>
                    <a:latin typeface="맑은 고딕" panose="020B0503020000020004" pitchFamily="50" charset="-127"/>
                    <a:ea typeface="맑은 고딕" panose="020B0503020000020004" pitchFamily="50" charset="-127"/>
                  </a:rPr>
                  <a:t>2025.03.06 10:00 ~ 2025.04.12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675" name="순서도: 대체 처리 674"/>
              <p:cNvSpPr/>
              <p:nvPr/>
            </p:nvSpPr>
            <p:spPr bwMode="auto">
              <a:xfrm>
                <a:off x="8361759" y="79199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토론참여</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44" name="직사각형 643"/>
            <p:cNvSpPr/>
            <p:nvPr/>
          </p:nvSpPr>
          <p:spPr>
            <a:xfrm>
              <a:off x="8778949" y="78940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nvGrpSpPr>
          <p:cNvPr id="612" name="그룹 611"/>
          <p:cNvGrpSpPr/>
          <p:nvPr/>
        </p:nvGrpSpPr>
        <p:grpSpPr>
          <a:xfrm>
            <a:off x="2269654" y="8218876"/>
            <a:ext cx="6886800" cy="288000"/>
            <a:chOff x="2269654" y="8218876"/>
            <a:chExt cx="6886800" cy="288000"/>
          </a:xfrm>
        </p:grpSpPr>
        <p:grpSp>
          <p:nvGrpSpPr>
            <p:cNvPr id="626" name="그룹 625"/>
            <p:cNvGrpSpPr/>
            <p:nvPr/>
          </p:nvGrpSpPr>
          <p:grpSpPr>
            <a:xfrm>
              <a:off x="2269654" y="8218876"/>
              <a:ext cx="6886800" cy="288000"/>
              <a:chOff x="2269654" y="8218876"/>
              <a:chExt cx="6886800" cy="288000"/>
            </a:xfrm>
          </p:grpSpPr>
          <p:sp>
            <p:nvSpPr>
              <p:cNvPr id="628" name="모서리가 둥근 직사각형 627"/>
              <p:cNvSpPr/>
              <p:nvPr/>
            </p:nvSpPr>
            <p:spPr>
              <a:xfrm>
                <a:off x="2269654" y="8218876"/>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9" name="그룹 628"/>
              <p:cNvGrpSpPr/>
              <p:nvPr/>
            </p:nvGrpSpPr>
            <p:grpSpPr>
              <a:xfrm>
                <a:off x="2337470" y="8256944"/>
                <a:ext cx="2981095" cy="215444"/>
                <a:chOff x="1473374" y="5614171"/>
                <a:chExt cx="2981095" cy="215444"/>
              </a:xfrm>
            </p:grpSpPr>
            <p:sp>
              <p:nvSpPr>
                <p:cNvPr id="631" name="직사각형 630"/>
                <p:cNvSpPr/>
                <p:nvPr/>
              </p:nvSpPr>
              <p:spPr>
                <a:xfrm>
                  <a:off x="1804839" y="5614171"/>
                  <a:ext cx="2649630" cy="215444"/>
                </a:xfrm>
                <a:prstGeom prst="rect">
                  <a:avLst/>
                </a:prstGeom>
              </p:spPr>
              <p:txBody>
                <a:bodyPr wrap="square">
                  <a:spAutoFit/>
                </a:bodyPr>
                <a:lstStyle/>
                <a:p>
                  <a:r>
                    <a:rPr lang="en-US" altLang="ko-KR" sz="800" dirty="0" smtClean="0">
                      <a:solidFill>
                        <a:schemeClr val="bg1">
                          <a:lumMod val="50000"/>
                        </a:schemeClr>
                      </a:solidFill>
                      <a:latin typeface="+mn-ea"/>
                      <a:ea typeface="+mn-ea"/>
                    </a:rPr>
                    <a:t>PDF</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632" name="순서도: 대체 처리 631"/>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30" name="순서도: 대체 처리 629"/>
              <p:cNvSpPr/>
              <p:nvPr/>
            </p:nvSpPr>
            <p:spPr bwMode="auto">
              <a:xfrm>
                <a:off x="8361831" y="828003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2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860482" y="8317077"/>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13" name="그룹 612"/>
          <p:cNvGrpSpPr/>
          <p:nvPr/>
        </p:nvGrpSpPr>
        <p:grpSpPr>
          <a:xfrm>
            <a:off x="2269654" y="8569391"/>
            <a:ext cx="6886800" cy="288000"/>
            <a:chOff x="2269654" y="8569391"/>
            <a:chExt cx="6886800" cy="288000"/>
          </a:xfrm>
        </p:grpSpPr>
        <p:grpSp>
          <p:nvGrpSpPr>
            <p:cNvPr id="614" name="그룹 613"/>
            <p:cNvGrpSpPr/>
            <p:nvPr/>
          </p:nvGrpSpPr>
          <p:grpSpPr>
            <a:xfrm>
              <a:off x="2269654" y="8569391"/>
              <a:ext cx="6886800" cy="288000"/>
              <a:chOff x="2269654" y="8569391"/>
              <a:chExt cx="6886800" cy="288000"/>
            </a:xfrm>
          </p:grpSpPr>
          <p:sp>
            <p:nvSpPr>
              <p:cNvPr id="621" name="모서리가 둥근 직사각형 620"/>
              <p:cNvSpPr/>
              <p:nvPr/>
            </p:nvSpPr>
            <p:spPr>
              <a:xfrm>
                <a:off x="2269654" y="856939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622" name="그룹 621"/>
              <p:cNvGrpSpPr/>
              <p:nvPr/>
            </p:nvGrpSpPr>
            <p:grpSpPr>
              <a:xfrm>
                <a:off x="2337470" y="8607459"/>
                <a:ext cx="2981095" cy="215444"/>
                <a:chOff x="1473374" y="5614171"/>
                <a:chExt cx="2981095" cy="215444"/>
              </a:xfrm>
            </p:grpSpPr>
            <p:sp>
              <p:nvSpPr>
                <p:cNvPr id="624" name="직사각형 623"/>
                <p:cNvSpPr/>
                <p:nvPr/>
              </p:nvSpPr>
              <p:spPr>
                <a:xfrm>
                  <a:off x="1804839" y="5614171"/>
                  <a:ext cx="2649630" cy="215444"/>
                </a:xfrm>
                <a:prstGeom prst="rect">
                  <a:avLst/>
                </a:prstGeom>
              </p:spPr>
              <p:txBody>
                <a:bodyPr wrap="square">
                  <a:spAutoFit/>
                </a:bodyPr>
                <a:lstStyle/>
                <a:p>
                  <a:r>
                    <a:rPr lang="ko-KR" altLang="en-US" sz="800" dirty="0" smtClean="0">
                      <a:solidFill>
                        <a:schemeClr val="bg1">
                          <a:lumMod val="50000"/>
                        </a:schemeClr>
                      </a:solidFill>
                      <a:latin typeface="+mn-ea"/>
                      <a:ea typeface="+mn-ea"/>
                    </a:rPr>
                    <a:t>웹링크</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학습자료제목 학습자료제목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625" name="순서도: 대체 처리 624"/>
                <p:cNvSpPr/>
                <p:nvPr/>
              </p:nvSpPr>
              <p:spPr bwMode="auto">
                <a:xfrm>
                  <a:off x="1473374" y="5652801"/>
                  <a:ext cx="360000" cy="126000"/>
                </a:xfrm>
                <a:prstGeom prst="flowChartAlternateProcess">
                  <a:avLst/>
                </a:prstGeom>
                <a:noFill/>
                <a:ln w="6350" cap="flat" cmpd="sng" algn="ctr">
                  <a:solidFill>
                    <a:schemeClr val="bg1">
                      <a:lumMod val="7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자료</a:t>
                  </a:r>
                  <a:endParaRPr kumimoji="1" lang="ko-KR" altLang="en-US" sz="750" dirty="0">
                    <a:solidFill>
                      <a:schemeClr val="tx1">
                        <a:lumMod val="75000"/>
                        <a:lumOff val="25000"/>
                      </a:schemeClr>
                    </a:solidFill>
                    <a:latin typeface="+mn-ea"/>
                    <a:ea typeface="+mn-ea"/>
                    <a:cs typeface="Calibri" pitchFamily="34" charset="0"/>
                  </a:endParaRPr>
                </a:p>
              </p:txBody>
            </p:sp>
          </p:grpSp>
          <p:sp>
            <p:nvSpPr>
              <p:cNvPr id="623" name="순서도: 대체 처리 622"/>
              <p:cNvSpPr/>
              <p:nvPr/>
            </p:nvSpPr>
            <p:spPr bwMode="auto">
              <a:xfrm>
                <a:off x="8361759" y="8621025"/>
                <a:ext cx="648000" cy="180000"/>
              </a:xfrm>
              <a:prstGeom prst="flowChartAlternateProcess">
                <a:avLst/>
              </a:prstGeom>
              <a:solidFill>
                <a:schemeClr val="bg1"/>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학습자료 </a:t>
                </a:r>
                <a:endParaRPr kumimoji="1" lang="ko-KR" altLang="en-US" sz="750" dirty="0">
                  <a:solidFill>
                    <a:schemeClr val="tx1">
                      <a:lumMod val="75000"/>
                      <a:lumOff val="25000"/>
                    </a:schemeClr>
                  </a:solidFill>
                  <a:latin typeface="+mn-ea"/>
                  <a:ea typeface="+mn-ea"/>
                  <a:cs typeface="Calibri" pitchFamily="34" charset="0"/>
                </a:endParaRPr>
              </a:p>
            </p:txBody>
          </p:sp>
        </p:grpSp>
        <p:pic>
          <p:nvPicPr>
            <p:cNvPr id="615"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852098" y="8671867"/>
              <a:ext cx="104775" cy="95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86" name="직사각형 885"/>
          <p:cNvSpPr/>
          <p:nvPr/>
        </p:nvSpPr>
        <p:spPr>
          <a:xfrm>
            <a:off x="2109256" y="9714047"/>
            <a:ext cx="7237203" cy="3580049"/>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926" name="그룹 925"/>
          <p:cNvGrpSpPr/>
          <p:nvPr/>
        </p:nvGrpSpPr>
        <p:grpSpPr>
          <a:xfrm>
            <a:off x="2276411" y="10271804"/>
            <a:ext cx="6893999" cy="2922690"/>
            <a:chOff x="2276411" y="10639325"/>
            <a:chExt cx="6893999" cy="2922690"/>
          </a:xfrm>
        </p:grpSpPr>
        <p:sp>
          <p:nvSpPr>
            <p:cNvPr id="927" name="직사각형 926"/>
            <p:cNvSpPr/>
            <p:nvPr/>
          </p:nvSpPr>
          <p:spPr>
            <a:xfrm>
              <a:off x="2345854" y="11598050"/>
              <a:ext cx="6750000" cy="468052"/>
            </a:xfrm>
            <a:prstGeom prst="rect">
              <a:avLst/>
            </a:prstGeom>
            <a:solidFill>
              <a:schemeClr val="bg1">
                <a:lumMod val="95000"/>
              </a:schemeClr>
            </a:solidFill>
            <a:ln w="952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중요</a:t>
              </a:r>
              <a:r>
                <a:rPr lang="en-US" altLang="ko-KR" sz="800" dirty="0" smtClean="0">
                  <a:solidFill>
                    <a:schemeClr val="tx1">
                      <a:lumMod val="75000"/>
                      <a:lumOff val="25000"/>
                    </a:schemeClr>
                  </a:solidFill>
                  <a:latin typeface="+mn-ea"/>
                  <a:sym typeface="Wingdings" pitchFamily="2" charset="2"/>
                </a:rPr>
                <a:t>] </a:t>
              </a:r>
              <a:r>
                <a:rPr lang="ko-KR" altLang="en-US" sz="800" dirty="0" smtClean="0">
                  <a:solidFill>
                    <a:schemeClr val="tx1">
                      <a:lumMod val="75000"/>
                      <a:lumOff val="25000"/>
                    </a:schemeClr>
                  </a:solidFill>
                  <a:latin typeface="+mn-ea"/>
                  <a:sym typeface="Wingdings" pitchFamily="2" charset="2"/>
                </a:rPr>
                <a:t>반드시 </a:t>
              </a:r>
              <a:r>
                <a:rPr lang="en-US" altLang="ko-KR" sz="800" dirty="0" smtClean="0">
                  <a:solidFill>
                    <a:schemeClr val="tx1">
                      <a:lumMod val="75000"/>
                      <a:lumOff val="25000"/>
                    </a:schemeClr>
                  </a:solidFill>
                  <a:latin typeface="+mn-ea"/>
                  <a:sym typeface="Wingdings" pitchFamily="2" charset="2"/>
                </a:rPr>
                <a:t>Zoom Meeting </a:t>
              </a:r>
              <a:r>
                <a:rPr lang="ko-KR" altLang="en-US" sz="800" dirty="0" smtClean="0">
                  <a:solidFill>
                    <a:schemeClr val="tx1">
                      <a:lumMod val="75000"/>
                      <a:lumOff val="25000"/>
                    </a:schemeClr>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C00000"/>
                  </a:solidFill>
                  <a:latin typeface="+mn-ea"/>
                </a:rPr>
                <a:t>* Zoom </a:t>
              </a:r>
              <a:r>
                <a:rPr lang="ko-KR" altLang="en-US" sz="800" dirty="0" smtClean="0">
                  <a:solidFill>
                    <a:srgbClr val="C00000"/>
                  </a:solidFill>
                  <a:latin typeface="+mn-ea"/>
                </a:rPr>
                <a:t>프로그램이 아닌 브라우저 상의 </a:t>
              </a:r>
              <a:r>
                <a:rPr lang="en-US" altLang="ko-KR" sz="800" dirty="0" smtClean="0">
                  <a:solidFill>
                    <a:srgbClr val="C00000"/>
                  </a:solidFill>
                  <a:latin typeface="+mn-ea"/>
                </a:rPr>
                <a:t>“</a:t>
              </a:r>
              <a:r>
                <a:rPr lang="ko-KR" altLang="en-US" sz="800" dirty="0" smtClean="0">
                  <a:solidFill>
                    <a:srgbClr val="C00000"/>
                  </a:solidFill>
                  <a:latin typeface="+mn-ea"/>
                </a:rPr>
                <a:t>브라우저에서 참가</a:t>
              </a:r>
              <a:r>
                <a:rPr lang="en-US" altLang="ko-KR" sz="800" dirty="0" smtClean="0">
                  <a:solidFill>
                    <a:srgbClr val="C00000"/>
                  </a:solidFill>
                  <a:latin typeface="+mn-ea"/>
                </a:rPr>
                <a:t>”</a:t>
              </a:r>
              <a:r>
                <a:rPr lang="ko-KR" altLang="en-US" sz="800" dirty="0" smtClean="0">
                  <a:solidFill>
                    <a:srgbClr val="C00000"/>
                  </a:solidFill>
                  <a:latin typeface="+mn-ea"/>
                </a:rPr>
                <a:t>를 클릭하여 입장한 경우에는 출결이 기록되지 않습니다</a:t>
              </a:r>
              <a:r>
                <a:rPr lang="en-US" altLang="ko-KR" sz="800" dirty="0" smtClean="0">
                  <a:solidFill>
                    <a:srgbClr val="C00000"/>
                  </a:solidFill>
                  <a:latin typeface="+mn-ea"/>
                </a:rPr>
                <a:t>.</a:t>
              </a:r>
              <a:endParaRPr lang="en-US" altLang="ko-KR" sz="800" dirty="0">
                <a:solidFill>
                  <a:srgbClr val="C00000"/>
                </a:solidFill>
                <a:latin typeface="+mn-ea"/>
              </a:endParaRPr>
            </a:p>
          </p:txBody>
        </p:sp>
        <p:sp>
          <p:nvSpPr>
            <p:cNvPr id="928" name="직사각형 927"/>
            <p:cNvSpPr/>
            <p:nvPr/>
          </p:nvSpPr>
          <p:spPr>
            <a:xfrm>
              <a:off x="2341660" y="12114296"/>
              <a:ext cx="6750000" cy="1250616"/>
            </a:xfrm>
            <a:prstGeom prst="rect">
              <a:avLst/>
            </a:prstGeom>
            <a:solidFill>
              <a:schemeClr val="bg1"/>
            </a:solidFill>
            <a:ln w="9525">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화상강의 참가가 원할히 진행되지 않을 경우 알래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이메일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등록시 입력할 이메일 주소 </a:t>
              </a:r>
              <a:r>
                <a:rPr lang="en-US" altLang="ko-KR" sz="800" dirty="0" smtClean="0">
                  <a:solidFill>
                    <a:schemeClr val="tx1">
                      <a:lumMod val="75000"/>
                      <a:lumOff val="25000"/>
                    </a:schemeClr>
                  </a:solidFill>
                  <a:latin typeface="+mn-ea"/>
                </a:rPr>
                <a:t>:  </a:t>
              </a:r>
              <a:r>
                <a:rPr lang="ko-KR" altLang="en-US" sz="800" dirty="0" smtClean="0">
                  <a:solidFill>
                    <a:srgbClr val="C00000"/>
                  </a:solidFill>
                  <a:latin typeface="+mn-ea"/>
                </a:rPr>
                <a:t>아이디</a:t>
              </a:r>
              <a:r>
                <a:rPr lang="en-US" altLang="ko-KR" sz="800" dirty="0" smtClean="0">
                  <a:solidFill>
                    <a:srgbClr val="C00000"/>
                  </a:solidFill>
                  <a:latin typeface="+mn-ea"/>
                </a:rPr>
                <a:t>@knou.ac.kr</a:t>
              </a:r>
              <a:endParaRPr lang="en-US" altLang="ko-KR" sz="800" dirty="0">
                <a:solidFill>
                  <a:srgbClr val="C00000"/>
                </a:solidFill>
                <a:latin typeface="+mn-ea"/>
              </a:endParaRPr>
            </a:p>
          </p:txBody>
        </p:sp>
        <p:sp>
          <p:nvSpPr>
            <p:cNvPr id="929" name="직사각형 928"/>
            <p:cNvSpPr/>
            <p:nvPr/>
          </p:nvSpPr>
          <p:spPr>
            <a:xfrm>
              <a:off x="2437985" y="12873689"/>
              <a:ext cx="1440000" cy="180000"/>
            </a:xfrm>
            <a:prstGeom prst="rect">
              <a:avLst/>
            </a:prstGeom>
            <a:solidFill>
              <a:srgbClr val="4E6A8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36000" rtlCol="0" anchor="ctr"/>
            <a:lstStyle/>
            <a:p>
              <a:pPr algn="ctr">
                <a:lnSpc>
                  <a:spcPct val="150000"/>
                </a:lnSpc>
              </a:pPr>
              <a:r>
                <a:rPr lang="ko-KR" altLang="en-US" sz="750" dirty="0" smtClean="0">
                  <a:solidFill>
                    <a:schemeClr val="bg1"/>
                  </a:solidFill>
                  <a:latin typeface="+mn-ea"/>
                </a:rPr>
                <a:t>이메일 직접 등록하여 참가</a:t>
              </a:r>
              <a:endParaRPr lang="en-US" altLang="ko-KR" sz="750" dirty="0">
                <a:solidFill>
                  <a:schemeClr val="bg1"/>
                </a:solidFill>
                <a:latin typeface="+mn-ea"/>
              </a:endParaRPr>
            </a:p>
          </p:txBody>
        </p:sp>
        <p:grpSp>
          <p:nvGrpSpPr>
            <p:cNvPr id="930" name="그룹 929"/>
            <p:cNvGrpSpPr/>
            <p:nvPr/>
          </p:nvGrpSpPr>
          <p:grpSpPr>
            <a:xfrm>
              <a:off x="2276411" y="10639325"/>
              <a:ext cx="6893999" cy="2922690"/>
              <a:chOff x="1374577" y="9305081"/>
              <a:chExt cx="6375058" cy="2922690"/>
            </a:xfrm>
          </p:grpSpPr>
          <p:pic>
            <p:nvPicPr>
              <p:cNvPr id="943" name="Picture 1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74577" y="12103868"/>
                <a:ext cx="6375058" cy="12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4" name="Picture 1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79019" y="9305081"/>
                <a:ext cx="6368400" cy="171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931" name="직선 연결선 930"/>
            <p:cNvCxnSpPr/>
            <p:nvPr/>
          </p:nvCxnSpPr>
          <p:spPr>
            <a:xfrm>
              <a:off x="2279179" y="10798813"/>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32" name="직선 연결선 931"/>
            <p:cNvCxnSpPr/>
            <p:nvPr/>
          </p:nvCxnSpPr>
          <p:spPr>
            <a:xfrm>
              <a:off x="9167564" y="10787482"/>
              <a:ext cx="0" cy="26392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33" name="그룹 932"/>
            <p:cNvGrpSpPr/>
            <p:nvPr/>
          </p:nvGrpSpPr>
          <p:grpSpPr>
            <a:xfrm>
              <a:off x="2341662" y="10691091"/>
              <a:ext cx="2131465" cy="215444"/>
              <a:chOff x="1473374" y="5614171"/>
              <a:chExt cx="2131465" cy="215444"/>
            </a:xfrm>
          </p:grpSpPr>
          <p:sp>
            <p:nvSpPr>
              <p:cNvPr id="941" name="직사각형 940"/>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화상세미나</a:t>
                </a:r>
                <a:endParaRPr lang="ko-KR" altLang="en-US" sz="800" dirty="0">
                  <a:solidFill>
                    <a:schemeClr val="tx1">
                      <a:lumMod val="75000"/>
                      <a:lumOff val="25000"/>
                    </a:schemeClr>
                  </a:solidFill>
                  <a:latin typeface="+mn-ea"/>
                  <a:ea typeface="+mn-ea"/>
                </a:endParaRPr>
              </a:p>
            </p:txBody>
          </p:sp>
          <p:sp>
            <p:nvSpPr>
              <p:cNvPr id="942" name="순서도: 대체 처리 941"/>
              <p:cNvSpPr/>
              <p:nvPr/>
            </p:nvSpPr>
            <p:spPr bwMode="auto">
              <a:xfrm>
                <a:off x="1473374" y="5652801"/>
                <a:ext cx="360000" cy="126000"/>
              </a:xfrm>
              <a:prstGeom prst="flowChartAlternateProcess">
                <a:avLst/>
              </a:prstGeom>
              <a:solidFill>
                <a:schemeClr val="accent1">
                  <a:lumMod val="50000"/>
                </a:schemeClr>
              </a:solidFill>
              <a:ln w="6350" cap="flat" cmpd="sng" algn="ctr">
                <a:solidFill>
                  <a:schemeClr val="accent1">
                    <a:lumMod val="50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세미나</a:t>
                </a:r>
                <a:endParaRPr kumimoji="1" lang="ko-KR" altLang="en-US" sz="750" dirty="0">
                  <a:solidFill>
                    <a:schemeClr val="bg1"/>
                  </a:solidFill>
                  <a:latin typeface="+mn-ea"/>
                  <a:ea typeface="+mn-ea"/>
                  <a:cs typeface="Calibri" pitchFamily="34" charset="0"/>
                </a:endParaRPr>
              </a:p>
            </p:txBody>
          </p:sp>
        </p:grpSp>
        <p:sp>
          <p:nvSpPr>
            <p:cNvPr id="935" name="직사각형 934"/>
            <p:cNvSpPr/>
            <p:nvPr/>
          </p:nvSpPr>
          <p:spPr>
            <a:xfrm>
              <a:off x="3876764" y="11082406"/>
              <a:ext cx="4948712" cy="276999"/>
            </a:xfrm>
            <a:prstGeom prst="rect">
              <a:avLst/>
            </a:prstGeom>
          </p:spPr>
          <p:txBody>
            <a:bodyPr wrap="square">
              <a:spAutoFit/>
            </a:bodyPr>
            <a:lstStyle/>
            <a:p>
              <a:pPr>
                <a:lnSpc>
                  <a:spcPct val="150000"/>
                </a:lnSpc>
              </a:pPr>
              <a:r>
                <a:rPr lang="en-US" altLang="ko-KR" sz="800" dirty="0">
                  <a:solidFill>
                    <a:schemeClr val="bg1">
                      <a:lumMod val="50000"/>
                    </a:schemeClr>
                  </a:solidFill>
                  <a:latin typeface="+mn-ea"/>
                  <a:ea typeface="+mn-ea"/>
                </a:rPr>
                <a:t>• </a:t>
              </a:r>
              <a:r>
                <a:rPr lang="ko-KR" altLang="en-US" sz="800" dirty="0" smtClean="0">
                  <a:solidFill>
                    <a:schemeClr val="bg1">
                      <a:lumMod val="50000"/>
                    </a:schemeClr>
                  </a:solidFill>
                  <a:latin typeface="+mn-ea"/>
                  <a:ea typeface="+mn-ea"/>
                </a:rPr>
                <a:t>시작일시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2025.06.02 16:00   </a:t>
              </a:r>
              <a:r>
                <a:rPr lang="en-US" altLang="ko-KR" sz="800" dirty="0" smtClean="0">
                  <a:solidFill>
                    <a:schemeClr val="bg1">
                      <a:lumMod val="50000"/>
                    </a:schemeClr>
                  </a:solidFill>
                  <a:latin typeface="+mn-ea"/>
                </a:rPr>
                <a:t>• </a:t>
              </a:r>
              <a:r>
                <a:rPr lang="ko-KR" altLang="en-US" sz="800" dirty="0" smtClean="0">
                  <a:solidFill>
                    <a:schemeClr val="bg1">
                      <a:lumMod val="50000"/>
                    </a:schemeClr>
                  </a:solidFill>
                  <a:latin typeface="+mn-ea"/>
                  <a:ea typeface="+mn-ea"/>
                </a:rPr>
                <a:t>진행시간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1</a:t>
              </a:r>
              <a:r>
                <a:rPr lang="ko-KR" altLang="en-US" sz="800" dirty="0" smtClean="0">
                  <a:solidFill>
                    <a:schemeClr val="tx1">
                      <a:lumMod val="75000"/>
                      <a:lumOff val="25000"/>
                    </a:schemeClr>
                  </a:solidFill>
                  <a:latin typeface="+mn-ea"/>
                  <a:ea typeface="+mn-ea"/>
                </a:rPr>
                <a:t>시간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936"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346928" y="10962229"/>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7" name="직사각형 936"/>
            <p:cNvSpPr/>
            <p:nvPr/>
          </p:nvSpPr>
          <p:spPr>
            <a:xfrm>
              <a:off x="2856760" y="11055228"/>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945" name="그룹 944"/>
          <p:cNvGrpSpPr/>
          <p:nvPr/>
        </p:nvGrpSpPr>
        <p:grpSpPr>
          <a:xfrm>
            <a:off x="2106588" y="9650263"/>
            <a:ext cx="7243200" cy="468000"/>
            <a:chOff x="2106588" y="10017784"/>
            <a:chExt cx="7243200" cy="468000"/>
          </a:xfrm>
        </p:grpSpPr>
        <p:grpSp>
          <p:nvGrpSpPr>
            <p:cNvPr id="946" name="그룹 945"/>
            <p:cNvGrpSpPr/>
            <p:nvPr/>
          </p:nvGrpSpPr>
          <p:grpSpPr>
            <a:xfrm>
              <a:off x="2106588" y="10017784"/>
              <a:ext cx="7243200" cy="468000"/>
              <a:chOff x="2106588" y="10017784"/>
              <a:chExt cx="7243200" cy="468000"/>
            </a:xfrm>
          </p:grpSpPr>
          <p:grpSp>
            <p:nvGrpSpPr>
              <p:cNvPr id="949" name="그룹 948"/>
              <p:cNvGrpSpPr/>
              <p:nvPr/>
            </p:nvGrpSpPr>
            <p:grpSpPr>
              <a:xfrm>
                <a:off x="2106588" y="10017784"/>
                <a:ext cx="7243200" cy="468000"/>
                <a:chOff x="2101426" y="6207953"/>
                <a:chExt cx="7243200" cy="468000"/>
              </a:xfrm>
            </p:grpSpPr>
            <p:sp>
              <p:nvSpPr>
                <p:cNvPr id="951" name="직사각형 950"/>
                <p:cNvSpPr/>
                <p:nvPr/>
              </p:nvSpPr>
              <p:spPr>
                <a:xfrm>
                  <a:off x="2101426" y="6207953"/>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52" name="TextBox 951"/>
                <p:cNvSpPr txBox="1"/>
                <p:nvPr/>
              </p:nvSpPr>
              <p:spPr>
                <a:xfrm>
                  <a:off x="2238362" y="6351662"/>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55" name="순서도: 대체 처리 954"/>
                <p:cNvSpPr/>
                <p:nvPr/>
              </p:nvSpPr>
              <p:spPr bwMode="auto">
                <a:xfrm>
                  <a:off x="2674268" y="6386848"/>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grpSp>
          <p:pic>
            <p:nvPicPr>
              <p:cNvPr id="950" name="Picture 11"/>
              <p:cNvPicPr preferRelativeResize="0">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85654" y="10231668"/>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47" name="TextBox 946"/>
            <p:cNvSpPr txBox="1"/>
            <p:nvPr/>
          </p:nvSpPr>
          <p:spPr>
            <a:xfrm>
              <a:off x="3369762" y="101602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2025.04.03 ~ 2025.04.15 / 102</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48" name="순서도: 대체 처리 947"/>
            <p:cNvSpPr/>
            <p:nvPr/>
          </p:nvSpPr>
          <p:spPr bwMode="auto">
            <a:xfrm>
              <a:off x="3042692" y="10188023"/>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grpSp>
      <p:sp>
        <p:nvSpPr>
          <p:cNvPr id="873" name="직사각형 872"/>
          <p:cNvSpPr/>
          <p:nvPr/>
        </p:nvSpPr>
        <p:spPr>
          <a:xfrm>
            <a:off x="2106588" y="9074199"/>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874" name="TextBox 873"/>
          <p:cNvSpPr txBox="1"/>
          <p:nvPr/>
        </p:nvSpPr>
        <p:spPr>
          <a:xfrm>
            <a:off x="2243524" y="9217908"/>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875" name="TextBox 874"/>
          <p:cNvSpPr txBox="1"/>
          <p:nvPr/>
        </p:nvSpPr>
        <p:spPr>
          <a:xfrm>
            <a:off x="3369762" y="9219186"/>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2025.03.18 ~ 2025.04.02 / 98</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880" name="순서도: 대체 처리 879"/>
          <p:cNvSpPr/>
          <p:nvPr/>
        </p:nvSpPr>
        <p:spPr bwMode="auto">
          <a:xfrm>
            <a:off x="3042692" y="9246977"/>
            <a:ext cx="288000" cy="133200"/>
          </a:xfrm>
          <a:prstGeom prst="flowChartAlternateProcess">
            <a:avLst/>
          </a:prstGeom>
          <a:solidFill>
            <a:srgbClr val="CC9B00"/>
          </a:solidFill>
          <a:ln w="6350" cap="flat" cmpd="sng" algn="ctr">
            <a:solidFill>
              <a:srgbClr val="CC9B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공개</a:t>
            </a:r>
            <a:endParaRPr kumimoji="1" lang="ko-KR" altLang="en-US" sz="750" dirty="0">
              <a:solidFill>
                <a:schemeClr val="bg1"/>
              </a:solidFill>
              <a:latin typeface="+mn-ea"/>
              <a:ea typeface="+mn-ea"/>
              <a:cs typeface="Calibri" pitchFamily="34" charset="0"/>
            </a:endParaRPr>
          </a:p>
        </p:txBody>
      </p:sp>
      <p:sp>
        <p:nvSpPr>
          <p:cNvPr id="881" name="순서도: 대체 처리 880"/>
          <p:cNvSpPr/>
          <p:nvPr/>
        </p:nvSpPr>
        <p:spPr bwMode="auto">
          <a:xfrm>
            <a:off x="2679430" y="9253094"/>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872"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82788" y="9278550"/>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2" name="직사각형 991"/>
          <p:cNvSpPr/>
          <p:nvPr/>
        </p:nvSpPr>
        <p:spPr>
          <a:xfrm>
            <a:off x="2102288" y="13409537"/>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993" name="TextBox 992"/>
          <p:cNvSpPr txBox="1"/>
          <p:nvPr/>
        </p:nvSpPr>
        <p:spPr>
          <a:xfrm>
            <a:off x="2239224" y="13553246"/>
            <a:ext cx="468000" cy="215444"/>
          </a:xfrm>
          <a:prstGeom prst="rect">
            <a:avLst/>
          </a:prstGeom>
          <a:noFill/>
        </p:spPr>
        <p:txBody>
          <a:bodyPr wrap="square" lIns="0" rIns="0" rtlCol="0">
            <a:spAutoFit/>
          </a:bodyPr>
          <a:lstStyle/>
          <a:p>
            <a:pPr algn="ctr"/>
            <a:r>
              <a:rPr lang="en-US" altLang="ko-KR" sz="800" b="1" dirty="0">
                <a:solidFill>
                  <a:schemeClr val="tx1">
                    <a:lumMod val="75000"/>
                    <a:lumOff val="25000"/>
                  </a:schemeClr>
                </a:solidFill>
                <a:latin typeface="맑은 고딕" panose="020B0503020000020004" pitchFamily="50" charset="-127"/>
                <a:ea typeface="맑은 고딕" panose="020B0503020000020004" pitchFamily="50" charset="-127"/>
              </a:rPr>
              <a:t>4</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994" name="TextBox 993"/>
          <p:cNvSpPr txBox="1"/>
          <p:nvPr/>
        </p:nvSpPr>
        <p:spPr>
          <a:xfrm>
            <a:off x="3143275" y="13554524"/>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2025.04.16 ~ 2025.04.23 / 65</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997" name="순서도: 대체 처리 996"/>
          <p:cNvSpPr/>
          <p:nvPr/>
        </p:nvSpPr>
        <p:spPr bwMode="auto">
          <a:xfrm>
            <a:off x="2675130" y="13588432"/>
            <a:ext cx="432000" cy="126000"/>
          </a:xfrm>
          <a:prstGeom prst="flowChartAlternateProcess">
            <a:avLst/>
          </a:prstGeom>
          <a:solidFill>
            <a:srgbClr val="DC8006"/>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오프라인</a:t>
            </a:r>
            <a:endParaRPr kumimoji="1" lang="ko-KR" altLang="en-US" sz="750" dirty="0">
              <a:solidFill>
                <a:schemeClr val="bg1"/>
              </a:solidFill>
              <a:latin typeface="+mn-ea"/>
              <a:ea typeface="+mn-ea"/>
              <a:cs typeface="Calibri" pitchFamily="34" charset="0"/>
            </a:endParaRPr>
          </a:p>
        </p:txBody>
      </p:sp>
      <p:pic>
        <p:nvPicPr>
          <p:cNvPr id="991"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78488" y="13613888"/>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 name="직사각형 1000"/>
          <p:cNvSpPr/>
          <p:nvPr/>
        </p:nvSpPr>
        <p:spPr>
          <a:xfrm>
            <a:off x="2101255" y="13987645"/>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02" name="TextBox 1001"/>
          <p:cNvSpPr txBox="1"/>
          <p:nvPr/>
        </p:nvSpPr>
        <p:spPr>
          <a:xfrm>
            <a:off x="2238191" y="14131354"/>
            <a:ext cx="468000" cy="215444"/>
          </a:xfrm>
          <a:prstGeom prst="rect">
            <a:avLst/>
          </a:prstGeom>
          <a:noFill/>
        </p:spPr>
        <p:txBody>
          <a:bodyPr wrap="square" lIns="0" rIns="0" rtlCol="0">
            <a:spAutoFit/>
          </a:bodyPr>
          <a:lstStyle/>
          <a:p>
            <a:pPr algn="ct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03" name="TextBox 1002"/>
          <p:cNvSpPr txBox="1"/>
          <p:nvPr/>
        </p:nvSpPr>
        <p:spPr>
          <a:xfrm>
            <a:off x="3037359" y="14132632"/>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2025.04.24 ~ 2025.05.02 / 87</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분</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순차학습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08" name="순서도: 대체 처리 1007"/>
          <p:cNvSpPr/>
          <p:nvPr/>
        </p:nvSpPr>
        <p:spPr bwMode="auto">
          <a:xfrm>
            <a:off x="2674097" y="14166540"/>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pic>
        <p:nvPicPr>
          <p:cNvPr id="1000"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77455" y="14191996"/>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 name="자유형 1023"/>
          <p:cNvSpPr/>
          <p:nvPr/>
        </p:nvSpPr>
        <p:spPr>
          <a:xfrm flipV="1">
            <a:off x="2648744" y="15022288"/>
            <a:ext cx="6129844"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dirty="0">
              <a:solidFill>
                <a:schemeClr val="tx1"/>
              </a:solidFill>
            </a:endParaRPr>
          </a:p>
        </p:txBody>
      </p:sp>
      <p:sp>
        <p:nvSpPr>
          <p:cNvPr id="1025" name="직사각형 1024"/>
          <p:cNvSpPr/>
          <p:nvPr/>
        </p:nvSpPr>
        <p:spPr>
          <a:xfrm>
            <a:off x="2109256" y="15746561"/>
            <a:ext cx="7237203" cy="1386000"/>
          </a:xfrm>
          <a:prstGeom prst="rect">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 name="그룹 47"/>
          <p:cNvGrpSpPr/>
          <p:nvPr/>
        </p:nvGrpSpPr>
        <p:grpSpPr>
          <a:xfrm>
            <a:off x="2101256" y="15742368"/>
            <a:ext cx="7243200" cy="468000"/>
            <a:chOff x="2101256" y="15742368"/>
            <a:chExt cx="7243200" cy="468000"/>
          </a:xfrm>
        </p:grpSpPr>
        <p:sp>
          <p:nvSpPr>
            <p:cNvPr id="1043" name="직사각형 1042"/>
            <p:cNvSpPr/>
            <p:nvPr/>
          </p:nvSpPr>
          <p:spPr>
            <a:xfrm>
              <a:off x="2101256" y="15742368"/>
              <a:ext cx="7243200" cy="468000"/>
            </a:xfrm>
            <a:prstGeom prst="rect">
              <a:avLst/>
            </a:prstGeom>
            <a:solidFill>
              <a:schemeClr val="bg1">
                <a:lumMod val="95000"/>
              </a:schemeClr>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1044" name="TextBox 1043"/>
            <p:cNvSpPr txBox="1"/>
            <p:nvPr/>
          </p:nvSpPr>
          <p:spPr>
            <a:xfrm>
              <a:off x="2333442" y="15886077"/>
              <a:ext cx="868938" cy="215444"/>
            </a:xfrm>
            <a:prstGeom prst="rect">
              <a:avLst/>
            </a:prstGeom>
            <a:noFill/>
          </p:spPr>
          <p:txBody>
            <a:bodyPr wrap="square" lIns="0" rIns="0" rtlCol="0">
              <a:spAutoFit/>
            </a:bodyPr>
            <a:lstStyle/>
            <a:p>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15</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주차  기말고사</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1045" name="TextBox 1044"/>
            <p:cNvSpPr txBox="1"/>
            <p:nvPr/>
          </p:nvSpPr>
          <p:spPr>
            <a:xfrm>
              <a:off x="3585168" y="15887355"/>
              <a:ext cx="2880000" cy="215444"/>
            </a:xfrm>
            <a:prstGeom prst="rect">
              <a:avLst/>
            </a:prstGeom>
            <a:noFill/>
          </p:spPr>
          <p:txBody>
            <a:bodyPr wrap="square" lIns="0" rIns="0" rtlCol="0">
              <a:spAutoFit/>
            </a:bodyPr>
            <a:lstStyle/>
            <a:p>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65000"/>
                      <a:lumOff val="35000"/>
                    </a:schemeClr>
                  </a:solidFill>
                  <a:latin typeface="맑은 고딕" panose="020B0503020000020004" pitchFamily="50" charset="-127"/>
                  <a:ea typeface="맑은 고딕" panose="020B0503020000020004" pitchFamily="50" charset="-127"/>
                </a:rPr>
                <a:t>2025.07.21 ~ 2025.07.25 / </a:t>
              </a:r>
              <a:r>
                <a:rPr lang="ko-KR" altLang="en-US" sz="750" dirty="0" smtClean="0">
                  <a:solidFill>
                    <a:schemeClr val="tx1">
                      <a:lumMod val="65000"/>
                      <a:lumOff val="35000"/>
                    </a:schemeClr>
                  </a:solidFill>
                  <a:latin typeface="맑은 고딕" panose="020B0503020000020004" pitchFamily="50" charset="-127"/>
                  <a:ea typeface="맑은 고딕" panose="020B0503020000020004" pitchFamily="50" charset="-127"/>
                </a:rPr>
                <a:t>선택학습</a:t>
              </a:r>
              <a:endParaRPr lang="ko-KR" altLang="en-US" sz="75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047" name="순서도: 대체 처리 1046"/>
            <p:cNvSpPr/>
            <p:nvPr/>
          </p:nvSpPr>
          <p:spPr bwMode="auto">
            <a:xfrm>
              <a:off x="8164905" y="15884295"/>
              <a:ext cx="1080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smtClean="0">
                  <a:solidFill>
                    <a:schemeClr val="bg1"/>
                  </a:solidFill>
                  <a:latin typeface="+mn-ea"/>
                  <a:ea typeface="+mn-ea"/>
                  <a:cs typeface="Calibri" pitchFamily="34" charset="0"/>
                </a:rPr>
                <a:t>장애인</a:t>
              </a:r>
              <a:r>
                <a:rPr kumimoji="1" lang="en-US" altLang="ko-KR" sz="750" dirty="0" smtClean="0">
                  <a:solidFill>
                    <a:schemeClr val="bg1"/>
                  </a:solidFill>
                  <a:latin typeface="+mn-ea"/>
                  <a:ea typeface="+mn-ea"/>
                  <a:cs typeface="Calibri" pitchFamily="34" charset="0"/>
                </a:rPr>
                <a:t>/</a:t>
              </a:r>
              <a:r>
                <a:rPr kumimoji="1" lang="ko-KR" altLang="en-US" sz="750" dirty="0" smtClean="0">
                  <a:solidFill>
                    <a:schemeClr val="bg1"/>
                  </a:solidFill>
                  <a:latin typeface="+mn-ea"/>
                  <a:ea typeface="+mn-ea"/>
                  <a:cs typeface="Calibri" pitchFamily="34" charset="0"/>
                </a:rPr>
                <a:t>고령자 지원신청</a:t>
              </a:r>
              <a:endParaRPr kumimoji="1" lang="ko-KR" altLang="en-US" sz="750" dirty="0">
                <a:solidFill>
                  <a:schemeClr val="bg1"/>
                </a:solidFill>
                <a:latin typeface="+mn-ea"/>
                <a:ea typeface="+mn-ea"/>
                <a:cs typeface="Calibri" pitchFamily="34" charset="0"/>
              </a:endParaRPr>
            </a:p>
          </p:txBody>
        </p:sp>
        <p:pic>
          <p:nvPicPr>
            <p:cNvPr id="1049" name="Picture 11"/>
            <p:cNvPicPr preferRelativeResize="0">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82789" y="15951845"/>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0" name="순서도: 대체 처리 1049"/>
            <p:cNvSpPr/>
            <p:nvPr/>
          </p:nvSpPr>
          <p:spPr bwMode="auto">
            <a:xfrm>
              <a:off x="3221907" y="15921263"/>
              <a:ext cx="324000" cy="126000"/>
            </a:xfrm>
            <a:prstGeom prst="flowChartAlternateProcess">
              <a:avLst/>
            </a:prstGeom>
            <a:solidFill>
              <a:schemeClr val="accent2">
                <a:lumMod val="75000"/>
              </a:schemeClr>
            </a:solidFill>
            <a:ln w="6350" cap="flat" cmpd="sng" algn="ctr">
              <a:solidFill>
                <a:schemeClr val="accent2">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온라인</a:t>
              </a:r>
              <a:endParaRPr kumimoji="1" lang="ko-KR" altLang="en-US" sz="750" dirty="0">
                <a:solidFill>
                  <a:schemeClr val="bg1"/>
                </a:solidFill>
                <a:latin typeface="+mn-ea"/>
                <a:ea typeface="+mn-ea"/>
                <a:cs typeface="Calibri" pitchFamily="34" charset="0"/>
              </a:endParaRPr>
            </a:p>
          </p:txBody>
        </p:sp>
        <p:sp>
          <p:nvSpPr>
            <p:cNvPr id="1099" name="순서도: 대체 처리 1098"/>
            <p:cNvSpPr/>
            <p:nvPr/>
          </p:nvSpPr>
          <p:spPr bwMode="auto">
            <a:xfrm>
              <a:off x="7484445" y="15889244"/>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algn="ctr" defTabSz="851489"/>
              <a:r>
                <a:rPr kumimoji="1" lang="ko-KR" altLang="en-US" sz="750" dirty="0" err="1" smtClean="0">
                  <a:solidFill>
                    <a:schemeClr val="bg1"/>
                  </a:solidFill>
                  <a:latin typeface="+mn-ea"/>
                  <a:ea typeface="+mn-ea"/>
                  <a:cs typeface="Calibri" pitchFamily="34" charset="0"/>
                </a:rPr>
                <a:t>결시신청</a:t>
              </a:r>
              <a:r>
                <a:rPr kumimoji="1" lang="ko-KR" altLang="en-US" sz="750" dirty="0" smtClean="0">
                  <a:solidFill>
                    <a:schemeClr val="bg1"/>
                  </a:solidFill>
                  <a:latin typeface="+mn-ea"/>
                  <a:ea typeface="+mn-ea"/>
                  <a:cs typeface="Calibri" pitchFamily="34" charset="0"/>
                </a:rPr>
                <a:t> 신청</a:t>
              </a:r>
              <a:endParaRPr kumimoji="1" lang="ko-KR" altLang="en-US" sz="750" dirty="0">
                <a:solidFill>
                  <a:schemeClr val="bg1"/>
                </a:solidFill>
                <a:latin typeface="+mn-ea"/>
                <a:ea typeface="+mn-ea"/>
                <a:cs typeface="Calibri" pitchFamily="34" charset="0"/>
              </a:endParaRPr>
            </a:p>
          </p:txBody>
        </p:sp>
      </p:grpSp>
      <p:grpSp>
        <p:nvGrpSpPr>
          <p:cNvPr id="49" name="그룹 48"/>
          <p:cNvGrpSpPr/>
          <p:nvPr/>
        </p:nvGrpSpPr>
        <p:grpSpPr>
          <a:xfrm>
            <a:off x="2273676" y="16357308"/>
            <a:ext cx="6886800" cy="288000"/>
            <a:chOff x="2273676" y="16357308"/>
            <a:chExt cx="6886800" cy="288000"/>
          </a:xfrm>
        </p:grpSpPr>
        <p:grpSp>
          <p:nvGrpSpPr>
            <p:cNvPr id="1033" name="그룹 1032"/>
            <p:cNvGrpSpPr/>
            <p:nvPr/>
          </p:nvGrpSpPr>
          <p:grpSpPr>
            <a:xfrm>
              <a:off x="2273676" y="16357308"/>
              <a:ext cx="6886800" cy="288000"/>
              <a:chOff x="2273846" y="7508321"/>
              <a:chExt cx="6886800" cy="288000"/>
            </a:xfrm>
          </p:grpSpPr>
          <p:sp>
            <p:nvSpPr>
              <p:cNvPr id="1034" name="모서리가 둥근 직사각형 1033"/>
              <p:cNvSpPr/>
              <p:nvPr/>
            </p:nvSpPr>
            <p:spPr>
              <a:xfrm>
                <a:off x="2273846" y="750832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35" name="그룹 1034"/>
              <p:cNvGrpSpPr/>
              <p:nvPr/>
            </p:nvGrpSpPr>
            <p:grpSpPr>
              <a:xfrm>
                <a:off x="2341662" y="7546389"/>
                <a:ext cx="2131465" cy="215444"/>
                <a:chOff x="1473374" y="5614171"/>
                <a:chExt cx="2131465" cy="215444"/>
              </a:xfrm>
            </p:grpSpPr>
            <p:sp>
              <p:nvSpPr>
                <p:cNvPr id="1040" name="직사각형 1039"/>
                <p:cNvSpPr/>
                <p:nvPr/>
              </p:nvSpPr>
              <p:spPr>
                <a:xfrm>
                  <a:off x="1804839" y="5614171"/>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실시간시험 기말고사</a:t>
                  </a:r>
                  <a:endParaRPr lang="ko-KR" altLang="en-US" sz="800" dirty="0">
                    <a:solidFill>
                      <a:schemeClr val="tx1">
                        <a:lumMod val="75000"/>
                        <a:lumOff val="25000"/>
                      </a:schemeClr>
                    </a:solidFill>
                    <a:latin typeface="+mn-ea"/>
                    <a:ea typeface="+mn-ea"/>
                  </a:endParaRPr>
                </a:p>
              </p:txBody>
            </p:sp>
            <p:sp>
              <p:nvSpPr>
                <p:cNvPr id="1041" name="순서도: 대체 처리 1040"/>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bg1"/>
                      </a:solidFill>
                      <a:latin typeface="+mn-ea"/>
                      <a:ea typeface="+mn-ea"/>
                      <a:cs typeface="Calibri" pitchFamily="34" charset="0"/>
                    </a:rPr>
                    <a:t>시험</a:t>
                  </a:r>
                  <a:endParaRPr kumimoji="1" lang="ko-KR" altLang="en-US" sz="750" dirty="0">
                    <a:solidFill>
                      <a:schemeClr val="bg1"/>
                    </a:solidFill>
                    <a:latin typeface="+mn-ea"/>
                    <a:ea typeface="+mn-ea"/>
                    <a:cs typeface="Calibri" pitchFamily="34" charset="0"/>
                  </a:endParaRPr>
                </a:p>
              </p:txBody>
            </p:sp>
          </p:grpSp>
          <p:sp>
            <p:nvSpPr>
              <p:cNvPr id="1037" name="TextBox 1036"/>
              <p:cNvSpPr txBox="1"/>
              <p:nvPr/>
            </p:nvSpPr>
            <p:spPr>
              <a:xfrm>
                <a:off x="5606442" y="7551721"/>
                <a:ext cx="2491870" cy="215444"/>
              </a:xfrm>
              <a:prstGeom prst="rect">
                <a:avLst/>
              </a:prstGeom>
              <a:noFill/>
            </p:spPr>
            <p:txBody>
              <a:bodyPr wrap="square" lIns="0" rIns="0" rtlCol="0">
                <a:spAutoFit/>
              </a:bodyP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시험일시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2025.07.22 16:00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47" name="그룹 46"/>
            <p:cNvGrpSpPr/>
            <p:nvPr/>
          </p:nvGrpSpPr>
          <p:grpSpPr>
            <a:xfrm>
              <a:off x="8361759" y="16391020"/>
              <a:ext cx="675594" cy="215444"/>
              <a:chOff x="8514159" y="8046476"/>
              <a:chExt cx="675594" cy="215444"/>
            </a:xfrm>
          </p:grpSpPr>
          <p:sp>
            <p:nvSpPr>
              <p:cNvPr id="1100" name="순서도: 대체 처리 1099"/>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시험응시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1" name="직사각형 1100"/>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0" name="그룹 49"/>
          <p:cNvGrpSpPr/>
          <p:nvPr/>
        </p:nvGrpSpPr>
        <p:grpSpPr>
          <a:xfrm>
            <a:off x="2273676" y="16717348"/>
            <a:ext cx="6886800" cy="288000"/>
            <a:chOff x="2273676" y="16717348"/>
            <a:chExt cx="6886800" cy="288000"/>
          </a:xfrm>
        </p:grpSpPr>
        <p:grpSp>
          <p:nvGrpSpPr>
            <p:cNvPr id="1051" name="그룹 1050"/>
            <p:cNvGrpSpPr/>
            <p:nvPr/>
          </p:nvGrpSpPr>
          <p:grpSpPr>
            <a:xfrm>
              <a:off x="2273676" y="16717348"/>
              <a:ext cx="6886800" cy="288000"/>
              <a:chOff x="2273846" y="7868361"/>
              <a:chExt cx="6886800" cy="288000"/>
            </a:xfrm>
          </p:grpSpPr>
          <p:sp>
            <p:nvSpPr>
              <p:cNvPr id="1052" name="모서리가 둥근 직사각형 1051"/>
              <p:cNvSpPr/>
              <p:nvPr/>
            </p:nvSpPr>
            <p:spPr>
              <a:xfrm>
                <a:off x="2273846" y="786836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grpSp>
            <p:nvGrpSpPr>
              <p:cNvPr id="1053" name="그룹 1052"/>
              <p:cNvGrpSpPr/>
              <p:nvPr/>
            </p:nvGrpSpPr>
            <p:grpSpPr>
              <a:xfrm>
                <a:off x="2341662" y="7915954"/>
                <a:ext cx="2131465" cy="215444"/>
                <a:chOff x="1473374" y="5623696"/>
                <a:chExt cx="2131465" cy="215444"/>
              </a:xfrm>
            </p:grpSpPr>
            <p:sp>
              <p:nvSpPr>
                <p:cNvPr id="1058" name="직사각형 1057"/>
                <p:cNvSpPr/>
                <p:nvPr/>
              </p:nvSpPr>
              <p:spPr>
                <a:xfrm>
                  <a:off x="1804839" y="5623696"/>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대체과제명</a:t>
                  </a:r>
                  <a:r>
                    <a:rPr lang="en-US" altLang="ko-KR" sz="800" dirty="0" smtClean="0">
                      <a:solidFill>
                        <a:schemeClr val="tx1">
                          <a:lumMod val="75000"/>
                          <a:lumOff val="25000"/>
                        </a:schemeClr>
                      </a:solidFill>
                      <a:latin typeface="+mn-ea"/>
                      <a:ea typeface="+mn-ea"/>
                    </a:rPr>
                    <a:t>1111111</a:t>
                  </a:r>
                  <a:endParaRPr lang="ko-KR" altLang="en-US" sz="800" dirty="0">
                    <a:solidFill>
                      <a:schemeClr val="tx1">
                        <a:lumMod val="75000"/>
                        <a:lumOff val="25000"/>
                      </a:schemeClr>
                    </a:solidFill>
                    <a:latin typeface="+mn-ea"/>
                    <a:ea typeface="+mn-ea"/>
                  </a:endParaRPr>
                </a:p>
              </p:txBody>
            </p:sp>
            <p:sp>
              <p:nvSpPr>
                <p:cNvPr id="1059" name="순서도: 대체 처리 1058"/>
                <p:cNvSpPr/>
                <p:nvPr/>
              </p:nvSpPr>
              <p:spPr bwMode="auto">
                <a:xfrm>
                  <a:off x="1473374" y="5652801"/>
                  <a:ext cx="360000" cy="126000"/>
                </a:xfrm>
                <a:prstGeom prst="flowChartAlternateProcess">
                  <a:avLst/>
                </a:prstGeom>
                <a:solidFill>
                  <a:srgbClr val="00B050"/>
                </a:solidFill>
                <a:ln w="6350" cap="flat" cmpd="sng" algn="ctr">
                  <a:solidFill>
                    <a:srgbClr val="00B050"/>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650" dirty="0" smtClean="0">
                      <a:solidFill>
                        <a:schemeClr val="bg1"/>
                      </a:solidFill>
                      <a:latin typeface="+mn-ea"/>
                      <a:ea typeface="+mn-ea"/>
                      <a:cs typeface="Calibri" pitchFamily="34" charset="0"/>
                    </a:rPr>
                    <a:t>대체과제</a:t>
                  </a:r>
                  <a:endParaRPr kumimoji="1" lang="ko-KR" altLang="en-US" sz="650" dirty="0">
                    <a:solidFill>
                      <a:schemeClr val="bg1"/>
                    </a:solidFill>
                    <a:latin typeface="+mn-ea"/>
                    <a:ea typeface="+mn-ea"/>
                    <a:cs typeface="Calibri" pitchFamily="34" charset="0"/>
                  </a:endParaRPr>
                </a:p>
              </p:txBody>
            </p:sp>
          </p:grpSp>
          <p:sp>
            <p:nvSpPr>
              <p:cNvPr id="1054" name="TextBox 1053"/>
              <p:cNvSpPr txBox="1"/>
              <p:nvPr/>
            </p:nvSpPr>
            <p:spPr>
              <a:xfrm>
                <a:off x="5947432" y="7902237"/>
                <a:ext cx="2165444" cy="207749"/>
              </a:xfrm>
              <a:prstGeom prst="rect">
                <a:avLst/>
              </a:prstGeom>
              <a:noFill/>
            </p:spPr>
            <p:txBody>
              <a:bodyPr wrap="square" lIns="0" rIns="0" rtlCol="0">
                <a:spAutoFit/>
              </a:bodyPr>
              <a:lstStyle/>
              <a:p>
                <a:pPr algn="r"/>
                <a:r>
                  <a:rPr lang="ko-KR" altLang="en-US" sz="750" dirty="0" smtClean="0">
                    <a:solidFill>
                      <a:schemeClr val="bg1">
                        <a:lumMod val="50000"/>
                      </a:schemeClr>
                    </a:solidFill>
                    <a:latin typeface="맑은 고딕" panose="020B0503020000020004" pitchFamily="50" charset="-127"/>
                    <a:ea typeface="맑은 고딕" panose="020B0503020000020004" pitchFamily="50" charset="-127"/>
                  </a:rPr>
                  <a:t>기간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2025.07.21 10:00 ~ 2025.07.23 22:00</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grpSp>
          <p:nvGrpSpPr>
            <p:cNvPr id="1102" name="그룹 1101"/>
            <p:cNvGrpSpPr/>
            <p:nvPr/>
          </p:nvGrpSpPr>
          <p:grpSpPr>
            <a:xfrm>
              <a:off x="8362812" y="16741535"/>
              <a:ext cx="675594" cy="215444"/>
              <a:chOff x="8514159" y="8046476"/>
              <a:chExt cx="675594" cy="215444"/>
            </a:xfrm>
          </p:grpSpPr>
          <p:sp>
            <p:nvSpPr>
              <p:cNvPr id="1103" name="순서도: 대체 처리 1102"/>
              <p:cNvSpPr/>
              <p:nvPr/>
            </p:nvSpPr>
            <p:spPr bwMode="auto">
              <a:xfrm>
                <a:off x="8514159" y="8072395"/>
                <a:ext cx="648000" cy="180000"/>
              </a:xfrm>
              <a:prstGeom prst="flowChartAlternateProcess">
                <a:avLst/>
              </a:prstGeom>
              <a:solidFill>
                <a:srgbClr val="435C7A"/>
              </a:solidFill>
              <a:ln w="6350" cap="flat" cmpd="sng" algn="ctr">
                <a:solidFill>
                  <a:schemeClr val="bg1">
                    <a:lumMod val="85000"/>
                  </a:schemeClr>
                </a:solid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tx1">
                        <a:lumMod val="75000"/>
                        <a:lumOff val="25000"/>
                      </a:schemeClr>
                    </a:solidFill>
                    <a:latin typeface="+mn-ea"/>
                    <a:ea typeface="+mn-ea"/>
                    <a:cs typeface="Calibri" pitchFamily="34" charset="0"/>
                  </a:rPr>
                  <a:t>  </a:t>
                </a:r>
                <a:r>
                  <a:rPr kumimoji="1" lang="ko-KR" altLang="en-US" sz="750" dirty="0" smtClean="0">
                    <a:solidFill>
                      <a:schemeClr val="bg1"/>
                    </a:solidFill>
                    <a:latin typeface="+mn-ea"/>
                    <a:ea typeface="+mn-ea"/>
                    <a:cs typeface="Calibri" pitchFamily="34" charset="0"/>
                  </a:rPr>
                  <a:t>과제제출</a:t>
                </a:r>
                <a:r>
                  <a:rPr kumimoji="1" lang="ko-KR" altLang="en-US" sz="750" dirty="0" smtClean="0">
                    <a:solidFill>
                      <a:schemeClr val="tx1">
                        <a:lumMod val="75000"/>
                        <a:lumOff val="25000"/>
                      </a:schemeClr>
                    </a:solidFill>
                    <a:latin typeface="+mn-ea"/>
                    <a:ea typeface="+mn-ea"/>
                    <a:cs typeface="Calibri" pitchFamily="34" charset="0"/>
                  </a:rPr>
                  <a:t> </a:t>
                </a:r>
                <a:endParaRPr kumimoji="1" lang="ko-KR" altLang="en-US" sz="750" dirty="0">
                  <a:solidFill>
                    <a:schemeClr val="tx1">
                      <a:lumMod val="75000"/>
                      <a:lumOff val="25000"/>
                    </a:schemeClr>
                  </a:solidFill>
                  <a:latin typeface="+mn-ea"/>
                  <a:ea typeface="+mn-ea"/>
                  <a:cs typeface="Calibri" pitchFamily="34" charset="0"/>
                </a:endParaRPr>
              </a:p>
            </p:txBody>
          </p:sp>
          <p:sp>
            <p:nvSpPr>
              <p:cNvPr id="1104" name="직사각형 1103"/>
              <p:cNvSpPr/>
              <p:nvPr/>
            </p:nvSpPr>
            <p:spPr>
              <a:xfrm>
                <a:off x="8931349" y="8046476"/>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solidFill>
                    <a:schemeClr val="bg1"/>
                  </a:solidFill>
                </a:endParaRPr>
              </a:p>
            </p:txBody>
          </p:sp>
        </p:grpSp>
      </p:grpSp>
      <p:grpSp>
        <p:nvGrpSpPr>
          <p:cNvPr id="51" name="그룹 50"/>
          <p:cNvGrpSpPr/>
          <p:nvPr/>
        </p:nvGrpSpPr>
        <p:grpSpPr>
          <a:xfrm>
            <a:off x="2106588" y="5949280"/>
            <a:ext cx="7263479" cy="249932"/>
            <a:chOff x="2106588" y="5949280"/>
            <a:chExt cx="7263479" cy="249932"/>
          </a:xfrm>
        </p:grpSpPr>
        <p:grpSp>
          <p:nvGrpSpPr>
            <p:cNvPr id="58" name="그룹 57"/>
            <p:cNvGrpSpPr/>
            <p:nvPr/>
          </p:nvGrpSpPr>
          <p:grpSpPr>
            <a:xfrm>
              <a:off x="2106588" y="5968380"/>
              <a:ext cx="1659836" cy="230832"/>
              <a:chOff x="2577276" y="4906034"/>
              <a:chExt cx="1659836" cy="230832"/>
            </a:xfrm>
          </p:grpSpPr>
          <p:sp>
            <p:nvSpPr>
              <p:cNvPr id="699" name="TextBox 698"/>
              <p:cNvSpPr txBox="1"/>
              <p:nvPr/>
            </p:nvSpPr>
            <p:spPr>
              <a:xfrm>
                <a:off x="2668090" y="4906034"/>
                <a:ext cx="1569022" cy="230832"/>
              </a:xfrm>
              <a:prstGeom prst="rect">
                <a:avLst/>
              </a:prstGeom>
              <a:noFill/>
            </p:spPr>
            <p:txBody>
              <a:bodyPr wrap="square" rtlCol="0">
                <a:spAutoFit/>
              </a:bodyPr>
              <a:lstStyle/>
              <a:p>
                <a:r>
                  <a:rPr lang="ko-KR" altLang="en-US" sz="90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강의목록</a:t>
                </a:r>
                <a:endParaRPr lang="ko-KR" altLang="en-US" sz="9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029" name="Picture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577276" y="4961125"/>
                <a:ext cx="133350"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708" name="직사각형 707"/>
            <p:cNvSpPr/>
            <p:nvPr/>
          </p:nvSpPr>
          <p:spPr>
            <a:xfrm>
              <a:off x="8255843" y="5949280"/>
              <a:ext cx="720000" cy="180000"/>
            </a:xfrm>
            <a:prstGeom prst="rect">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전체 주차 ▼</a:t>
              </a:r>
              <a:endParaRPr lang="ko-KR" altLang="en-US" sz="80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1105"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013215" y="5957175"/>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06" name="Picture 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199541" y="5957174"/>
              <a:ext cx="170526"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9" name="Rectangle 122"/>
          <p:cNvSpPr>
            <a:spLocks noChangeArrowheads="1"/>
          </p:cNvSpPr>
          <p:nvPr/>
        </p:nvSpPr>
        <p:spPr bwMode="auto">
          <a:xfrm>
            <a:off x="7681935" y="5956729"/>
            <a:ext cx="540000" cy="180000"/>
          </a:xfrm>
          <a:prstGeom prst="rect">
            <a:avLst/>
          </a:prstGeom>
          <a:solidFill>
            <a:schemeClr val="bg1">
              <a:lumMod val="95000"/>
            </a:schemeClr>
          </a:solidFill>
          <a:ln w="9525" algn="ctr">
            <a:solidFill>
              <a:schemeClr val="bg1">
                <a:lumMod val="8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주차 접음</a:t>
            </a:r>
            <a:endParaRPr lang="ko-KR" altLang="en-US" sz="800" kern="0" dirty="0">
              <a:solidFill>
                <a:schemeClr val="tx1">
                  <a:lumMod val="75000"/>
                  <a:lumOff val="25000"/>
                </a:schemeClr>
              </a:solidFill>
              <a:latin typeface="+mn-ea"/>
              <a:ea typeface="+mn-ea"/>
            </a:endParaRPr>
          </a:p>
        </p:txBody>
      </p:sp>
      <p:grpSp>
        <p:nvGrpSpPr>
          <p:cNvPr id="13" name="그룹 12"/>
          <p:cNvGrpSpPr/>
          <p:nvPr/>
        </p:nvGrpSpPr>
        <p:grpSpPr>
          <a:xfrm>
            <a:off x="2125638" y="4880162"/>
            <a:ext cx="3312368" cy="370373"/>
            <a:chOff x="2125638" y="4880162"/>
            <a:chExt cx="3312368" cy="370373"/>
          </a:xfrm>
        </p:grpSpPr>
        <p:pic>
          <p:nvPicPr>
            <p:cNvPr id="8"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125638" y="4977637"/>
              <a:ext cx="3136900" cy="16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2" name="직사각형 471"/>
            <p:cNvSpPr/>
            <p:nvPr/>
          </p:nvSpPr>
          <p:spPr>
            <a:xfrm>
              <a:off x="2302421" y="4880162"/>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미진</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행</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3151659"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학습완료</a:t>
              </a:r>
            </a:p>
          </p:txBody>
        </p:sp>
        <p:sp>
          <p:nvSpPr>
            <p:cNvPr id="474" name="직사각형 473"/>
            <p:cNvSpPr/>
            <p:nvPr/>
          </p:nvSpPr>
          <p:spPr>
            <a:xfrm>
              <a:off x="3870764" y="4888210"/>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진행중</a:t>
              </a:r>
            </a:p>
          </p:txBody>
        </p:sp>
        <p:sp>
          <p:nvSpPr>
            <p:cNvPr id="475" name="직사각형 474"/>
            <p:cNvSpPr/>
            <p:nvPr/>
          </p:nvSpPr>
          <p:spPr>
            <a:xfrm>
              <a:off x="4715810" y="4897735"/>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학습 미완료</a:t>
              </a:r>
            </a:p>
          </p:txBody>
        </p:sp>
      </p:grpSp>
      <p:grpSp>
        <p:nvGrpSpPr>
          <p:cNvPr id="14" name="그룹 13"/>
          <p:cNvGrpSpPr/>
          <p:nvPr/>
        </p:nvGrpSpPr>
        <p:grpSpPr>
          <a:xfrm>
            <a:off x="6484338" y="6318845"/>
            <a:ext cx="2792452" cy="243235"/>
            <a:chOff x="6484338" y="6318845"/>
            <a:chExt cx="2792452" cy="243235"/>
          </a:xfrm>
        </p:grpSpPr>
        <p:grpSp>
          <p:nvGrpSpPr>
            <p:cNvPr id="840" name="그룹 839"/>
            <p:cNvGrpSpPr/>
            <p:nvPr/>
          </p:nvGrpSpPr>
          <p:grpSpPr>
            <a:xfrm>
              <a:off x="7991101" y="6341303"/>
              <a:ext cx="537916" cy="215444"/>
              <a:chOff x="6294725" y="5123284"/>
              <a:chExt cx="537916" cy="215444"/>
            </a:xfrm>
          </p:grpSpPr>
          <p:sp>
            <p:nvSpPr>
              <p:cNvPr id="850" name="TextBox 849"/>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5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1" name="그룹 840"/>
            <p:cNvGrpSpPr/>
            <p:nvPr/>
          </p:nvGrpSpPr>
          <p:grpSpPr>
            <a:xfrm>
              <a:off x="7513576" y="6346636"/>
              <a:ext cx="468000" cy="215444"/>
              <a:chOff x="6402789" y="5132809"/>
              <a:chExt cx="468000" cy="215444"/>
            </a:xfrm>
          </p:grpSpPr>
          <p:sp>
            <p:nvSpPr>
              <p:cNvPr id="848" name="TextBox 847"/>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84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45" name="모서리가 둥근 직사각형 844"/>
            <p:cNvSpPr/>
            <p:nvPr/>
          </p:nvSpPr>
          <p:spPr>
            <a:xfrm>
              <a:off x="648433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76" name="그룹 475"/>
            <p:cNvGrpSpPr/>
            <p:nvPr/>
          </p:nvGrpSpPr>
          <p:grpSpPr>
            <a:xfrm>
              <a:off x="8606358" y="6318845"/>
              <a:ext cx="670432" cy="215444"/>
              <a:chOff x="8319296" y="6816784"/>
              <a:chExt cx="670432" cy="215444"/>
            </a:xfrm>
          </p:grpSpPr>
          <p:sp>
            <p:nvSpPr>
              <p:cNvPr id="477" name="순서도: 대체 처리 47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78" name="직사각형 47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79" name="그룹 478"/>
          <p:cNvGrpSpPr/>
          <p:nvPr/>
        </p:nvGrpSpPr>
        <p:grpSpPr>
          <a:xfrm>
            <a:off x="6455643" y="9177287"/>
            <a:ext cx="2821027" cy="243235"/>
            <a:chOff x="6455763" y="6318845"/>
            <a:chExt cx="2821027" cy="243235"/>
          </a:xfrm>
        </p:grpSpPr>
        <p:grpSp>
          <p:nvGrpSpPr>
            <p:cNvPr id="480" name="그룹 479"/>
            <p:cNvGrpSpPr/>
            <p:nvPr/>
          </p:nvGrpSpPr>
          <p:grpSpPr>
            <a:xfrm>
              <a:off x="7991101" y="6341303"/>
              <a:ext cx="537916" cy="215444"/>
              <a:chOff x="6294725" y="5123284"/>
              <a:chExt cx="537916" cy="215444"/>
            </a:xfrm>
          </p:grpSpPr>
          <p:sp>
            <p:nvSpPr>
              <p:cNvPr id="488" name="TextBox 487"/>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1" name="그룹 480"/>
            <p:cNvGrpSpPr/>
            <p:nvPr/>
          </p:nvGrpSpPr>
          <p:grpSpPr>
            <a:xfrm>
              <a:off x="7513576" y="6346636"/>
              <a:ext cx="468000" cy="215444"/>
              <a:chOff x="6402789" y="5132809"/>
              <a:chExt cx="468000" cy="215444"/>
            </a:xfrm>
          </p:grpSpPr>
          <p:sp>
            <p:nvSpPr>
              <p:cNvPr id="486" name="TextBox 485"/>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8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82" name="모서리가 둥근 직사각형 481"/>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41%</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483" name="그룹 482"/>
            <p:cNvGrpSpPr/>
            <p:nvPr/>
          </p:nvGrpSpPr>
          <p:grpSpPr>
            <a:xfrm>
              <a:off x="8606358" y="6318845"/>
              <a:ext cx="670432" cy="215444"/>
              <a:chOff x="8319296" y="6816784"/>
              <a:chExt cx="670432" cy="215444"/>
            </a:xfrm>
          </p:grpSpPr>
          <p:sp>
            <p:nvSpPr>
              <p:cNvPr id="484" name="순서도: 대체 처리 483"/>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485" name="직사각형 484"/>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490" name="그룹 489"/>
          <p:cNvGrpSpPr/>
          <p:nvPr/>
        </p:nvGrpSpPr>
        <p:grpSpPr>
          <a:xfrm>
            <a:off x="6455763" y="13543467"/>
            <a:ext cx="2073254" cy="220777"/>
            <a:chOff x="6455763" y="6341303"/>
            <a:chExt cx="2073254" cy="220777"/>
          </a:xfrm>
        </p:grpSpPr>
        <p:grpSp>
          <p:nvGrpSpPr>
            <p:cNvPr id="491" name="그룹 490"/>
            <p:cNvGrpSpPr/>
            <p:nvPr/>
          </p:nvGrpSpPr>
          <p:grpSpPr>
            <a:xfrm>
              <a:off x="7991101" y="6341303"/>
              <a:ext cx="537916" cy="215444"/>
              <a:chOff x="6294725" y="5123284"/>
              <a:chExt cx="537916" cy="215444"/>
            </a:xfrm>
          </p:grpSpPr>
          <p:sp>
            <p:nvSpPr>
              <p:cNvPr id="499" name="TextBox 498"/>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0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7513576" y="6346636"/>
              <a:ext cx="468000" cy="215444"/>
              <a:chOff x="6402789" y="5132809"/>
              <a:chExt cx="468000" cy="215444"/>
            </a:xfrm>
          </p:grpSpPr>
          <p:sp>
            <p:nvSpPr>
              <p:cNvPr id="497" name="TextBox 496"/>
              <p:cNvSpPr txBox="1"/>
              <p:nvPr/>
            </p:nvSpPr>
            <p:spPr>
              <a:xfrm>
                <a:off x="6402789" y="5132809"/>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음성</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49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3" name="모서리가 둥근 직사각형 492"/>
            <p:cNvSpPr/>
            <p:nvPr/>
          </p:nvSpPr>
          <p:spPr>
            <a:xfrm>
              <a:off x="6455763"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6844378" y="14106598"/>
            <a:ext cx="2432292" cy="237902"/>
            <a:chOff x="6844498" y="6318845"/>
            <a:chExt cx="2432292" cy="237902"/>
          </a:xfrm>
        </p:grpSpPr>
        <p:grpSp>
          <p:nvGrpSpPr>
            <p:cNvPr id="503" name="그룹 502"/>
            <p:cNvGrpSpPr/>
            <p:nvPr/>
          </p:nvGrpSpPr>
          <p:grpSpPr>
            <a:xfrm>
              <a:off x="7991101" y="6341303"/>
              <a:ext cx="537916" cy="215444"/>
              <a:chOff x="6294725" y="5123284"/>
              <a:chExt cx="537916" cy="215444"/>
            </a:xfrm>
          </p:grpSpPr>
          <p:sp>
            <p:nvSpPr>
              <p:cNvPr id="511" name="TextBox 510"/>
              <p:cNvSpPr txBox="1"/>
              <p:nvPr/>
            </p:nvSpPr>
            <p:spPr>
              <a:xfrm>
                <a:off x="6294725" y="5123284"/>
                <a:ext cx="468000" cy="215444"/>
              </a:xfrm>
              <a:prstGeom prst="rect">
                <a:avLst/>
              </a:prstGeom>
              <a:noFill/>
            </p:spPr>
            <p:txBody>
              <a:bodyPr wrap="square" lIns="0" rIns="0" rtlCol="0">
                <a:spAutoFit/>
              </a:bodyPr>
              <a:lstStyle/>
              <a:p>
                <a:pPr algn="ct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강의노트</a:t>
                </a:r>
                <a:endParaRPr lang="ko-KR" altLang="en-US" sz="750" b="1"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512"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42641" y="5180434"/>
                <a:ext cx="90000" cy="9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05" name="모서리가 둥근 직사각형 504"/>
            <p:cNvSpPr/>
            <p:nvPr/>
          </p:nvSpPr>
          <p:spPr>
            <a:xfrm>
              <a:off x="6844498" y="6353002"/>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grpSp>
          <p:nvGrpSpPr>
            <p:cNvPr id="506" name="그룹 505"/>
            <p:cNvGrpSpPr/>
            <p:nvPr/>
          </p:nvGrpSpPr>
          <p:grpSpPr>
            <a:xfrm>
              <a:off x="8606358" y="6318845"/>
              <a:ext cx="670432" cy="215444"/>
              <a:chOff x="8319296" y="6816784"/>
              <a:chExt cx="670432" cy="215444"/>
            </a:xfrm>
          </p:grpSpPr>
          <p:sp>
            <p:nvSpPr>
              <p:cNvPr id="507" name="순서도: 대체 처리 506"/>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08" name="직사각형 507"/>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grpSp>
        <p:nvGrpSpPr>
          <p:cNvPr id="517" name="그룹 516"/>
          <p:cNvGrpSpPr/>
          <p:nvPr/>
        </p:nvGrpSpPr>
        <p:grpSpPr>
          <a:xfrm>
            <a:off x="8606238" y="9765704"/>
            <a:ext cx="670432" cy="215444"/>
            <a:chOff x="8319296" y="6816784"/>
            <a:chExt cx="670432" cy="215444"/>
          </a:xfrm>
        </p:grpSpPr>
        <p:sp>
          <p:nvSpPr>
            <p:cNvPr id="518" name="순서도: 대체 처리 517"/>
            <p:cNvSpPr/>
            <p:nvPr/>
          </p:nvSpPr>
          <p:spPr bwMode="auto">
            <a:xfrm>
              <a:off x="8319296" y="6850810"/>
              <a:ext cx="648000" cy="180000"/>
            </a:xfrm>
            <a:prstGeom prst="flowChartAlternateProcess">
              <a:avLst/>
            </a:prstGeom>
            <a:solidFill>
              <a:srgbClr val="00B0F0"/>
            </a:solidFill>
            <a:ln w="6350" cap="flat" cmpd="sng" algn="ctr">
              <a:noFill/>
              <a:prstDash val="solid"/>
              <a:round/>
              <a:headEnd type="none" w="med" len="med"/>
              <a:tailEnd type="none" w="med" len="med"/>
            </a:ln>
            <a:effectLst/>
          </p:spPr>
          <p:txBody>
            <a:bodyPr lIns="0" rIns="0" bIns="36000" rtlCol="0" anchor="ctr"/>
            <a:lstStyle/>
            <a:p>
              <a:pPr defTabSz="851489"/>
              <a:r>
                <a:rPr kumimoji="1" lang="ko-KR" altLang="en-US" sz="750" dirty="0" smtClean="0">
                  <a:solidFill>
                    <a:schemeClr val="bg1"/>
                  </a:solidFill>
                  <a:latin typeface="+mn-ea"/>
                  <a:ea typeface="+mn-ea"/>
                  <a:cs typeface="Calibri" pitchFamily="34" charset="0"/>
                </a:rPr>
                <a:t>  강의보기 </a:t>
              </a:r>
              <a:endParaRPr kumimoji="1" lang="ko-KR" altLang="en-US" sz="750" dirty="0">
                <a:solidFill>
                  <a:schemeClr val="bg1"/>
                </a:solidFill>
                <a:latin typeface="+mn-ea"/>
                <a:ea typeface="+mn-ea"/>
                <a:cs typeface="Calibri" pitchFamily="34" charset="0"/>
              </a:endParaRPr>
            </a:p>
          </p:txBody>
        </p:sp>
        <p:sp>
          <p:nvSpPr>
            <p:cNvPr id="519" name="직사각형 518"/>
            <p:cNvSpPr/>
            <p:nvPr/>
          </p:nvSpPr>
          <p:spPr>
            <a:xfrm>
              <a:off x="8731324" y="6816784"/>
              <a:ext cx="258404" cy="215444"/>
            </a:xfrm>
            <a:prstGeom prst="rect">
              <a:avLst/>
            </a:prstGeom>
          </p:spPr>
          <p:txBody>
            <a:bodyPr wrap="none">
              <a:spAutoFit/>
            </a:bodyPr>
            <a:lstStyle/>
            <a:p>
              <a:r>
                <a:rPr lang="en-US" altLang="ko-KR" sz="800" b="1" dirty="0">
                  <a:solidFill>
                    <a:schemeClr val="bg1"/>
                  </a:solidFill>
                  <a:latin typeface="+mn-ea"/>
                  <a:cs typeface="Calibri" pitchFamily="34" charset="0"/>
                </a:rPr>
                <a:t>&gt;</a:t>
              </a:r>
              <a:endParaRPr lang="ko-KR" altLang="en-US" sz="800" b="1" dirty="0"/>
            </a:p>
          </p:txBody>
        </p:sp>
      </p:grpSp>
      <p:grpSp>
        <p:nvGrpSpPr>
          <p:cNvPr id="494" name="그룹 493"/>
          <p:cNvGrpSpPr/>
          <p:nvPr/>
        </p:nvGrpSpPr>
        <p:grpSpPr>
          <a:xfrm>
            <a:off x="1894756" y="1987218"/>
            <a:ext cx="2074980" cy="246221"/>
            <a:chOff x="4290070" y="1958643"/>
            <a:chExt cx="2074980" cy="246221"/>
          </a:xfrm>
        </p:grpSpPr>
        <p:sp>
          <p:nvSpPr>
            <p:cNvPr id="495" name="직사각형 494"/>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496" name="TextBox 495"/>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sp>
        <p:nvSpPr>
          <p:cNvPr id="689" name="직사각형 688"/>
          <p:cNvSpPr/>
          <p:nvPr/>
        </p:nvSpPr>
        <p:spPr>
          <a:xfrm rot="10800000">
            <a:off x="7858167" y="8777244"/>
            <a:ext cx="312906" cy="246221"/>
          </a:xfrm>
          <a:prstGeom prst="rect">
            <a:avLst/>
          </a:prstGeom>
        </p:spPr>
        <p:txBody>
          <a:bodyPr wrap="none">
            <a:spAutoFit/>
          </a:bodyPr>
          <a:lstStyle/>
          <a:p>
            <a:r>
              <a:rPr lang="ko-KR" altLang="en-US" sz="1000" dirty="0">
                <a:solidFill>
                  <a:srgbClr val="FF0000"/>
                </a:solidFill>
                <a:latin typeface="맑은 고딕" panose="020B0503020000020004" pitchFamily="50" charset="-127"/>
                <a:ea typeface="맑은 고딕" panose="020B0503020000020004" pitchFamily="50" charset="-127"/>
              </a:rPr>
              <a:t>▼</a:t>
            </a:r>
            <a:endParaRPr lang="ko-KR" altLang="en-US" sz="1000" dirty="0">
              <a:solidFill>
                <a:srgbClr val="FF0000"/>
              </a:solidFill>
            </a:endParaRPr>
          </a:p>
        </p:txBody>
      </p:sp>
      <p:graphicFrame>
        <p:nvGraphicFramePr>
          <p:cNvPr id="557" name="Group 175"/>
          <p:cNvGraphicFramePr>
            <a:graphicFrameLocks noGrp="1"/>
          </p:cNvGraphicFramePr>
          <p:nvPr>
            <p:extLst>
              <p:ext uri="{D42A27DB-BD31-4B8C-83A1-F6EECF244321}">
                <p14:modId xmlns:p14="http://schemas.microsoft.com/office/powerpoint/2010/main" val="3518708993"/>
              </p:ext>
            </p:extLst>
          </p:nvPr>
        </p:nvGraphicFramePr>
        <p:xfrm>
          <a:off x="9499029" y="9467433"/>
          <a:ext cx="1404156" cy="60262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장애인</a:t>
                      </a: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고령자지원 신청 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장애인</a:t>
                      </a:r>
                      <a:r>
                        <a:rPr lang="en-US" altLang="ko-KR" sz="800" kern="1200" dirty="0" smtClean="0">
                          <a:solidFill>
                            <a:schemeClr val="tx1"/>
                          </a:solidFill>
                          <a:latin typeface="+mn-lt"/>
                          <a:ea typeface="+mn-ea"/>
                          <a:cs typeface="+mn-cs"/>
                        </a:rPr>
                        <a:t>/</a:t>
                      </a:r>
                      <a:r>
                        <a:rPr lang="ko-KR" altLang="en-US" sz="800" kern="1200" dirty="0" smtClean="0">
                          <a:solidFill>
                            <a:schemeClr val="tx1"/>
                          </a:solidFill>
                          <a:latin typeface="+mn-lt"/>
                          <a:ea typeface="+mn-ea"/>
                          <a:cs typeface="+mn-cs"/>
                        </a:rPr>
                        <a:t>고령자지원</a:t>
                      </a:r>
                      <a:r>
                        <a:rPr lang="ko-KR" altLang="en-US" sz="800" kern="1200" dirty="0" smtClean="0">
                          <a:solidFill>
                            <a:schemeClr val="tx1">
                              <a:lumMod val="75000"/>
                              <a:lumOff val="25000"/>
                            </a:schemeClr>
                          </a:solidFill>
                          <a:latin typeface="+mn-ea"/>
                          <a:ea typeface="+mn-ea"/>
                          <a:cs typeface="+mn-cs"/>
                        </a:rPr>
                        <a:t> 신청기간</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통합관리자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수업운영도구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과정관리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수업업무 일정관리 </a:t>
                      </a:r>
                      <a:r>
                        <a:rPr lang="en-US" altLang="ko-KR" sz="800" kern="1200" dirty="0" smtClean="0">
                          <a:solidFill>
                            <a:srgbClr val="0070C0"/>
                          </a:solidFill>
                          <a:latin typeface="+mn-ea"/>
                          <a:ea typeface="+mn-ea"/>
                          <a:cs typeface="+mn-cs"/>
                        </a:rPr>
                        <a:t>&gt; </a:t>
                      </a:r>
                      <a:r>
                        <a:rPr lang="ko-KR" altLang="en-US" sz="800" kern="1200" dirty="0" smtClean="0">
                          <a:solidFill>
                            <a:srgbClr val="0070C0"/>
                          </a:solidFill>
                          <a:latin typeface="+mn-ea"/>
                          <a:ea typeface="+mn-ea"/>
                          <a:cs typeface="+mn-cs"/>
                        </a:rPr>
                        <a:t>장애인</a:t>
                      </a:r>
                      <a:r>
                        <a:rPr lang="en-US" altLang="ko-KR" sz="800" kern="1200" dirty="0" smtClean="0">
                          <a:solidFill>
                            <a:srgbClr val="0070C0"/>
                          </a:solidFill>
                          <a:latin typeface="+mn-ea"/>
                          <a:ea typeface="+mn-ea"/>
                          <a:cs typeface="+mn-cs"/>
                        </a:rPr>
                        <a:t>/</a:t>
                      </a:r>
                      <a:r>
                        <a:rPr lang="ko-KR" altLang="en-US" sz="800" kern="1200" dirty="0" smtClean="0">
                          <a:solidFill>
                            <a:srgbClr val="0070C0"/>
                          </a:solidFill>
                          <a:latin typeface="+mn-ea"/>
                          <a:ea typeface="+mn-ea"/>
                          <a:cs typeface="+mn-cs"/>
                        </a:rPr>
                        <a:t>고령자지원 신청기간 연계</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dirty="0" smtClean="0">
                        <a:solidFill>
                          <a:srgbClr val="0070C0"/>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526" name="그룹 525"/>
          <p:cNvGrpSpPr/>
          <p:nvPr/>
        </p:nvGrpSpPr>
        <p:grpSpPr>
          <a:xfrm>
            <a:off x="1719397" y="9189640"/>
            <a:ext cx="7469427" cy="3176960"/>
            <a:chOff x="1100572" y="3176973"/>
            <a:chExt cx="7269733" cy="3176960"/>
          </a:xfrm>
        </p:grpSpPr>
        <p:sp>
          <p:nvSpPr>
            <p:cNvPr id="530" name="직사각형 529"/>
            <p:cNvSpPr/>
            <p:nvPr/>
          </p:nvSpPr>
          <p:spPr>
            <a:xfrm>
              <a:off x="1100572" y="3176973"/>
              <a:ext cx="7264786" cy="3176960"/>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31" name="직사각형 530"/>
            <p:cNvSpPr/>
            <p:nvPr/>
          </p:nvSpPr>
          <p:spPr>
            <a:xfrm>
              <a:off x="1100572" y="3187338"/>
              <a:ext cx="7263283"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32" name="직사각형 531"/>
            <p:cNvSpPr/>
            <p:nvPr/>
          </p:nvSpPr>
          <p:spPr>
            <a:xfrm>
              <a:off x="1127051" y="3210757"/>
              <a:ext cx="1257790" cy="215444"/>
            </a:xfrm>
            <a:prstGeom prst="rect">
              <a:avLst/>
            </a:prstGeom>
          </p:spPr>
          <p:txBody>
            <a:bodyPr wrap="none">
              <a:spAutoFit/>
            </a:bodyPr>
            <a:lstStyle/>
            <a:p>
              <a:r>
                <a:rPr lang="ko-KR" altLang="en-US" sz="800" b="1" dirty="0" smtClean="0">
                  <a:solidFill>
                    <a:schemeClr val="bg1"/>
                  </a:solidFill>
                  <a:latin typeface="+mn-ea"/>
                  <a:ea typeface="+mn-ea"/>
                </a:rPr>
                <a:t>장애인</a:t>
              </a:r>
              <a:r>
                <a:rPr lang="en-US" altLang="ko-KR" sz="800" b="1" dirty="0" smtClean="0">
                  <a:solidFill>
                    <a:schemeClr val="bg1"/>
                  </a:solidFill>
                  <a:latin typeface="+mn-ea"/>
                  <a:ea typeface="+mn-ea"/>
                </a:rPr>
                <a:t>/</a:t>
              </a:r>
              <a:r>
                <a:rPr lang="ko-KR" altLang="en-US" sz="800" b="1" dirty="0" smtClean="0">
                  <a:solidFill>
                    <a:schemeClr val="bg1"/>
                  </a:solidFill>
                  <a:latin typeface="+mn-ea"/>
                  <a:ea typeface="+mn-ea"/>
                </a:rPr>
                <a:t>고령자지원 신청</a:t>
              </a:r>
              <a:endParaRPr lang="ko-KR" altLang="en-US" sz="800" b="1" dirty="0">
                <a:solidFill>
                  <a:schemeClr val="bg1"/>
                </a:solidFill>
                <a:latin typeface="+mn-ea"/>
                <a:ea typeface="+mn-ea"/>
              </a:endParaRPr>
            </a:p>
          </p:txBody>
        </p:sp>
        <p:sp>
          <p:nvSpPr>
            <p:cNvPr id="533" name="직사각형 532"/>
            <p:cNvSpPr/>
            <p:nvPr/>
          </p:nvSpPr>
          <p:spPr>
            <a:xfrm>
              <a:off x="8102283"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534" name="모서리가 둥근 직사각형 533"/>
          <p:cNvSpPr/>
          <p:nvPr/>
        </p:nvSpPr>
        <p:spPr>
          <a:xfrm>
            <a:off x="5005958" y="12062551"/>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35" name="직사각형 534"/>
          <p:cNvSpPr/>
          <p:nvPr/>
        </p:nvSpPr>
        <p:spPr>
          <a:xfrm>
            <a:off x="1784731" y="9521105"/>
            <a:ext cx="7329600" cy="456387"/>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50000"/>
              </a:lnSpc>
            </a:pPr>
            <a:r>
              <a:rPr lang="ko-KR" altLang="en-US" sz="800" dirty="0" smtClean="0">
                <a:solidFill>
                  <a:schemeClr val="tx1">
                    <a:lumMod val="75000"/>
                    <a:lumOff val="25000"/>
                  </a:schemeClr>
                </a:solidFill>
                <a:latin typeface="+mn-ea"/>
              </a:rPr>
              <a:t>장애인</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고령자지원 신청기간</a:t>
            </a:r>
            <a:endParaRPr lang="en-US" altLang="ko-KR" sz="800" dirty="0" smtClean="0">
              <a:solidFill>
                <a:schemeClr val="tx1">
                  <a:lumMod val="75000"/>
                  <a:lumOff val="25000"/>
                </a:schemeClr>
              </a:solidFill>
              <a:latin typeface="+mn-ea"/>
            </a:endParaRPr>
          </a:p>
          <a:p>
            <a:pPr algn="ctr">
              <a:lnSpc>
                <a:spcPct val="150000"/>
              </a:lnSpc>
            </a:pPr>
            <a:r>
              <a:rPr lang="en-US" altLang="ko-KR" sz="800" b="1" dirty="0" smtClean="0">
                <a:solidFill>
                  <a:srgbClr val="ED8013"/>
                </a:solidFill>
                <a:latin typeface="+mn-ea"/>
              </a:rPr>
              <a:t>2026.03.03 00:00 ~ 2026.05.10 23:59</a:t>
            </a:r>
            <a:endParaRPr lang="ko-KR" altLang="en-US" sz="800" dirty="0">
              <a:solidFill>
                <a:schemeClr val="tx1">
                  <a:lumMod val="75000"/>
                  <a:lumOff val="25000"/>
                </a:schemeClr>
              </a:solidFill>
              <a:latin typeface="+mn-ea"/>
            </a:endParaRPr>
          </a:p>
        </p:txBody>
      </p:sp>
      <p:sp>
        <p:nvSpPr>
          <p:cNvPr id="536" name="직사각형 535"/>
          <p:cNvSpPr/>
          <p:nvPr/>
        </p:nvSpPr>
        <p:spPr>
          <a:xfrm>
            <a:off x="1693590" y="10019033"/>
            <a:ext cx="6381234"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장애인</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고령자지원 신청과목</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537" name="직사각형 536"/>
          <p:cNvSpPr/>
          <p:nvPr/>
        </p:nvSpPr>
        <p:spPr>
          <a:xfrm>
            <a:off x="3212053" y="10010303"/>
            <a:ext cx="785793"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총건수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5</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cxnSp>
        <p:nvCxnSpPr>
          <p:cNvPr id="767" name="꺾인 연결선 766"/>
          <p:cNvCxnSpPr>
            <a:stCxn id="1047" idx="3"/>
            <a:endCxn id="464" idx="3"/>
          </p:cNvCxnSpPr>
          <p:nvPr/>
        </p:nvCxnSpPr>
        <p:spPr>
          <a:xfrm flipH="1" flipV="1">
            <a:off x="9129463" y="11220740"/>
            <a:ext cx="115442" cy="4753555"/>
          </a:xfrm>
          <a:prstGeom prst="bentConnector3">
            <a:avLst>
              <a:gd name="adj1" fmla="val -198022"/>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768" name="그룹 767"/>
          <p:cNvGrpSpPr/>
          <p:nvPr/>
        </p:nvGrpSpPr>
        <p:grpSpPr>
          <a:xfrm>
            <a:off x="9215887" y="15767242"/>
            <a:ext cx="234360" cy="200055"/>
            <a:chOff x="1152270" y="11706839"/>
            <a:chExt cx="234360" cy="200055"/>
          </a:xfrm>
        </p:grpSpPr>
        <p:sp>
          <p:nvSpPr>
            <p:cNvPr id="769" name="모서리가 둥근 직사각형 7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0" name="직사각형 7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42" name="그룹 441"/>
          <p:cNvGrpSpPr/>
          <p:nvPr/>
        </p:nvGrpSpPr>
        <p:grpSpPr>
          <a:xfrm>
            <a:off x="-447600" y="10315844"/>
            <a:ext cx="1440000" cy="972108"/>
            <a:chOff x="-1167680" y="1619275"/>
            <a:chExt cx="1440000" cy="972108"/>
          </a:xfrm>
        </p:grpSpPr>
        <p:sp>
          <p:nvSpPr>
            <p:cNvPr id="443" name="직사각형 442"/>
            <p:cNvSpPr/>
            <p:nvPr/>
          </p:nvSpPr>
          <p:spPr>
            <a:xfrm>
              <a:off x="-1167680" y="1619275"/>
              <a:ext cx="1440000" cy="180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승인상태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a:t>
              </a:r>
            </a:p>
          </p:txBody>
        </p:sp>
        <p:sp>
          <p:nvSpPr>
            <p:cNvPr id="444" name="직사각형 443"/>
            <p:cNvSpPr/>
            <p:nvPr/>
          </p:nvSpPr>
          <p:spPr>
            <a:xfrm>
              <a:off x="-1167680" y="1792899"/>
              <a:ext cx="1440000" cy="79848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65000"/>
                      <a:lumOff val="35000"/>
                    </a:schemeClr>
                  </a:solidFill>
                  <a:latin typeface="+mn-ea"/>
                </a:rPr>
                <a:t>전체</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승인대기</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승인완료</a:t>
              </a:r>
              <a:endParaRPr lang="en-US" altLang="ko-KR" sz="800" dirty="0" smtClean="0">
                <a:solidFill>
                  <a:schemeClr val="tx1">
                    <a:lumMod val="65000"/>
                    <a:lumOff val="35000"/>
                  </a:schemeClr>
                </a:solidFill>
                <a:latin typeface="+mn-ea"/>
              </a:endParaRPr>
            </a:p>
            <a:p>
              <a:pPr>
                <a:lnSpc>
                  <a:spcPct val="150000"/>
                </a:lnSpc>
              </a:pPr>
              <a:r>
                <a:rPr lang="ko-KR" altLang="en-US" sz="800" dirty="0" smtClean="0">
                  <a:solidFill>
                    <a:schemeClr val="tx1">
                      <a:lumMod val="65000"/>
                      <a:lumOff val="35000"/>
                    </a:schemeClr>
                  </a:solidFill>
                  <a:latin typeface="+mn-ea"/>
                </a:rPr>
                <a:t>승인반려</a:t>
              </a:r>
              <a:endParaRPr lang="en-US" altLang="ko-KR" sz="800" dirty="0">
                <a:solidFill>
                  <a:schemeClr val="tx1">
                    <a:lumMod val="65000"/>
                    <a:lumOff val="35000"/>
                  </a:schemeClr>
                </a:solidFill>
                <a:latin typeface="+mn-ea"/>
              </a:endParaRPr>
            </a:p>
          </p:txBody>
        </p:sp>
      </p:grpSp>
      <p:grpSp>
        <p:nvGrpSpPr>
          <p:cNvPr id="446" name="그룹 445"/>
          <p:cNvGrpSpPr/>
          <p:nvPr/>
        </p:nvGrpSpPr>
        <p:grpSpPr>
          <a:xfrm>
            <a:off x="792818" y="12430000"/>
            <a:ext cx="6464438" cy="5400600"/>
            <a:chOff x="1100572" y="3176973"/>
            <a:chExt cx="6291612" cy="5400600"/>
          </a:xfrm>
        </p:grpSpPr>
        <p:sp>
          <p:nvSpPr>
            <p:cNvPr id="447" name="직사각형 446"/>
            <p:cNvSpPr/>
            <p:nvPr/>
          </p:nvSpPr>
          <p:spPr>
            <a:xfrm>
              <a:off x="1100572" y="3176973"/>
              <a:ext cx="6282748" cy="5400600"/>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8" name="직사각형 447"/>
            <p:cNvSpPr/>
            <p:nvPr/>
          </p:nvSpPr>
          <p:spPr>
            <a:xfrm>
              <a:off x="1100572" y="3187338"/>
              <a:ext cx="6282748"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9" name="직사각형 448"/>
            <p:cNvSpPr/>
            <p:nvPr/>
          </p:nvSpPr>
          <p:spPr>
            <a:xfrm>
              <a:off x="1127051" y="3210757"/>
              <a:ext cx="1493372" cy="215444"/>
            </a:xfrm>
            <a:prstGeom prst="rect">
              <a:avLst/>
            </a:prstGeom>
          </p:spPr>
          <p:txBody>
            <a:bodyPr wrap="none">
              <a:spAutoFit/>
            </a:bodyPr>
            <a:lstStyle/>
            <a:p>
              <a:r>
                <a:rPr lang="ko-KR" altLang="en-US" sz="800" b="1" dirty="0" smtClean="0">
                  <a:solidFill>
                    <a:schemeClr val="bg1"/>
                  </a:solidFill>
                  <a:latin typeface="+mn-ea"/>
                  <a:ea typeface="+mn-ea"/>
                </a:rPr>
                <a:t>장애인</a:t>
              </a:r>
              <a:r>
                <a:rPr lang="en-US" altLang="ko-KR" sz="800" b="1" dirty="0" smtClean="0">
                  <a:solidFill>
                    <a:schemeClr val="bg1"/>
                  </a:solidFill>
                  <a:latin typeface="+mn-ea"/>
                  <a:ea typeface="+mn-ea"/>
                </a:rPr>
                <a:t>/</a:t>
              </a:r>
              <a:r>
                <a:rPr lang="ko-KR" altLang="en-US" sz="800" b="1" dirty="0" smtClean="0">
                  <a:solidFill>
                    <a:schemeClr val="bg1"/>
                  </a:solidFill>
                  <a:latin typeface="+mn-ea"/>
                  <a:ea typeface="+mn-ea"/>
                </a:rPr>
                <a:t>고령자 지원 상세내역</a:t>
              </a:r>
              <a:endParaRPr lang="ko-KR" altLang="en-US" sz="800" b="1" dirty="0">
                <a:solidFill>
                  <a:schemeClr val="bg1"/>
                </a:solidFill>
                <a:latin typeface="+mn-ea"/>
                <a:ea typeface="+mn-ea"/>
              </a:endParaRPr>
            </a:p>
          </p:txBody>
        </p:sp>
        <p:sp>
          <p:nvSpPr>
            <p:cNvPr id="450" name="직사각형 449"/>
            <p:cNvSpPr/>
            <p:nvPr/>
          </p:nvSpPr>
          <p:spPr>
            <a:xfrm>
              <a:off x="7124162" y="318693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51" name="모서리가 둥근 직사각형 450"/>
          <p:cNvSpPr/>
          <p:nvPr/>
        </p:nvSpPr>
        <p:spPr>
          <a:xfrm>
            <a:off x="3564377" y="1744198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52" name="직사각형 451"/>
          <p:cNvSpPr/>
          <p:nvPr/>
        </p:nvSpPr>
        <p:spPr>
          <a:xfrm>
            <a:off x="795586" y="12748246"/>
            <a:ext cx="1955985"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학번 </a:t>
            </a:r>
            <a:r>
              <a:rPr lang="en-US" altLang="ko-KR" sz="800" b="1" dirty="0" smtClean="0">
                <a:solidFill>
                  <a:schemeClr val="tx1">
                    <a:lumMod val="75000"/>
                    <a:lumOff val="25000"/>
                  </a:schemeClr>
                </a:solidFill>
                <a:latin typeface="+mn-ea"/>
                <a:ea typeface="+mn-ea"/>
              </a:rPr>
              <a:t>: 2026113166 / </a:t>
            </a:r>
            <a:r>
              <a:rPr lang="ko-KR" altLang="en-US" sz="800" b="1" dirty="0" smtClean="0">
                <a:solidFill>
                  <a:schemeClr val="tx1">
                    <a:lumMod val="75000"/>
                    <a:lumOff val="25000"/>
                  </a:schemeClr>
                </a:solidFill>
                <a:latin typeface="+mn-ea"/>
                <a:ea typeface="+mn-ea"/>
              </a:rPr>
              <a:t>이름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학*자</a:t>
            </a:r>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p:txBody>
      </p:sp>
      <p:graphicFrame>
        <p:nvGraphicFramePr>
          <p:cNvPr id="453" name="표 452"/>
          <p:cNvGraphicFramePr>
            <a:graphicFrameLocks noGrp="1"/>
          </p:cNvGraphicFramePr>
          <p:nvPr>
            <p:extLst>
              <p:ext uri="{D42A27DB-BD31-4B8C-83A1-F6EECF244321}">
                <p14:modId xmlns:p14="http://schemas.microsoft.com/office/powerpoint/2010/main" val="767412213"/>
              </p:ext>
            </p:extLst>
          </p:nvPr>
        </p:nvGraphicFramePr>
        <p:xfrm>
          <a:off x="855973" y="13172317"/>
          <a:ext cx="6335453" cy="1713000"/>
        </p:xfrm>
        <a:graphic>
          <a:graphicData uri="http://schemas.openxmlformats.org/drawingml/2006/table">
            <a:tbl>
              <a:tblPr firstRow="1" bandRow="1">
                <a:tableStyleId>{5C22544A-7EE6-4342-B048-85BDC9FD1C3A}</a:tableStyleId>
              </a:tblPr>
              <a:tblGrid>
                <a:gridCol w="1063783"/>
                <a:gridCol w="2260562"/>
                <a:gridCol w="1147151"/>
                <a:gridCol w="1863957"/>
              </a:tblGrid>
              <a:tr h="285500">
                <a:tc>
                  <a:txBody>
                    <a:bodyPr/>
                    <a:lstStyle/>
                    <a:p>
                      <a:pPr algn="l" latinLnBrk="1"/>
                      <a:r>
                        <a:rPr lang="ko-KR" altLang="en-US" sz="800" b="0" dirty="0" smtClean="0">
                          <a:solidFill>
                            <a:schemeClr val="tx1">
                              <a:lumMod val="75000"/>
                              <a:lumOff val="25000"/>
                            </a:schemeClr>
                          </a:solidFill>
                          <a:latin typeface="+mn-ea"/>
                          <a:ea typeface="+mn-ea"/>
                        </a:rPr>
                        <a:t>소속학과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algn="l" latinLnBrk="1">
                        <a:lnSpc>
                          <a:spcPct val="150000"/>
                        </a:lnSpc>
                      </a:pP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oooo</a:t>
                      </a:r>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학과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ctr"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r>
              <a:tr h="285500">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학*자</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장애종류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장애인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시각장애</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장애등급</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심한 장애인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부장애유형</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부장애등급</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과목코드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CME000 </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데이터베이스의 이해 활용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신청일시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ko-KR" altLang="en-US" sz="800" b="0" dirty="0" smtClean="0">
                          <a:solidFill>
                            <a:schemeClr val="tx1">
                              <a:lumMod val="75000"/>
                              <a:lumOff val="25000"/>
                            </a:schemeClr>
                          </a:solidFill>
                          <a:latin typeface="+mn-ea"/>
                          <a:ea typeface="+mn-ea"/>
                        </a:rPr>
                        <a:t>신청 </a:t>
                      </a:r>
                      <a:r>
                        <a:rPr lang="en-US" altLang="ko-KR" sz="800" b="0" dirty="0" smtClean="0">
                          <a:solidFill>
                            <a:schemeClr val="tx1">
                              <a:lumMod val="75000"/>
                              <a:lumOff val="25000"/>
                            </a:schemeClr>
                          </a:solidFill>
                          <a:latin typeface="+mn-ea"/>
                          <a:ea typeface="+mn-ea"/>
                        </a:rPr>
                        <a:t>/ 2023.03.14 11:38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454" name="직사각형 453"/>
          <p:cNvSpPr/>
          <p:nvPr/>
        </p:nvSpPr>
        <p:spPr>
          <a:xfrm>
            <a:off x="765512" y="12943581"/>
            <a:ext cx="954107"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요청 내역 상세</a:t>
            </a:r>
            <a:endParaRPr lang="ko-KR" altLang="en-US" sz="800" dirty="0">
              <a:solidFill>
                <a:schemeClr val="tx1">
                  <a:lumMod val="75000"/>
                  <a:lumOff val="25000"/>
                </a:schemeClr>
              </a:solidFill>
              <a:latin typeface="+mn-ea"/>
              <a:ea typeface="+mn-ea"/>
            </a:endParaRPr>
          </a:p>
        </p:txBody>
      </p:sp>
      <p:graphicFrame>
        <p:nvGraphicFramePr>
          <p:cNvPr id="455" name="표 454"/>
          <p:cNvGraphicFramePr>
            <a:graphicFrameLocks noGrp="1"/>
          </p:cNvGraphicFramePr>
          <p:nvPr>
            <p:extLst>
              <p:ext uri="{D42A27DB-BD31-4B8C-83A1-F6EECF244321}">
                <p14:modId xmlns:p14="http://schemas.microsoft.com/office/powerpoint/2010/main" val="2088123037"/>
              </p:ext>
            </p:extLst>
          </p:nvPr>
        </p:nvGraphicFramePr>
        <p:xfrm>
          <a:off x="857472" y="15207591"/>
          <a:ext cx="6335461" cy="856500"/>
        </p:xfrm>
        <a:graphic>
          <a:graphicData uri="http://schemas.openxmlformats.org/drawingml/2006/table">
            <a:tbl>
              <a:tblPr firstRow="1" bandRow="1">
                <a:tableStyleId>{5C22544A-7EE6-4342-B048-85BDC9FD1C3A}</a:tableStyleId>
              </a:tblPr>
              <a:tblGrid>
                <a:gridCol w="1064005"/>
                <a:gridCol w="2264023"/>
                <a:gridCol w="1148907"/>
                <a:gridCol w="1858526"/>
              </a:tblGrid>
              <a:tr h="285500">
                <a:tc>
                  <a:txBody>
                    <a:bodyPr/>
                    <a:lstStyle/>
                    <a:p>
                      <a:pPr algn="l" latinLnBrk="1"/>
                      <a:r>
                        <a:rPr lang="ko-KR" altLang="en-US" sz="800" b="0" dirty="0" smtClean="0">
                          <a:solidFill>
                            <a:schemeClr val="tx1">
                              <a:lumMod val="75000"/>
                              <a:lumOff val="25000"/>
                            </a:schemeClr>
                          </a:solidFill>
                          <a:latin typeface="+mn-ea"/>
                          <a:ea typeface="+mn-ea"/>
                        </a:rPr>
                        <a:t>학생신청 지원방식</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시간연장</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시험시간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30</a:t>
                      </a:r>
                      <a:r>
                        <a:rPr lang="ko-KR" altLang="en-US" sz="800" b="0" dirty="0" smtClean="0">
                          <a:solidFill>
                            <a:schemeClr val="tx1">
                              <a:lumMod val="75000"/>
                              <a:lumOff val="25000"/>
                            </a:schemeClr>
                          </a:solidFill>
                          <a:latin typeface="+mn-ea"/>
                          <a:ea typeface="+mn-ea"/>
                        </a:rPr>
                        <a:t>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시험지원사항</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시간연장</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85500">
                <a:tc>
                  <a:txBody>
                    <a:bodyPr/>
                    <a:lstStyle/>
                    <a:p>
                      <a:pPr algn="l" latinLnBrk="1"/>
                      <a:r>
                        <a:rPr lang="ko-KR" altLang="en-US" sz="800" b="0" dirty="0" smtClean="0">
                          <a:solidFill>
                            <a:schemeClr val="tx1">
                              <a:lumMod val="75000"/>
                              <a:lumOff val="25000"/>
                            </a:schemeClr>
                          </a:solidFill>
                          <a:latin typeface="+mn-ea"/>
                          <a:ea typeface="+mn-ea"/>
                        </a:rPr>
                        <a:t>연장시간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a:t>
                      </a:r>
                      <a:r>
                        <a:rPr lang="ko-KR" altLang="en-US" sz="800" b="0" dirty="0" smtClean="0">
                          <a:solidFill>
                            <a:schemeClr val="tx1">
                              <a:lumMod val="75000"/>
                              <a:lumOff val="25000"/>
                            </a:schemeClr>
                          </a:solidFill>
                          <a:latin typeface="+mn-ea"/>
                          <a:ea typeface="+mn-ea"/>
                        </a:rPr>
                        <a:t>분</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sp>
        <p:nvSpPr>
          <p:cNvPr id="456" name="직사각형 455"/>
          <p:cNvSpPr/>
          <p:nvPr/>
        </p:nvSpPr>
        <p:spPr>
          <a:xfrm>
            <a:off x="767011" y="14988380"/>
            <a:ext cx="675185"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중간고사</a:t>
            </a:r>
            <a:endParaRPr lang="ko-KR" altLang="en-US" sz="800" dirty="0">
              <a:solidFill>
                <a:schemeClr val="tx1">
                  <a:lumMod val="75000"/>
                  <a:lumOff val="25000"/>
                </a:schemeClr>
              </a:solidFill>
              <a:latin typeface="+mn-ea"/>
              <a:ea typeface="+mn-ea"/>
            </a:endParaRPr>
          </a:p>
        </p:txBody>
      </p:sp>
      <p:graphicFrame>
        <p:nvGraphicFramePr>
          <p:cNvPr id="458" name="표 457"/>
          <p:cNvGraphicFramePr>
            <a:graphicFrameLocks noGrp="1"/>
          </p:cNvGraphicFramePr>
          <p:nvPr>
            <p:extLst>
              <p:ext uri="{D42A27DB-BD31-4B8C-83A1-F6EECF244321}">
                <p14:modId xmlns:p14="http://schemas.microsoft.com/office/powerpoint/2010/main" val="2697225321"/>
              </p:ext>
            </p:extLst>
          </p:nvPr>
        </p:nvGraphicFramePr>
        <p:xfrm>
          <a:off x="865498" y="16407613"/>
          <a:ext cx="6335461" cy="856500"/>
        </p:xfrm>
        <a:graphic>
          <a:graphicData uri="http://schemas.openxmlformats.org/drawingml/2006/table">
            <a:tbl>
              <a:tblPr firstRow="1" bandRow="1">
                <a:tableStyleId>{5C22544A-7EE6-4342-B048-85BDC9FD1C3A}</a:tableStyleId>
              </a:tblPr>
              <a:tblGrid>
                <a:gridCol w="1064005"/>
                <a:gridCol w="2264023"/>
                <a:gridCol w="1148907"/>
                <a:gridCol w="1858526"/>
              </a:tblGrid>
              <a:tr h="285500">
                <a:tc>
                  <a:txBody>
                    <a:bodyPr/>
                    <a:lstStyle/>
                    <a:p>
                      <a:pPr algn="l" latinLnBrk="1"/>
                      <a:r>
                        <a:rPr lang="ko-KR" altLang="en-US" sz="800" b="0" dirty="0" smtClean="0">
                          <a:solidFill>
                            <a:schemeClr val="tx1">
                              <a:lumMod val="75000"/>
                              <a:lumOff val="25000"/>
                            </a:schemeClr>
                          </a:solidFill>
                          <a:latin typeface="+mn-ea"/>
                          <a:ea typeface="+mn-ea"/>
                        </a:rPr>
                        <a:t>학생신청 지원방식</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시간연장</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시험시간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a:txBody>
                    <a:bodyPr/>
                    <a:lstStyle/>
                    <a:p>
                      <a:pPr algn="l" latinLnBrk="1"/>
                      <a:r>
                        <a:rPr lang="en-US" altLang="ko-KR" sz="800" b="0" dirty="0" smtClean="0">
                          <a:solidFill>
                            <a:schemeClr val="tx1">
                              <a:lumMod val="75000"/>
                              <a:lumOff val="25000"/>
                            </a:schemeClr>
                          </a:solidFill>
                          <a:latin typeface="+mn-ea"/>
                          <a:ea typeface="+mn-ea"/>
                        </a:rPr>
                        <a:t>30</a:t>
                      </a:r>
                      <a:r>
                        <a:rPr lang="ko-KR" altLang="en-US" sz="800" b="0" dirty="0" smtClean="0">
                          <a:solidFill>
                            <a:schemeClr val="tx1">
                              <a:lumMod val="75000"/>
                              <a:lumOff val="25000"/>
                            </a:schemeClr>
                          </a:solidFill>
                          <a:latin typeface="+mn-ea"/>
                          <a:ea typeface="+mn-ea"/>
                        </a:rPr>
                        <a:t>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시험지원사항</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시간연장</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85500">
                <a:tc>
                  <a:txBody>
                    <a:bodyPr/>
                    <a:lstStyle/>
                    <a:p>
                      <a:pPr algn="l" latinLnBrk="1"/>
                      <a:r>
                        <a:rPr lang="ko-KR" altLang="en-US" sz="800" b="0" dirty="0" smtClean="0">
                          <a:solidFill>
                            <a:schemeClr val="tx1">
                              <a:lumMod val="75000"/>
                              <a:lumOff val="25000"/>
                            </a:schemeClr>
                          </a:solidFill>
                          <a:latin typeface="+mn-ea"/>
                          <a:ea typeface="+mn-ea"/>
                        </a:rPr>
                        <a:t>연장시간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15</a:t>
                      </a:r>
                      <a:r>
                        <a:rPr lang="ko-KR" altLang="en-US" sz="800" b="0" dirty="0" smtClean="0">
                          <a:solidFill>
                            <a:schemeClr val="tx1">
                              <a:lumMod val="75000"/>
                              <a:lumOff val="25000"/>
                            </a:schemeClr>
                          </a:solidFill>
                          <a:latin typeface="+mn-ea"/>
                          <a:ea typeface="+mn-ea"/>
                        </a:rPr>
                        <a:t>분</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sp>
        <p:nvSpPr>
          <p:cNvPr id="460" name="직사각형 459"/>
          <p:cNvSpPr/>
          <p:nvPr/>
        </p:nvSpPr>
        <p:spPr>
          <a:xfrm>
            <a:off x="767011" y="16179290"/>
            <a:ext cx="675185" cy="215444"/>
          </a:xfrm>
          <a:prstGeom prst="rect">
            <a:avLst/>
          </a:prstGeom>
        </p:spPr>
        <p:txBody>
          <a:bodyPr wrap="non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기말고사</a:t>
            </a:r>
            <a:endParaRPr lang="ko-KR" altLang="en-US" sz="800" dirty="0">
              <a:solidFill>
                <a:schemeClr val="tx1">
                  <a:lumMod val="75000"/>
                  <a:lumOff val="25000"/>
                </a:schemeClr>
              </a:solidFill>
              <a:latin typeface="+mn-ea"/>
              <a:ea typeface="+mn-ea"/>
            </a:endParaRPr>
          </a:p>
        </p:txBody>
      </p:sp>
      <p:sp>
        <p:nvSpPr>
          <p:cNvPr id="462" name="Rectangle 122"/>
          <p:cNvSpPr>
            <a:spLocks noChangeArrowheads="1"/>
          </p:cNvSpPr>
          <p:nvPr/>
        </p:nvSpPr>
        <p:spPr bwMode="auto">
          <a:xfrm>
            <a:off x="7278502" y="10252826"/>
            <a:ext cx="9000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fontAlgn="auto">
              <a:spcBef>
                <a:spcPts val="0"/>
              </a:spcBef>
              <a:spcAft>
                <a:spcPts val="0"/>
              </a:spcAft>
              <a:defRPr/>
            </a:pPr>
            <a:r>
              <a:rPr lang="ko-KR" altLang="en-US" sz="800" kern="0" dirty="0" smtClean="0">
                <a:solidFill>
                  <a:schemeClr val="bg1"/>
                </a:solidFill>
                <a:latin typeface="+mn-ea"/>
                <a:ea typeface="+mn-ea"/>
              </a:rPr>
              <a:t>지원 신청</a:t>
            </a:r>
            <a:endParaRPr lang="ko-KR" altLang="en-US" sz="800" kern="0" dirty="0">
              <a:solidFill>
                <a:schemeClr val="bg1"/>
              </a:solidFill>
              <a:latin typeface="+mn-ea"/>
              <a:ea typeface="+mn-ea"/>
            </a:endParaRPr>
          </a:p>
        </p:txBody>
      </p:sp>
      <p:sp>
        <p:nvSpPr>
          <p:cNvPr id="463" name="Rectangle 122"/>
          <p:cNvSpPr>
            <a:spLocks noChangeArrowheads="1"/>
          </p:cNvSpPr>
          <p:nvPr/>
        </p:nvSpPr>
        <p:spPr bwMode="auto">
          <a:xfrm>
            <a:off x="8229464" y="10252826"/>
            <a:ext cx="900000" cy="180000"/>
          </a:xfrm>
          <a:prstGeom prst="rect">
            <a:avLst/>
          </a:prstGeom>
          <a:solidFill>
            <a:srgbClr val="4E6A8C"/>
          </a:solidFill>
          <a:ln w="9525" algn="ctr">
            <a:solidFill>
              <a:srgbClr val="4E6A8C"/>
            </a:solidFill>
            <a:miter lim="800000"/>
            <a:headEnd/>
            <a:tailEnd/>
          </a:ln>
          <a:effectLst/>
        </p:spPr>
        <p:txBody>
          <a:bodyPr wrap="none" anchor="ctr"/>
          <a:lstStyle/>
          <a:p>
            <a:pPr algn="ctr" defTabSz="739248" fontAlgn="auto">
              <a:spcBef>
                <a:spcPts val="0"/>
              </a:spcBef>
              <a:spcAft>
                <a:spcPts val="0"/>
              </a:spcAft>
              <a:defRPr/>
            </a:pPr>
            <a:r>
              <a:rPr lang="ko-KR" altLang="en-US" sz="800" kern="0" dirty="0" smtClean="0">
                <a:solidFill>
                  <a:schemeClr val="bg1"/>
                </a:solidFill>
                <a:latin typeface="+mn-ea"/>
                <a:ea typeface="+mn-ea"/>
              </a:rPr>
              <a:t>지원 취소</a:t>
            </a:r>
            <a:endParaRPr lang="ko-KR" altLang="en-US" sz="800" kern="0" dirty="0">
              <a:solidFill>
                <a:schemeClr val="bg1"/>
              </a:solidFill>
              <a:latin typeface="+mn-ea"/>
              <a:ea typeface="+mn-ea"/>
            </a:endParaRPr>
          </a:p>
        </p:txBody>
      </p:sp>
      <p:graphicFrame>
        <p:nvGraphicFramePr>
          <p:cNvPr id="464" name="Group 37"/>
          <p:cNvGraphicFramePr>
            <a:graphicFrameLocks noGrp="1"/>
          </p:cNvGraphicFramePr>
          <p:nvPr>
            <p:extLst>
              <p:ext uri="{D42A27DB-BD31-4B8C-83A1-F6EECF244321}">
                <p14:modId xmlns:p14="http://schemas.microsoft.com/office/powerpoint/2010/main" val="166034875"/>
              </p:ext>
            </p:extLst>
          </p:nvPr>
        </p:nvGraphicFramePr>
        <p:xfrm>
          <a:off x="1796610" y="10499501"/>
          <a:ext cx="7332853" cy="1442478"/>
        </p:xfrm>
        <a:graphic>
          <a:graphicData uri="http://schemas.openxmlformats.org/drawingml/2006/table">
            <a:tbl>
              <a:tblPr/>
              <a:tblGrid>
                <a:gridCol w="272709">
                  <a:extLst>
                    <a:ext uri="{9D8B030D-6E8A-4147-A177-3AD203B41FA5}">
                      <a16:colId xmlns:a16="http://schemas.microsoft.com/office/drawing/2014/main" xmlns="" val="20001"/>
                    </a:ext>
                  </a:extLst>
                </a:gridCol>
                <a:gridCol w="632566"/>
                <a:gridCol w="1753624"/>
                <a:gridCol w="316878"/>
                <a:gridCol w="1214700"/>
                <a:gridCol w="1214700"/>
                <a:gridCol w="1214700"/>
                <a:gridCol w="712976"/>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신청학기</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요청사항</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요청결과</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승인상태</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(20</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(15</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승인완료</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중간고사</a:t>
                      </a:r>
                      <a:r>
                        <a:rPr lang="en-US" altLang="ko-KR" sz="800" b="0" kern="1200" smtClean="0">
                          <a:solidFill>
                            <a:schemeClr val="tx1">
                              <a:lumMod val="75000"/>
                              <a:lumOff val="25000"/>
                            </a:schemeClr>
                          </a:solidFill>
                          <a:latin typeface="+mn-ea"/>
                          <a:ea typeface="+mn-ea"/>
                          <a:cs typeface="+mn-cs"/>
                        </a:rPr>
                        <a:t>/</a:t>
                      </a:r>
                      <a:r>
                        <a:rPr lang="ko-KR" altLang="en-US" sz="800" b="0" kern="120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승인대기</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알고리즘 이해</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중간고사</a:t>
                      </a:r>
                      <a:r>
                        <a:rPr lang="en-US" altLang="ko-KR" sz="800" b="0" kern="1200" smtClean="0">
                          <a:solidFill>
                            <a:schemeClr val="tx1">
                              <a:lumMod val="75000"/>
                              <a:lumOff val="25000"/>
                            </a:schemeClr>
                          </a:solidFill>
                          <a:latin typeface="+mn-ea"/>
                          <a:ea typeface="+mn-ea"/>
                          <a:cs typeface="+mn-cs"/>
                        </a:rPr>
                        <a:t>/</a:t>
                      </a:r>
                      <a:r>
                        <a:rPr lang="ko-KR" altLang="en-US" sz="800" b="0" kern="120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인터넷과 생활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중간고사</a:t>
                      </a:r>
                      <a:r>
                        <a:rPr lang="en-US" altLang="ko-KR" sz="800" b="0" kern="1200" smtClean="0">
                          <a:solidFill>
                            <a:schemeClr val="tx1">
                              <a:lumMod val="75000"/>
                              <a:lumOff val="25000"/>
                            </a:schemeClr>
                          </a:solidFill>
                          <a:latin typeface="+mn-ea"/>
                          <a:ea typeface="+mn-ea"/>
                          <a:cs typeface="+mn-cs"/>
                        </a:rPr>
                        <a:t>/</a:t>
                      </a:r>
                      <a:r>
                        <a:rPr lang="ko-KR" altLang="en-US" sz="800" b="0" kern="120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반려</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rgbClr val="FF0000"/>
                          </a:solidFill>
                          <a:latin typeface="+mn-ea"/>
                          <a:ea typeface="+mn-ea"/>
                        </a:rPr>
                        <a:t>승인반려</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Oooo</a:t>
                      </a:r>
                      <a:r>
                        <a:rPr lang="ko-KR" altLang="en-US" sz="800" b="0" kern="1200" dirty="0" smtClean="0">
                          <a:solidFill>
                            <a:schemeClr val="tx1">
                              <a:lumMod val="75000"/>
                              <a:lumOff val="25000"/>
                            </a:schemeClr>
                          </a:solidFill>
                          <a:latin typeface="+mn-ea"/>
                          <a:ea typeface="+mn-ea"/>
                          <a:cs typeface="+mn-cs"/>
                        </a:rPr>
                        <a:t>학과</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인사이드 기초</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a:t>
                      </a: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기말고사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시간연장</a:t>
                      </a:r>
                      <a:r>
                        <a:rPr lang="en-US" altLang="ko-KR" sz="800" b="0" kern="1200" dirty="0" smtClean="0">
                          <a:solidFill>
                            <a:srgbClr val="0070C0"/>
                          </a:solidFill>
                          <a:latin typeface="+mn-ea"/>
                          <a:ea typeface="+mn-ea"/>
                          <a:cs typeface="+mn-cs"/>
                        </a:rPr>
                        <a:t>/</a:t>
                      </a:r>
                      <a:r>
                        <a:rPr lang="ko-KR" altLang="en-US" sz="800" b="0" kern="1200" dirty="0" smtClean="0">
                          <a:solidFill>
                            <a:srgbClr val="0070C0"/>
                          </a:solidFill>
                          <a:latin typeface="+mn-ea"/>
                          <a:ea typeface="+mn-ea"/>
                          <a:cs typeface="+mn-cs"/>
                        </a:rPr>
                        <a:t>시간연장</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(20</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연장</a:t>
                      </a:r>
                      <a:r>
                        <a:rPr lang="en-US" altLang="ko-KR" sz="800" b="0" dirty="0" smtClean="0">
                          <a:solidFill>
                            <a:schemeClr val="tx1">
                              <a:lumMod val="75000"/>
                              <a:lumOff val="25000"/>
                            </a:schemeClr>
                          </a:solidFill>
                          <a:latin typeface="+mn-ea"/>
                          <a:ea typeface="+mn-ea"/>
                        </a:rPr>
                        <a:t>(15</a:t>
                      </a:r>
                      <a:r>
                        <a:rPr lang="ko-KR" altLang="en-US" sz="800" b="0" dirty="0" smtClean="0">
                          <a:solidFill>
                            <a:schemeClr val="tx1">
                              <a:lumMod val="75000"/>
                              <a:lumOff val="25000"/>
                            </a:schemeClr>
                          </a:solidFill>
                          <a:latin typeface="+mn-ea"/>
                          <a:ea typeface="+mn-ea"/>
                        </a:rPr>
                        <a:t>분</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c>
                  <a:txBody>
                    <a:bodyPr/>
                    <a:lstStyle/>
                    <a:p>
                      <a:pPr algn="ctr" latinLnBrk="1"/>
                      <a:r>
                        <a:rPr lang="ko-KR" altLang="en-US" sz="800" b="0" dirty="0" smtClean="0">
                          <a:solidFill>
                            <a:schemeClr val="tx1">
                              <a:lumMod val="75000"/>
                              <a:lumOff val="25000"/>
                            </a:schemeClr>
                          </a:solidFill>
                          <a:latin typeface="+mn-ea"/>
                          <a:ea typeface="+mn-ea"/>
                        </a:rPr>
                        <a:t>승인완료</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461" name="꺾인 연결선 460"/>
          <p:cNvCxnSpPr>
            <a:stCxn id="550" idx="1"/>
            <a:endCxn id="448" idx="0"/>
          </p:cNvCxnSpPr>
          <p:nvPr/>
        </p:nvCxnSpPr>
        <p:spPr>
          <a:xfrm rot="10800000" flipV="1">
            <a:off x="4020484" y="10743689"/>
            <a:ext cx="2285688" cy="1696676"/>
          </a:xfrm>
          <a:prstGeom prst="bentConnector2">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nvGrpSpPr>
          <p:cNvPr id="549" name="그룹 548"/>
          <p:cNvGrpSpPr/>
          <p:nvPr/>
        </p:nvGrpSpPr>
        <p:grpSpPr>
          <a:xfrm>
            <a:off x="6249858" y="10639325"/>
            <a:ext cx="234360" cy="200055"/>
            <a:chOff x="1152270" y="11706839"/>
            <a:chExt cx="234360" cy="200055"/>
          </a:xfrm>
        </p:grpSpPr>
        <p:sp>
          <p:nvSpPr>
            <p:cNvPr id="550" name="모서리가 둥근 직사각형 5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1" name="직사각형 55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65" name="그룹 464"/>
          <p:cNvGrpSpPr/>
          <p:nvPr/>
        </p:nvGrpSpPr>
        <p:grpSpPr>
          <a:xfrm>
            <a:off x="1782552" y="10256104"/>
            <a:ext cx="2226264" cy="180000"/>
            <a:chOff x="1782552" y="10256104"/>
            <a:chExt cx="2226264" cy="180000"/>
          </a:xfrm>
        </p:grpSpPr>
        <p:grpSp>
          <p:nvGrpSpPr>
            <p:cNvPr id="466" name="그룹 465"/>
            <p:cNvGrpSpPr/>
            <p:nvPr/>
          </p:nvGrpSpPr>
          <p:grpSpPr>
            <a:xfrm>
              <a:off x="1782552" y="10256104"/>
              <a:ext cx="2021457" cy="180000"/>
              <a:chOff x="577466" y="11159461"/>
              <a:chExt cx="2021457" cy="180000"/>
            </a:xfrm>
          </p:grpSpPr>
          <p:sp>
            <p:nvSpPr>
              <p:cNvPr id="468" name="Rectangle 122"/>
              <p:cNvSpPr>
                <a:spLocks noChangeArrowheads="1"/>
              </p:cNvSpPr>
              <p:nvPr/>
            </p:nvSpPr>
            <p:spPr bwMode="auto">
              <a:xfrm>
                <a:off x="1134480"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학기 ▼ </a:t>
                </a:r>
                <a:endParaRPr lang="ko-KR" altLang="en-US" sz="800" kern="0" dirty="0">
                  <a:solidFill>
                    <a:schemeClr val="tx1">
                      <a:lumMod val="75000"/>
                      <a:lumOff val="25000"/>
                    </a:schemeClr>
                  </a:solidFill>
                  <a:latin typeface="+mn-ea"/>
                  <a:ea typeface="+mn-ea"/>
                </a:endParaRPr>
              </a:p>
            </p:txBody>
          </p:sp>
          <p:sp>
            <p:nvSpPr>
              <p:cNvPr id="469" name="Rectangle 122"/>
              <p:cNvSpPr>
                <a:spLocks noChangeArrowheads="1"/>
              </p:cNvSpPr>
              <p:nvPr/>
            </p:nvSpPr>
            <p:spPr bwMode="auto">
              <a:xfrm>
                <a:off x="577466" y="11159461"/>
                <a:ext cx="54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2025</a:t>
                </a:r>
                <a:r>
                  <a:rPr lang="ko-KR" altLang="en-US" sz="800" kern="0" dirty="0" smtClean="0">
                    <a:solidFill>
                      <a:schemeClr val="tx1">
                        <a:lumMod val="75000"/>
                        <a:lumOff val="25000"/>
                      </a:schemeClr>
                    </a:solidFill>
                    <a:latin typeface="+mn-ea"/>
                    <a:ea typeface="+mn-ea"/>
                  </a:rPr>
                  <a:t> ▼ </a:t>
                </a:r>
                <a:endParaRPr lang="ko-KR" altLang="en-US" sz="800" kern="0" dirty="0">
                  <a:solidFill>
                    <a:schemeClr val="tx1">
                      <a:lumMod val="75000"/>
                      <a:lumOff val="25000"/>
                    </a:schemeClr>
                  </a:solidFill>
                  <a:latin typeface="+mn-ea"/>
                  <a:ea typeface="+mn-ea"/>
                </a:endParaRPr>
              </a:p>
            </p:txBody>
          </p:sp>
          <p:sp>
            <p:nvSpPr>
              <p:cNvPr id="470" name="Rectangle 122"/>
              <p:cNvSpPr>
                <a:spLocks noChangeArrowheads="1"/>
              </p:cNvSpPr>
              <p:nvPr/>
            </p:nvSpPr>
            <p:spPr bwMode="auto">
              <a:xfrm>
                <a:off x="1698923" y="11159461"/>
                <a:ext cx="900000" cy="180000"/>
              </a:xfrm>
              <a:prstGeom prst="rect">
                <a:avLst/>
              </a:prstGeom>
              <a:solidFill>
                <a:schemeClr val="bg1"/>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승인상태      ▼ </a:t>
                </a:r>
                <a:endParaRPr lang="ko-KR" altLang="en-US" sz="800" kern="0" dirty="0">
                  <a:solidFill>
                    <a:schemeClr val="tx1">
                      <a:lumMod val="75000"/>
                      <a:lumOff val="25000"/>
                    </a:schemeClr>
                  </a:solidFill>
                  <a:latin typeface="+mn-ea"/>
                  <a:ea typeface="+mn-ea"/>
                </a:endParaRPr>
              </a:p>
            </p:txBody>
          </p:sp>
        </p:grpSp>
        <p:pic>
          <p:nvPicPr>
            <p:cNvPr id="467"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826230" y="10270173"/>
              <a:ext cx="182586" cy="165600"/>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grpSp>
      <p:sp>
        <p:nvSpPr>
          <p:cNvPr id="445" name="모서리가 둥근 직사각형 444"/>
          <p:cNvSpPr/>
          <p:nvPr/>
        </p:nvSpPr>
        <p:spPr>
          <a:xfrm>
            <a:off x="2279178" y="6784597"/>
            <a:ext cx="6885361"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471" name="모서리가 둥근 직사각형 470"/>
          <p:cNvSpPr/>
          <p:nvPr/>
        </p:nvSpPr>
        <p:spPr>
          <a:xfrm>
            <a:off x="2273846" y="7148281"/>
            <a:ext cx="6886800" cy="288000"/>
          </a:xfrm>
          <a:prstGeom prst="roundRect">
            <a:avLst/>
          </a:prstGeom>
          <a:solidFill>
            <a:schemeClr val="bg1"/>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endParaRPr lang="ko-KR" altLang="en-US" sz="1100" b="1" dirty="0" smtClean="0">
              <a:solidFill>
                <a:schemeClr val="tx1"/>
              </a:solidFill>
              <a:latin typeface="맑은 고딕" panose="020B0503020000020004" pitchFamily="50" charset="-127"/>
              <a:ea typeface="맑은 고딕" panose="020B0503020000020004" pitchFamily="50" charset="-127"/>
            </a:endParaRPr>
          </a:p>
        </p:txBody>
      </p:sp>
      <p:sp>
        <p:nvSpPr>
          <p:cNvPr id="501" name="모서리가 둥근 직사각형 500"/>
          <p:cNvSpPr/>
          <p:nvPr/>
        </p:nvSpPr>
        <p:spPr>
          <a:xfrm>
            <a:off x="7977456" y="6841167"/>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04" name="모서리가 둥근 직사각형 503"/>
          <p:cNvSpPr/>
          <p:nvPr/>
        </p:nvSpPr>
        <p:spPr>
          <a:xfrm>
            <a:off x="7977456" y="7196123"/>
            <a:ext cx="1080000" cy="1872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r"/>
            <a:r>
              <a:rPr lang="ko-KR" altLang="en-US" sz="750" dirty="0" smtClean="0">
                <a:solidFill>
                  <a:schemeClr val="tx1">
                    <a:lumMod val="50000"/>
                    <a:lumOff val="50000"/>
                  </a:schemeClr>
                </a:solidFill>
                <a:latin typeface="맑은 고딕" panose="020B0503020000020004" pitchFamily="50" charset="-127"/>
                <a:ea typeface="맑은 고딕" panose="020B0503020000020004" pitchFamily="50" charset="-127"/>
              </a:rPr>
              <a:t>진도율 </a:t>
            </a:r>
            <a:r>
              <a:rPr lang="en-US" altLang="ko-KR" sz="750" b="1" dirty="0" smtClean="0">
                <a:solidFill>
                  <a:srgbClr val="0070C0"/>
                </a:solidFill>
                <a:latin typeface="맑은 고딕" panose="020B0503020000020004" pitchFamily="50" charset="-127"/>
                <a:ea typeface="맑은 고딕" panose="020B0503020000020004" pitchFamily="50" charset="-127"/>
              </a:rPr>
              <a:t>52%</a:t>
            </a:r>
            <a:endParaRPr lang="ko-KR" altLang="en-US" sz="750" b="1" dirty="0">
              <a:solidFill>
                <a:srgbClr val="0070C0"/>
              </a:solidFill>
              <a:latin typeface="맑은 고딕" panose="020B0503020000020004" pitchFamily="50" charset="-127"/>
              <a:ea typeface="맑은 고딕" panose="020B0503020000020004" pitchFamily="50" charset="-127"/>
            </a:endParaRPr>
          </a:p>
        </p:txBody>
      </p:sp>
      <p:sp>
        <p:nvSpPr>
          <p:cNvPr id="509" name="직사각형 508"/>
          <p:cNvSpPr/>
          <p:nvPr/>
        </p:nvSpPr>
        <p:spPr>
          <a:xfrm>
            <a:off x="2663602" y="6824745"/>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510" name="순서도: 대체 처리 509"/>
          <p:cNvSpPr/>
          <p:nvPr/>
        </p:nvSpPr>
        <p:spPr bwMode="auto">
          <a:xfrm>
            <a:off x="2332137" y="6863375"/>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513" name="직사각형 512"/>
          <p:cNvSpPr/>
          <p:nvPr/>
        </p:nvSpPr>
        <p:spPr>
          <a:xfrm>
            <a:off x="2663602" y="7188429"/>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 제목 </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514" name="순서도: 대체 처리 513"/>
          <p:cNvSpPr/>
          <p:nvPr/>
        </p:nvSpPr>
        <p:spPr bwMode="auto">
          <a:xfrm>
            <a:off x="2332137" y="7227059"/>
            <a:ext cx="360000" cy="126000"/>
          </a:xfrm>
          <a:prstGeom prst="flowChartAlternateProcess">
            <a:avLst/>
          </a:prstGeom>
          <a:no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grpSp>
        <p:nvGrpSpPr>
          <p:cNvPr id="433" name="그룹 432"/>
          <p:cNvGrpSpPr/>
          <p:nvPr/>
        </p:nvGrpSpPr>
        <p:grpSpPr>
          <a:xfrm>
            <a:off x="5640844" y="2041798"/>
            <a:ext cx="2994089" cy="162517"/>
            <a:chOff x="6384100" y="2032273"/>
            <a:chExt cx="2994089" cy="162517"/>
          </a:xfrm>
        </p:grpSpPr>
        <p:sp>
          <p:nvSpPr>
            <p:cNvPr id="434" name="직사각형 433"/>
            <p:cNvSpPr/>
            <p:nvPr/>
          </p:nvSpPr>
          <p:spPr>
            <a:xfrm>
              <a:off x="7501975" y="2032790"/>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강의실 바로가기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436" name="순서도: 대체 처리 435"/>
            <p:cNvSpPr/>
            <p:nvPr/>
          </p:nvSpPr>
          <p:spPr bwMode="auto">
            <a:xfrm>
              <a:off x="8658189" y="2032790"/>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학습자 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515" name="직사각형 514"/>
            <p:cNvSpPr/>
            <p:nvPr/>
          </p:nvSpPr>
          <p:spPr>
            <a:xfrm>
              <a:off x="6384100" y="2032273"/>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2025</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grpSp>
      <p:sp>
        <p:nvSpPr>
          <p:cNvPr id="516" name="순서도: 대체 처리 515"/>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17" name="그룹 16"/>
          <p:cNvGrpSpPr/>
          <p:nvPr/>
        </p:nvGrpSpPr>
        <p:grpSpPr>
          <a:xfrm>
            <a:off x="1969801" y="2331127"/>
            <a:ext cx="7454075" cy="829822"/>
            <a:chOff x="1969801" y="2331127"/>
            <a:chExt cx="7454075" cy="829822"/>
          </a:xfrm>
        </p:grpSpPr>
        <p:grpSp>
          <p:nvGrpSpPr>
            <p:cNvPr id="7" name="그룹 6"/>
            <p:cNvGrpSpPr/>
            <p:nvPr/>
          </p:nvGrpSpPr>
          <p:grpSpPr>
            <a:xfrm>
              <a:off x="1969801" y="2331127"/>
              <a:ext cx="7454075" cy="829822"/>
              <a:chOff x="1969801" y="2331127"/>
              <a:chExt cx="7454075" cy="829822"/>
            </a:xfrm>
          </p:grpSpPr>
          <p:sp>
            <p:nvSpPr>
              <p:cNvPr id="651" name="직사각형 650"/>
              <p:cNvSpPr/>
              <p:nvPr/>
            </p:nvSpPr>
            <p:spPr>
              <a:xfrm>
                <a:off x="2007876" y="2331127"/>
                <a:ext cx="7416000" cy="8136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5" name="그룹 54"/>
              <p:cNvGrpSpPr/>
              <p:nvPr/>
            </p:nvGrpSpPr>
            <p:grpSpPr>
              <a:xfrm>
                <a:off x="6283052" y="2423180"/>
                <a:ext cx="828000" cy="636637"/>
                <a:chOff x="6824083" y="2423180"/>
                <a:chExt cx="828000" cy="636637"/>
              </a:xfrm>
            </p:grpSpPr>
            <p:sp>
              <p:nvSpPr>
                <p:cNvPr id="670" name="직사각형 669"/>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1028" name="Picture 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1" name="직사각형 680"/>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56" name="그룹 55"/>
              <p:cNvGrpSpPr/>
              <p:nvPr/>
            </p:nvGrpSpPr>
            <p:grpSpPr>
              <a:xfrm>
                <a:off x="7146269" y="2420888"/>
                <a:ext cx="845962" cy="636637"/>
                <a:chOff x="7687300" y="2420888"/>
                <a:chExt cx="845962" cy="636637"/>
              </a:xfrm>
            </p:grpSpPr>
            <p:sp>
              <p:nvSpPr>
                <p:cNvPr id="672" name="직사각형 671"/>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7"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8" name="직사각형 687"/>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87" name="TextBox 386"/>
              <p:cNvSpPr txBox="1"/>
              <p:nvPr/>
            </p:nvSpPr>
            <p:spPr>
              <a:xfrm>
                <a:off x="2066520"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 name="그룹 4"/>
              <p:cNvGrpSpPr/>
              <p:nvPr/>
            </p:nvGrpSpPr>
            <p:grpSpPr>
              <a:xfrm>
                <a:off x="1969801" y="2382788"/>
                <a:ext cx="2281804" cy="398140"/>
                <a:chOff x="1969801" y="2411363"/>
                <a:chExt cx="2281804" cy="398140"/>
              </a:xfrm>
            </p:grpSpPr>
            <p:sp>
              <p:nvSpPr>
                <p:cNvPr id="652" name="TextBox 651"/>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88" name="순서도: 대체 처리 387"/>
                <p:cNvSpPr/>
                <p:nvPr/>
              </p:nvSpPr>
              <p:spPr bwMode="auto">
                <a:xfrm>
                  <a:off x="2063155" y="2411363"/>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4" name="그룹 3"/>
              <p:cNvGrpSpPr/>
              <p:nvPr/>
            </p:nvGrpSpPr>
            <p:grpSpPr>
              <a:xfrm>
                <a:off x="8011245" y="2413380"/>
                <a:ext cx="1371989" cy="637200"/>
                <a:chOff x="8011245" y="2413380"/>
                <a:chExt cx="1371989" cy="637200"/>
              </a:xfrm>
            </p:grpSpPr>
            <p:pic>
              <p:nvPicPr>
                <p:cNvPr id="1026"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9" name="직사각형 388"/>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0" name="직사각형 389"/>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sp>
          <p:nvSpPr>
            <p:cNvPr id="520" name="순서도: 대체 처리 519"/>
            <p:cNvSpPr/>
            <p:nvPr/>
          </p:nvSpPr>
          <p:spPr bwMode="auto">
            <a:xfrm>
              <a:off x="4880992" y="2884310"/>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521" name="순서도: 대체 처리 520"/>
            <p:cNvSpPr/>
            <p:nvPr/>
          </p:nvSpPr>
          <p:spPr bwMode="auto">
            <a:xfrm>
              <a:off x="5556605" y="2881511"/>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522" name="순서도: 대체 처리 521"/>
          <p:cNvSpPr/>
          <p:nvPr/>
        </p:nvSpPr>
        <p:spPr bwMode="auto">
          <a:xfrm>
            <a:off x="4467994" y="8294619"/>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23" name="순서도: 대체 처리 522"/>
          <p:cNvSpPr/>
          <p:nvPr/>
        </p:nvSpPr>
        <p:spPr bwMode="auto">
          <a:xfrm>
            <a:off x="4611023" y="8643292"/>
            <a:ext cx="324000" cy="126000"/>
          </a:xfrm>
          <a:prstGeom prst="flowChartAlternateProcess">
            <a:avLst/>
          </a:prstGeom>
          <a:solidFill>
            <a:schemeClr val="accent1">
              <a:lumMod val="20000"/>
              <a:lumOff val="80000"/>
            </a:schemeClr>
          </a:solidFill>
          <a:ln w="6350" cap="flat" cmpd="sng" algn="ctr">
            <a:solidFill>
              <a:schemeClr val="accent1">
                <a:lumMod val="20000"/>
                <a:lumOff val="80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50" smtClean="0">
                <a:solidFill>
                  <a:schemeClr val="tx1">
                    <a:lumMod val="75000"/>
                    <a:lumOff val="25000"/>
                  </a:schemeClr>
                </a:solidFill>
                <a:latin typeface="+mn-ea"/>
                <a:ea typeface="+mn-ea"/>
                <a:cs typeface="Calibri" pitchFamily="34" charset="0"/>
              </a:rPr>
              <a:t>읽음</a:t>
            </a:r>
            <a:endParaRPr kumimoji="1" lang="ko-KR" altLang="en-US" sz="750" dirty="0">
              <a:solidFill>
                <a:schemeClr val="tx1">
                  <a:lumMod val="75000"/>
                  <a:lumOff val="25000"/>
                </a:schemeClr>
              </a:solidFill>
              <a:latin typeface="+mn-ea"/>
              <a:ea typeface="+mn-ea"/>
              <a:cs typeface="Calibri" pitchFamily="34" charset="0"/>
            </a:endParaRPr>
          </a:p>
        </p:txBody>
      </p:sp>
      <p:sp>
        <p:nvSpPr>
          <p:cNvPr id="524" name="사각형 설명선 523"/>
          <p:cNvSpPr/>
          <p:nvPr/>
        </p:nvSpPr>
        <p:spPr>
          <a:xfrm>
            <a:off x="5407952" y="828003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다운로드 클릭하면 표시</a:t>
            </a:r>
            <a:endParaRPr lang="ko-KR" altLang="en-US" sz="800" dirty="0">
              <a:solidFill>
                <a:schemeClr val="tx1">
                  <a:lumMod val="75000"/>
                  <a:lumOff val="25000"/>
                </a:schemeClr>
              </a:solidFill>
              <a:latin typeface="+mn-ea"/>
            </a:endParaRPr>
          </a:p>
        </p:txBody>
      </p:sp>
      <p:sp>
        <p:nvSpPr>
          <p:cNvPr id="525" name="사각형 설명선 524"/>
          <p:cNvSpPr/>
          <p:nvPr/>
        </p:nvSpPr>
        <p:spPr>
          <a:xfrm>
            <a:off x="5582022" y="8640075"/>
            <a:ext cx="1312892" cy="180000"/>
          </a:xfrm>
          <a:prstGeom prst="wedgeRectCallout">
            <a:avLst>
              <a:gd name="adj1" fmla="val -99187"/>
              <a:gd name="adj2" fmla="val -11584"/>
            </a:avLst>
          </a:prstGeom>
          <a:solidFill>
            <a:schemeClr val="bg1"/>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smtClean="0">
                <a:solidFill>
                  <a:schemeClr val="tx1">
                    <a:lumMod val="75000"/>
                    <a:lumOff val="25000"/>
                  </a:schemeClr>
                </a:solidFill>
                <a:latin typeface="+mn-ea"/>
              </a:rPr>
              <a:t>링크 클릭하면 표시</a:t>
            </a:r>
            <a:endParaRPr lang="ko-KR" altLang="en-US" sz="800" dirty="0">
              <a:solidFill>
                <a:schemeClr val="tx1">
                  <a:lumMod val="75000"/>
                  <a:lumOff val="25000"/>
                </a:schemeClr>
              </a:solidFill>
              <a:latin typeface="+mn-ea"/>
            </a:endParaRPr>
          </a:p>
        </p:txBody>
      </p:sp>
      <p:grpSp>
        <p:nvGrpSpPr>
          <p:cNvPr id="527" name="그룹 526"/>
          <p:cNvGrpSpPr/>
          <p:nvPr/>
        </p:nvGrpSpPr>
        <p:grpSpPr>
          <a:xfrm>
            <a:off x="579562" y="2166658"/>
            <a:ext cx="1384958" cy="5317057"/>
            <a:chOff x="579562" y="2166658"/>
            <a:chExt cx="1384958" cy="5317057"/>
          </a:xfrm>
        </p:grpSpPr>
        <p:grpSp>
          <p:nvGrpSpPr>
            <p:cNvPr id="528" name="그룹 527"/>
            <p:cNvGrpSpPr/>
            <p:nvPr/>
          </p:nvGrpSpPr>
          <p:grpSpPr>
            <a:xfrm>
              <a:off x="629956" y="3318264"/>
              <a:ext cx="1188000" cy="180000"/>
              <a:chOff x="666428" y="3785432"/>
              <a:chExt cx="1188000" cy="180000"/>
            </a:xfrm>
          </p:grpSpPr>
          <p:sp>
            <p:nvSpPr>
              <p:cNvPr id="603" name="모서리가 둥근 직사각형 60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04"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9" name="그룹 528"/>
            <p:cNvGrpSpPr/>
            <p:nvPr/>
          </p:nvGrpSpPr>
          <p:grpSpPr>
            <a:xfrm>
              <a:off x="629956" y="3568824"/>
              <a:ext cx="1188000" cy="180000"/>
              <a:chOff x="666428" y="4310612"/>
              <a:chExt cx="1188000" cy="180000"/>
            </a:xfrm>
          </p:grpSpPr>
          <p:sp>
            <p:nvSpPr>
              <p:cNvPr id="601" name="모서리가 둥근 직사각형 600"/>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02"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8" name="그룹 537"/>
            <p:cNvGrpSpPr/>
            <p:nvPr/>
          </p:nvGrpSpPr>
          <p:grpSpPr>
            <a:xfrm>
              <a:off x="629955" y="3042501"/>
              <a:ext cx="1188000" cy="180000"/>
              <a:chOff x="666427" y="3266516"/>
              <a:chExt cx="1188000" cy="180000"/>
            </a:xfrm>
          </p:grpSpPr>
          <p:sp>
            <p:nvSpPr>
              <p:cNvPr id="599" name="모서리가 둥근 직사각형 59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00"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9" name="그룹 538"/>
            <p:cNvGrpSpPr/>
            <p:nvPr/>
          </p:nvGrpSpPr>
          <p:grpSpPr>
            <a:xfrm>
              <a:off x="629956" y="3854780"/>
              <a:ext cx="1188000" cy="180000"/>
              <a:chOff x="666428" y="4570824"/>
              <a:chExt cx="1188000" cy="180000"/>
            </a:xfrm>
          </p:grpSpPr>
          <p:sp>
            <p:nvSpPr>
              <p:cNvPr id="597" name="모서리가 둥근 직사각형 59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598"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0" name="그룹 539"/>
            <p:cNvGrpSpPr/>
            <p:nvPr/>
          </p:nvGrpSpPr>
          <p:grpSpPr>
            <a:xfrm>
              <a:off x="629956" y="5316875"/>
              <a:ext cx="1188000" cy="180000"/>
              <a:chOff x="666428" y="5096004"/>
              <a:chExt cx="1188000" cy="180000"/>
            </a:xfrm>
          </p:grpSpPr>
          <p:sp>
            <p:nvSpPr>
              <p:cNvPr id="595" name="모서리가 둥근 직사각형 594"/>
              <p:cNvSpPr/>
              <p:nvPr/>
            </p:nvSpPr>
            <p:spPr bwMode="auto">
              <a:xfrm>
                <a:off x="666428" y="5096004"/>
                <a:ext cx="1188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596" name="Picture 11"/>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1" name="그룹 540"/>
            <p:cNvGrpSpPr/>
            <p:nvPr/>
          </p:nvGrpSpPr>
          <p:grpSpPr>
            <a:xfrm>
              <a:off x="634148" y="5634789"/>
              <a:ext cx="1188000" cy="180000"/>
              <a:chOff x="666428" y="3785432"/>
              <a:chExt cx="1188000" cy="180000"/>
            </a:xfrm>
          </p:grpSpPr>
          <p:sp>
            <p:nvSpPr>
              <p:cNvPr id="593" name="모서리가 둥근 직사각형 592"/>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594"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2" name="그룹 541"/>
            <p:cNvGrpSpPr/>
            <p:nvPr/>
          </p:nvGrpSpPr>
          <p:grpSpPr>
            <a:xfrm>
              <a:off x="631150" y="4135825"/>
              <a:ext cx="1188000" cy="180000"/>
              <a:chOff x="666428" y="4570824"/>
              <a:chExt cx="1188000" cy="180000"/>
            </a:xfrm>
          </p:grpSpPr>
          <p:sp>
            <p:nvSpPr>
              <p:cNvPr id="591" name="모서리가 둥근 직사각형 590"/>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592"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3" name="그룹 542"/>
            <p:cNvGrpSpPr/>
            <p:nvPr/>
          </p:nvGrpSpPr>
          <p:grpSpPr>
            <a:xfrm>
              <a:off x="629956" y="4423395"/>
              <a:ext cx="1188000" cy="180000"/>
              <a:chOff x="666428" y="4310612"/>
              <a:chExt cx="1188000" cy="180000"/>
            </a:xfrm>
          </p:grpSpPr>
          <p:sp>
            <p:nvSpPr>
              <p:cNvPr id="589" name="모서리가 둥근 직사각형 58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590"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44" name="TextBox 54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45" name="그룹 544"/>
            <p:cNvGrpSpPr/>
            <p:nvPr/>
          </p:nvGrpSpPr>
          <p:grpSpPr>
            <a:xfrm>
              <a:off x="632520" y="4723068"/>
              <a:ext cx="1188000" cy="180000"/>
              <a:chOff x="666428" y="4310612"/>
              <a:chExt cx="1188000" cy="180000"/>
            </a:xfrm>
          </p:grpSpPr>
          <p:sp>
            <p:nvSpPr>
              <p:cNvPr id="587" name="모서리가 둥근 직사각형 586"/>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588"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6" name="그룹 545"/>
            <p:cNvGrpSpPr/>
            <p:nvPr/>
          </p:nvGrpSpPr>
          <p:grpSpPr>
            <a:xfrm>
              <a:off x="632520" y="2752353"/>
              <a:ext cx="1332000" cy="180000"/>
              <a:chOff x="666427" y="3266516"/>
              <a:chExt cx="1332000" cy="180000"/>
            </a:xfrm>
          </p:grpSpPr>
          <p:sp>
            <p:nvSpPr>
              <p:cNvPr id="585" name="모서리가 둥근 직사각형 584"/>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smtClean="0">
                    <a:solidFill>
                      <a:schemeClr val="tx1">
                        <a:lumMod val="75000"/>
                        <a:lumOff val="25000"/>
                      </a:schemeClr>
                    </a:solidFill>
                    <a:latin typeface="+mn-ea"/>
                    <a:ea typeface="+mn-ea"/>
                    <a:cs typeface="Calibri" pitchFamily="34" charset="0"/>
                  </a:rPr>
                  <a:t>강의실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586"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7" name="그룹 546"/>
            <p:cNvGrpSpPr/>
            <p:nvPr/>
          </p:nvGrpSpPr>
          <p:grpSpPr>
            <a:xfrm>
              <a:off x="632520" y="5005767"/>
              <a:ext cx="1188000" cy="180000"/>
              <a:chOff x="666428" y="4310612"/>
              <a:chExt cx="1188000" cy="180000"/>
            </a:xfrm>
          </p:grpSpPr>
          <p:sp>
            <p:nvSpPr>
              <p:cNvPr id="583" name="모서리가 둥근 직사각형 582"/>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84"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8" name="그룹 547"/>
            <p:cNvGrpSpPr/>
            <p:nvPr/>
          </p:nvGrpSpPr>
          <p:grpSpPr>
            <a:xfrm>
              <a:off x="632520" y="6227787"/>
              <a:ext cx="1188000" cy="180000"/>
              <a:chOff x="666428" y="3785432"/>
              <a:chExt cx="1188000" cy="180000"/>
            </a:xfrm>
          </p:grpSpPr>
          <p:sp>
            <p:nvSpPr>
              <p:cNvPr id="579" name="모서리가 둥근 직사각형 578"/>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82"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2" name="그룹 551"/>
            <p:cNvGrpSpPr/>
            <p:nvPr/>
          </p:nvGrpSpPr>
          <p:grpSpPr>
            <a:xfrm>
              <a:off x="632520" y="6487872"/>
              <a:ext cx="1188000" cy="180000"/>
              <a:chOff x="666428" y="4310612"/>
              <a:chExt cx="1188000" cy="180000"/>
            </a:xfrm>
          </p:grpSpPr>
          <p:sp>
            <p:nvSpPr>
              <p:cNvPr id="569" name="모서리가 둥근 직사각형 568"/>
              <p:cNvSpPr/>
              <p:nvPr/>
            </p:nvSpPr>
            <p:spPr bwMode="auto">
              <a:xfrm>
                <a:off x="666428" y="431061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78"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3" name="그룹 552"/>
            <p:cNvGrpSpPr/>
            <p:nvPr/>
          </p:nvGrpSpPr>
          <p:grpSpPr>
            <a:xfrm>
              <a:off x="632520" y="6773828"/>
              <a:ext cx="1188000" cy="180000"/>
              <a:chOff x="666428" y="4570824"/>
              <a:chExt cx="1188000" cy="180000"/>
            </a:xfrm>
          </p:grpSpPr>
          <p:sp>
            <p:nvSpPr>
              <p:cNvPr id="567" name="모서리가 둥근 직사각형 566"/>
              <p:cNvSpPr/>
              <p:nvPr/>
            </p:nvSpPr>
            <p:spPr bwMode="auto">
              <a:xfrm>
                <a:off x="666428" y="4570824"/>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68" name="Picture 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4" name="그룹 553"/>
            <p:cNvGrpSpPr/>
            <p:nvPr/>
          </p:nvGrpSpPr>
          <p:grpSpPr>
            <a:xfrm>
              <a:off x="632520" y="7053155"/>
              <a:ext cx="1188000" cy="180000"/>
              <a:chOff x="666428" y="3785432"/>
              <a:chExt cx="1188000" cy="180000"/>
            </a:xfrm>
          </p:grpSpPr>
          <p:sp>
            <p:nvSpPr>
              <p:cNvPr id="565" name="모서리가 둥근 직사각형 564"/>
              <p:cNvSpPr/>
              <p:nvPr/>
            </p:nvSpPr>
            <p:spPr bwMode="auto">
              <a:xfrm>
                <a:off x="666428" y="3785432"/>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66" name="Picture 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5" name="그룹 554"/>
            <p:cNvGrpSpPr/>
            <p:nvPr/>
          </p:nvGrpSpPr>
          <p:grpSpPr>
            <a:xfrm>
              <a:off x="632520" y="7303715"/>
              <a:ext cx="1224000" cy="180000"/>
              <a:chOff x="666428" y="4310612"/>
              <a:chExt cx="1224000" cy="180000"/>
            </a:xfrm>
          </p:grpSpPr>
          <p:sp>
            <p:nvSpPr>
              <p:cNvPr id="563" name="모서리가 둥근 직사각형 562"/>
              <p:cNvSpPr/>
              <p:nvPr/>
            </p:nvSpPr>
            <p:spPr bwMode="auto">
              <a:xfrm>
                <a:off x="666428" y="4310612"/>
                <a:ext cx="1224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64" name="Picture 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8" name="그룹 557"/>
            <p:cNvGrpSpPr/>
            <p:nvPr/>
          </p:nvGrpSpPr>
          <p:grpSpPr>
            <a:xfrm>
              <a:off x="622995" y="5922821"/>
              <a:ext cx="1188000" cy="180000"/>
              <a:chOff x="666427" y="3266516"/>
              <a:chExt cx="1188000" cy="180000"/>
            </a:xfrm>
          </p:grpSpPr>
          <p:sp>
            <p:nvSpPr>
              <p:cNvPr id="559" name="모서리가 둥근 직사각형 558"/>
              <p:cNvSpPr/>
              <p:nvPr/>
            </p:nvSpPr>
            <p:spPr bwMode="auto">
              <a:xfrm>
                <a:off x="666427" y="3266516"/>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560" name="Picture 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605" name="그룹 604"/>
          <p:cNvGrpSpPr/>
          <p:nvPr/>
        </p:nvGrpSpPr>
        <p:grpSpPr>
          <a:xfrm>
            <a:off x="507554" y="1602349"/>
            <a:ext cx="3075218" cy="252000"/>
            <a:chOff x="507554" y="1537742"/>
            <a:chExt cx="3075218" cy="252000"/>
          </a:xfrm>
        </p:grpSpPr>
        <p:pic>
          <p:nvPicPr>
            <p:cNvPr id="607" name="Picture 4"/>
            <p:cNvPicPr>
              <a:picLocks noChangeAspect="1" noChangeArrowheads="1"/>
            </p:cNvPicPr>
            <p:nvPr/>
          </p:nvPicPr>
          <p:blipFill>
            <a:blip r:embed="rId33"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8" name="그룹 607"/>
            <p:cNvGrpSpPr/>
            <p:nvPr/>
          </p:nvGrpSpPr>
          <p:grpSpPr>
            <a:xfrm>
              <a:off x="2288704" y="1581175"/>
              <a:ext cx="1294068" cy="166725"/>
              <a:chOff x="2288704" y="1581175"/>
              <a:chExt cx="1294068" cy="166725"/>
            </a:xfrm>
          </p:grpSpPr>
          <p:sp>
            <p:nvSpPr>
              <p:cNvPr id="609" name="직사각형 608"/>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617" name="직사각형 616"/>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sp>
        <p:nvSpPr>
          <p:cNvPr id="571" name="자유형 570"/>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1903293876"/>
      </p:ext>
    </p:extLst>
  </p:cSld>
  <p:clrMapOvr>
    <a:masterClrMapping/>
  </p:clrMapOvr>
  <p:transition>
    <p:wipe dir="r"/>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공지사항</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98799777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공지사항</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KNOU_UI_C02040000_01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공지사항 </a:t>
            </a:r>
            <a:r>
              <a:rPr lang="en-US" altLang="ko-KR" sz="800" spc="-60" dirty="0" smtClean="0">
                <a:latin typeface="+mn-ea"/>
                <a:ea typeface="+mn-ea"/>
              </a:rPr>
              <a:t>&gt; </a:t>
            </a:r>
            <a:r>
              <a:rPr lang="ko-KR" altLang="en-US" sz="800" spc="-60" dirty="0" smtClean="0">
                <a:latin typeface="+mn-ea"/>
                <a:ea typeface="+mn-ea"/>
              </a:rPr>
              <a:t>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99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708535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공지사</a:t>
            </a:r>
            <a:r>
              <a:rPr lang="ko-KR" altLang="en-US" sz="800" spc="-60" dirty="0">
                <a:latin typeface="+mn-ea"/>
                <a:ea typeface="+mn-ea"/>
              </a:rPr>
              <a:t>항</a:t>
            </a: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공지사항</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037048367"/>
              </p:ext>
            </p:extLst>
          </p:nvPr>
        </p:nvGraphicFramePr>
        <p:xfrm>
          <a:off x="9499029" y="1484784"/>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New </a:t>
                      </a:r>
                      <a:r>
                        <a:rPr lang="ko-KR" altLang="en-US" sz="800" kern="1200" dirty="0" smtClean="0">
                          <a:solidFill>
                            <a:schemeClr val="tx1">
                              <a:lumMod val="75000"/>
                              <a:lumOff val="25000"/>
                            </a:schemeClr>
                          </a:solidFill>
                          <a:latin typeface="+mn-ea"/>
                          <a:ea typeface="+mn-ea"/>
                          <a:cs typeface="+mn-cs"/>
                        </a:rPr>
                        <a:t>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등록일 기준 </a:t>
                      </a:r>
                      <a:r>
                        <a:rPr lang="en-US" altLang="ko-KR" sz="800" kern="1200" dirty="0" smtClean="0">
                          <a:solidFill>
                            <a:schemeClr val="tx1">
                              <a:lumMod val="75000"/>
                              <a:lumOff val="25000"/>
                            </a:schemeClr>
                          </a:solidFill>
                          <a:latin typeface="+mn-ea"/>
                          <a:ea typeface="+mn-ea"/>
                          <a:cs typeface="+mn-cs"/>
                        </a:rPr>
                        <a:t>: 7</a:t>
                      </a:r>
                      <a:r>
                        <a:rPr lang="ko-KR" altLang="en-US" sz="800" kern="1200" dirty="0" smtClean="0">
                          <a:solidFill>
                            <a:schemeClr val="tx1">
                              <a:lumMod val="75000"/>
                              <a:lumOff val="25000"/>
                            </a:schemeClr>
                          </a:solidFill>
                          <a:latin typeface="+mn-ea"/>
                          <a:ea typeface="+mn-ea"/>
                          <a:cs typeface="+mn-cs"/>
                        </a:rPr>
                        <a:t>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첨부파일 있음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수강생에게 읽지</a:t>
                      </a:r>
                      <a:r>
                        <a:rPr lang="ko-KR" altLang="en-US" sz="800" kern="1200" baseline="0" dirty="0" smtClean="0">
                          <a:solidFill>
                            <a:srgbClr val="0070C0"/>
                          </a:solidFill>
                          <a:latin typeface="+mn-ea"/>
                          <a:ea typeface="+mn-ea"/>
                          <a:cs typeface="+mn-cs"/>
                        </a:rPr>
                        <a:t> 않은 글 </a:t>
                      </a:r>
                      <a:r>
                        <a:rPr lang="en-US" altLang="ko-KR" sz="800" kern="1200" baseline="0" dirty="0" smtClean="0">
                          <a:solidFill>
                            <a:srgbClr val="0070C0"/>
                          </a:solidFill>
                          <a:latin typeface="+mn-ea"/>
                          <a:ea typeface="+mn-ea"/>
                          <a:cs typeface="+mn-cs"/>
                        </a:rPr>
                        <a:t>PUSH </a:t>
                      </a:r>
                      <a:r>
                        <a:rPr lang="ko-KR" altLang="en-US" sz="800" kern="1200" baseline="0" dirty="0" smtClean="0">
                          <a:solidFill>
                            <a:srgbClr val="0070C0"/>
                          </a:solidFill>
                          <a:latin typeface="+mn-ea"/>
                          <a:ea typeface="+mn-ea"/>
                          <a:cs typeface="+mn-cs"/>
                        </a:rPr>
                        <a:t>자동 알림</a:t>
                      </a:r>
                      <a:endParaRPr lang="en-US" altLang="ko-KR" sz="800" kern="1200" baseline="0" dirty="0" smtClean="0">
                        <a:solidFill>
                          <a:srgbClr val="0070C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Batch</a:t>
                      </a:r>
                      <a:r>
                        <a:rPr lang="en-US" altLang="ko-KR" sz="800" kern="1200" baseline="0" dirty="0" smtClean="0">
                          <a:solidFill>
                            <a:srgbClr val="0070C0"/>
                          </a:solidFill>
                          <a:latin typeface="+mn-ea"/>
                          <a:ea typeface="+mn-ea"/>
                          <a:cs typeface="+mn-cs"/>
                        </a:rPr>
                        <a:t> : 1</a:t>
                      </a:r>
                      <a:r>
                        <a:rPr lang="ko-KR" altLang="en-US" sz="800" kern="1200" baseline="0" dirty="0" smtClean="0">
                          <a:solidFill>
                            <a:srgbClr val="0070C0"/>
                          </a:solidFill>
                          <a:latin typeface="+mn-ea"/>
                          <a:ea typeface="+mn-ea"/>
                          <a:cs typeface="+mn-cs"/>
                        </a:rPr>
                        <a:t>일 </a:t>
                      </a:r>
                      <a:r>
                        <a:rPr lang="en-US" altLang="ko-KR" sz="800" kern="1200" baseline="0" dirty="0" smtClean="0">
                          <a:solidFill>
                            <a:srgbClr val="0070C0"/>
                          </a:solidFill>
                          <a:latin typeface="+mn-ea"/>
                          <a:ea typeface="+mn-ea"/>
                          <a:cs typeface="+mn-cs"/>
                        </a:rPr>
                        <a:t>1</a:t>
                      </a:r>
                      <a:r>
                        <a:rPr lang="ko-KR" altLang="en-US" sz="800" kern="1200" baseline="0" dirty="0" smtClean="0">
                          <a:solidFill>
                            <a:srgbClr val="0070C0"/>
                          </a:solidFill>
                          <a:latin typeface="+mn-ea"/>
                          <a:ea typeface="+mn-ea"/>
                          <a:cs typeface="+mn-cs"/>
                        </a:rPr>
                        <a:t>회 발송</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712" name="Rectangle 122"/>
          <p:cNvSpPr>
            <a:spLocks noChangeArrowheads="1"/>
          </p:cNvSpPr>
          <p:nvPr/>
        </p:nvSpPr>
        <p:spPr bwMode="auto">
          <a:xfrm>
            <a:off x="8987588" y="3824648"/>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713" name="직사각형 712"/>
          <p:cNvSpPr/>
          <p:nvPr/>
        </p:nvSpPr>
        <p:spPr>
          <a:xfrm>
            <a:off x="1928663" y="3817264"/>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88</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723" name="Group 37"/>
          <p:cNvGraphicFramePr>
            <a:graphicFrameLocks noGrp="1"/>
          </p:cNvGraphicFramePr>
          <p:nvPr>
            <p:extLst>
              <p:ext uri="{D42A27DB-BD31-4B8C-83A1-F6EECF244321}">
                <p14:modId xmlns:p14="http://schemas.microsoft.com/office/powerpoint/2010/main" val="2427323331"/>
              </p:ext>
            </p:extLst>
          </p:nvPr>
        </p:nvGraphicFramePr>
        <p:xfrm>
          <a:off x="1975898" y="4112757"/>
          <a:ext cx="7472123" cy="2604354"/>
        </p:xfrm>
        <a:graphic>
          <a:graphicData uri="http://schemas.openxmlformats.org/drawingml/2006/table">
            <a:tbl>
              <a:tblPr/>
              <a:tblGrid>
                <a:gridCol w="536102">
                  <a:extLst>
                    <a:ext uri="{9D8B030D-6E8A-4147-A177-3AD203B41FA5}">
                      <a16:colId xmlns="" xmlns:a16="http://schemas.microsoft.com/office/drawing/2014/main" val="20001"/>
                    </a:ext>
                  </a:extLst>
                </a:gridCol>
                <a:gridCol w="3401985"/>
                <a:gridCol w="899843"/>
                <a:gridCol w="899843"/>
                <a:gridCol w="599895"/>
                <a:gridCol w="599895"/>
                <a:gridCol w="53456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다운</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운영자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739" name="그룹 74"/>
          <p:cNvGrpSpPr>
            <a:grpSpLocks/>
          </p:cNvGrpSpPr>
          <p:nvPr/>
        </p:nvGrpSpPr>
        <p:grpSpPr bwMode="auto">
          <a:xfrm>
            <a:off x="4858228" y="6805628"/>
            <a:ext cx="1678948" cy="215444"/>
            <a:chOff x="5843761" y="3953547"/>
            <a:chExt cx="1769478" cy="256728"/>
          </a:xfrm>
        </p:grpSpPr>
        <p:sp>
          <p:nvSpPr>
            <p:cNvPr id="741"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742" name="그룹 86"/>
            <p:cNvGrpSpPr>
              <a:grpSpLocks/>
            </p:cNvGrpSpPr>
            <p:nvPr/>
          </p:nvGrpSpPr>
          <p:grpSpPr bwMode="auto">
            <a:xfrm>
              <a:off x="5889794" y="3953547"/>
              <a:ext cx="1723445" cy="256728"/>
              <a:chOff x="5889794" y="3953547"/>
              <a:chExt cx="1723445" cy="256728"/>
            </a:xfrm>
          </p:grpSpPr>
          <p:sp>
            <p:nvSpPr>
              <p:cNvPr id="743"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44"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747"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48"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49"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5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756"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21647" y="4370302"/>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7"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28006" y="4617954"/>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8"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0031" y="5094574"/>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9"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6390" y="5342226"/>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2"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41723" y="6058114"/>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8361" y="4381522"/>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64" name="그룹 763"/>
          <p:cNvGrpSpPr/>
          <p:nvPr/>
        </p:nvGrpSpPr>
        <p:grpSpPr>
          <a:xfrm>
            <a:off x="2846432" y="4189496"/>
            <a:ext cx="234360" cy="200055"/>
            <a:chOff x="1152270" y="11706839"/>
            <a:chExt cx="234360" cy="200055"/>
          </a:xfrm>
        </p:grpSpPr>
        <p:sp>
          <p:nvSpPr>
            <p:cNvPr id="765" name="모서리가 둥근 직사각형 76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32" name="직사각형 83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849" name="직사각형 848"/>
          <p:cNvSpPr/>
          <p:nvPr/>
        </p:nvSpPr>
        <p:spPr>
          <a:xfrm>
            <a:off x="2094087" y="4362951"/>
            <a:ext cx="295200" cy="144000"/>
          </a:xfrm>
          <a:prstGeom prst="rect">
            <a:avLst/>
          </a:prstGeom>
          <a:solidFill>
            <a:srgbClr val="ED801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50" dirty="0" smtClean="0">
                <a:solidFill>
                  <a:schemeClr val="bg1"/>
                </a:solidFill>
                <a:latin typeface="+mn-ea"/>
              </a:rPr>
              <a:t>고정</a:t>
            </a:r>
            <a:endParaRPr lang="en-US" altLang="ko-KR" sz="750" dirty="0">
              <a:solidFill>
                <a:schemeClr val="bg1"/>
              </a:solidFill>
              <a:latin typeface="+mn-ea"/>
            </a:endParaRPr>
          </a:p>
        </p:txBody>
      </p:sp>
      <p:sp>
        <p:nvSpPr>
          <p:cNvPr id="861" name="직사각형 860"/>
          <p:cNvSpPr/>
          <p:nvPr/>
        </p:nvSpPr>
        <p:spPr>
          <a:xfrm>
            <a:off x="2091880" y="4598122"/>
            <a:ext cx="2952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50" dirty="0" smtClean="0">
                <a:solidFill>
                  <a:schemeClr val="bg1"/>
                </a:solidFill>
                <a:latin typeface="+mn-ea"/>
              </a:rPr>
              <a:t>중요</a:t>
            </a:r>
            <a:endParaRPr lang="en-US" altLang="ko-KR" sz="750" dirty="0">
              <a:solidFill>
                <a:schemeClr val="bg1"/>
              </a:solidFill>
              <a:latin typeface="+mn-ea"/>
            </a:endParaRPr>
          </a:p>
        </p:txBody>
      </p:sp>
      <p:graphicFrame>
        <p:nvGraphicFramePr>
          <p:cNvPr id="916" name="Group 37"/>
          <p:cNvGraphicFramePr>
            <a:graphicFrameLocks noGrp="1"/>
          </p:cNvGraphicFramePr>
          <p:nvPr>
            <p:extLst>
              <p:ext uri="{D42A27DB-BD31-4B8C-83A1-F6EECF244321}">
                <p14:modId xmlns:p14="http://schemas.microsoft.com/office/powerpoint/2010/main" val="222106960"/>
              </p:ext>
            </p:extLst>
          </p:nvPr>
        </p:nvGraphicFramePr>
        <p:xfrm>
          <a:off x="1972097" y="3424808"/>
          <a:ext cx="7476755" cy="286180"/>
        </p:xfrm>
        <a:graphic>
          <a:graphicData uri="http://schemas.openxmlformats.org/drawingml/2006/table">
            <a:tbl>
              <a:tblPr/>
              <a:tblGrid>
                <a:gridCol w="1108695">
                  <a:extLst>
                    <a:ext uri="{9D8B030D-6E8A-4147-A177-3AD203B41FA5}">
                      <a16:colId xmlns="" xmlns:a16="http://schemas.microsoft.com/office/drawing/2014/main" val="20001"/>
                    </a:ext>
                  </a:extLst>
                </a:gridCol>
                <a:gridCol w="6368060"/>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917" name="Rectangle 122"/>
          <p:cNvSpPr>
            <a:spLocks noChangeArrowheads="1"/>
          </p:cNvSpPr>
          <p:nvPr/>
        </p:nvSpPr>
        <p:spPr bwMode="auto">
          <a:xfrm>
            <a:off x="3114700" y="3479884"/>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sp>
        <p:nvSpPr>
          <p:cNvPr id="666" name="모서리가 둥근 직사각형 665"/>
          <p:cNvSpPr/>
          <p:nvPr/>
        </p:nvSpPr>
        <p:spPr>
          <a:xfrm>
            <a:off x="8483588" y="3479884"/>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847908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18" name="그룹 917"/>
          <p:cNvGrpSpPr/>
          <p:nvPr/>
        </p:nvGrpSpPr>
        <p:grpSpPr>
          <a:xfrm>
            <a:off x="4277067" y="4192513"/>
            <a:ext cx="234360" cy="200055"/>
            <a:chOff x="1152270" y="11706839"/>
            <a:chExt cx="234360" cy="200055"/>
          </a:xfrm>
        </p:grpSpPr>
        <p:sp>
          <p:nvSpPr>
            <p:cNvPr id="919" name="모서리가 둥근 직사각형 9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920" name="직사각형 91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921" name="그룹 920"/>
          <p:cNvGrpSpPr/>
          <p:nvPr/>
        </p:nvGrpSpPr>
        <p:grpSpPr>
          <a:xfrm>
            <a:off x="9076506" y="4937034"/>
            <a:ext cx="234360" cy="200055"/>
            <a:chOff x="1152270" y="11706839"/>
            <a:chExt cx="234360" cy="200055"/>
          </a:xfrm>
        </p:grpSpPr>
        <p:sp>
          <p:nvSpPr>
            <p:cNvPr id="922" name="모서리가 둥근 직사각형 9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923" name="직사각형 92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9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공지사항</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pSp>
        <p:nvGrpSpPr>
          <p:cNvPr id="170" name="그룹 169"/>
          <p:cNvGrpSpPr/>
          <p:nvPr/>
        </p:nvGrpSpPr>
        <p:grpSpPr>
          <a:xfrm>
            <a:off x="8030294" y="5296820"/>
            <a:ext cx="234360" cy="200055"/>
            <a:chOff x="1152270" y="11706839"/>
            <a:chExt cx="234360" cy="200055"/>
          </a:xfrm>
        </p:grpSpPr>
        <p:sp>
          <p:nvSpPr>
            <p:cNvPr id="171" name="모서리가 둥근 직사각형 17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2" name="직사각형 17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173" name="자유형 172"/>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900314552"/>
      </p:ext>
    </p:extLst>
  </p:cSld>
  <p:clrMapOvr>
    <a:masterClrMapping/>
  </p:clrMapOvr>
  <p:transition>
    <p:wipe dir="r"/>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공지사항</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KNOU_UI_C02040000_02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공지사항 </a:t>
            </a:r>
            <a:r>
              <a:rPr lang="en-US" altLang="ko-KR" sz="800" spc="-60" dirty="0" smtClean="0">
                <a:latin typeface="+mn-ea"/>
                <a:ea typeface="+mn-ea"/>
              </a:rPr>
              <a:t>&gt; </a:t>
            </a:r>
            <a:r>
              <a:rPr lang="ko-KR" altLang="en-US" sz="800" spc="-60" dirty="0" smtClean="0">
                <a:latin typeface="+mn-ea"/>
                <a:ea typeface="+mn-ea"/>
              </a:rPr>
              <a:t>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4"/>
            <a:ext cx="9082533" cy="90295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112757"/>
                <a:ext cx="7470000" cy="5919063"/>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공지사</a:t>
            </a:r>
            <a:r>
              <a:rPr lang="ko-KR" altLang="en-US" sz="800" spc="-60" dirty="0">
                <a:latin typeface="+mn-ea"/>
                <a:ea typeface="+mn-ea"/>
              </a:rPr>
              <a:t>항</a:t>
            </a: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공지사항</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334" name="그룹 333"/>
          <p:cNvGrpSpPr/>
          <p:nvPr/>
        </p:nvGrpSpPr>
        <p:grpSpPr>
          <a:xfrm>
            <a:off x="416496" y="1047897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공지사항</a:t>
                </a:r>
                <a:endParaRPr kumimoji="1" lang="ko-KR" altLang="en-US" sz="800" dirty="0">
                  <a:solidFill>
                    <a:schemeClr val="tx1">
                      <a:lumMod val="75000"/>
                      <a:lumOff val="25000"/>
                    </a:schemeClr>
                  </a:solidFill>
                  <a:latin typeface="+mn-ea"/>
                  <a:ea typeface="+mn-ea"/>
                  <a:cs typeface="Calibri" pitchFamily="34" charset="0"/>
                </a:endParaRPr>
              </a:p>
            </p:txBody>
          </p:sp>
          <p:pic>
            <p:nvPicPr>
              <p:cNvPr id="29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공지사항</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err="1" smtClean="0">
                  <a:solidFill>
                    <a:schemeClr val="tx1">
                      <a:lumMod val="50000"/>
                      <a:lumOff val="50000"/>
                    </a:schemeClr>
                  </a:solidFill>
                  <a:latin typeface="맑은 고딕" panose="020B0503020000020004" pitchFamily="50" charset="-127"/>
                  <a:ea typeface="맑은 고딕" panose="020B0503020000020004" pitchFamily="50" charset="-127"/>
                </a:rPr>
                <a:t>튜터</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aphicFrame>
        <p:nvGraphicFramePr>
          <p:cNvPr id="170" name="Group 37"/>
          <p:cNvGraphicFramePr>
            <a:graphicFrameLocks noGrp="1"/>
          </p:cNvGraphicFramePr>
          <p:nvPr>
            <p:extLst>
              <p:ext uri="{D42A27DB-BD31-4B8C-83A1-F6EECF244321}">
                <p14:modId xmlns:p14="http://schemas.microsoft.com/office/powerpoint/2010/main" val="4032432427"/>
              </p:ext>
            </p:extLst>
          </p:nvPr>
        </p:nvGraphicFramePr>
        <p:xfrm>
          <a:off x="1972097" y="3823171"/>
          <a:ext cx="7470353" cy="1675011"/>
        </p:xfrm>
        <a:graphic>
          <a:graphicData uri="http://schemas.openxmlformats.org/drawingml/2006/table">
            <a:tbl>
              <a:tblPr/>
              <a:tblGrid>
                <a:gridCol w="1203774"/>
                <a:gridCol w="6266579"/>
              </a:tblGrid>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운영자</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2026.10.20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45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4" name="그룹 173"/>
          <p:cNvGrpSpPr/>
          <p:nvPr/>
        </p:nvGrpSpPr>
        <p:grpSpPr>
          <a:xfrm>
            <a:off x="3216537" y="3813423"/>
            <a:ext cx="377026" cy="243143"/>
            <a:chOff x="2561839" y="4182988"/>
            <a:chExt cx="377026" cy="243143"/>
          </a:xfrm>
        </p:grpSpPr>
        <p:sp>
          <p:nvSpPr>
            <p:cNvPr id="175" name="직사각형 174"/>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76" name="직사각형 175"/>
            <p:cNvSpPr/>
            <p:nvPr/>
          </p:nvSpPr>
          <p:spPr>
            <a:xfrm>
              <a:off x="2561839" y="4182988"/>
              <a:ext cx="377026" cy="243143"/>
            </a:xfrm>
            <a:prstGeom prst="rect">
              <a:avLst/>
            </a:prstGeom>
          </p:spPr>
          <p:txBody>
            <a:bodyPr wrap="none">
              <a:spAutoFit/>
            </a:bodyPr>
            <a:lstStyle/>
            <a:p>
              <a:pPr algn="ctr">
                <a:lnSpc>
                  <a:spcPct val="150000"/>
                </a:lnSpc>
              </a:pPr>
              <a:r>
                <a:rPr lang="ko-KR" altLang="en-US" sz="750" dirty="0" smtClean="0">
                  <a:solidFill>
                    <a:schemeClr val="bg1"/>
                  </a:solidFill>
                  <a:latin typeface="+mn-ea"/>
                  <a:ea typeface="+mn-ea"/>
                </a:rPr>
                <a:t>고정</a:t>
              </a:r>
              <a:endParaRPr lang="en-US" altLang="ko-KR" sz="750" dirty="0">
                <a:solidFill>
                  <a:schemeClr val="bg1"/>
                </a:solidFill>
                <a:latin typeface="+mn-ea"/>
                <a:ea typeface="+mn-ea"/>
              </a:endParaRPr>
            </a:p>
          </p:txBody>
        </p:sp>
      </p:grpSp>
      <p:pic>
        <p:nvPicPr>
          <p:cNvPr id="17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056" y="3910390"/>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8" name="그룹 177"/>
          <p:cNvGrpSpPr/>
          <p:nvPr/>
        </p:nvGrpSpPr>
        <p:grpSpPr>
          <a:xfrm>
            <a:off x="3215103" y="5259492"/>
            <a:ext cx="2160000" cy="180000"/>
            <a:chOff x="3215103" y="4408537"/>
            <a:chExt cx="2160000" cy="180000"/>
          </a:xfrm>
        </p:grpSpPr>
        <p:sp>
          <p:nvSpPr>
            <p:cNvPr id="179" name="직사각형 178"/>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80"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81" name="모서리가 둥근 직사각형 180"/>
          <p:cNvSpPr/>
          <p:nvPr/>
        </p:nvSpPr>
        <p:spPr>
          <a:xfrm>
            <a:off x="8543014" y="352539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3" name="직사각형 182"/>
          <p:cNvSpPr/>
          <p:nvPr/>
        </p:nvSpPr>
        <p:spPr>
          <a:xfrm>
            <a:off x="8539386" y="567989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184" name="직사각형 183"/>
          <p:cNvSpPr/>
          <p:nvPr/>
        </p:nvSpPr>
        <p:spPr>
          <a:xfrm>
            <a:off x="1967507" y="5986981"/>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85" name="그룹 184"/>
          <p:cNvGrpSpPr/>
          <p:nvPr/>
        </p:nvGrpSpPr>
        <p:grpSpPr>
          <a:xfrm>
            <a:off x="1864071" y="5679927"/>
            <a:ext cx="1729891" cy="271050"/>
            <a:chOff x="1807132" y="7226402"/>
            <a:chExt cx="1729891" cy="271050"/>
          </a:xfrm>
        </p:grpSpPr>
        <p:sp>
          <p:nvSpPr>
            <p:cNvPr id="186" name="직사각형 185"/>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187" name="직사각형 186"/>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188"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072370" y="6033660"/>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189" name="TextBox 188"/>
          <p:cNvSpPr txBox="1"/>
          <p:nvPr/>
        </p:nvSpPr>
        <p:spPr>
          <a:xfrm>
            <a:off x="2082094" y="6239589"/>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190" name="직사각형 189"/>
          <p:cNvSpPr/>
          <p:nvPr/>
        </p:nvSpPr>
        <p:spPr>
          <a:xfrm>
            <a:off x="8319069" y="6030454"/>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1" name="TextBox 190"/>
          <p:cNvSpPr txBox="1"/>
          <p:nvPr/>
        </p:nvSpPr>
        <p:spPr>
          <a:xfrm>
            <a:off x="8326699" y="6032510"/>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92" name="그룹 191"/>
          <p:cNvGrpSpPr/>
          <p:nvPr/>
        </p:nvGrpSpPr>
        <p:grpSpPr>
          <a:xfrm>
            <a:off x="8362503" y="6426458"/>
            <a:ext cx="928576" cy="215444"/>
            <a:chOff x="8337376" y="8326124"/>
            <a:chExt cx="928576" cy="215444"/>
          </a:xfrm>
        </p:grpSpPr>
        <p:sp>
          <p:nvSpPr>
            <p:cNvPr id="193" name="직사각형 192"/>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194" name="TextBox 193"/>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195" name="그룹 194"/>
          <p:cNvGrpSpPr/>
          <p:nvPr/>
        </p:nvGrpSpPr>
        <p:grpSpPr>
          <a:xfrm>
            <a:off x="8352978" y="6246438"/>
            <a:ext cx="936004" cy="215444"/>
            <a:chOff x="6851687" y="7802438"/>
            <a:chExt cx="936004" cy="215444"/>
          </a:xfrm>
        </p:grpSpPr>
        <p:grpSp>
          <p:nvGrpSpPr>
            <p:cNvPr id="196" name="그룹 195"/>
            <p:cNvGrpSpPr/>
            <p:nvPr/>
          </p:nvGrpSpPr>
          <p:grpSpPr>
            <a:xfrm>
              <a:off x="6851687" y="7802438"/>
              <a:ext cx="936004" cy="215444"/>
              <a:chOff x="8337376" y="8047616"/>
              <a:chExt cx="936004" cy="215444"/>
            </a:xfrm>
          </p:grpSpPr>
          <p:sp>
            <p:nvSpPr>
              <p:cNvPr id="198" name="직사각형 197"/>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199" name="TextBox 198"/>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197"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200" name="그룹 199"/>
          <p:cNvGrpSpPr/>
          <p:nvPr/>
        </p:nvGrpSpPr>
        <p:grpSpPr>
          <a:xfrm>
            <a:off x="8362503" y="6609154"/>
            <a:ext cx="928576" cy="215444"/>
            <a:chOff x="8337376" y="8326124"/>
            <a:chExt cx="928576" cy="215444"/>
          </a:xfrm>
        </p:grpSpPr>
        <p:sp>
          <p:nvSpPr>
            <p:cNvPr id="201" name="직사각형 200"/>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02" name="TextBox 201"/>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03" name="직사각형 202"/>
          <p:cNvSpPr/>
          <p:nvPr/>
        </p:nvSpPr>
        <p:spPr>
          <a:xfrm rot="10800000">
            <a:off x="8410128" y="5706378"/>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4" name="그룹 203"/>
          <p:cNvGrpSpPr/>
          <p:nvPr/>
        </p:nvGrpSpPr>
        <p:grpSpPr>
          <a:xfrm>
            <a:off x="1752624" y="5695868"/>
            <a:ext cx="234360" cy="200055"/>
            <a:chOff x="1152270" y="11716364"/>
            <a:chExt cx="234360" cy="200055"/>
          </a:xfrm>
        </p:grpSpPr>
        <p:sp>
          <p:nvSpPr>
            <p:cNvPr id="205" name="모서리가 둥근 직사각형 2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6" name="직사각형 20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07" name="그룹 206"/>
          <p:cNvGrpSpPr/>
          <p:nvPr/>
        </p:nvGrpSpPr>
        <p:grpSpPr>
          <a:xfrm>
            <a:off x="1752624" y="5941452"/>
            <a:ext cx="234360" cy="200055"/>
            <a:chOff x="1152270" y="11716364"/>
            <a:chExt cx="234360" cy="200055"/>
          </a:xfrm>
        </p:grpSpPr>
        <p:sp>
          <p:nvSpPr>
            <p:cNvPr id="208" name="모서리가 둥근 직사각형 2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9" name="직사각형 20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210" name="그룹 209"/>
          <p:cNvGrpSpPr/>
          <p:nvPr/>
        </p:nvGrpSpPr>
        <p:grpSpPr>
          <a:xfrm>
            <a:off x="8338833" y="5708474"/>
            <a:ext cx="234360" cy="200055"/>
            <a:chOff x="1152270" y="11716364"/>
            <a:chExt cx="234360" cy="200055"/>
          </a:xfrm>
        </p:grpSpPr>
        <p:sp>
          <p:nvSpPr>
            <p:cNvPr id="211" name="모서리가 둥근 직사각형 21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2" name="직사각형 21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13" name="그룹 212"/>
          <p:cNvGrpSpPr/>
          <p:nvPr/>
        </p:nvGrpSpPr>
        <p:grpSpPr>
          <a:xfrm>
            <a:off x="8309544" y="6048479"/>
            <a:ext cx="234360" cy="200055"/>
            <a:chOff x="1152270" y="11716364"/>
            <a:chExt cx="234360" cy="200055"/>
          </a:xfrm>
        </p:grpSpPr>
        <p:sp>
          <p:nvSpPr>
            <p:cNvPr id="214" name="모서리가 둥근 직사각형 21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5" name="직사각형 21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216" name="그룹 215"/>
          <p:cNvGrpSpPr/>
          <p:nvPr/>
        </p:nvGrpSpPr>
        <p:grpSpPr>
          <a:xfrm>
            <a:off x="8441939" y="6903050"/>
            <a:ext cx="234360" cy="200055"/>
            <a:chOff x="1148077" y="11716364"/>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48077"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sp>
        <p:nvSpPr>
          <p:cNvPr id="219" name="모서리가 둥근 직사각형 218"/>
          <p:cNvSpPr/>
          <p:nvPr/>
        </p:nvSpPr>
        <p:spPr>
          <a:xfrm>
            <a:off x="8646653" y="6907889"/>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20" name="그룹 219"/>
          <p:cNvGrpSpPr/>
          <p:nvPr/>
        </p:nvGrpSpPr>
        <p:grpSpPr>
          <a:xfrm>
            <a:off x="3016927" y="3850891"/>
            <a:ext cx="234360" cy="200055"/>
            <a:chOff x="1152270" y="11716364"/>
            <a:chExt cx="234360" cy="200055"/>
          </a:xfrm>
        </p:grpSpPr>
        <p:sp>
          <p:nvSpPr>
            <p:cNvPr id="221" name="모서리가 둥근 직사각형 2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2" name="직사각형 22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3" name="그룹 222"/>
          <p:cNvGrpSpPr/>
          <p:nvPr/>
        </p:nvGrpSpPr>
        <p:grpSpPr>
          <a:xfrm>
            <a:off x="3024356" y="4040436"/>
            <a:ext cx="234360" cy="200055"/>
            <a:chOff x="1152270" y="11716364"/>
            <a:chExt cx="234360" cy="200055"/>
          </a:xfrm>
        </p:grpSpPr>
        <p:sp>
          <p:nvSpPr>
            <p:cNvPr id="224" name="모서리가 둥근 직사각형 22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5" name="직사각형 22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26" name="그룹 225"/>
          <p:cNvGrpSpPr/>
          <p:nvPr/>
        </p:nvGrpSpPr>
        <p:grpSpPr>
          <a:xfrm>
            <a:off x="3025070" y="4318943"/>
            <a:ext cx="234360" cy="200055"/>
            <a:chOff x="1152270" y="11716364"/>
            <a:chExt cx="234360" cy="200055"/>
          </a:xfrm>
        </p:grpSpPr>
        <p:sp>
          <p:nvSpPr>
            <p:cNvPr id="227" name="모서리가 둥근 직사각형 2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8" name="직사각형 22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29" name="그룹 228"/>
          <p:cNvGrpSpPr/>
          <p:nvPr/>
        </p:nvGrpSpPr>
        <p:grpSpPr>
          <a:xfrm>
            <a:off x="3014831" y="5221139"/>
            <a:ext cx="234360" cy="200055"/>
            <a:chOff x="1152270" y="11716364"/>
            <a:chExt cx="234360" cy="200055"/>
          </a:xfrm>
        </p:grpSpPr>
        <p:sp>
          <p:nvSpPr>
            <p:cNvPr id="230" name="모서리가 둥근 직사각형 22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1" name="직사각형 23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255" name="직사각형 254"/>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상세보기</a:t>
            </a:r>
            <a:endParaRPr lang="ko-KR" altLang="en-US" sz="800" dirty="0">
              <a:solidFill>
                <a:srgbClr val="FF0000"/>
              </a:solidFill>
              <a:latin typeface="+mn-ea"/>
              <a:ea typeface="+mn-ea"/>
            </a:endParaRPr>
          </a:p>
        </p:txBody>
      </p:sp>
      <p:pic>
        <p:nvPicPr>
          <p:cNvPr id="256"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979767" y="7258067"/>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7" name="직사각형 256"/>
          <p:cNvSpPr/>
          <p:nvPr/>
        </p:nvSpPr>
        <p:spPr>
          <a:xfrm>
            <a:off x="2211806" y="7309426"/>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258" name="직사각형 257"/>
          <p:cNvSpPr/>
          <p:nvPr/>
        </p:nvSpPr>
        <p:spPr>
          <a:xfrm>
            <a:off x="1904072" y="753563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59" name="직사각형 258"/>
          <p:cNvSpPr/>
          <p:nvPr/>
        </p:nvSpPr>
        <p:spPr>
          <a:xfrm>
            <a:off x="2853447" y="7273422"/>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26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237293" y="8180951"/>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1" name="직사각형 260"/>
          <p:cNvSpPr/>
          <p:nvPr/>
        </p:nvSpPr>
        <p:spPr>
          <a:xfrm>
            <a:off x="2469332" y="8232310"/>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sp>
        <p:nvSpPr>
          <p:cNvPr id="303" name="직사각형 302"/>
          <p:cNvSpPr/>
          <p:nvPr/>
        </p:nvSpPr>
        <p:spPr>
          <a:xfrm>
            <a:off x="2161598" y="8458519"/>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04" name="직사각형 303"/>
          <p:cNvSpPr/>
          <p:nvPr/>
        </p:nvSpPr>
        <p:spPr>
          <a:xfrm>
            <a:off x="3058948" y="8196306"/>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343" name="꺾인 연결선 342"/>
          <p:cNvCxnSpPr>
            <a:endCxn id="260" idx="1"/>
          </p:cNvCxnSpPr>
          <p:nvPr/>
        </p:nvCxnSpPr>
        <p:spPr>
          <a:xfrm rot="16200000" flipH="1">
            <a:off x="1861740" y="7949398"/>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45"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237293" y="9153059"/>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6" name="직사각형 345"/>
          <p:cNvSpPr/>
          <p:nvPr/>
        </p:nvSpPr>
        <p:spPr>
          <a:xfrm>
            <a:off x="2469332" y="9204418"/>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347" name="직사각형 346"/>
          <p:cNvSpPr/>
          <p:nvPr/>
        </p:nvSpPr>
        <p:spPr>
          <a:xfrm>
            <a:off x="2161598" y="9430627"/>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54" name="직사각형 353"/>
          <p:cNvSpPr/>
          <p:nvPr/>
        </p:nvSpPr>
        <p:spPr>
          <a:xfrm>
            <a:off x="3058948" y="9168414"/>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362" name="꺾인 연결선 361"/>
          <p:cNvCxnSpPr>
            <a:endCxn id="345" idx="1"/>
          </p:cNvCxnSpPr>
          <p:nvPr/>
        </p:nvCxnSpPr>
        <p:spPr>
          <a:xfrm rot="16200000" flipH="1">
            <a:off x="1815707" y="8875473"/>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63"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982515" y="9666640"/>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64" name="직사각형 363"/>
          <p:cNvSpPr/>
          <p:nvPr/>
        </p:nvSpPr>
        <p:spPr>
          <a:xfrm>
            <a:off x="2214554" y="971799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sp>
        <p:nvSpPr>
          <p:cNvPr id="365" name="직사각형 364"/>
          <p:cNvSpPr/>
          <p:nvPr/>
        </p:nvSpPr>
        <p:spPr>
          <a:xfrm>
            <a:off x="1906820" y="9944208"/>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66" name="직사각형 365"/>
          <p:cNvSpPr/>
          <p:nvPr/>
        </p:nvSpPr>
        <p:spPr>
          <a:xfrm>
            <a:off x="2856196" y="9681995"/>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pic>
        <p:nvPicPr>
          <p:cNvPr id="367" name="Picture 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06099" y="7777478"/>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8" name="Picture 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147128" y="8748879"/>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69" name="그룹 368"/>
          <p:cNvGrpSpPr/>
          <p:nvPr/>
        </p:nvGrpSpPr>
        <p:grpSpPr>
          <a:xfrm>
            <a:off x="8336337" y="7347622"/>
            <a:ext cx="969911" cy="263175"/>
            <a:chOff x="6836830" y="8933894"/>
            <a:chExt cx="969911" cy="263175"/>
          </a:xfrm>
        </p:grpSpPr>
        <p:sp>
          <p:nvSpPr>
            <p:cNvPr id="370" name="직사각형 369"/>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71" name="직사각형 370"/>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72" name="그룹 371"/>
          <p:cNvGrpSpPr/>
          <p:nvPr/>
        </p:nvGrpSpPr>
        <p:grpSpPr>
          <a:xfrm>
            <a:off x="8341669" y="8266772"/>
            <a:ext cx="969911" cy="263175"/>
            <a:chOff x="6836830" y="8933894"/>
            <a:chExt cx="969911" cy="263175"/>
          </a:xfrm>
        </p:grpSpPr>
        <p:sp>
          <p:nvSpPr>
            <p:cNvPr id="375" name="직사각형 374"/>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76" name="직사각형 375"/>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77" name="그룹 376"/>
          <p:cNvGrpSpPr/>
          <p:nvPr/>
        </p:nvGrpSpPr>
        <p:grpSpPr>
          <a:xfrm>
            <a:off x="8336437" y="9240976"/>
            <a:ext cx="969911" cy="263175"/>
            <a:chOff x="6836830" y="8933894"/>
            <a:chExt cx="969911" cy="263175"/>
          </a:xfrm>
        </p:grpSpPr>
        <p:sp>
          <p:nvSpPr>
            <p:cNvPr id="378" name="직사각형 377"/>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79" name="직사각형 378"/>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0" name="그룹 379"/>
          <p:cNvGrpSpPr/>
          <p:nvPr/>
        </p:nvGrpSpPr>
        <p:grpSpPr>
          <a:xfrm>
            <a:off x="8341669" y="9771511"/>
            <a:ext cx="969911" cy="263175"/>
            <a:chOff x="6836830" y="8933894"/>
            <a:chExt cx="969911" cy="263175"/>
          </a:xfrm>
        </p:grpSpPr>
        <p:sp>
          <p:nvSpPr>
            <p:cNvPr id="381" name="직사각형 380"/>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82" name="직사각형 381"/>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aphicFrame>
        <p:nvGraphicFramePr>
          <p:cNvPr id="397" name="Group 175"/>
          <p:cNvGraphicFramePr>
            <a:graphicFrameLocks noGrp="1"/>
          </p:cNvGraphicFramePr>
          <p:nvPr>
            <p:extLst>
              <p:ext uri="{D42A27DB-BD31-4B8C-83A1-F6EECF244321}">
                <p14:modId xmlns:p14="http://schemas.microsoft.com/office/powerpoint/2010/main" val="3374073999"/>
              </p:ext>
            </p:extLst>
          </p:nvPr>
        </p:nvGraphicFramePr>
        <p:xfrm>
          <a:off x="9499029" y="1484784"/>
          <a:ext cx="1404156" cy="78550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중요공지 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게시글 제목</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신규 등록 아이콘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작성자</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작성일</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조회수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b="0" dirty="0" smtClean="0">
                          <a:solidFill>
                            <a:schemeClr val="tx1">
                              <a:lumMod val="75000"/>
                              <a:lumOff val="25000"/>
                            </a:schemeClr>
                          </a:solidFill>
                          <a:effectLst/>
                          <a:latin typeface="+mn-ea"/>
                          <a:ea typeface="+mn-ea"/>
                        </a:rPr>
                        <a:t>게시글 내용</a:t>
                      </a: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첨부파일</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클릭시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수</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클릭시 댓글 목록 펼쳐짐</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작성 입력폼 펼쳐짐</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dirty="0" smtClean="0">
                        <a:solidFill>
                          <a:schemeClr val="tx1">
                            <a:lumMod val="75000"/>
                            <a:lumOff val="25000"/>
                          </a:schemeClr>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입력폼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간편 답글 목록</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클릭시 선택 활성화 및 댓글 입력창에 자동 입력</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댓글 등록시 필수항목 체크</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solidFill>
                          <a:latin typeface="+mn-lt"/>
                          <a:ea typeface="+mn-ea"/>
                          <a:cs typeface="+mn-cs"/>
                        </a:rPr>
                        <a:t>- </a:t>
                      </a:r>
                      <a:r>
                        <a:rPr lang="ko-KR" altLang="en-US" sz="800" kern="1200" dirty="0" smtClean="0">
                          <a:solidFill>
                            <a:srgbClr val="0070C0"/>
                          </a:solidFill>
                          <a:latin typeface="+mn-lt"/>
                          <a:ea typeface="+mn-ea"/>
                          <a:cs typeface="+mn-cs"/>
                        </a:rPr>
                        <a:t>필수항목 </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댓글 내용</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최소 글자수 </a:t>
                      </a: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로그인 대상자의 </a:t>
                      </a:r>
                      <a:r>
                        <a:rPr lang="ko-KR" altLang="en-US" sz="800" kern="1200" dirty="0" err="1" smtClean="0">
                          <a:solidFill>
                            <a:schemeClr val="tx1"/>
                          </a:solidFill>
                          <a:latin typeface="+mn-lt"/>
                          <a:ea typeface="+mn-ea"/>
                          <a:cs typeface="+mn-cs"/>
                        </a:rPr>
                        <a:t>댓글에만</a:t>
                      </a:r>
                      <a:r>
                        <a:rPr lang="ko-KR" altLang="en-US" sz="800" kern="1200" dirty="0" smtClean="0">
                          <a:solidFill>
                            <a:schemeClr val="tx1"/>
                          </a:solidFill>
                          <a:latin typeface="+mn-lt"/>
                          <a:ea typeface="+mn-ea"/>
                          <a:cs typeface="+mn-cs"/>
                        </a:rPr>
                        <a:t> 노출</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추가기능</a:t>
                      </a:r>
                      <a:endParaRPr lang="en-US" altLang="ko-KR" sz="800" kern="1200" dirty="0" smtClean="0">
                        <a:solidFill>
                          <a:schemeClr val="tx1"/>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수정가능</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수정폼</a:t>
                      </a:r>
                      <a:r>
                        <a:rPr lang="ko-KR" altLang="en-US" sz="800" kern="1200" dirty="0" smtClean="0">
                          <a:solidFill>
                            <a:srgbClr val="0070C0"/>
                          </a:solidFill>
                          <a:latin typeface="+mn-lt"/>
                          <a:ea typeface="+mn-ea"/>
                          <a:cs typeface="+mn-cs"/>
                        </a:rPr>
                        <a:t> 노출</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삭제가능</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하위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삭제 안 함</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pic>
        <p:nvPicPr>
          <p:cNvPr id="398" name="Picture 5"/>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353354" y="7422223"/>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9" name="직사각형 398"/>
          <p:cNvSpPr/>
          <p:nvPr/>
        </p:nvSpPr>
        <p:spPr>
          <a:xfrm>
            <a:off x="9417496" y="7559299"/>
            <a:ext cx="720080" cy="4831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grpSp>
        <p:nvGrpSpPr>
          <p:cNvPr id="400" name="그룹 399"/>
          <p:cNvGrpSpPr/>
          <p:nvPr/>
        </p:nvGrpSpPr>
        <p:grpSpPr>
          <a:xfrm>
            <a:off x="9349468" y="7393632"/>
            <a:ext cx="284052" cy="200055"/>
            <a:chOff x="1133220" y="11716364"/>
            <a:chExt cx="284052" cy="200055"/>
          </a:xfrm>
        </p:grpSpPr>
        <p:sp>
          <p:nvSpPr>
            <p:cNvPr id="401" name="모서리가 둥근 직사각형 4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2" name="직사각형 401"/>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403" name="그룹 402"/>
          <p:cNvGrpSpPr/>
          <p:nvPr/>
        </p:nvGrpSpPr>
        <p:grpSpPr>
          <a:xfrm>
            <a:off x="3224808" y="4366821"/>
            <a:ext cx="6139730" cy="763513"/>
            <a:chOff x="2226221" y="5606194"/>
            <a:chExt cx="5619740" cy="763513"/>
          </a:xfrm>
        </p:grpSpPr>
        <p:sp>
          <p:nvSpPr>
            <p:cNvPr id="404"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내용 내용 내용 내용 내용 내용 내용 </a:t>
              </a:r>
              <a:r>
                <a:rPr lang="ko-KR" altLang="en-US" sz="800" dirty="0" smtClean="0">
                  <a:solidFill>
                    <a:schemeClr val="tx1">
                      <a:lumMod val="75000"/>
                      <a:lumOff val="25000"/>
                    </a:schemeClr>
                  </a:solidFill>
                  <a:latin typeface="+mn-ea"/>
                  <a:ea typeface="+mn-ea"/>
                </a:rPr>
                <a:t>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내용 내용 내용 내용 내용 내용 내용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내용 내용 내용 내용 내용 내용 내용 </a:t>
              </a:r>
              <a:r>
                <a:rPr lang="ko-KR" altLang="en-US" sz="800" dirty="0" smtClean="0">
                  <a:solidFill>
                    <a:schemeClr val="tx1">
                      <a:lumMod val="75000"/>
                      <a:lumOff val="25000"/>
                    </a:schemeClr>
                  </a:solidFill>
                  <a:latin typeface="+mn-ea"/>
                  <a:ea typeface="+mn-ea"/>
                </a:rPr>
                <a:t>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내용 내용 내용 내용 내용 내용 내용 </a:t>
              </a:r>
              <a:r>
                <a:rPr lang="ko-KR" altLang="en-US" sz="800" dirty="0" smtClean="0">
                  <a:solidFill>
                    <a:schemeClr val="tx1">
                      <a:lumMod val="75000"/>
                      <a:lumOff val="25000"/>
                    </a:schemeClr>
                  </a:solidFill>
                  <a:latin typeface="+mn-ea"/>
                  <a:ea typeface="+mn-ea"/>
                </a:rPr>
                <a:t>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내용 내용 내용 내용 내용 내용 내용 내용</a:t>
              </a:r>
              <a:endParaRPr lang="en-US" altLang="ko-KR" sz="800" dirty="0">
                <a:solidFill>
                  <a:schemeClr val="tx1">
                    <a:lumMod val="75000"/>
                    <a:lumOff val="25000"/>
                  </a:schemeClr>
                </a:solidFill>
                <a:latin typeface="+mn-ea"/>
                <a:ea typeface="+mn-ea"/>
              </a:endParaRPr>
            </a:p>
          </p:txBody>
        </p:sp>
        <p:pic>
          <p:nvPicPr>
            <p:cNvPr id="405" name="Picture 2"/>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39" name="자유형 238"/>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3651390"/>
      </p:ext>
    </p:extLst>
  </p:cSld>
  <p:clrMapOvr>
    <a:masterClrMapping/>
  </p:clrMapOvr>
  <p:transition>
    <p:wipe dir="r"/>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강의자료실</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43398115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KNOU_UI_C02050000_01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강의자료실 </a:t>
            </a:r>
            <a:r>
              <a:rPr lang="en-US" altLang="ko-KR" sz="800" spc="-60" dirty="0" smtClean="0">
                <a:latin typeface="+mn-ea"/>
                <a:ea typeface="+mn-ea"/>
              </a:rPr>
              <a:t>&gt; </a:t>
            </a:r>
            <a:r>
              <a:rPr lang="ko-KR" altLang="en-US" sz="800" spc="-60" dirty="0" smtClean="0">
                <a:latin typeface="+mn-ea"/>
                <a:ea typeface="+mn-ea"/>
              </a:rPr>
              <a:t>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708535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강의자료실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4167478022"/>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New </a:t>
                      </a:r>
                      <a:r>
                        <a:rPr lang="ko-KR" altLang="en-US" sz="800" kern="1200" dirty="0" smtClean="0">
                          <a:solidFill>
                            <a:schemeClr val="tx1">
                              <a:lumMod val="75000"/>
                              <a:lumOff val="25000"/>
                            </a:schemeClr>
                          </a:solidFill>
                          <a:latin typeface="+mn-ea"/>
                          <a:ea typeface="+mn-ea"/>
                          <a:cs typeface="+mn-cs"/>
                        </a:rPr>
                        <a:t>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등록일 기준 </a:t>
                      </a:r>
                      <a:r>
                        <a:rPr lang="en-US" altLang="ko-KR" sz="800" kern="1200" dirty="0" smtClean="0">
                          <a:solidFill>
                            <a:schemeClr val="tx1">
                              <a:lumMod val="75000"/>
                              <a:lumOff val="25000"/>
                            </a:schemeClr>
                          </a:solidFill>
                          <a:latin typeface="+mn-ea"/>
                          <a:ea typeface="+mn-ea"/>
                          <a:cs typeface="+mn-cs"/>
                        </a:rPr>
                        <a:t>: 7</a:t>
                      </a:r>
                      <a:r>
                        <a:rPr lang="ko-KR" altLang="en-US" sz="800" kern="1200" dirty="0" smtClean="0">
                          <a:solidFill>
                            <a:schemeClr val="tx1">
                              <a:lumMod val="75000"/>
                              <a:lumOff val="25000"/>
                            </a:schemeClr>
                          </a:solidFill>
                          <a:latin typeface="+mn-ea"/>
                          <a:ea typeface="+mn-ea"/>
                          <a:cs typeface="+mn-cs"/>
                        </a:rPr>
                        <a:t>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첨부파일 있음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712" name="Rectangle 122"/>
          <p:cNvSpPr>
            <a:spLocks noChangeArrowheads="1"/>
          </p:cNvSpPr>
          <p:nvPr/>
        </p:nvSpPr>
        <p:spPr bwMode="auto">
          <a:xfrm>
            <a:off x="8987588" y="3824648"/>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713" name="직사각형 712"/>
          <p:cNvSpPr/>
          <p:nvPr/>
        </p:nvSpPr>
        <p:spPr>
          <a:xfrm>
            <a:off x="1928663" y="3817264"/>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723" name="Group 37"/>
          <p:cNvGraphicFramePr>
            <a:graphicFrameLocks noGrp="1"/>
          </p:cNvGraphicFramePr>
          <p:nvPr>
            <p:extLst>
              <p:ext uri="{D42A27DB-BD31-4B8C-83A1-F6EECF244321}">
                <p14:modId xmlns:p14="http://schemas.microsoft.com/office/powerpoint/2010/main" val="1262833708"/>
              </p:ext>
            </p:extLst>
          </p:nvPr>
        </p:nvGraphicFramePr>
        <p:xfrm>
          <a:off x="1975898" y="4112757"/>
          <a:ext cx="7472123" cy="2604354"/>
        </p:xfrm>
        <a:graphic>
          <a:graphicData uri="http://schemas.openxmlformats.org/drawingml/2006/table">
            <a:tbl>
              <a:tblPr/>
              <a:tblGrid>
                <a:gridCol w="536102">
                  <a:extLst>
                    <a:ext uri="{9D8B030D-6E8A-4147-A177-3AD203B41FA5}">
                      <a16:colId xmlns="" xmlns:a16="http://schemas.microsoft.com/office/drawing/2014/main" val="20001"/>
                    </a:ext>
                  </a:extLst>
                </a:gridCol>
                <a:gridCol w="3401985"/>
                <a:gridCol w="899843"/>
                <a:gridCol w="899843"/>
                <a:gridCol w="599895"/>
                <a:gridCol w="599895"/>
                <a:gridCol w="534560"/>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다운</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홍*수</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739" name="그룹 74"/>
          <p:cNvGrpSpPr>
            <a:grpSpLocks/>
          </p:cNvGrpSpPr>
          <p:nvPr/>
        </p:nvGrpSpPr>
        <p:grpSpPr bwMode="auto">
          <a:xfrm>
            <a:off x="4858228" y="6805628"/>
            <a:ext cx="1678948" cy="215444"/>
            <a:chOff x="5843761" y="3953547"/>
            <a:chExt cx="1769478" cy="256728"/>
          </a:xfrm>
        </p:grpSpPr>
        <p:sp>
          <p:nvSpPr>
            <p:cNvPr id="741"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742" name="그룹 86"/>
            <p:cNvGrpSpPr>
              <a:grpSpLocks/>
            </p:cNvGrpSpPr>
            <p:nvPr/>
          </p:nvGrpSpPr>
          <p:grpSpPr bwMode="auto">
            <a:xfrm>
              <a:off x="5889794" y="3953547"/>
              <a:ext cx="1723445" cy="256728"/>
              <a:chOff x="5889794" y="3953547"/>
              <a:chExt cx="1723445" cy="256728"/>
            </a:xfrm>
          </p:grpSpPr>
          <p:sp>
            <p:nvSpPr>
              <p:cNvPr id="743"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44"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747"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48"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49"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75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756"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21647" y="4370302"/>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7"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28006" y="4617954"/>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8"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0031" y="5094574"/>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9"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6390" y="5342226"/>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2"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41723" y="6058114"/>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8361" y="4381522"/>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64" name="그룹 763"/>
          <p:cNvGrpSpPr/>
          <p:nvPr/>
        </p:nvGrpSpPr>
        <p:grpSpPr>
          <a:xfrm>
            <a:off x="2846432" y="4179971"/>
            <a:ext cx="234360" cy="200055"/>
            <a:chOff x="1152270" y="11706839"/>
            <a:chExt cx="234360" cy="200055"/>
          </a:xfrm>
        </p:grpSpPr>
        <p:sp>
          <p:nvSpPr>
            <p:cNvPr id="765" name="모서리가 둥근 직사각형 76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32" name="직사각형 83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916" name="Group 37"/>
          <p:cNvGraphicFramePr>
            <a:graphicFrameLocks noGrp="1"/>
          </p:cNvGraphicFramePr>
          <p:nvPr>
            <p:extLst>
              <p:ext uri="{D42A27DB-BD31-4B8C-83A1-F6EECF244321}">
                <p14:modId xmlns:p14="http://schemas.microsoft.com/office/powerpoint/2010/main" val="841344076"/>
              </p:ext>
            </p:extLst>
          </p:nvPr>
        </p:nvGraphicFramePr>
        <p:xfrm>
          <a:off x="1972097" y="3424808"/>
          <a:ext cx="7476755" cy="286180"/>
        </p:xfrm>
        <a:graphic>
          <a:graphicData uri="http://schemas.openxmlformats.org/drawingml/2006/table">
            <a:tbl>
              <a:tblPr/>
              <a:tblGrid>
                <a:gridCol w="1108695">
                  <a:extLst>
                    <a:ext uri="{9D8B030D-6E8A-4147-A177-3AD203B41FA5}">
                      <a16:colId xmlns="" xmlns:a16="http://schemas.microsoft.com/office/drawing/2014/main" val="20001"/>
                    </a:ext>
                  </a:extLst>
                </a:gridCol>
                <a:gridCol w="6368060"/>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917" name="Rectangle 122"/>
          <p:cNvSpPr>
            <a:spLocks noChangeArrowheads="1"/>
          </p:cNvSpPr>
          <p:nvPr/>
        </p:nvSpPr>
        <p:spPr bwMode="auto">
          <a:xfrm>
            <a:off x="3114700" y="3479884"/>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sp>
        <p:nvSpPr>
          <p:cNvPr id="666" name="모서리가 둥근 직사각형 665"/>
          <p:cNvSpPr/>
          <p:nvPr/>
        </p:nvSpPr>
        <p:spPr>
          <a:xfrm>
            <a:off x="8483588" y="3479884"/>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847908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18" name="그룹 917"/>
          <p:cNvGrpSpPr/>
          <p:nvPr/>
        </p:nvGrpSpPr>
        <p:grpSpPr>
          <a:xfrm>
            <a:off x="4277067" y="4192513"/>
            <a:ext cx="234360" cy="200055"/>
            <a:chOff x="1152270" y="11706839"/>
            <a:chExt cx="234360" cy="200055"/>
          </a:xfrm>
        </p:grpSpPr>
        <p:sp>
          <p:nvSpPr>
            <p:cNvPr id="919" name="모서리가 둥근 직사각형 9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920" name="직사각형 91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921" name="그룹 920"/>
          <p:cNvGrpSpPr/>
          <p:nvPr/>
        </p:nvGrpSpPr>
        <p:grpSpPr>
          <a:xfrm>
            <a:off x="9076506" y="4937034"/>
            <a:ext cx="234360" cy="200055"/>
            <a:chOff x="1152270" y="11706839"/>
            <a:chExt cx="234360" cy="200055"/>
          </a:xfrm>
        </p:grpSpPr>
        <p:sp>
          <p:nvSpPr>
            <p:cNvPr id="922" name="모서리가 둥근 직사각형 9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923" name="직사각형 92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강의자료실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30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강의자료실</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68" name="자유형 167"/>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1956935400"/>
      </p:ext>
    </p:extLst>
  </p:cSld>
  <p:clrMapOvr>
    <a:masterClrMapping/>
  </p:clrMapOvr>
  <p:transition>
    <p:wipe dir="r"/>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KNOU_UI_C02050000_02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강의자료</a:t>
            </a:r>
            <a:r>
              <a:rPr lang="ko-KR" altLang="en-US" sz="800" spc="-60" dirty="0">
                <a:latin typeface="+mn-ea"/>
                <a:ea typeface="+mn-ea"/>
              </a:rPr>
              <a:t>실</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124308"/>
                <a:ext cx="7470000" cy="59213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강의자료실</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강의자료실</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강의자료실</a:t>
                </a:r>
                <a:endParaRPr kumimoji="1" lang="ko-KR" altLang="en-US" sz="800" dirty="0">
                  <a:solidFill>
                    <a:schemeClr val="tx1">
                      <a:lumMod val="75000"/>
                      <a:lumOff val="25000"/>
                    </a:schemeClr>
                  </a:solidFill>
                  <a:latin typeface="+mn-ea"/>
                  <a:ea typeface="+mn-ea"/>
                  <a:cs typeface="Calibri" pitchFamily="34" charset="0"/>
                </a:endParaRPr>
              </a:p>
            </p:txBody>
          </p:sp>
          <p:pic>
            <p:nvPicPr>
              <p:cNvPr id="30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강의자료실</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graphicFrame>
        <p:nvGraphicFramePr>
          <p:cNvPr id="168" name="Group 37"/>
          <p:cNvGraphicFramePr>
            <a:graphicFrameLocks noGrp="1"/>
          </p:cNvGraphicFramePr>
          <p:nvPr>
            <p:extLst>
              <p:ext uri="{D42A27DB-BD31-4B8C-83A1-F6EECF244321}">
                <p14:modId xmlns:p14="http://schemas.microsoft.com/office/powerpoint/2010/main" val="1109952719"/>
              </p:ext>
            </p:extLst>
          </p:nvPr>
        </p:nvGraphicFramePr>
        <p:xfrm>
          <a:off x="1972097" y="3823171"/>
          <a:ext cx="7470353" cy="1675011"/>
        </p:xfrm>
        <a:graphic>
          <a:graphicData uri="http://schemas.openxmlformats.org/drawingml/2006/table">
            <a:tbl>
              <a:tblPr/>
              <a:tblGrid>
                <a:gridCol w="1203774"/>
                <a:gridCol w="6266579"/>
              </a:tblGrid>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err="1"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운영자</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2026.10.20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45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69" name="그룹 168"/>
          <p:cNvGrpSpPr/>
          <p:nvPr/>
        </p:nvGrpSpPr>
        <p:grpSpPr>
          <a:xfrm>
            <a:off x="3224808" y="4366821"/>
            <a:ext cx="6139730" cy="763513"/>
            <a:chOff x="2226221" y="5606194"/>
            <a:chExt cx="5619740" cy="763513"/>
          </a:xfrm>
        </p:grpSpPr>
        <p:sp>
          <p:nvSpPr>
            <p:cNvPr id="170"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내용 내용 내용 내용 내용 내용 내용 </a:t>
              </a:r>
              <a:r>
                <a:rPr lang="ko-KR" altLang="en-US" sz="800" dirty="0" smtClean="0">
                  <a:solidFill>
                    <a:schemeClr val="tx1">
                      <a:lumMod val="75000"/>
                      <a:lumOff val="25000"/>
                    </a:schemeClr>
                  </a:solidFill>
                  <a:latin typeface="+mn-ea"/>
                  <a:ea typeface="+mn-ea"/>
                </a:rPr>
                <a:t>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내용 내용 내용 내용 내용 내용 내용 </a:t>
              </a:r>
              <a:r>
                <a:rPr lang="ko-KR" altLang="en-US" sz="800" dirty="0" smtClean="0">
                  <a:solidFill>
                    <a:schemeClr val="tx1">
                      <a:lumMod val="75000"/>
                      <a:lumOff val="25000"/>
                    </a:schemeClr>
                  </a:solidFill>
                  <a:latin typeface="+mn-ea"/>
                  <a:ea typeface="+mn-ea"/>
                </a:rPr>
                <a:t>내용</a:t>
              </a:r>
              <a:r>
                <a:rPr lang="ko-KR" altLang="en-US" sz="800" dirty="0">
                  <a:solidFill>
                    <a:schemeClr val="tx1">
                      <a:lumMod val="75000"/>
                      <a:lumOff val="25000"/>
                    </a:schemeClr>
                  </a:solidFill>
                  <a:latin typeface="+mn-ea"/>
                  <a:ea typeface="+mn-ea"/>
                </a:rPr>
                <a:t> 내용 내용 내용 내용 내용 내용 내용 </a:t>
              </a:r>
              <a:r>
                <a:rPr lang="ko-KR" altLang="en-US" sz="800" dirty="0" smtClean="0">
                  <a:solidFill>
                    <a:schemeClr val="tx1">
                      <a:lumMod val="75000"/>
                      <a:lumOff val="25000"/>
                    </a:schemeClr>
                  </a:solidFill>
                  <a:latin typeface="+mn-ea"/>
                  <a:ea typeface="+mn-ea"/>
                </a:rPr>
                <a:t>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내용 내용 내용 내용 내용 내용 내용 </a:t>
              </a:r>
              <a:r>
                <a:rPr lang="ko-KR" altLang="en-US" sz="800" dirty="0" smtClean="0">
                  <a:solidFill>
                    <a:schemeClr val="tx1">
                      <a:lumMod val="75000"/>
                      <a:lumOff val="25000"/>
                    </a:schemeClr>
                  </a:solidFill>
                  <a:latin typeface="+mn-ea"/>
                  <a:ea typeface="+mn-ea"/>
                </a:rPr>
                <a:t>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내용 내용 내용 내용 내용 내용 내용 내용</a:t>
              </a:r>
              <a:endParaRPr lang="en-US" altLang="ko-KR" sz="800" dirty="0">
                <a:solidFill>
                  <a:schemeClr val="tx1">
                    <a:lumMod val="75000"/>
                    <a:lumOff val="25000"/>
                  </a:schemeClr>
                </a:solidFill>
                <a:latin typeface="+mn-ea"/>
                <a:ea typeface="+mn-ea"/>
              </a:endParaRPr>
            </a:p>
          </p:txBody>
        </p:sp>
        <p:pic>
          <p:nvPicPr>
            <p:cNvPr id="17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7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097016" y="3919915"/>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76" name="그룹 175"/>
          <p:cNvGrpSpPr/>
          <p:nvPr/>
        </p:nvGrpSpPr>
        <p:grpSpPr>
          <a:xfrm>
            <a:off x="3215103" y="5259492"/>
            <a:ext cx="2160000" cy="180000"/>
            <a:chOff x="3215103" y="4408537"/>
            <a:chExt cx="2160000" cy="180000"/>
          </a:xfrm>
        </p:grpSpPr>
        <p:sp>
          <p:nvSpPr>
            <p:cNvPr id="177" name="직사각형 176"/>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78" name="Picture 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79" name="모서리가 둥근 직사각형 178"/>
          <p:cNvSpPr/>
          <p:nvPr/>
        </p:nvSpPr>
        <p:spPr>
          <a:xfrm>
            <a:off x="8543014" y="352539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0" name="직사각형 179"/>
          <p:cNvSpPr/>
          <p:nvPr/>
        </p:nvSpPr>
        <p:spPr>
          <a:xfrm>
            <a:off x="8539386" y="567989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181" name="직사각형 180"/>
          <p:cNvSpPr/>
          <p:nvPr/>
        </p:nvSpPr>
        <p:spPr>
          <a:xfrm>
            <a:off x="1967507" y="5986981"/>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82" name="그룹 181"/>
          <p:cNvGrpSpPr/>
          <p:nvPr/>
        </p:nvGrpSpPr>
        <p:grpSpPr>
          <a:xfrm>
            <a:off x="1864071" y="5679927"/>
            <a:ext cx="1729891" cy="271050"/>
            <a:chOff x="1807132" y="7226402"/>
            <a:chExt cx="1729891" cy="271050"/>
          </a:xfrm>
        </p:grpSpPr>
        <p:sp>
          <p:nvSpPr>
            <p:cNvPr id="183" name="직사각형 182"/>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184" name="직사각형 183"/>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185"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072370" y="6033660"/>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186" name="TextBox 185"/>
          <p:cNvSpPr txBox="1"/>
          <p:nvPr/>
        </p:nvSpPr>
        <p:spPr>
          <a:xfrm>
            <a:off x="2082094" y="6239589"/>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187" name="직사각형 186"/>
          <p:cNvSpPr/>
          <p:nvPr/>
        </p:nvSpPr>
        <p:spPr>
          <a:xfrm>
            <a:off x="8319069" y="6030454"/>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8" name="TextBox 187"/>
          <p:cNvSpPr txBox="1"/>
          <p:nvPr/>
        </p:nvSpPr>
        <p:spPr>
          <a:xfrm>
            <a:off x="8326699" y="6032510"/>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89" name="그룹 188"/>
          <p:cNvGrpSpPr/>
          <p:nvPr/>
        </p:nvGrpSpPr>
        <p:grpSpPr>
          <a:xfrm>
            <a:off x="8362503" y="6426458"/>
            <a:ext cx="928576" cy="215444"/>
            <a:chOff x="8337376" y="8326124"/>
            <a:chExt cx="928576" cy="215444"/>
          </a:xfrm>
        </p:grpSpPr>
        <p:sp>
          <p:nvSpPr>
            <p:cNvPr id="190" name="직사각형 189"/>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191" name="TextBox 190"/>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192" name="그룹 191"/>
          <p:cNvGrpSpPr/>
          <p:nvPr/>
        </p:nvGrpSpPr>
        <p:grpSpPr>
          <a:xfrm>
            <a:off x="8352978" y="6246438"/>
            <a:ext cx="936004" cy="215444"/>
            <a:chOff x="6851687" y="7802438"/>
            <a:chExt cx="936004" cy="215444"/>
          </a:xfrm>
        </p:grpSpPr>
        <p:grpSp>
          <p:nvGrpSpPr>
            <p:cNvPr id="193" name="그룹 192"/>
            <p:cNvGrpSpPr/>
            <p:nvPr/>
          </p:nvGrpSpPr>
          <p:grpSpPr>
            <a:xfrm>
              <a:off x="6851687" y="7802438"/>
              <a:ext cx="936004" cy="215444"/>
              <a:chOff x="8337376" y="8047616"/>
              <a:chExt cx="936004" cy="215444"/>
            </a:xfrm>
          </p:grpSpPr>
          <p:sp>
            <p:nvSpPr>
              <p:cNvPr id="195" name="직사각형 194"/>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196" name="TextBox 195"/>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194"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197" name="그룹 196"/>
          <p:cNvGrpSpPr/>
          <p:nvPr/>
        </p:nvGrpSpPr>
        <p:grpSpPr>
          <a:xfrm>
            <a:off x="8362503" y="6609154"/>
            <a:ext cx="928576" cy="215444"/>
            <a:chOff x="8337376" y="8326124"/>
            <a:chExt cx="928576" cy="215444"/>
          </a:xfrm>
        </p:grpSpPr>
        <p:sp>
          <p:nvSpPr>
            <p:cNvPr id="198" name="직사각형 19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199" name="TextBox 19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00" name="직사각형 199"/>
          <p:cNvSpPr/>
          <p:nvPr/>
        </p:nvSpPr>
        <p:spPr>
          <a:xfrm rot="10800000">
            <a:off x="8410128" y="5706378"/>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1" name="그룹 200"/>
          <p:cNvGrpSpPr/>
          <p:nvPr/>
        </p:nvGrpSpPr>
        <p:grpSpPr>
          <a:xfrm>
            <a:off x="1752624" y="5695868"/>
            <a:ext cx="234360" cy="200055"/>
            <a:chOff x="1152270" y="11716364"/>
            <a:chExt cx="234360" cy="200055"/>
          </a:xfrm>
        </p:grpSpPr>
        <p:sp>
          <p:nvSpPr>
            <p:cNvPr id="202" name="모서리가 둥근 직사각형 20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3" name="직사각형 20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04" name="그룹 203"/>
          <p:cNvGrpSpPr/>
          <p:nvPr/>
        </p:nvGrpSpPr>
        <p:grpSpPr>
          <a:xfrm>
            <a:off x="1752624" y="5941452"/>
            <a:ext cx="234360" cy="200055"/>
            <a:chOff x="1152270" y="11716364"/>
            <a:chExt cx="234360" cy="200055"/>
          </a:xfrm>
        </p:grpSpPr>
        <p:sp>
          <p:nvSpPr>
            <p:cNvPr id="205" name="모서리가 둥근 직사각형 2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6" name="직사각형 20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207" name="그룹 206"/>
          <p:cNvGrpSpPr/>
          <p:nvPr/>
        </p:nvGrpSpPr>
        <p:grpSpPr>
          <a:xfrm>
            <a:off x="8338833" y="5708474"/>
            <a:ext cx="234360" cy="200055"/>
            <a:chOff x="1152270" y="11716364"/>
            <a:chExt cx="234360" cy="200055"/>
          </a:xfrm>
        </p:grpSpPr>
        <p:sp>
          <p:nvSpPr>
            <p:cNvPr id="208" name="모서리가 둥근 직사각형 2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9" name="직사각형 20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10" name="그룹 209"/>
          <p:cNvGrpSpPr/>
          <p:nvPr/>
        </p:nvGrpSpPr>
        <p:grpSpPr>
          <a:xfrm>
            <a:off x="8309544" y="6048479"/>
            <a:ext cx="234360" cy="200055"/>
            <a:chOff x="1152270" y="11716364"/>
            <a:chExt cx="234360" cy="200055"/>
          </a:xfrm>
        </p:grpSpPr>
        <p:sp>
          <p:nvSpPr>
            <p:cNvPr id="211" name="모서리가 둥근 직사각형 21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2" name="직사각형 21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213" name="그룹 212"/>
          <p:cNvGrpSpPr/>
          <p:nvPr/>
        </p:nvGrpSpPr>
        <p:grpSpPr>
          <a:xfrm>
            <a:off x="8441939" y="6903050"/>
            <a:ext cx="234360" cy="200055"/>
            <a:chOff x="1148077" y="11716364"/>
            <a:chExt cx="234360" cy="200055"/>
          </a:xfrm>
        </p:grpSpPr>
        <p:sp>
          <p:nvSpPr>
            <p:cNvPr id="214" name="모서리가 둥근 직사각형 21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5" name="직사각형 214"/>
            <p:cNvSpPr/>
            <p:nvPr/>
          </p:nvSpPr>
          <p:spPr>
            <a:xfrm>
              <a:off x="1148077"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sp>
        <p:nvSpPr>
          <p:cNvPr id="216" name="모서리가 둥근 직사각형 215"/>
          <p:cNvSpPr/>
          <p:nvPr/>
        </p:nvSpPr>
        <p:spPr>
          <a:xfrm>
            <a:off x="8646653" y="6907889"/>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7" name="그룹 216"/>
          <p:cNvGrpSpPr/>
          <p:nvPr/>
        </p:nvGrpSpPr>
        <p:grpSpPr>
          <a:xfrm>
            <a:off x="3016927" y="3850891"/>
            <a:ext cx="234360" cy="200055"/>
            <a:chOff x="1152270" y="11716364"/>
            <a:chExt cx="234360" cy="200055"/>
          </a:xfrm>
        </p:grpSpPr>
        <p:sp>
          <p:nvSpPr>
            <p:cNvPr id="218" name="모서리가 둥근 직사각형 21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9" name="직사각형 21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0" name="그룹 219"/>
          <p:cNvGrpSpPr/>
          <p:nvPr/>
        </p:nvGrpSpPr>
        <p:grpSpPr>
          <a:xfrm>
            <a:off x="3024356" y="4040436"/>
            <a:ext cx="234360" cy="200055"/>
            <a:chOff x="1152270" y="11716364"/>
            <a:chExt cx="234360" cy="200055"/>
          </a:xfrm>
        </p:grpSpPr>
        <p:sp>
          <p:nvSpPr>
            <p:cNvPr id="221" name="모서리가 둥근 직사각형 2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2" name="직사각형 22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23" name="그룹 222"/>
          <p:cNvGrpSpPr/>
          <p:nvPr/>
        </p:nvGrpSpPr>
        <p:grpSpPr>
          <a:xfrm>
            <a:off x="3025070" y="4328468"/>
            <a:ext cx="234360" cy="200055"/>
            <a:chOff x="1152270" y="11716364"/>
            <a:chExt cx="234360" cy="200055"/>
          </a:xfrm>
        </p:grpSpPr>
        <p:sp>
          <p:nvSpPr>
            <p:cNvPr id="224" name="모서리가 둥근 직사각형 22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5" name="직사각형 22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26" name="그룹 225"/>
          <p:cNvGrpSpPr/>
          <p:nvPr/>
        </p:nvGrpSpPr>
        <p:grpSpPr>
          <a:xfrm>
            <a:off x="3014831" y="5221139"/>
            <a:ext cx="234360" cy="200055"/>
            <a:chOff x="1152270" y="11716364"/>
            <a:chExt cx="234360" cy="200055"/>
          </a:xfrm>
        </p:grpSpPr>
        <p:sp>
          <p:nvSpPr>
            <p:cNvPr id="227" name="모서리가 둥근 직사각형 2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8" name="직사각형 22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229" name="직사각형 228"/>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상세보기</a:t>
            </a:r>
            <a:endParaRPr lang="ko-KR" altLang="en-US" sz="800" dirty="0">
              <a:solidFill>
                <a:srgbClr val="FF0000"/>
              </a:solidFill>
              <a:latin typeface="+mn-ea"/>
              <a:ea typeface="+mn-ea"/>
            </a:endParaRPr>
          </a:p>
        </p:txBody>
      </p:sp>
      <p:pic>
        <p:nvPicPr>
          <p:cNvPr id="230"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979767" y="7258067"/>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1" name="직사각형 230"/>
          <p:cNvSpPr/>
          <p:nvPr/>
        </p:nvSpPr>
        <p:spPr>
          <a:xfrm>
            <a:off x="2211806" y="7309426"/>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232" name="직사각형 231"/>
          <p:cNvSpPr/>
          <p:nvPr/>
        </p:nvSpPr>
        <p:spPr>
          <a:xfrm>
            <a:off x="1904072" y="753563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33" name="직사각형 232"/>
          <p:cNvSpPr/>
          <p:nvPr/>
        </p:nvSpPr>
        <p:spPr>
          <a:xfrm>
            <a:off x="2853447" y="7273422"/>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234"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237293" y="8180951"/>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9" name="직사각형 238"/>
          <p:cNvSpPr/>
          <p:nvPr/>
        </p:nvSpPr>
        <p:spPr>
          <a:xfrm>
            <a:off x="2469332" y="8232310"/>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sp>
        <p:nvSpPr>
          <p:cNvPr id="240" name="직사각형 239"/>
          <p:cNvSpPr/>
          <p:nvPr/>
        </p:nvSpPr>
        <p:spPr>
          <a:xfrm>
            <a:off x="2161598" y="8458519"/>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41" name="직사각형 240"/>
          <p:cNvSpPr/>
          <p:nvPr/>
        </p:nvSpPr>
        <p:spPr>
          <a:xfrm>
            <a:off x="3058948" y="8196306"/>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254" name="꺾인 연결선 253"/>
          <p:cNvCxnSpPr>
            <a:endCxn id="234" idx="1"/>
          </p:cNvCxnSpPr>
          <p:nvPr/>
        </p:nvCxnSpPr>
        <p:spPr>
          <a:xfrm rot="16200000" flipH="1">
            <a:off x="1861740" y="7949398"/>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255"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237293" y="9153059"/>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6" name="직사각형 255"/>
          <p:cNvSpPr/>
          <p:nvPr/>
        </p:nvSpPr>
        <p:spPr>
          <a:xfrm>
            <a:off x="2469332" y="9204418"/>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257" name="직사각형 256"/>
          <p:cNvSpPr/>
          <p:nvPr/>
        </p:nvSpPr>
        <p:spPr>
          <a:xfrm>
            <a:off x="2161598" y="9430627"/>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58" name="직사각형 257"/>
          <p:cNvSpPr/>
          <p:nvPr/>
        </p:nvSpPr>
        <p:spPr>
          <a:xfrm>
            <a:off x="3058948" y="9168414"/>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259" name="꺾인 연결선 258"/>
          <p:cNvCxnSpPr>
            <a:endCxn id="255" idx="1"/>
          </p:cNvCxnSpPr>
          <p:nvPr/>
        </p:nvCxnSpPr>
        <p:spPr>
          <a:xfrm rot="16200000" flipH="1">
            <a:off x="1815707" y="8875473"/>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260"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982515" y="9666640"/>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1" name="직사각형 260"/>
          <p:cNvSpPr/>
          <p:nvPr/>
        </p:nvSpPr>
        <p:spPr>
          <a:xfrm>
            <a:off x="2214554" y="971799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sp>
        <p:nvSpPr>
          <p:cNvPr id="303" name="직사각형 302"/>
          <p:cNvSpPr/>
          <p:nvPr/>
        </p:nvSpPr>
        <p:spPr>
          <a:xfrm>
            <a:off x="1906820" y="9944208"/>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04" name="직사각형 303"/>
          <p:cNvSpPr/>
          <p:nvPr/>
        </p:nvSpPr>
        <p:spPr>
          <a:xfrm>
            <a:off x="2856196" y="9681995"/>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pic>
        <p:nvPicPr>
          <p:cNvPr id="343" name="Picture 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106099" y="7777478"/>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5" name="Picture 4"/>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47128" y="8748879"/>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46" name="그룹 345"/>
          <p:cNvGrpSpPr/>
          <p:nvPr/>
        </p:nvGrpSpPr>
        <p:grpSpPr>
          <a:xfrm>
            <a:off x="8336337" y="7347622"/>
            <a:ext cx="969911" cy="263175"/>
            <a:chOff x="6836830" y="8933894"/>
            <a:chExt cx="969911" cy="263175"/>
          </a:xfrm>
        </p:grpSpPr>
        <p:sp>
          <p:nvSpPr>
            <p:cNvPr id="347" name="직사각형 34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54" name="직사각형 35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62" name="그룹 361"/>
          <p:cNvGrpSpPr/>
          <p:nvPr/>
        </p:nvGrpSpPr>
        <p:grpSpPr>
          <a:xfrm>
            <a:off x="8341669" y="8266772"/>
            <a:ext cx="969911" cy="263175"/>
            <a:chOff x="6836830" y="8933894"/>
            <a:chExt cx="969911" cy="263175"/>
          </a:xfrm>
        </p:grpSpPr>
        <p:sp>
          <p:nvSpPr>
            <p:cNvPr id="363" name="직사각형 36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64" name="직사각형 36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65" name="그룹 364"/>
          <p:cNvGrpSpPr/>
          <p:nvPr/>
        </p:nvGrpSpPr>
        <p:grpSpPr>
          <a:xfrm>
            <a:off x="8336437" y="9240976"/>
            <a:ext cx="969911" cy="263175"/>
            <a:chOff x="6836830" y="8933894"/>
            <a:chExt cx="969911" cy="263175"/>
          </a:xfrm>
        </p:grpSpPr>
        <p:sp>
          <p:nvSpPr>
            <p:cNvPr id="366" name="직사각형 365"/>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67" name="직사각형 366"/>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68" name="그룹 367"/>
          <p:cNvGrpSpPr/>
          <p:nvPr/>
        </p:nvGrpSpPr>
        <p:grpSpPr>
          <a:xfrm>
            <a:off x="8341669" y="9771511"/>
            <a:ext cx="969911" cy="263175"/>
            <a:chOff x="6836830" y="8933894"/>
            <a:chExt cx="969911" cy="263175"/>
          </a:xfrm>
        </p:grpSpPr>
        <p:sp>
          <p:nvSpPr>
            <p:cNvPr id="369" name="직사각형 368"/>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70" name="직사각형 369"/>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aphicFrame>
        <p:nvGraphicFramePr>
          <p:cNvPr id="371" name="Group 175"/>
          <p:cNvGraphicFramePr>
            <a:graphicFrameLocks noGrp="1"/>
          </p:cNvGraphicFramePr>
          <p:nvPr>
            <p:extLst>
              <p:ext uri="{D42A27DB-BD31-4B8C-83A1-F6EECF244321}">
                <p14:modId xmlns:p14="http://schemas.microsoft.com/office/powerpoint/2010/main" val="391179765"/>
              </p:ext>
            </p:extLst>
          </p:nvPr>
        </p:nvGraphicFramePr>
        <p:xfrm>
          <a:off x="9499029" y="1484784"/>
          <a:ext cx="1404156" cy="78550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중요공지 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게시글 제목</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신규 등록 아이콘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작성자</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작성일</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조회수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b="0" dirty="0" smtClean="0">
                          <a:solidFill>
                            <a:schemeClr val="tx1">
                              <a:lumMod val="75000"/>
                              <a:lumOff val="25000"/>
                            </a:schemeClr>
                          </a:solidFill>
                          <a:effectLst/>
                          <a:latin typeface="+mn-ea"/>
                          <a:ea typeface="+mn-ea"/>
                        </a:rPr>
                        <a:t>게시글 내용</a:t>
                      </a: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첨부파일</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클릭시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수</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클릭시 댓글 목록 펼쳐짐</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작성 입력폼 펼쳐짐</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dirty="0" smtClean="0">
                        <a:solidFill>
                          <a:schemeClr val="tx1">
                            <a:lumMod val="75000"/>
                            <a:lumOff val="25000"/>
                          </a:schemeClr>
                        </a:solidFill>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댓글 입력폼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간편 답글 목록</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클릭시 선택 활성화 및 댓글 입력창에 자동 입력</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댓글 등록시 필수항목 체크</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solidFill>
                          <a:latin typeface="+mn-lt"/>
                          <a:ea typeface="+mn-ea"/>
                          <a:cs typeface="+mn-cs"/>
                        </a:rPr>
                        <a:t>- </a:t>
                      </a:r>
                      <a:r>
                        <a:rPr lang="ko-KR" altLang="en-US" sz="800" kern="1200" dirty="0" smtClean="0">
                          <a:solidFill>
                            <a:srgbClr val="0070C0"/>
                          </a:solidFill>
                          <a:latin typeface="+mn-lt"/>
                          <a:ea typeface="+mn-ea"/>
                          <a:cs typeface="+mn-cs"/>
                        </a:rPr>
                        <a:t>필수항목 </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댓글 내용</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최소 글자수 </a:t>
                      </a:r>
                      <a:endParaRPr lang="en-US" altLang="ko-KR" sz="800" kern="120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로그인 대상자의 </a:t>
                      </a:r>
                      <a:r>
                        <a:rPr lang="ko-KR" altLang="en-US" sz="800" kern="1200" dirty="0" err="1" smtClean="0">
                          <a:solidFill>
                            <a:schemeClr val="tx1"/>
                          </a:solidFill>
                          <a:latin typeface="+mn-lt"/>
                          <a:ea typeface="+mn-ea"/>
                          <a:cs typeface="+mn-cs"/>
                        </a:rPr>
                        <a:t>댓글에만</a:t>
                      </a:r>
                      <a:r>
                        <a:rPr lang="ko-KR" altLang="en-US" sz="800" kern="1200" dirty="0" smtClean="0">
                          <a:solidFill>
                            <a:schemeClr val="tx1"/>
                          </a:solidFill>
                          <a:latin typeface="+mn-lt"/>
                          <a:ea typeface="+mn-ea"/>
                          <a:cs typeface="+mn-cs"/>
                        </a:rPr>
                        <a:t> 노출</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추가기능</a:t>
                      </a:r>
                      <a:endParaRPr lang="en-US" altLang="ko-KR" sz="800" kern="1200" dirty="0" smtClean="0">
                        <a:solidFill>
                          <a:schemeClr val="tx1"/>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수정가능</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수정폼</a:t>
                      </a:r>
                      <a:r>
                        <a:rPr lang="ko-KR" altLang="en-US" sz="800" kern="1200" dirty="0" smtClean="0">
                          <a:solidFill>
                            <a:srgbClr val="0070C0"/>
                          </a:solidFill>
                          <a:latin typeface="+mn-lt"/>
                          <a:ea typeface="+mn-ea"/>
                          <a:cs typeface="+mn-cs"/>
                        </a:rPr>
                        <a:t> 노출</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삭제가능</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하위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삭제 안 함</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pic>
        <p:nvPicPr>
          <p:cNvPr id="372" name="Picture 5"/>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9353354" y="7422223"/>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75" name="그룹 374"/>
          <p:cNvGrpSpPr/>
          <p:nvPr/>
        </p:nvGrpSpPr>
        <p:grpSpPr>
          <a:xfrm>
            <a:off x="9349468" y="7393632"/>
            <a:ext cx="284052" cy="200055"/>
            <a:chOff x="1133220" y="11716364"/>
            <a:chExt cx="284052" cy="200055"/>
          </a:xfrm>
        </p:grpSpPr>
        <p:sp>
          <p:nvSpPr>
            <p:cNvPr id="376" name="모서리가 둥근 직사각형 3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7" name="직사각형 376"/>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sp>
        <p:nvSpPr>
          <p:cNvPr id="378" name="직사각형 377"/>
          <p:cNvSpPr/>
          <p:nvPr/>
        </p:nvSpPr>
        <p:spPr>
          <a:xfrm>
            <a:off x="9417496" y="7559299"/>
            <a:ext cx="720080" cy="4831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379" name="자유형 378"/>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3830819789"/>
      </p:ext>
    </p:extLst>
  </p:cSld>
  <p:clrMapOvr>
    <a:masterClrMapping/>
  </p:clrMapOvr>
  <p:transition>
    <p:wipe dir="r"/>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a:t>
            </a:r>
            <a:r>
              <a:rPr lang="en-US" altLang="ko-KR" sz="2957" b="1" dirty="0" smtClean="0">
                <a:latin typeface="맑은 고딕" panose="020B0503020000020004" pitchFamily="50" charset="-127"/>
                <a:ea typeface="맑은 고딕" panose="020B0503020000020004" pitchFamily="50" charset="-127"/>
                <a:cs typeface="+mj-cs"/>
              </a:rPr>
              <a:t>Q&amp;A</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427774653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KNOU_UI_C02060000_01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811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a:t>
              </a:r>
              <a:r>
                <a:rPr lang="en-US" altLang="ko-KR" sz="750" b="1" dirty="0" smtClean="0">
                  <a:solidFill>
                    <a:schemeClr val="bg1"/>
                  </a:solidFill>
                  <a:latin typeface="맑은 고딕" panose="020B0503020000020004" pitchFamily="50" charset="-127"/>
                  <a:ea typeface="맑은 고딕" panose="020B0503020000020004" pitchFamily="50" charset="-127"/>
                </a:rPr>
                <a:t>Q&amp;A</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824989983"/>
              </p:ext>
            </p:extLst>
          </p:nvPr>
        </p:nvGraphicFramePr>
        <p:xfrm>
          <a:off x="9499029" y="1484784"/>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 </a:t>
                      </a:r>
                      <a:r>
                        <a:rPr lang="ko-KR" altLang="en-US" sz="800" kern="1200" dirty="0" smtClean="0">
                          <a:solidFill>
                            <a:schemeClr val="tx1">
                              <a:lumMod val="75000"/>
                              <a:lumOff val="25000"/>
                            </a:schemeClr>
                          </a:solidFill>
                          <a:latin typeface="+mn-ea"/>
                          <a:ea typeface="+mn-ea"/>
                          <a:cs typeface="+mn-cs"/>
                        </a:rPr>
                        <a:t>등록하면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New </a:t>
                      </a:r>
                      <a:r>
                        <a:rPr lang="ko-KR" altLang="en-US" sz="800" kern="1200" dirty="0" smtClean="0">
                          <a:solidFill>
                            <a:schemeClr val="tx1">
                              <a:lumMod val="75000"/>
                              <a:lumOff val="25000"/>
                            </a:schemeClr>
                          </a:solidFill>
                          <a:latin typeface="+mn-ea"/>
                          <a:ea typeface="+mn-ea"/>
                          <a:cs typeface="+mn-cs"/>
                        </a:rPr>
                        <a:t>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등록일 기준 </a:t>
                      </a:r>
                      <a:r>
                        <a:rPr lang="en-US" altLang="ko-KR" sz="800" kern="1200" dirty="0" smtClean="0">
                          <a:solidFill>
                            <a:schemeClr val="tx1">
                              <a:lumMod val="75000"/>
                              <a:lumOff val="25000"/>
                            </a:schemeClr>
                          </a:solidFill>
                          <a:latin typeface="+mn-ea"/>
                          <a:ea typeface="+mn-ea"/>
                          <a:cs typeface="+mn-cs"/>
                        </a:rPr>
                        <a:t>: 7</a:t>
                      </a:r>
                      <a:r>
                        <a:rPr lang="ko-KR" altLang="en-US" sz="800" kern="1200" dirty="0" smtClean="0">
                          <a:solidFill>
                            <a:schemeClr val="tx1">
                              <a:lumMod val="75000"/>
                              <a:lumOff val="25000"/>
                            </a:schemeClr>
                          </a:solidFill>
                          <a:latin typeface="+mn-ea"/>
                          <a:ea typeface="+mn-ea"/>
                          <a:cs typeface="+mn-cs"/>
                        </a:rPr>
                        <a:t>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첨부파일 있음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712" name="Rectangle 122"/>
          <p:cNvSpPr>
            <a:spLocks noChangeArrowheads="1"/>
          </p:cNvSpPr>
          <p:nvPr/>
        </p:nvSpPr>
        <p:spPr bwMode="auto">
          <a:xfrm>
            <a:off x="8987588" y="3824648"/>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713" name="직사각형 712"/>
          <p:cNvSpPr/>
          <p:nvPr/>
        </p:nvSpPr>
        <p:spPr>
          <a:xfrm>
            <a:off x="1928663" y="3817264"/>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916" name="Group 37"/>
          <p:cNvGraphicFramePr>
            <a:graphicFrameLocks noGrp="1"/>
          </p:cNvGraphicFramePr>
          <p:nvPr>
            <p:extLst>
              <p:ext uri="{D42A27DB-BD31-4B8C-83A1-F6EECF244321}">
                <p14:modId xmlns:p14="http://schemas.microsoft.com/office/powerpoint/2010/main" val="2484670481"/>
              </p:ext>
            </p:extLst>
          </p:nvPr>
        </p:nvGraphicFramePr>
        <p:xfrm>
          <a:off x="1972097" y="3424808"/>
          <a:ext cx="7476755" cy="286180"/>
        </p:xfrm>
        <a:graphic>
          <a:graphicData uri="http://schemas.openxmlformats.org/drawingml/2006/table">
            <a:tbl>
              <a:tblPr/>
              <a:tblGrid>
                <a:gridCol w="1108695">
                  <a:extLst>
                    <a:ext uri="{9D8B030D-6E8A-4147-A177-3AD203B41FA5}">
                      <a16:colId xmlns="" xmlns:a16="http://schemas.microsoft.com/office/drawing/2014/main" val="20001"/>
                    </a:ext>
                  </a:extLst>
                </a:gridCol>
                <a:gridCol w="6368060"/>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917" name="Rectangle 122"/>
          <p:cNvSpPr>
            <a:spLocks noChangeArrowheads="1"/>
          </p:cNvSpPr>
          <p:nvPr/>
        </p:nvSpPr>
        <p:spPr bwMode="auto">
          <a:xfrm>
            <a:off x="3114700" y="3479884"/>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sp>
        <p:nvSpPr>
          <p:cNvPr id="666" name="모서리가 둥근 직사각형 665"/>
          <p:cNvSpPr/>
          <p:nvPr/>
        </p:nvSpPr>
        <p:spPr>
          <a:xfrm>
            <a:off x="8483588" y="3479884"/>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a:t>
                  </a:r>
                  <a:r>
                    <a:rPr kumimoji="1" lang="en-US" altLang="ko-KR" sz="800" b="1" dirty="0" smtClean="0">
                      <a:solidFill>
                        <a:schemeClr val="tx1">
                          <a:lumMod val="75000"/>
                          <a:lumOff val="25000"/>
                        </a:schemeClr>
                      </a:solidFill>
                      <a:latin typeface="+mn-ea"/>
                      <a:ea typeface="+mn-ea"/>
                      <a:cs typeface="Calibri" pitchFamily="34" charset="0"/>
                    </a:rPr>
                    <a:t>Q&amp;A</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68" name="모서리가 둥근 직사각형 167"/>
          <p:cNvSpPr/>
          <p:nvPr/>
        </p:nvSpPr>
        <p:spPr>
          <a:xfrm>
            <a:off x="8046118" y="382546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글쓰기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9" name="그룹 168"/>
          <p:cNvGrpSpPr/>
          <p:nvPr/>
        </p:nvGrpSpPr>
        <p:grpSpPr>
          <a:xfrm>
            <a:off x="8002516" y="3660437"/>
            <a:ext cx="234360" cy="200055"/>
            <a:chOff x="1152270" y="11706839"/>
            <a:chExt cx="234360" cy="200055"/>
          </a:xfrm>
        </p:grpSpPr>
        <p:sp>
          <p:nvSpPr>
            <p:cNvPr id="170" name="모서리가 둥근 직사각형 16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1" name="직사각형 17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172" name="Group 37"/>
          <p:cNvGraphicFramePr>
            <a:graphicFrameLocks noGrp="1"/>
          </p:cNvGraphicFramePr>
          <p:nvPr>
            <p:extLst>
              <p:ext uri="{D42A27DB-BD31-4B8C-83A1-F6EECF244321}">
                <p14:modId xmlns:p14="http://schemas.microsoft.com/office/powerpoint/2010/main" val="2760993617"/>
              </p:ext>
            </p:extLst>
          </p:nvPr>
        </p:nvGraphicFramePr>
        <p:xfrm>
          <a:off x="1975898" y="4120505"/>
          <a:ext cx="7472123" cy="2604354"/>
        </p:xfrm>
        <a:graphic>
          <a:graphicData uri="http://schemas.openxmlformats.org/drawingml/2006/table">
            <a:tbl>
              <a:tblPr/>
              <a:tblGrid>
                <a:gridCol w="627040">
                  <a:extLst>
                    <a:ext uri="{9D8B030D-6E8A-4147-A177-3AD203B41FA5}">
                      <a16:colId xmlns="" xmlns:a16="http://schemas.microsoft.com/office/drawing/2014/main" val="20001"/>
                    </a:ext>
                  </a:extLst>
                </a:gridCol>
                <a:gridCol w="2870595"/>
                <a:gridCol w="887422"/>
                <a:gridCol w="887422"/>
                <a:gridCol w="549911"/>
                <a:gridCol w="549911"/>
                <a:gridCol w="549911"/>
                <a:gridCol w="549911"/>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첨부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3" name="그룹 74"/>
          <p:cNvGrpSpPr>
            <a:grpSpLocks/>
          </p:cNvGrpSpPr>
          <p:nvPr/>
        </p:nvGrpSpPr>
        <p:grpSpPr bwMode="auto">
          <a:xfrm>
            <a:off x="4858228" y="6813376"/>
            <a:ext cx="1678948" cy="215444"/>
            <a:chOff x="5843761" y="3953547"/>
            <a:chExt cx="1769478" cy="256728"/>
          </a:xfrm>
        </p:grpSpPr>
        <p:sp>
          <p:nvSpPr>
            <p:cNvPr id="174"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75" name="그룹 86"/>
            <p:cNvGrpSpPr>
              <a:grpSpLocks/>
            </p:cNvGrpSpPr>
            <p:nvPr/>
          </p:nvGrpSpPr>
          <p:grpSpPr bwMode="auto">
            <a:xfrm>
              <a:off x="5889794" y="3953547"/>
              <a:ext cx="1723445" cy="256728"/>
              <a:chOff x="5889794" y="3953547"/>
              <a:chExt cx="1723445" cy="256728"/>
            </a:xfrm>
          </p:grpSpPr>
          <p:sp>
            <p:nvSpPr>
              <p:cNvPr id="176"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7"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78"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9"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0"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1"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82"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58469" y="4389270"/>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83" name="그룹 182"/>
          <p:cNvGrpSpPr/>
          <p:nvPr/>
        </p:nvGrpSpPr>
        <p:grpSpPr>
          <a:xfrm>
            <a:off x="2908201" y="4197244"/>
            <a:ext cx="234360" cy="200055"/>
            <a:chOff x="1152270" y="11706839"/>
            <a:chExt cx="234360" cy="200055"/>
          </a:xfrm>
        </p:grpSpPr>
        <p:sp>
          <p:nvSpPr>
            <p:cNvPr id="184" name="모서리가 둥근 직사각형 18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5" name="직사각형 18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18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67242" y="4379827"/>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73601" y="462747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75626" y="510409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81985" y="5351751"/>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77793" y="606763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91" name="그룹 190"/>
          <p:cNvGrpSpPr/>
          <p:nvPr/>
        </p:nvGrpSpPr>
        <p:grpSpPr>
          <a:xfrm>
            <a:off x="4385115" y="4206775"/>
            <a:ext cx="234360" cy="200055"/>
            <a:chOff x="1152270" y="11706839"/>
            <a:chExt cx="234360" cy="200055"/>
          </a:xfrm>
        </p:grpSpPr>
        <p:sp>
          <p:nvSpPr>
            <p:cNvPr id="192" name="모서리가 둥근 직사각형 1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3" name="직사각형 19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94" name="그룹 193"/>
          <p:cNvGrpSpPr/>
          <p:nvPr/>
        </p:nvGrpSpPr>
        <p:grpSpPr>
          <a:xfrm>
            <a:off x="8524825" y="4938087"/>
            <a:ext cx="234360" cy="200055"/>
            <a:chOff x="1152270" y="11706839"/>
            <a:chExt cx="234360" cy="200055"/>
          </a:xfrm>
        </p:grpSpPr>
        <p:sp>
          <p:nvSpPr>
            <p:cNvPr id="195" name="모서리가 둥근 직사각형 1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6" name="직사각형 19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236" name="자유형 235"/>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237" name="그룹 236"/>
          <p:cNvGrpSpPr/>
          <p:nvPr/>
        </p:nvGrpSpPr>
        <p:grpSpPr>
          <a:xfrm>
            <a:off x="579562" y="2166658"/>
            <a:ext cx="1386586" cy="5317057"/>
            <a:chOff x="579562" y="2166658"/>
            <a:chExt cx="1386586" cy="5317057"/>
          </a:xfrm>
        </p:grpSpPr>
        <p:grpSp>
          <p:nvGrpSpPr>
            <p:cNvPr id="238" name="그룹 237"/>
            <p:cNvGrpSpPr/>
            <p:nvPr/>
          </p:nvGrpSpPr>
          <p:grpSpPr>
            <a:xfrm>
              <a:off x="629956" y="3318264"/>
              <a:ext cx="1332000" cy="180000"/>
              <a:chOff x="666428" y="3785432"/>
              <a:chExt cx="1332000" cy="180000"/>
            </a:xfrm>
          </p:grpSpPr>
          <p:sp>
            <p:nvSpPr>
              <p:cNvPr id="302" name="모서리가 둥근 직사각형 30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6" y="3568824"/>
              <a:ext cx="1332000" cy="180000"/>
              <a:chOff x="666428" y="4310612"/>
              <a:chExt cx="1332000" cy="180000"/>
            </a:xfrm>
          </p:grpSpPr>
          <p:sp>
            <p:nvSpPr>
              <p:cNvPr id="300" name="모서리가 둥근 직사각형 299"/>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a:t>
                </a:r>
                <a:r>
                  <a:rPr kumimoji="1" lang="en-US" altLang="ko-KR" sz="800" dirty="0" smtClean="0">
                    <a:solidFill>
                      <a:schemeClr val="tx1">
                        <a:lumMod val="75000"/>
                        <a:lumOff val="25000"/>
                      </a:schemeClr>
                    </a:solidFill>
                    <a:latin typeface="+mn-ea"/>
                    <a:ea typeface="+mn-ea"/>
                    <a:cs typeface="Calibri" pitchFamily="34" charset="0"/>
                  </a:rPr>
                  <a:t>Q&amp;A</a:t>
                </a:r>
                <a:endParaRPr kumimoji="1" lang="ko-KR" altLang="en-US" sz="800" dirty="0">
                  <a:solidFill>
                    <a:schemeClr val="tx1">
                      <a:lumMod val="75000"/>
                      <a:lumOff val="25000"/>
                    </a:schemeClr>
                  </a:solidFill>
                  <a:latin typeface="+mn-ea"/>
                  <a:ea typeface="+mn-ea"/>
                  <a:cs typeface="Calibri" pitchFamily="34" charset="0"/>
                </a:endParaRPr>
              </a:p>
            </p:txBody>
          </p:sp>
          <p:pic>
            <p:nvPicPr>
              <p:cNvPr id="30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5" y="3042501"/>
              <a:ext cx="1332000" cy="180000"/>
              <a:chOff x="666427" y="3266516"/>
              <a:chExt cx="1332000" cy="180000"/>
            </a:xfrm>
          </p:grpSpPr>
          <p:sp>
            <p:nvSpPr>
              <p:cNvPr id="298" name="모서리가 둥근 직사각형 29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3854780"/>
              <a:ext cx="1332000" cy="180000"/>
              <a:chOff x="666428" y="4570824"/>
              <a:chExt cx="1332000" cy="180000"/>
            </a:xfrm>
          </p:grpSpPr>
          <p:sp>
            <p:nvSpPr>
              <p:cNvPr id="296" name="모서리가 둥근 직사각형 29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29956" y="5316875"/>
              <a:ext cx="1332000" cy="180000"/>
              <a:chOff x="666428" y="5096004"/>
              <a:chExt cx="1332000" cy="180000"/>
            </a:xfrm>
          </p:grpSpPr>
          <p:sp>
            <p:nvSpPr>
              <p:cNvPr id="294" name="모서리가 둥근 직사각형 293"/>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5"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4148" y="5634789"/>
              <a:ext cx="1332000" cy="180000"/>
              <a:chOff x="666428" y="3785432"/>
              <a:chExt cx="1332000" cy="180000"/>
            </a:xfrm>
          </p:grpSpPr>
          <p:sp>
            <p:nvSpPr>
              <p:cNvPr id="292" name="모서리가 둥근 직사각형 29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1150" y="4135825"/>
              <a:ext cx="1332000" cy="180000"/>
              <a:chOff x="666428" y="4570824"/>
              <a:chExt cx="1332000" cy="180000"/>
            </a:xfrm>
          </p:grpSpPr>
          <p:sp>
            <p:nvSpPr>
              <p:cNvPr id="290" name="모서리가 둥근 직사각형 28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1"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4423395"/>
              <a:ext cx="1332000" cy="180000"/>
              <a:chOff x="666428" y="4310612"/>
              <a:chExt cx="1332000" cy="180000"/>
            </a:xfrm>
          </p:grpSpPr>
          <p:sp>
            <p:nvSpPr>
              <p:cNvPr id="288" name="모서리가 둥근 직사각형 28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9" name="TextBox 24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0" name="그룹 249"/>
            <p:cNvGrpSpPr/>
            <p:nvPr/>
          </p:nvGrpSpPr>
          <p:grpSpPr>
            <a:xfrm>
              <a:off x="632520" y="4723068"/>
              <a:ext cx="1332000" cy="180000"/>
              <a:chOff x="666428" y="4310612"/>
              <a:chExt cx="1332000" cy="180000"/>
            </a:xfrm>
          </p:grpSpPr>
          <p:sp>
            <p:nvSpPr>
              <p:cNvPr id="286" name="모서리가 둥근 직사각형 28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2752353"/>
              <a:ext cx="1332000" cy="180000"/>
              <a:chOff x="666427" y="3266516"/>
              <a:chExt cx="1332000" cy="180000"/>
            </a:xfrm>
          </p:grpSpPr>
          <p:sp>
            <p:nvSpPr>
              <p:cNvPr id="284" name="모서리가 둥근 직사각형 28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5005767"/>
              <a:ext cx="1332000" cy="180000"/>
              <a:chOff x="666428" y="4310612"/>
              <a:chExt cx="1332000" cy="180000"/>
            </a:xfrm>
          </p:grpSpPr>
          <p:sp>
            <p:nvSpPr>
              <p:cNvPr id="282" name="모서리가 둥근 직사각형 28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227787"/>
              <a:ext cx="1332000" cy="180000"/>
              <a:chOff x="666428" y="3785432"/>
              <a:chExt cx="1332000" cy="180000"/>
            </a:xfrm>
          </p:grpSpPr>
          <p:sp>
            <p:nvSpPr>
              <p:cNvPr id="280" name="모서리가 둥근 직사각형 27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487872"/>
              <a:ext cx="1332000" cy="180000"/>
              <a:chOff x="666428" y="4310612"/>
              <a:chExt cx="1332000" cy="180000"/>
            </a:xfrm>
          </p:grpSpPr>
          <p:sp>
            <p:nvSpPr>
              <p:cNvPr id="278" name="모서리가 둥근 직사각형 27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6773828"/>
              <a:ext cx="1332000" cy="180000"/>
              <a:chOff x="666428" y="4570824"/>
              <a:chExt cx="1332000" cy="180000"/>
            </a:xfrm>
          </p:grpSpPr>
          <p:sp>
            <p:nvSpPr>
              <p:cNvPr id="276" name="모서리가 둥근 직사각형 27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053155"/>
              <a:ext cx="1332000" cy="180000"/>
              <a:chOff x="666428" y="3785432"/>
              <a:chExt cx="1332000" cy="180000"/>
            </a:xfrm>
          </p:grpSpPr>
          <p:sp>
            <p:nvSpPr>
              <p:cNvPr id="274" name="모서리가 둥근 직사각형 27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5" name="그룹 264"/>
            <p:cNvGrpSpPr/>
            <p:nvPr/>
          </p:nvGrpSpPr>
          <p:grpSpPr>
            <a:xfrm>
              <a:off x="632520" y="7303715"/>
              <a:ext cx="1332000" cy="180000"/>
              <a:chOff x="666428" y="4310612"/>
              <a:chExt cx="1332000" cy="180000"/>
            </a:xfrm>
          </p:grpSpPr>
          <p:sp>
            <p:nvSpPr>
              <p:cNvPr id="272" name="모서리가 둥근 직사각형 27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7" name="그룹 266"/>
            <p:cNvGrpSpPr/>
            <p:nvPr/>
          </p:nvGrpSpPr>
          <p:grpSpPr>
            <a:xfrm>
              <a:off x="622995" y="5922821"/>
              <a:ext cx="1332000" cy="180000"/>
              <a:chOff x="666427" y="3266516"/>
              <a:chExt cx="1332000" cy="180000"/>
            </a:xfrm>
          </p:grpSpPr>
          <p:sp>
            <p:nvSpPr>
              <p:cNvPr id="268" name="모서리가 둥근 직사각형 26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594146926"/>
      </p:ext>
    </p:extLst>
  </p:cSld>
  <p:clrMapOvr>
    <a:masterClrMapping/>
  </p:clrMapOvr>
  <p:transition>
    <p:wipe dir="r"/>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KNOU_UI_C02060000_02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등록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6653311"/>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a:t>
              </a:r>
              <a:r>
                <a:rPr lang="en-US" altLang="ko-KR" sz="750" b="1" dirty="0" smtClean="0">
                  <a:solidFill>
                    <a:schemeClr val="bg1"/>
                  </a:solidFill>
                  <a:latin typeface="맑은 고딕" panose="020B0503020000020004" pitchFamily="50" charset="-127"/>
                  <a:ea typeface="맑은 고딕" panose="020B0503020000020004" pitchFamily="50" charset="-127"/>
                </a:rPr>
                <a:t>Q&amp;A</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515870922"/>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 </a:t>
                      </a:r>
                      <a:r>
                        <a:rPr lang="ko-KR" altLang="en-US" sz="800" kern="1200" dirty="0" smtClean="0">
                          <a:solidFill>
                            <a:schemeClr val="tx1">
                              <a:lumMod val="75000"/>
                              <a:lumOff val="25000"/>
                            </a:schemeClr>
                          </a:solidFill>
                          <a:latin typeface="+mn-ea"/>
                          <a:ea typeface="+mn-ea"/>
                          <a:cs typeface="+mn-cs"/>
                        </a:rPr>
                        <a:t>저장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사용여부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사용 체크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a:t>
                  </a:r>
                  <a:r>
                    <a:rPr kumimoji="1" lang="en-US" altLang="ko-KR" sz="800" b="1" dirty="0" smtClean="0">
                      <a:solidFill>
                        <a:schemeClr val="tx1">
                          <a:lumMod val="75000"/>
                          <a:lumOff val="25000"/>
                        </a:schemeClr>
                      </a:solidFill>
                      <a:latin typeface="+mn-ea"/>
                      <a:ea typeface="+mn-ea"/>
                      <a:cs typeface="Calibri" pitchFamily="34" charset="0"/>
                    </a:rPr>
                    <a:t>Q&amp;A</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204" name="직사각형 203"/>
          <p:cNvSpPr/>
          <p:nvPr/>
        </p:nvSpPr>
        <p:spPr>
          <a:xfrm>
            <a:off x="1981622" y="3432781"/>
            <a:ext cx="7470000" cy="505311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205" name="꺾인 연결선 204"/>
          <p:cNvCxnSpPr/>
          <p:nvPr/>
        </p:nvCxnSpPr>
        <p:spPr>
          <a:xfrm rot="5400000" flipH="1" flipV="1">
            <a:off x="10297814" y="1243786"/>
            <a:ext cx="41562" cy="4521649"/>
          </a:xfrm>
          <a:prstGeom prst="bentConnector3">
            <a:avLst>
              <a:gd name="adj1" fmla="val 650022"/>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206" name="Group 37"/>
          <p:cNvGraphicFramePr>
            <a:graphicFrameLocks noGrp="1"/>
          </p:cNvGraphicFramePr>
          <p:nvPr>
            <p:extLst>
              <p:ext uri="{D42A27DB-BD31-4B8C-83A1-F6EECF244321}">
                <p14:modId xmlns:p14="http://schemas.microsoft.com/office/powerpoint/2010/main" val="3483759426"/>
              </p:ext>
            </p:extLst>
          </p:nvPr>
        </p:nvGraphicFramePr>
        <p:xfrm>
          <a:off x="1972097" y="3823900"/>
          <a:ext cx="7470353" cy="2557764"/>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부가 옵션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7" name="모서리가 둥근 직사각형 206"/>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8" name="모서리가 둥근 직사각형 207"/>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20" name="Rectangle 122"/>
          <p:cNvSpPr>
            <a:spLocks noChangeArrowheads="1"/>
          </p:cNvSpPr>
          <p:nvPr/>
        </p:nvSpPr>
        <p:spPr bwMode="auto">
          <a:xfrm>
            <a:off x="3215283" y="3870573"/>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bg1">
                    <a:lumMod val="65000"/>
                  </a:schemeClr>
                </a:solidFill>
                <a:latin typeface="+mn-ea"/>
                <a:ea typeface="+mn-ea"/>
              </a:rPr>
              <a:t>제목 입력</a:t>
            </a:r>
            <a:endParaRPr lang="ko-KR" altLang="en-US" sz="800" kern="0" dirty="0">
              <a:solidFill>
                <a:schemeClr val="bg1">
                  <a:lumMod val="65000"/>
                </a:schemeClr>
              </a:solidFill>
              <a:latin typeface="+mn-ea"/>
              <a:ea typeface="+mn-ea"/>
            </a:endParaRPr>
          </a:p>
        </p:txBody>
      </p:sp>
      <p:pic>
        <p:nvPicPr>
          <p:cNvPr id="22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15180" y="4189152"/>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55" name="그룹 254"/>
          <p:cNvGrpSpPr/>
          <p:nvPr/>
        </p:nvGrpSpPr>
        <p:grpSpPr>
          <a:xfrm>
            <a:off x="3224808" y="5479132"/>
            <a:ext cx="6151786" cy="556264"/>
            <a:chOff x="1202386" y="5786120"/>
            <a:chExt cx="6151786" cy="556264"/>
          </a:xfrm>
        </p:grpSpPr>
        <p:sp>
          <p:nvSpPr>
            <p:cNvPr id="256" name="직사각형 255"/>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57"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8"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259" name="TextBox 258"/>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260" name="그룹 259"/>
            <p:cNvGrpSpPr/>
            <p:nvPr/>
          </p:nvGrpSpPr>
          <p:grpSpPr>
            <a:xfrm>
              <a:off x="1203366" y="6126940"/>
              <a:ext cx="2149735" cy="215444"/>
              <a:chOff x="1856656" y="7442398"/>
              <a:chExt cx="2149735" cy="215444"/>
            </a:xfrm>
          </p:grpSpPr>
          <p:sp>
            <p:nvSpPr>
              <p:cNvPr id="261" name="직사각형 260"/>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303" name="직사각형 302"/>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304" name="그룹 303"/>
          <p:cNvGrpSpPr/>
          <p:nvPr/>
        </p:nvGrpSpPr>
        <p:grpSpPr>
          <a:xfrm>
            <a:off x="3231373" y="6122262"/>
            <a:ext cx="795048" cy="223607"/>
            <a:chOff x="3267377" y="4473116"/>
            <a:chExt cx="795048" cy="223607"/>
          </a:xfrm>
        </p:grpSpPr>
        <p:sp>
          <p:nvSpPr>
            <p:cNvPr id="343" name="TextBox 342"/>
            <p:cNvSpPr txBox="1"/>
            <p:nvPr/>
          </p:nvSpPr>
          <p:spPr>
            <a:xfrm>
              <a:off x="3342425" y="4473116"/>
              <a:ext cx="720000" cy="223607"/>
            </a:xfrm>
            <a:prstGeom prst="rect">
              <a:avLst/>
            </a:prstGeom>
            <a:noFill/>
          </p:spPr>
          <p:txBody>
            <a:bodyPr wrap="square" rtlCol="0" anchor="ctr">
              <a:noAutofit/>
            </a:bodyPr>
            <a:lstStyle/>
            <a:p>
              <a:r>
                <a:rPr lang="ko-KR" altLang="en-US" sz="800" kern="0" dirty="0" smtClean="0">
                  <a:solidFill>
                    <a:schemeClr val="tx1">
                      <a:lumMod val="85000"/>
                      <a:lumOff val="15000"/>
                    </a:schemeClr>
                  </a:solidFill>
                  <a:latin typeface="+mn-ea"/>
                  <a:ea typeface="+mn-ea"/>
                  <a:cs typeface="Arial" charset="0"/>
                </a:rPr>
                <a:t>댓글 사용</a:t>
              </a:r>
              <a:endParaRPr lang="ko-KR" altLang="en-US" sz="800" kern="0" dirty="0">
                <a:solidFill>
                  <a:schemeClr val="tx1">
                    <a:lumMod val="85000"/>
                    <a:lumOff val="15000"/>
                  </a:schemeClr>
                </a:solidFill>
                <a:latin typeface="+mn-ea"/>
                <a:ea typeface="+mn-ea"/>
                <a:cs typeface="Arial" charset="0"/>
              </a:endParaRPr>
            </a:p>
          </p:txBody>
        </p:sp>
        <p:sp>
          <p:nvSpPr>
            <p:cNvPr id="345" name="직사각형 344"/>
            <p:cNvSpPr/>
            <p:nvPr/>
          </p:nvSpPr>
          <p:spPr>
            <a:xfrm>
              <a:off x="3267377" y="4530568"/>
              <a:ext cx="116381" cy="108000"/>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362" name="그룹 361"/>
          <p:cNvGrpSpPr/>
          <p:nvPr/>
        </p:nvGrpSpPr>
        <p:grpSpPr>
          <a:xfrm>
            <a:off x="2980923" y="6136289"/>
            <a:ext cx="234360" cy="200055"/>
            <a:chOff x="1152270" y="11716364"/>
            <a:chExt cx="234360" cy="200055"/>
          </a:xfrm>
        </p:grpSpPr>
        <p:sp>
          <p:nvSpPr>
            <p:cNvPr id="363" name="모서리가 둥근 직사각형 36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4" name="직사각형 36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07" name="그룹 406"/>
          <p:cNvGrpSpPr/>
          <p:nvPr/>
        </p:nvGrpSpPr>
        <p:grpSpPr>
          <a:xfrm>
            <a:off x="7576490" y="3354640"/>
            <a:ext cx="234360" cy="200055"/>
            <a:chOff x="1152270" y="11716364"/>
            <a:chExt cx="234360" cy="200055"/>
          </a:xfrm>
        </p:grpSpPr>
        <p:sp>
          <p:nvSpPr>
            <p:cNvPr id="408" name="모서리가 둥근 직사각형 4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9" name="직사각형 40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19" name="직사각형 418"/>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등록</a:t>
            </a:r>
            <a:endParaRPr lang="ko-KR" altLang="en-US" sz="800" dirty="0">
              <a:solidFill>
                <a:srgbClr val="FF0000"/>
              </a:solidFill>
              <a:latin typeface="+mn-ea"/>
              <a:ea typeface="+mn-ea"/>
            </a:endParaRPr>
          </a:p>
        </p:txBody>
      </p:sp>
      <p:grpSp>
        <p:nvGrpSpPr>
          <p:cNvPr id="420" name="그룹 419"/>
          <p:cNvGrpSpPr/>
          <p:nvPr/>
        </p:nvGrpSpPr>
        <p:grpSpPr>
          <a:xfrm>
            <a:off x="10921809" y="4762933"/>
            <a:ext cx="3289335" cy="1107665"/>
            <a:chOff x="10921809" y="3789759"/>
            <a:chExt cx="3289335" cy="1107665"/>
          </a:xfrm>
        </p:grpSpPr>
        <p:grpSp>
          <p:nvGrpSpPr>
            <p:cNvPr id="421" name="그룹 420"/>
            <p:cNvGrpSpPr/>
            <p:nvPr/>
          </p:nvGrpSpPr>
          <p:grpSpPr>
            <a:xfrm>
              <a:off x="10921809" y="3789759"/>
              <a:ext cx="3289335" cy="1107665"/>
              <a:chOff x="-692625" y="294998"/>
              <a:chExt cx="3289335" cy="1107665"/>
            </a:xfrm>
          </p:grpSpPr>
          <p:grpSp>
            <p:nvGrpSpPr>
              <p:cNvPr id="423" name="그룹 422"/>
              <p:cNvGrpSpPr/>
              <p:nvPr/>
            </p:nvGrpSpPr>
            <p:grpSpPr>
              <a:xfrm>
                <a:off x="-692625" y="294998"/>
                <a:ext cx="3289335" cy="1107665"/>
                <a:chOff x="1061816" y="3176972"/>
                <a:chExt cx="3289335" cy="1107665"/>
              </a:xfrm>
            </p:grpSpPr>
            <p:sp>
              <p:nvSpPr>
                <p:cNvPr id="425" name="직사각형 424"/>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6" name="직사각형 425"/>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7" name="직사각형 426"/>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28" name="직사각형 427"/>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24" name="직사각형 423"/>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저장되었습니다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22" name="모서리가 둥근 직사각형 421"/>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29" name="그룹 428"/>
          <p:cNvGrpSpPr/>
          <p:nvPr/>
        </p:nvGrpSpPr>
        <p:grpSpPr>
          <a:xfrm>
            <a:off x="10920139" y="3582541"/>
            <a:ext cx="3289335" cy="1107665"/>
            <a:chOff x="10960564" y="1312622"/>
            <a:chExt cx="3289335" cy="1107665"/>
          </a:xfrm>
        </p:grpSpPr>
        <p:grpSp>
          <p:nvGrpSpPr>
            <p:cNvPr id="430" name="그룹 429"/>
            <p:cNvGrpSpPr/>
            <p:nvPr/>
          </p:nvGrpSpPr>
          <p:grpSpPr>
            <a:xfrm>
              <a:off x="10960564" y="1312622"/>
              <a:ext cx="3289335" cy="1107665"/>
              <a:chOff x="-692625" y="294998"/>
              <a:chExt cx="3289335" cy="1107665"/>
            </a:xfrm>
          </p:grpSpPr>
          <p:grpSp>
            <p:nvGrpSpPr>
              <p:cNvPr id="432" name="그룹 431"/>
              <p:cNvGrpSpPr/>
              <p:nvPr/>
            </p:nvGrpSpPr>
            <p:grpSpPr>
              <a:xfrm>
                <a:off x="-692625" y="294998"/>
                <a:ext cx="3289335" cy="1107665"/>
                <a:chOff x="1061816" y="3176972"/>
                <a:chExt cx="3289335" cy="1107665"/>
              </a:xfrm>
            </p:grpSpPr>
            <p:sp>
              <p:nvSpPr>
                <p:cNvPr id="434" name="직사각형 433"/>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5" name="직사각형 434"/>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6" name="직사각형 435"/>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37" name="직사각형 436"/>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33" name="직사각형 432"/>
              <p:cNvSpPr/>
              <p:nvPr/>
            </p:nvSpPr>
            <p:spPr>
              <a:xfrm>
                <a:off x="325507" y="666797"/>
                <a:ext cx="1343638"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제목은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31" name="모서리가 둥근 직사각형 430"/>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438" name="1/2 액자 437"/>
          <p:cNvSpPr>
            <a:spLocks noChangeAspect="1"/>
          </p:cNvSpPr>
          <p:nvPr/>
        </p:nvSpPr>
        <p:spPr bwMode="auto">
          <a:xfrm rot="13500000">
            <a:off x="3279229" y="6184168"/>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sp>
        <p:nvSpPr>
          <p:cNvPr id="182" name="자유형 181"/>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181" name="그룹 180"/>
          <p:cNvGrpSpPr/>
          <p:nvPr/>
        </p:nvGrpSpPr>
        <p:grpSpPr>
          <a:xfrm>
            <a:off x="579562" y="2166658"/>
            <a:ext cx="1386586" cy="5317057"/>
            <a:chOff x="579562" y="2166658"/>
            <a:chExt cx="1386586" cy="5317057"/>
          </a:xfrm>
        </p:grpSpPr>
        <p:grpSp>
          <p:nvGrpSpPr>
            <p:cNvPr id="183" name="그룹 182"/>
            <p:cNvGrpSpPr/>
            <p:nvPr/>
          </p:nvGrpSpPr>
          <p:grpSpPr>
            <a:xfrm>
              <a:off x="629956" y="3318264"/>
              <a:ext cx="1332000" cy="180000"/>
              <a:chOff x="666428" y="3785432"/>
              <a:chExt cx="1332000" cy="180000"/>
            </a:xfrm>
          </p:grpSpPr>
          <p:sp>
            <p:nvSpPr>
              <p:cNvPr id="244" name="모서리가 둥근 직사각형 24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29956" y="3568824"/>
              <a:ext cx="1332000" cy="180000"/>
              <a:chOff x="666428" y="4310612"/>
              <a:chExt cx="1332000" cy="180000"/>
            </a:xfrm>
          </p:grpSpPr>
          <p:sp>
            <p:nvSpPr>
              <p:cNvPr id="242" name="모서리가 둥근 직사각형 241"/>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a:t>
                </a:r>
                <a:r>
                  <a:rPr kumimoji="1" lang="en-US" altLang="ko-KR" sz="800" dirty="0" smtClean="0">
                    <a:solidFill>
                      <a:schemeClr val="tx1">
                        <a:lumMod val="75000"/>
                        <a:lumOff val="25000"/>
                      </a:schemeClr>
                    </a:solidFill>
                    <a:latin typeface="+mn-ea"/>
                    <a:ea typeface="+mn-ea"/>
                    <a:cs typeface="Calibri" pitchFamily="34" charset="0"/>
                  </a:rPr>
                  <a:t>Q&amp;A</a:t>
                </a:r>
                <a:endParaRPr kumimoji="1" lang="ko-KR" altLang="en-US" sz="800" dirty="0">
                  <a:solidFill>
                    <a:schemeClr val="tx1">
                      <a:lumMod val="75000"/>
                      <a:lumOff val="25000"/>
                    </a:schemeClr>
                  </a:solidFill>
                  <a:latin typeface="+mn-ea"/>
                  <a:ea typeface="+mn-ea"/>
                  <a:cs typeface="Calibri" pitchFamily="34" charset="0"/>
                </a:endParaRPr>
              </a:p>
            </p:txBody>
          </p:sp>
          <p:pic>
            <p:nvPicPr>
              <p:cNvPr id="24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29955" y="3042501"/>
              <a:ext cx="1332000" cy="180000"/>
              <a:chOff x="666427" y="3266516"/>
              <a:chExt cx="1332000" cy="180000"/>
            </a:xfrm>
          </p:grpSpPr>
          <p:sp>
            <p:nvSpPr>
              <p:cNvPr id="240" name="모서리가 둥근 직사각형 23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29956" y="3854780"/>
              <a:ext cx="1332000" cy="180000"/>
              <a:chOff x="666428" y="4570824"/>
              <a:chExt cx="1332000" cy="180000"/>
            </a:xfrm>
          </p:grpSpPr>
          <p:sp>
            <p:nvSpPr>
              <p:cNvPr id="238" name="모서리가 둥근 직사각형 23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39"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29956" y="5316875"/>
              <a:ext cx="1332000" cy="180000"/>
              <a:chOff x="666428" y="5096004"/>
              <a:chExt cx="1332000" cy="180000"/>
            </a:xfrm>
          </p:grpSpPr>
          <p:sp>
            <p:nvSpPr>
              <p:cNvPr id="236" name="모서리가 둥근 직사각형 235"/>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37"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4148" y="5634789"/>
              <a:ext cx="1332000" cy="180000"/>
              <a:chOff x="666428" y="3785432"/>
              <a:chExt cx="1332000" cy="180000"/>
            </a:xfrm>
          </p:grpSpPr>
          <p:sp>
            <p:nvSpPr>
              <p:cNvPr id="233" name="모서리가 둥근 직사각형 23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1150" y="4135825"/>
              <a:ext cx="1332000" cy="180000"/>
              <a:chOff x="666428" y="4570824"/>
              <a:chExt cx="1332000" cy="180000"/>
            </a:xfrm>
          </p:grpSpPr>
          <p:sp>
            <p:nvSpPr>
              <p:cNvPr id="231" name="모서리가 둥근 직사각형 23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3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29956" y="4423395"/>
              <a:ext cx="1332000" cy="180000"/>
              <a:chOff x="666428" y="4310612"/>
              <a:chExt cx="1332000" cy="180000"/>
            </a:xfrm>
          </p:grpSpPr>
          <p:sp>
            <p:nvSpPr>
              <p:cNvPr id="229" name="모서리가 둥근 직사각형 2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3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1" name="TextBox 19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2" name="그룹 191"/>
            <p:cNvGrpSpPr/>
            <p:nvPr/>
          </p:nvGrpSpPr>
          <p:grpSpPr>
            <a:xfrm>
              <a:off x="632520" y="4723068"/>
              <a:ext cx="1332000" cy="180000"/>
              <a:chOff x="666428" y="4310612"/>
              <a:chExt cx="1332000" cy="180000"/>
            </a:xfrm>
          </p:grpSpPr>
          <p:sp>
            <p:nvSpPr>
              <p:cNvPr id="227" name="모서리가 둥근 직사각형 2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2752353"/>
              <a:ext cx="1332000" cy="180000"/>
              <a:chOff x="666427" y="3266516"/>
              <a:chExt cx="1332000" cy="180000"/>
            </a:xfrm>
          </p:grpSpPr>
          <p:sp>
            <p:nvSpPr>
              <p:cNvPr id="225" name="모서리가 둥근 직사각형 2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2520" y="5005767"/>
              <a:ext cx="1332000" cy="180000"/>
              <a:chOff x="666428" y="4310612"/>
              <a:chExt cx="1332000" cy="180000"/>
            </a:xfrm>
          </p:grpSpPr>
          <p:sp>
            <p:nvSpPr>
              <p:cNvPr id="223" name="모서리가 둥근 직사각형 2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2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2520" y="6227787"/>
              <a:ext cx="1332000" cy="180000"/>
              <a:chOff x="666428" y="3785432"/>
              <a:chExt cx="1332000" cy="180000"/>
            </a:xfrm>
          </p:grpSpPr>
          <p:sp>
            <p:nvSpPr>
              <p:cNvPr id="219" name="모서리가 둥근 직사각형 21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6487872"/>
              <a:ext cx="1332000" cy="180000"/>
              <a:chOff x="666428" y="4310612"/>
              <a:chExt cx="1332000" cy="180000"/>
            </a:xfrm>
          </p:grpSpPr>
          <p:sp>
            <p:nvSpPr>
              <p:cNvPr id="217" name="모서리가 둥근 직사각형 21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32520" y="6773828"/>
              <a:ext cx="1332000" cy="180000"/>
              <a:chOff x="666428" y="4570824"/>
              <a:chExt cx="1332000" cy="180000"/>
            </a:xfrm>
          </p:grpSpPr>
          <p:sp>
            <p:nvSpPr>
              <p:cNvPr id="215" name="모서리가 둥근 직사각형 21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32520" y="7053155"/>
              <a:ext cx="1332000" cy="180000"/>
              <a:chOff x="666428" y="3785432"/>
              <a:chExt cx="1332000" cy="180000"/>
            </a:xfrm>
          </p:grpSpPr>
          <p:sp>
            <p:nvSpPr>
              <p:cNvPr id="213" name="모서리가 둥근 직사각형 21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1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32520" y="7303715"/>
              <a:ext cx="1332000" cy="180000"/>
              <a:chOff x="666428" y="4310612"/>
              <a:chExt cx="1332000" cy="180000"/>
            </a:xfrm>
          </p:grpSpPr>
          <p:sp>
            <p:nvSpPr>
              <p:cNvPr id="211" name="모서리가 둥근 직사각형 21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1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2995" y="5922821"/>
              <a:ext cx="1332000" cy="180000"/>
              <a:chOff x="666427" y="3266516"/>
              <a:chExt cx="1332000" cy="180000"/>
            </a:xfrm>
          </p:grpSpPr>
          <p:sp>
            <p:nvSpPr>
              <p:cNvPr id="202" name="모서리가 둥근 직사각형 20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0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972837178"/>
      </p:ext>
    </p:extLst>
  </p:cSld>
  <p:clrMapOvr>
    <a:masterClrMapping/>
  </p:clrMapOvr>
  <p:transition>
    <p:wipe dir="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KNOU_UI_C02060000_03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상세보기 </a:t>
            </a:r>
            <a:r>
              <a:rPr lang="en-US" altLang="ko-KR" sz="800" spc="-60" dirty="0" smtClean="0">
                <a:latin typeface="+mn-ea"/>
                <a:ea typeface="+mn-ea"/>
              </a:rPr>
              <a:t>: </a:t>
            </a:r>
            <a:r>
              <a:rPr lang="ko-KR" altLang="en-US" sz="800" spc="-60" dirty="0" smtClean="0">
                <a:latin typeface="+mn-ea"/>
                <a:ea typeface="+mn-ea"/>
              </a:rPr>
              <a:t>답변완료</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018851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a:t>
              </a:r>
              <a:r>
                <a:rPr lang="en-US" altLang="ko-KR" sz="750" b="1" dirty="0" smtClean="0">
                  <a:solidFill>
                    <a:schemeClr val="bg1"/>
                  </a:solidFill>
                  <a:latin typeface="맑은 고딕" panose="020B0503020000020004" pitchFamily="50" charset="-127"/>
                  <a:ea typeface="맑은 고딕" panose="020B0503020000020004" pitchFamily="50" charset="-127"/>
                </a:rPr>
                <a:t>Q&amp;A</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718036197"/>
              </p:ext>
            </p:extLst>
          </p:nvPr>
        </p:nvGraphicFramePr>
        <p:xfrm>
          <a:off x="9499029" y="3410509"/>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수정불가</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등록글</a:t>
                      </a:r>
                      <a:r>
                        <a:rPr lang="ko-KR" altLang="en-US" sz="800" kern="1200" dirty="0" smtClean="0">
                          <a:solidFill>
                            <a:schemeClr val="tx1">
                              <a:lumMod val="75000"/>
                              <a:lumOff val="25000"/>
                            </a:schemeClr>
                          </a:solidFill>
                          <a:latin typeface="+mn-ea"/>
                          <a:ea typeface="+mn-ea"/>
                          <a:cs typeface="+mn-cs"/>
                        </a:rPr>
                        <a:t> 삭제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작성자만 삭제가능</a:t>
                      </a:r>
                      <a:endParaRPr lang="en-US" altLang="ko-KR" sz="800" kern="1200" dirty="0" smtClean="0">
                        <a:solidFill>
                          <a:srgbClr val="0070C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삭제불가</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답변 내용</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로그인 대상자의 </a:t>
                      </a:r>
                      <a:r>
                        <a:rPr lang="ko-KR" altLang="en-US" sz="800" kern="1200" dirty="0" err="1" smtClean="0">
                          <a:solidFill>
                            <a:schemeClr val="tx1"/>
                          </a:solidFill>
                          <a:latin typeface="+mn-lt"/>
                          <a:ea typeface="+mn-ea"/>
                          <a:cs typeface="+mn-cs"/>
                        </a:rPr>
                        <a:t>댓글에만</a:t>
                      </a:r>
                      <a:r>
                        <a:rPr lang="ko-KR" altLang="en-US" sz="800" kern="1200" dirty="0" smtClean="0">
                          <a:solidFill>
                            <a:schemeClr val="tx1"/>
                          </a:solidFill>
                          <a:latin typeface="+mn-lt"/>
                          <a:ea typeface="+mn-ea"/>
                          <a:cs typeface="+mn-cs"/>
                        </a:rPr>
                        <a:t> 노출</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추가기능</a:t>
                      </a:r>
                      <a:endParaRPr lang="en-US" altLang="ko-KR" sz="800" kern="1200" dirty="0" smtClean="0">
                        <a:solidFill>
                          <a:schemeClr val="tx1"/>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수정가능</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수정폼</a:t>
                      </a:r>
                      <a:r>
                        <a:rPr lang="ko-KR" altLang="en-US" sz="800" kern="1200" dirty="0" smtClean="0">
                          <a:solidFill>
                            <a:srgbClr val="0070C0"/>
                          </a:solidFill>
                          <a:latin typeface="+mn-lt"/>
                          <a:ea typeface="+mn-ea"/>
                          <a:cs typeface="+mn-cs"/>
                        </a:rPr>
                        <a:t> 노출</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삭제가능</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하위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삭제 안 함</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a:t>
                  </a:r>
                  <a:r>
                    <a:rPr kumimoji="1" lang="en-US" altLang="ko-KR" sz="800" b="1" dirty="0" smtClean="0">
                      <a:solidFill>
                        <a:schemeClr val="tx1">
                          <a:lumMod val="75000"/>
                          <a:lumOff val="25000"/>
                        </a:schemeClr>
                      </a:solidFill>
                      <a:latin typeface="+mn-ea"/>
                      <a:ea typeface="+mn-ea"/>
                      <a:cs typeface="Calibri" pitchFamily="34" charset="0"/>
                    </a:rPr>
                    <a:t>Q&amp;A</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204" name="직사각형 203"/>
          <p:cNvSpPr/>
          <p:nvPr/>
        </p:nvSpPr>
        <p:spPr>
          <a:xfrm>
            <a:off x="1981622" y="3432781"/>
            <a:ext cx="7470000" cy="8653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16379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7" name="모서리가 둥근 직사각형 206"/>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8" name="모서리가 둥근 직사각형 207"/>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07" name="그룹 406"/>
          <p:cNvGrpSpPr/>
          <p:nvPr/>
        </p:nvGrpSpPr>
        <p:grpSpPr>
          <a:xfrm>
            <a:off x="6648425" y="3364165"/>
            <a:ext cx="234360" cy="200055"/>
            <a:chOff x="1152270" y="11716364"/>
            <a:chExt cx="234360" cy="200055"/>
          </a:xfrm>
        </p:grpSpPr>
        <p:sp>
          <p:nvSpPr>
            <p:cNvPr id="408" name="모서리가 둥근 직사각형 4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9" name="직사각형 40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19" name="직사각형 418"/>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상세보기</a:t>
            </a:r>
            <a:endParaRPr lang="ko-KR" altLang="en-US" sz="800" dirty="0">
              <a:solidFill>
                <a:srgbClr val="FF0000"/>
              </a:solidFill>
              <a:latin typeface="+mn-ea"/>
              <a:ea typeface="+mn-ea"/>
            </a:endParaRPr>
          </a:p>
        </p:txBody>
      </p:sp>
      <p:graphicFrame>
        <p:nvGraphicFramePr>
          <p:cNvPr id="182" name="Group 37"/>
          <p:cNvGraphicFramePr>
            <a:graphicFrameLocks noGrp="1"/>
          </p:cNvGraphicFramePr>
          <p:nvPr>
            <p:extLst>
              <p:ext uri="{D42A27DB-BD31-4B8C-83A1-F6EECF244321}">
                <p14:modId xmlns:p14="http://schemas.microsoft.com/office/powerpoint/2010/main" val="699779446"/>
              </p:ext>
            </p:extLst>
          </p:nvPr>
        </p:nvGraphicFramePr>
        <p:xfrm>
          <a:off x="1972097" y="3813423"/>
          <a:ext cx="7470353" cy="1675011"/>
        </p:xfrm>
        <a:graphic>
          <a:graphicData uri="http://schemas.openxmlformats.org/drawingml/2006/table">
            <a:tbl>
              <a:tblPr/>
              <a:tblGrid>
                <a:gridCol w="1203774"/>
                <a:gridCol w="6266579"/>
              </a:tblGrid>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2026.10.20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3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83" name="그룹 182"/>
          <p:cNvGrpSpPr/>
          <p:nvPr/>
        </p:nvGrpSpPr>
        <p:grpSpPr>
          <a:xfrm>
            <a:off x="3224808" y="4351387"/>
            <a:ext cx="6139730" cy="763513"/>
            <a:chOff x="2226221" y="5606194"/>
            <a:chExt cx="5619740" cy="763513"/>
          </a:xfrm>
        </p:grpSpPr>
        <p:sp>
          <p:nvSpPr>
            <p:cNvPr id="184"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pic>
          <p:nvPicPr>
            <p:cNvPr id="18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86"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7491" y="3904481"/>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87" name="그룹 186"/>
          <p:cNvGrpSpPr/>
          <p:nvPr/>
        </p:nvGrpSpPr>
        <p:grpSpPr>
          <a:xfrm>
            <a:off x="3215103" y="5253583"/>
            <a:ext cx="2160000" cy="180000"/>
            <a:chOff x="3215103" y="4408537"/>
            <a:chExt cx="2160000" cy="180000"/>
          </a:xfrm>
        </p:grpSpPr>
        <p:sp>
          <p:nvSpPr>
            <p:cNvPr id="188" name="직사각형 187"/>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89"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193" name="직선 연결선 192"/>
          <p:cNvCxnSpPr/>
          <p:nvPr/>
        </p:nvCxnSpPr>
        <p:spPr>
          <a:xfrm>
            <a:off x="1974193" y="5889101"/>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94" name="그룹 193"/>
          <p:cNvGrpSpPr/>
          <p:nvPr/>
        </p:nvGrpSpPr>
        <p:grpSpPr>
          <a:xfrm>
            <a:off x="1972097" y="5635890"/>
            <a:ext cx="360000" cy="253211"/>
            <a:chOff x="2576736" y="4192513"/>
            <a:chExt cx="360000" cy="253211"/>
          </a:xfrm>
        </p:grpSpPr>
        <p:sp>
          <p:nvSpPr>
            <p:cNvPr id="195" name="직사각형 194"/>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96" name="직사각형 195"/>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197" name="직사각형 196"/>
          <p:cNvSpPr/>
          <p:nvPr/>
        </p:nvSpPr>
        <p:spPr>
          <a:xfrm>
            <a:off x="2277083" y="5664132"/>
            <a:ext cx="2312304"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답변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홍*</a:t>
            </a:r>
            <a:r>
              <a:rPr lang="ko-KR" altLang="en-US" sz="800" dirty="0" err="1" smtClean="0">
                <a:solidFill>
                  <a:schemeClr val="tx1">
                    <a:lumMod val="65000"/>
                    <a:lumOff val="35000"/>
                  </a:schemeClr>
                </a:solidFill>
                <a:latin typeface="+mn-ea"/>
                <a:ea typeface="+mn-ea"/>
              </a:rPr>
              <a:t>동교수</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a:solidFill>
                  <a:schemeClr val="tx1">
                    <a:lumMod val="65000"/>
                    <a:lumOff val="35000"/>
                  </a:schemeClr>
                </a:solidFill>
                <a:latin typeface="+mn-ea"/>
                <a:ea typeface="+mn-ea"/>
              </a:rPr>
              <a:t>답변일 </a:t>
            </a:r>
            <a:r>
              <a:rPr lang="en-US" altLang="ko-KR" sz="800" dirty="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2026.10.22 14:52</a:t>
            </a:r>
            <a:endParaRPr lang="ko-KR" altLang="en-US" sz="800" dirty="0">
              <a:solidFill>
                <a:schemeClr val="tx1">
                  <a:lumMod val="65000"/>
                  <a:lumOff val="35000"/>
                </a:schemeClr>
              </a:solidFill>
              <a:latin typeface="+mn-ea"/>
              <a:ea typeface="+mn-ea"/>
            </a:endParaRPr>
          </a:p>
        </p:txBody>
      </p:sp>
      <p:grpSp>
        <p:nvGrpSpPr>
          <p:cNvPr id="199" name="그룹 198"/>
          <p:cNvGrpSpPr/>
          <p:nvPr/>
        </p:nvGrpSpPr>
        <p:grpSpPr>
          <a:xfrm>
            <a:off x="1972097" y="5937639"/>
            <a:ext cx="7473974" cy="763513"/>
            <a:chOff x="2226221" y="5606194"/>
            <a:chExt cx="6840983" cy="763513"/>
          </a:xfrm>
        </p:grpSpPr>
        <p:sp>
          <p:nvSpPr>
            <p:cNvPr id="200" name="Rectangle 251"/>
            <p:cNvSpPr>
              <a:spLocks noChangeArrowheads="1"/>
            </p:cNvSpPr>
            <p:nvPr/>
          </p:nvSpPr>
          <p:spPr bwMode="auto">
            <a:xfrm>
              <a:off x="2226221" y="5606194"/>
              <a:ext cx="6837346"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답변내용</a:t>
              </a:r>
              <a:endParaRPr lang="en-US" altLang="ko-KR" sz="800" dirty="0">
                <a:solidFill>
                  <a:schemeClr val="tx1">
                    <a:lumMod val="75000"/>
                    <a:lumOff val="25000"/>
                  </a:schemeClr>
                </a:solidFill>
                <a:latin typeface="+mn-ea"/>
                <a:ea typeface="+mn-ea"/>
              </a:endParaRPr>
            </a:p>
          </p:txBody>
        </p:sp>
        <p:pic>
          <p:nvPicPr>
            <p:cNvPr id="20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962429"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11" name="직사각형 210"/>
          <p:cNvSpPr/>
          <p:nvPr/>
        </p:nvSpPr>
        <p:spPr>
          <a:xfrm>
            <a:off x="8539386" y="6813376"/>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212" name="직사각형 211"/>
          <p:cNvSpPr/>
          <p:nvPr/>
        </p:nvSpPr>
        <p:spPr>
          <a:xfrm>
            <a:off x="1967507" y="7120458"/>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13" name="그룹 212"/>
          <p:cNvGrpSpPr/>
          <p:nvPr/>
        </p:nvGrpSpPr>
        <p:grpSpPr>
          <a:xfrm>
            <a:off x="1864071" y="6813404"/>
            <a:ext cx="1729891" cy="271050"/>
            <a:chOff x="1807132" y="7226402"/>
            <a:chExt cx="1729891" cy="271050"/>
          </a:xfrm>
        </p:grpSpPr>
        <p:sp>
          <p:nvSpPr>
            <p:cNvPr id="214" name="직사각형 213"/>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215" name="직사각형 214"/>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21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7167137"/>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217" name="TextBox 216"/>
          <p:cNvSpPr txBox="1"/>
          <p:nvPr/>
        </p:nvSpPr>
        <p:spPr>
          <a:xfrm>
            <a:off x="2082094" y="7373066"/>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218" name="직사각형 217"/>
          <p:cNvSpPr/>
          <p:nvPr/>
        </p:nvSpPr>
        <p:spPr>
          <a:xfrm>
            <a:off x="8319069" y="7163931"/>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19" name="TextBox 218"/>
          <p:cNvSpPr txBox="1"/>
          <p:nvPr/>
        </p:nvSpPr>
        <p:spPr>
          <a:xfrm>
            <a:off x="8326699" y="7165987"/>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222" name="그룹 221"/>
          <p:cNvGrpSpPr/>
          <p:nvPr/>
        </p:nvGrpSpPr>
        <p:grpSpPr>
          <a:xfrm>
            <a:off x="8362503" y="7559935"/>
            <a:ext cx="928576" cy="215444"/>
            <a:chOff x="8337376" y="8326124"/>
            <a:chExt cx="928576" cy="215444"/>
          </a:xfrm>
        </p:grpSpPr>
        <p:sp>
          <p:nvSpPr>
            <p:cNvPr id="223" name="직사각형 222"/>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24" name="TextBox 223"/>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225" name="그룹 224"/>
          <p:cNvGrpSpPr/>
          <p:nvPr/>
        </p:nvGrpSpPr>
        <p:grpSpPr>
          <a:xfrm>
            <a:off x="8352978" y="7379915"/>
            <a:ext cx="936004" cy="215444"/>
            <a:chOff x="6851687" y="7802438"/>
            <a:chExt cx="936004" cy="215444"/>
          </a:xfrm>
        </p:grpSpPr>
        <p:grpSp>
          <p:nvGrpSpPr>
            <p:cNvPr id="226" name="그룹 225"/>
            <p:cNvGrpSpPr/>
            <p:nvPr/>
          </p:nvGrpSpPr>
          <p:grpSpPr>
            <a:xfrm>
              <a:off x="6851687" y="7802438"/>
              <a:ext cx="936004" cy="215444"/>
              <a:chOff x="8337376" y="8047616"/>
              <a:chExt cx="936004" cy="215444"/>
            </a:xfrm>
          </p:grpSpPr>
          <p:sp>
            <p:nvSpPr>
              <p:cNvPr id="228" name="직사각형 227"/>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29" name="TextBox 228"/>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27"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230" name="그룹 229"/>
          <p:cNvGrpSpPr/>
          <p:nvPr/>
        </p:nvGrpSpPr>
        <p:grpSpPr>
          <a:xfrm>
            <a:off x="8362503" y="7742631"/>
            <a:ext cx="928576" cy="215444"/>
            <a:chOff x="8337376" y="8326124"/>
            <a:chExt cx="928576" cy="215444"/>
          </a:xfrm>
        </p:grpSpPr>
        <p:sp>
          <p:nvSpPr>
            <p:cNvPr id="231" name="직사각형 230"/>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32" name="TextBox 231"/>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33" name="직사각형 232"/>
          <p:cNvSpPr/>
          <p:nvPr/>
        </p:nvSpPr>
        <p:spPr>
          <a:xfrm rot="10800000">
            <a:off x="8410128" y="683985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34" name="모서리가 둥근 직사각형 233"/>
          <p:cNvSpPr/>
          <p:nvPr/>
        </p:nvSpPr>
        <p:spPr>
          <a:xfrm>
            <a:off x="8646653" y="8041366"/>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239"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79767" y="8397552"/>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0" name="직사각형 239"/>
          <p:cNvSpPr/>
          <p:nvPr/>
        </p:nvSpPr>
        <p:spPr>
          <a:xfrm>
            <a:off x="2211806" y="8448911"/>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241" name="직사각형 240"/>
          <p:cNvSpPr/>
          <p:nvPr/>
        </p:nvSpPr>
        <p:spPr>
          <a:xfrm>
            <a:off x="1904072" y="8675120"/>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54" name="직사각형 253"/>
          <p:cNvSpPr/>
          <p:nvPr/>
        </p:nvSpPr>
        <p:spPr>
          <a:xfrm>
            <a:off x="2853447" y="8412907"/>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346"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7293" y="9320436"/>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7" name="직사각형 346"/>
          <p:cNvSpPr/>
          <p:nvPr/>
        </p:nvSpPr>
        <p:spPr>
          <a:xfrm>
            <a:off x="2469332" y="9371795"/>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sp>
        <p:nvSpPr>
          <p:cNvPr id="354" name="직사각형 353"/>
          <p:cNvSpPr/>
          <p:nvPr/>
        </p:nvSpPr>
        <p:spPr>
          <a:xfrm>
            <a:off x="2161598" y="9598004"/>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65" name="직사각형 364"/>
          <p:cNvSpPr/>
          <p:nvPr/>
        </p:nvSpPr>
        <p:spPr>
          <a:xfrm>
            <a:off x="3058948" y="9335791"/>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366" name="꺾인 연결선 365"/>
          <p:cNvCxnSpPr>
            <a:endCxn id="346" idx="1"/>
          </p:cNvCxnSpPr>
          <p:nvPr/>
        </p:nvCxnSpPr>
        <p:spPr>
          <a:xfrm rot="16200000" flipH="1">
            <a:off x="1861740" y="9088883"/>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67"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7293" y="10292544"/>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68" name="직사각형 367"/>
          <p:cNvSpPr/>
          <p:nvPr/>
        </p:nvSpPr>
        <p:spPr>
          <a:xfrm>
            <a:off x="2469332" y="10343903"/>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369" name="직사각형 368"/>
          <p:cNvSpPr/>
          <p:nvPr/>
        </p:nvSpPr>
        <p:spPr>
          <a:xfrm>
            <a:off x="2161598" y="1057011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70" name="직사각형 369"/>
          <p:cNvSpPr/>
          <p:nvPr/>
        </p:nvSpPr>
        <p:spPr>
          <a:xfrm>
            <a:off x="3058948" y="10307899"/>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371" name="꺾인 연결선 370"/>
          <p:cNvCxnSpPr>
            <a:endCxn id="367" idx="1"/>
          </p:cNvCxnSpPr>
          <p:nvPr/>
        </p:nvCxnSpPr>
        <p:spPr>
          <a:xfrm rot="16200000" flipH="1">
            <a:off x="1815707" y="10014958"/>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7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82515" y="10806125"/>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75" name="직사각형 374"/>
          <p:cNvSpPr/>
          <p:nvPr/>
        </p:nvSpPr>
        <p:spPr>
          <a:xfrm>
            <a:off x="2214554" y="10857484"/>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sp>
        <p:nvSpPr>
          <p:cNvPr id="376" name="직사각형 375"/>
          <p:cNvSpPr/>
          <p:nvPr/>
        </p:nvSpPr>
        <p:spPr>
          <a:xfrm>
            <a:off x="1906820" y="11083693"/>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77" name="직사각형 376"/>
          <p:cNvSpPr/>
          <p:nvPr/>
        </p:nvSpPr>
        <p:spPr>
          <a:xfrm>
            <a:off x="2856196" y="10821480"/>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pic>
        <p:nvPicPr>
          <p:cNvPr id="378"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06099" y="8916963"/>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9" name="Picture 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47128" y="9888364"/>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80" name="그룹 379"/>
          <p:cNvGrpSpPr/>
          <p:nvPr/>
        </p:nvGrpSpPr>
        <p:grpSpPr>
          <a:xfrm>
            <a:off x="8336337" y="8487107"/>
            <a:ext cx="969911" cy="263175"/>
            <a:chOff x="6836830" y="8933894"/>
            <a:chExt cx="969911" cy="263175"/>
          </a:xfrm>
        </p:grpSpPr>
        <p:sp>
          <p:nvSpPr>
            <p:cNvPr id="381" name="직사각형 380"/>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82" name="직사각형 381"/>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3" name="그룹 382"/>
          <p:cNvGrpSpPr/>
          <p:nvPr/>
        </p:nvGrpSpPr>
        <p:grpSpPr>
          <a:xfrm>
            <a:off x="8341669" y="9406257"/>
            <a:ext cx="969911" cy="263175"/>
            <a:chOff x="6836830" y="8933894"/>
            <a:chExt cx="969911" cy="263175"/>
          </a:xfrm>
        </p:grpSpPr>
        <p:sp>
          <p:nvSpPr>
            <p:cNvPr id="384" name="직사각형 38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85" name="직사각형 38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6" name="그룹 385"/>
          <p:cNvGrpSpPr/>
          <p:nvPr/>
        </p:nvGrpSpPr>
        <p:grpSpPr>
          <a:xfrm>
            <a:off x="8336437" y="10380461"/>
            <a:ext cx="969911" cy="263175"/>
            <a:chOff x="6836830" y="8933894"/>
            <a:chExt cx="969911" cy="263175"/>
          </a:xfrm>
        </p:grpSpPr>
        <p:sp>
          <p:nvSpPr>
            <p:cNvPr id="387" name="직사각형 38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88" name="직사각형 387"/>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9" name="그룹 388"/>
          <p:cNvGrpSpPr/>
          <p:nvPr/>
        </p:nvGrpSpPr>
        <p:grpSpPr>
          <a:xfrm>
            <a:off x="8341669" y="10910996"/>
            <a:ext cx="969911" cy="263175"/>
            <a:chOff x="6836830" y="8933894"/>
            <a:chExt cx="969911" cy="263175"/>
          </a:xfrm>
        </p:grpSpPr>
        <p:sp>
          <p:nvSpPr>
            <p:cNvPr id="390" name="직사각형 389"/>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91" name="직사각형 390"/>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392" name="Picture 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353354" y="8561708"/>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93" name="그룹 392"/>
          <p:cNvGrpSpPr/>
          <p:nvPr/>
        </p:nvGrpSpPr>
        <p:grpSpPr>
          <a:xfrm>
            <a:off x="9364538" y="8533117"/>
            <a:ext cx="234360" cy="200055"/>
            <a:chOff x="1148290" y="11716364"/>
            <a:chExt cx="234360" cy="200055"/>
          </a:xfrm>
        </p:grpSpPr>
        <p:sp>
          <p:nvSpPr>
            <p:cNvPr id="394" name="모서리가 둥근 직사각형 3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5" name="직사각형 394"/>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96" name="그룹 395"/>
          <p:cNvGrpSpPr/>
          <p:nvPr/>
        </p:nvGrpSpPr>
        <p:grpSpPr>
          <a:xfrm>
            <a:off x="1900803" y="5819506"/>
            <a:ext cx="234360" cy="200055"/>
            <a:chOff x="1148290" y="11716364"/>
            <a:chExt cx="234360" cy="200055"/>
          </a:xfrm>
        </p:grpSpPr>
        <p:sp>
          <p:nvSpPr>
            <p:cNvPr id="397" name="모서리가 둥근 직사각형 3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8" name="직사각형 397"/>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99" name="직사각형 398"/>
          <p:cNvSpPr/>
          <p:nvPr/>
        </p:nvSpPr>
        <p:spPr>
          <a:xfrm>
            <a:off x="9417496" y="8706449"/>
            <a:ext cx="720080" cy="4831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cxnSp>
        <p:nvCxnSpPr>
          <p:cNvPr id="400" name="꺾인 연결선 399"/>
          <p:cNvCxnSpPr>
            <a:stCxn id="236" idx="0"/>
            <a:endCxn id="410" idx="0"/>
          </p:cNvCxnSpPr>
          <p:nvPr/>
        </p:nvCxnSpPr>
        <p:spPr>
          <a:xfrm rot="16200000" flipH="1">
            <a:off x="9823643" y="827606"/>
            <a:ext cx="53799" cy="5457753"/>
          </a:xfrm>
          <a:prstGeom prst="bentConnector3">
            <a:avLst>
              <a:gd name="adj1" fmla="val -424915"/>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01" name="그룹 400"/>
          <p:cNvGrpSpPr/>
          <p:nvPr/>
        </p:nvGrpSpPr>
        <p:grpSpPr>
          <a:xfrm>
            <a:off x="10920139" y="3582541"/>
            <a:ext cx="3289335" cy="1107665"/>
            <a:chOff x="10960564" y="1312622"/>
            <a:chExt cx="3289335" cy="1107665"/>
          </a:xfrm>
        </p:grpSpPr>
        <p:grpSp>
          <p:nvGrpSpPr>
            <p:cNvPr id="402" name="그룹 401"/>
            <p:cNvGrpSpPr/>
            <p:nvPr/>
          </p:nvGrpSpPr>
          <p:grpSpPr>
            <a:xfrm>
              <a:off x="10960564" y="1312622"/>
              <a:ext cx="3289335" cy="1107665"/>
              <a:chOff x="-692625" y="294998"/>
              <a:chExt cx="3289335" cy="1107665"/>
            </a:xfrm>
          </p:grpSpPr>
          <p:grpSp>
            <p:nvGrpSpPr>
              <p:cNvPr id="404" name="그룹 403"/>
              <p:cNvGrpSpPr/>
              <p:nvPr/>
            </p:nvGrpSpPr>
            <p:grpSpPr>
              <a:xfrm>
                <a:off x="-692625" y="294998"/>
                <a:ext cx="3289335" cy="1107665"/>
                <a:chOff x="1061816" y="3176972"/>
                <a:chExt cx="3289335" cy="1107665"/>
              </a:xfrm>
            </p:grpSpPr>
            <p:sp>
              <p:nvSpPr>
                <p:cNvPr id="406" name="직사각형 405"/>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10" name="직사각형 409"/>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11" name="직사각형 410"/>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12" name="직사각형 411"/>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05" name="직사각형 404"/>
              <p:cNvSpPr/>
              <p:nvPr/>
            </p:nvSpPr>
            <p:spPr>
              <a:xfrm>
                <a:off x="-81653" y="666797"/>
                <a:ext cx="2157963"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답변완료 되었습니다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수정할 수 없습니다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03" name="모서리가 둥근 직사각형 402"/>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236" name="모서리가 둥근 직사각형 235"/>
          <p:cNvSpPr/>
          <p:nvPr/>
        </p:nvSpPr>
        <p:spPr>
          <a:xfrm>
            <a:off x="6671667" y="3529583"/>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7" name="그룹 236"/>
          <p:cNvGrpSpPr/>
          <p:nvPr/>
        </p:nvGrpSpPr>
        <p:grpSpPr>
          <a:xfrm>
            <a:off x="7564338" y="3366517"/>
            <a:ext cx="234360" cy="200055"/>
            <a:chOff x="1152270" y="11716364"/>
            <a:chExt cx="234360" cy="200055"/>
          </a:xfrm>
        </p:grpSpPr>
        <p:sp>
          <p:nvSpPr>
            <p:cNvPr id="238" name="모서리가 둥근 직사각형 23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2" name="직사각형 24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43" name="자유형 242"/>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244" name="그룹 243"/>
          <p:cNvGrpSpPr/>
          <p:nvPr/>
        </p:nvGrpSpPr>
        <p:grpSpPr>
          <a:xfrm>
            <a:off x="579562" y="2166658"/>
            <a:ext cx="1386586" cy="5317057"/>
            <a:chOff x="579562" y="2166658"/>
            <a:chExt cx="1386586" cy="5317057"/>
          </a:xfrm>
        </p:grpSpPr>
        <p:grpSp>
          <p:nvGrpSpPr>
            <p:cNvPr id="245" name="그룹 244"/>
            <p:cNvGrpSpPr/>
            <p:nvPr/>
          </p:nvGrpSpPr>
          <p:grpSpPr>
            <a:xfrm>
              <a:off x="629956" y="3318264"/>
              <a:ext cx="1332000" cy="180000"/>
              <a:chOff x="666428" y="3785432"/>
              <a:chExt cx="1332000" cy="180000"/>
            </a:xfrm>
          </p:grpSpPr>
          <p:sp>
            <p:nvSpPr>
              <p:cNvPr id="299" name="모서리가 둥근 직사각형 29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29956" y="3568824"/>
              <a:ext cx="1332000" cy="180000"/>
              <a:chOff x="666428" y="4310612"/>
              <a:chExt cx="1332000" cy="180000"/>
            </a:xfrm>
          </p:grpSpPr>
          <p:sp>
            <p:nvSpPr>
              <p:cNvPr id="297" name="모서리가 둥근 직사각형 29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a:t>
                </a:r>
                <a:r>
                  <a:rPr kumimoji="1" lang="en-US" altLang="ko-KR" sz="800" dirty="0" smtClean="0">
                    <a:solidFill>
                      <a:schemeClr val="tx1">
                        <a:lumMod val="75000"/>
                        <a:lumOff val="25000"/>
                      </a:schemeClr>
                    </a:solidFill>
                    <a:latin typeface="+mn-ea"/>
                    <a:ea typeface="+mn-ea"/>
                    <a:cs typeface="Calibri" pitchFamily="34" charset="0"/>
                  </a:rPr>
                  <a:t>Q&amp;A</a:t>
                </a:r>
                <a:endParaRPr kumimoji="1" lang="ko-KR" altLang="en-US" sz="800" dirty="0">
                  <a:solidFill>
                    <a:schemeClr val="tx1">
                      <a:lumMod val="75000"/>
                      <a:lumOff val="25000"/>
                    </a:schemeClr>
                  </a:solidFill>
                  <a:latin typeface="+mn-ea"/>
                  <a:ea typeface="+mn-ea"/>
                  <a:cs typeface="Calibri" pitchFamily="34" charset="0"/>
                </a:endParaRPr>
              </a:p>
            </p:txBody>
          </p:sp>
          <p:pic>
            <p:nvPicPr>
              <p:cNvPr id="298"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5" y="3042501"/>
              <a:ext cx="1332000" cy="180000"/>
              <a:chOff x="666427" y="3266516"/>
              <a:chExt cx="1332000" cy="180000"/>
            </a:xfrm>
          </p:grpSpPr>
          <p:sp>
            <p:nvSpPr>
              <p:cNvPr id="295" name="모서리가 둥근 직사각형 29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6"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3854780"/>
              <a:ext cx="1332000" cy="180000"/>
              <a:chOff x="666428" y="4570824"/>
              <a:chExt cx="1332000" cy="180000"/>
            </a:xfrm>
          </p:grpSpPr>
          <p:sp>
            <p:nvSpPr>
              <p:cNvPr id="293" name="모서리가 둥근 직사각형 29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4"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9" name="그룹 248"/>
            <p:cNvGrpSpPr/>
            <p:nvPr/>
          </p:nvGrpSpPr>
          <p:grpSpPr>
            <a:xfrm>
              <a:off x="629956" y="5316875"/>
              <a:ext cx="1332000" cy="180000"/>
              <a:chOff x="666428" y="5096004"/>
              <a:chExt cx="1332000" cy="180000"/>
            </a:xfrm>
          </p:grpSpPr>
          <p:sp>
            <p:nvSpPr>
              <p:cNvPr id="291" name="모서리가 둥근 직사각형 29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2" name="Picture 11"/>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4148" y="5634789"/>
              <a:ext cx="1332000" cy="180000"/>
              <a:chOff x="666428" y="3785432"/>
              <a:chExt cx="1332000" cy="180000"/>
            </a:xfrm>
          </p:grpSpPr>
          <p:sp>
            <p:nvSpPr>
              <p:cNvPr id="289" name="모서리가 둥근 직사각형 28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1150" y="4135825"/>
              <a:ext cx="1332000" cy="180000"/>
              <a:chOff x="666428" y="4570824"/>
              <a:chExt cx="1332000" cy="180000"/>
            </a:xfrm>
          </p:grpSpPr>
          <p:sp>
            <p:nvSpPr>
              <p:cNvPr id="287" name="모서리가 둥근 직사각형 28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88"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29956" y="4423395"/>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3" name="TextBox 25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5" name="그룹 254"/>
            <p:cNvGrpSpPr/>
            <p:nvPr/>
          </p:nvGrpSpPr>
          <p:grpSpPr>
            <a:xfrm>
              <a:off x="632520" y="4723068"/>
              <a:ext cx="1332000" cy="180000"/>
              <a:chOff x="666428" y="4310612"/>
              <a:chExt cx="1332000" cy="180000"/>
            </a:xfrm>
          </p:grpSpPr>
          <p:sp>
            <p:nvSpPr>
              <p:cNvPr id="283" name="모서리가 둥근 직사각형 2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4"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2752353"/>
              <a:ext cx="1332000" cy="180000"/>
              <a:chOff x="666427" y="3266516"/>
              <a:chExt cx="1332000" cy="180000"/>
            </a:xfrm>
          </p:grpSpPr>
          <p:sp>
            <p:nvSpPr>
              <p:cNvPr id="281" name="모서리가 둥근 직사각형 2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2"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5005767"/>
              <a:ext cx="1332000" cy="180000"/>
              <a:chOff x="666428" y="4310612"/>
              <a:chExt cx="1332000" cy="180000"/>
            </a:xfrm>
          </p:grpSpPr>
          <p:sp>
            <p:nvSpPr>
              <p:cNvPr id="279" name="모서리가 둥근 직사각형 2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0"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6227787"/>
              <a:ext cx="1332000" cy="180000"/>
              <a:chOff x="666428" y="3785432"/>
              <a:chExt cx="1332000" cy="180000"/>
            </a:xfrm>
          </p:grpSpPr>
          <p:sp>
            <p:nvSpPr>
              <p:cNvPr id="277" name="모서리가 둥근 직사각형 27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7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2520" y="6487872"/>
              <a:ext cx="1332000" cy="180000"/>
              <a:chOff x="666428" y="4310612"/>
              <a:chExt cx="1332000" cy="180000"/>
            </a:xfrm>
          </p:grpSpPr>
          <p:sp>
            <p:nvSpPr>
              <p:cNvPr id="275" name="모서리가 둥근 직사각형 27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6"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32520" y="6773828"/>
              <a:ext cx="1332000" cy="180000"/>
              <a:chOff x="666428" y="4570824"/>
              <a:chExt cx="1332000" cy="180000"/>
            </a:xfrm>
          </p:grpSpPr>
          <p:sp>
            <p:nvSpPr>
              <p:cNvPr id="273" name="모서리가 둥근 직사각형 27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4"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1" name="그룹 260"/>
            <p:cNvGrpSpPr/>
            <p:nvPr/>
          </p:nvGrpSpPr>
          <p:grpSpPr>
            <a:xfrm>
              <a:off x="632520" y="7053155"/>
              <a:ext cx="1332000" cy="180000"/>
              <a:chOff x="666428" y="3785432"/>
              <a:chExt cx="1332000" cy="180000"/>
            </a:xfrm>
          </p:grpSpPr>
          <p:sp>
            <p:nvSpPr>
              <p:cNvPr id="271" name="모서리가 둥근 직사각형 27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7303715"/>
              <a:ext cx="1332000" cy="180000"/>
              <a:chOff x="666428" y="4310612"/>
              <a:chExt cx="1332000" cy="180000"/>
            </a:xfrm>
          </p:grpSpPr>
          <p:sp>
            <p:nvSpPr>
              <p:cNvPr id="269" name="모서리가 둥근 직사각형 26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0"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22995" y="5922821"/>
              <a:ext cx="1332000" cy="180000"/>
              <a:chOff x="666427" y="3266516"/>
              <a:chExt cx="1332000" cy="180000"/>
            </a:xfrm>
          </p:grpSpPr>
          <p:sp>
            <p:nvSpPr>
              <p:cNvPr id="265" name="모서리가 둥근 직사각형 26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6"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725768707"/>
      </p:ext>
    </p:extLst>
  </p:cSld>
  <p:clrMapOvr>
    <a:masterClrMapping/>
  </p:clrMapOvr>
  <p:transition>
    <p:wipe dir="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KNOU_UI_C02060000_04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상세보기 </a:t>
            </a:r>
            <a:r>
              <a:rPr lang="en-US" altLang="ko-KR" sz="800" spc="-60" dirty="0" smtClean="0">
                <a:latin typeface="+mn-ea"/>
                <a:ea typeface="+mn-ea"/>
              </a:rPr>
              <a:t>: </a:t>
            </a:r>
            <a:r>
              <a:rPr lang="ko-KR" altLang="en-US" sz="800" spc="-60" dirty="0" smtClean="0">
                <a:latin typeface="+mn-ea"/>
                <a:ea typeface="+mn-ea"/>
              </a:rPr>
              <a:t>답변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018851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a:t>
              </a:r>
              <a:r>
                <a:rPr lang="en-US" altLang="ko-KR" sz="750" b="1" dirty="0" smtClean="0">
                  <a:solidFill>
                    <a:schemeClr val="bg1"/>
                  </a:solidFill>
                  <a:latin typeface="맑은 고딕" panose="020B0503020000020004" pitchFamily="50" charset="-127"/>
                  <a:ea typeface="맑은 고딕" panose="020B0503020000020004" pitchFamily="50" charset="-127"/>
                </a:rPr>
                <a:t>Q&amp;A</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391954534"/>
              </p:ext>
            </p:extLst>
          </p:nvPr>
        </p:nvGraphicFramePr>
        <p:xfrm>
          <a:off x="9499029" y="3410509"/>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수정불가</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등록글</a:t>
                      </a:r>
                      <a:r>
                        <a:rPr lang="ko-KR" altLang="en-US" sz="800" kern="1200" dirty="0" smtClean="0">
                          <a:solidFill>
                            <a:schemeClr val="tx1">
                              <a:lumMod val="75000"/>
                              <a:lumOff val="25000"/>
                            </a:schemeClr>
                          </a:solidFill>
                          <a:latin typeface="+mn-ea"/>
                          <a:ea typeface="+mn-ea"/>
                          <a:cs typeface="+mn-cs"/>
                        </a:rPr>
                        <a:t> 삭제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작성자만 삭제가능</a:t>
                      </a:r>
                      <a:endParaRPr lang="en-US" altLang="ko-KR" sz="800" kern="1200" dirty="0" smtClean="0">
                        <a:solidFill>
                          <a:srgbClr val="0070C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삭제불가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답변 내용</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로그인 대상자의 </a:t>
                      </a:r>
                      <a:r>
                        <a:rPr lang="ko-KR" altLang="en-US" sz="800" kern="1200" dirty="0" err="1" smtClean="0">
                          <a:solidFill>
                            <a:schemeClr val="tx1"/>
                          </a:solidFill>
                          <a:latin typeface="+mn-lt"/>
                          <a:ea typeface="+mn-ea"/>
                          <a:cs typeface="+mn-cs"/>
                        </a:rPr>
                        <a:t>댓글에만</a:t>
                      </a:r>
                      <a:r>
                        <a:rPr lang="ko-KR" altLang="en-US" sz="800" kern="1200" dirty="0" smtClean="0">
                          <a:solidFill>
                            <a:schemeClr val="tx1"/>
                          </a:solidFill>
                          <a:latin typeface="+mn-lt"/>
                          <a:ea typeface="+mn-ea"/>
                          <a:cs typeface="+mn-cs"/>
                        </a:rPr>
                        <a:t> 노출</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추가기능</a:t>
                      </a:r>
                      <a:endParaRPr lang="en-US" altLang="ko-KR" sz="800" kern="1200" dirty="0" smtClean="0">
                        <a:solidFill>
                          <a:schemeClr val="tx1"/>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수정가능</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수정폼</a:t>
                      </a:r>
                      <a:r>
                        <a:rPr lang="ko-KR" altLang="en-US" sz="800" kern="1200" dirty="0" smtClean="0">
                          <a:solidFill>
                            <a:srgbClr val="0070C0"/>
                          </a:solidFill>
                          <a:latin typeface="+mn-lt"/>
                          <a:ea typeface="+mn-ea"/>
                          <a:cs typeface="+mn-cs"/>
                        </a:rPr>
                        <a:t> 노출</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삭제가능</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하위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삭제 안 함</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a:t>
                  </a:r>
                  <a:r>
                    <a:rPr kumimoji="1" lang="en-US" altLang="ko-KR" sz="800" b="1" dirty="0" smtClean="0">
                      <a:solidFill>
                        <a:schemeClr val="tx1">
                          <a:lumMod val="75000"/>
                          <a:lumOff val="25000"/>
                        </a:schemeClr>
                      </a:solidFill>
                      <a:latin typeface="+mn-ea"/>
                      <a:ea typeface="+mn-ea"/>
                      <a:cs typeface="Calibri" pitchFamily="34" charset="0"/>
                    </a:rPr>
                    <a:t>Q&amp;A</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204" name="직사각형 203"/>
          <p:cNvSpPr/>
          <p:nvPr/>
        </p:nvSpPr>
        <p:spPr>
          <a:xfrm>
            <a:off x="1981622" y="3432780"/>
            <a:ext cx="7470000" cy="864399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16379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7" name="그룹 406"/>
          <p:cNvGrpSpPr/>
          <p:nvPr/>
        </p:nvGrpSpPr>
        <p:grpSpPr>
          <a:xfrm>
            <a:off x="6618709" y="3364165"/>
            <a:ext cx="234360" cy="200055"/>
            <a:chOff x="1152270" y="11716364"/>
            <a:chExt cx="234360" cy="200055"/>
          </a:xfrm>
        </p:grpSpPr>
        <p:sp>
          <p:nvSpPr>
            <p:cNvPr id="408" name="모서리가 둥근 직사각형 4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9" name="직사각형 40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19" name="직사각형 418"/>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상세보기</a:t>
            </a:r>
            <a:endParaRPr lang="ko-KR" altLang="en-US" sz="800" dirty="0">
              <a:solidFill>
                <a:srgbClr val="FF0000"/>
              </a:solidFill>
              <a:latin typeface="+mn-ea"/>
              <a:ea typeface="+mn-ea"/>
            </a:endParaRPr>
          </a:p>
        </p:txBody>
      </p:sp>
      <p:graphicFrame>
        <p:nvGraphicFramePr>
          <p:cNvPr id="182" name="Group 37"/>
          <p:cNvGraphicFramePr>
            <a:graphicFrameLocks noGrp="1"/>
          </p:cNvGraphicFramePr>
          <p:nvPr>
            <p:extLst>
              <p:ext uri="{D42A27DB-BD31-4B8C-83A1-F6EECF244321}">
                <p14:modId xmlns:p14="http://schemas.microsoft.com/office/powerpoint/2010/main" val="2133738553"/>
              </p:ext>
            </p:extLst>
          </p:nvPr>
        </p:nvGraphicFramePr>
        <p:xfrm>
          <a:off x="1972097" y="3813423"/>
          <a:ext cx="7470353" cy="1675011"/>
        </p:xfrm>
        <a:graphic>
          <a:graphicData uri="http://schemas.openxmlformats.org/drawingml/2006/table">
            <a:tbl>
              <a:tblPr/>
              <a:tblGrid>
                <a:gridCol w="1203774"/>
                <a:gridCol w="6266579"/>
              </a:tblGrid>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2026.10.20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3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83" name="그룹 182"/>
          <p:cNvGrpSpPr/>
          <p:nvPr/>
        </p:nvGrpSpPr>
        <p:grpSpPr>
          <a:xfrm>
            <a:off x="3224808" y="4351387"/>
            <a:ext cx="6139730" cy="763513"/>
            <a:chOff x="2226221" y="5606194"/>
            <a:chExt cx="5619740" cy="763513"/>
          </a:xfrm>
        </p:grpSpPr>
        <p:sp>
          <p:nvSpPr>
            <p:cNvPr id="184"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pic>
          <p:nvPicPr>
            <p:cNvPr id="18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86"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7491" y="3904481"/>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87" name="그룹 186"/>
          <p:cNvGrpSpPr/>
          <p:nvPr/>
        </p:nvGrpSpPr>
        <p:grpSpPr>
          <a:xfrm>
            <a:off x="3215103" y="5253583"/>
            <a:ext cx="2160000" cy="180000"/>
            <a:chOff x="3215103" y="4408537"/>
            <a:chExt cx="2160000" cy="180000"/>
          </a:xfrm>
        </p:grpSpPr>
        <p:sp>
          <p:nvSpPr>
            <p:cNvPr id="188" name="직사각형 187"/>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89"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193" name="직선 연결선 192"/>
          <p:cNvCxnSpPr/>
          <p:nvPr/>
        </p:nvCxnSpPr>
        <p:spPr>
          <a:xfrm>
            <a:off x="1974193" y="5889101"/>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94" name="그룹 193"/>
          <p:cNvGrpSpPr/>
          <p:nvPr/>
        </p:nvGrpSpPr>
        <p:grpSpPr>
          <a:xfrm>
            <a:off x="1972097" y="5635890"/>
            <a:ext cx="360000" cy="253211"/>
            <a:chOff x="2576736" y="4192513"/>
            <a:chExt cx="360000" cy="253211"/>
          </a:xfrm>
        </p:grpSpPr>
        <p:sp>
          <p:nvSpPr>
            <p:cNvPr id="195" name="직사각형 194"/>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196" name="직사각형 195"/>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197" name="직사각형 196"/>
          <p:cNvSpPr/>
          <p:nvPr/>
        </p:nvSpPr>
        <p:spPr>
          <a:xfrm>
            <a:off x="2277083" y="5664132"/>
            <a:ext cx="2312304"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답변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a:solidFill>
                  <a:schemeClr val="tx1">
                    <a:lumMod val="65000"/>
                    <a:lumOff val="35000"/>
                  </a:schemeClr>
                </a:solidFill>
                <a:latin typeface="+mn-ea"/>
                <a:ea typeface="+mn-ea"/>
              </a:rPr>
              <a:t>답변일 </a:t>
            </a:r>
            <a:r>
              <a:rPr lang="en-US" altLang="ko-KR" sz="800" dirty="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pSp>
        <p:nvGrpSpPr>
          <p:cNvPr id="199" name="그룹 198"/>
          <p:cNvGrpSpPr/>
          <p:nvPr/>
        </p:nvGrpSpPr>
        <p:grpSpPr>
          <a:xfrm>
            <a:off x="1972097" y="5937639"/>
            <a:ext cx="7473974" cy="763513"/>
            <a:chOff x="2226221" y="5606194"/>
            <a:chExt cx="6840983" cy="763513"/>
          </a:xfrm>
        </p:grpSpPr>
        <p:sp>
          <p:nvSpPr>
            <p:cNvPr id="200" name="Rectangle 251"/>
            <p:cNvSpPr>
              <a:spLocks noChangeArrowheads="1"/>
            </p:cNvSpPr>
            <p:nvPr/>
          </p:nvSpPr>
          <p:spPr bwMode="auto">
            <a:xfrm>
              <a:off x="2226221" y="5606194"/>
              <a:ext cx="6837346"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gn="ctr">
                <a:lnSpc>
                  <a:spcPct val="150000"/>
                </a:lnSpc>
                <a:defRPr/>
              </a:pPr>
              <a:r>
                <a:rPr lang="ko-KR" altLang="en-US" sz="800" dirty="0" smtClean="0">
                  <a:solidFill>
                    <a:schemeClr val="tx1">
                      <a:lumMod val="75000"/>
                      <a:lumOff val="25000"/>
                    </a:schemeClr>
                  </a:solidFill>
                  <a:latin typeface="+mn-ea"/>
                  <a:ea typeface="+mn-ea"/>
                </a:rPr>
                <a:t>답변 내용이 없습니다</a:t>
              </a:r>
              <a:r>
                <a:rPr lang="en-US" altLang="ko-KR" sz="800" dirty="0" smtClean="0">
                  <a:solidFill>
                    <a:schemeClr val="tx1">
                      <a:lumMod val="75000"/>
                      <a:lumOff val="25000"/>
                    </a:schemeClr>
                  </a:solidFill>
                  <a:latin typeface="+mn-ea"/>
                  <a:ea typeface="+mn-ea"/>
                </a:rPr>
                <a:t>.</a:t>
              </a:r>
              <a:endParaRPr lang="en-US" altLang="ko-KR" sz="800" dirty="0">
                <a:solidFill>
                  <a:schemeClr val="tx1">
                    <a:lumMod val="75000"/>
                    <a:lumOff val="25000"/>
                  </a:schemeClr>
                </a:solidFill>
                <a:latin typeface="+mn-ea"/>
                <a:ea typeface="+mn-ea"/>
              </a:endParaRPr>
            </a:p>
          </p:txBody>
        </p:sp>
        <p:pic>
          <p:nvPicPr>
            <p:cNvPr id="20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962429"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11" name="직사각형 210"/>
          <p:cNvSpPr/>
          <p:nvPr/>
        </p:nvSpPr>
        <p:spPr>
          <a:xfrm>
            <a:off x="8539386" y="6813376"/>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212" name="직사각형 211"/>
          <p:cNvSpPr/>
          <p:nvPr/>
        </p:nvSpPr>
        <p:spPr>
          <a:xfrm>
            <a:off x="1967507" y="7120458"/>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13" name="그룹 212"/>
          <p:cNvGrpSpPr/>
          <p:nvPr/>
        </p:nvGrpSpPr>
        <p:grpSpPr>
          <a:xfrm>
            <a:off x="1864071" y="6813404"/>
            <a:ext cx="1729891" cy="271050"/>
            <a:chOff x="1807132" y="7226402"/>
            <a:chExt cx="1729891" cy="271050"/>
          </a:xfrm>
        </p:grpSpPr>
        <p:sp>
          <p:nvSpPr>
            <p:cNvPr id="214" name="직사각형 213"/>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215" name="직사각형 214"/>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21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7167137"/>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217" name="TextBox 216"/>
          <p:cNvSpPr txBox="1"/>
          <p:nvPr/>
        </p:nvSpPr>
        <p:spPr>
          <a:xfrm>
            <a:off x="2082094" y="7373066"/>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218" name="직사각형 217"/>
          <p:cNvSpPr/>
          <p:nvPr/>
        </p:nvSpPr>
        <p:spPr>
          <a:xfrm>
            <a:off x="8319069" y="7163931"/>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19" name="TextBox 218"/>
          <p:cNvSpPr txBox="1"/>
          <p:nvPr/>
        </p:nvSpPr>
        <p:spPr>
          <a:xfrm>
            <a:off x="8326699" y="7165987"/>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222" name="그룹 221"/>
          <p:cNvGrpSpPr/>
          <p:nvPr/>
        </p:nvGrpSpPr>
        <p:grpSpPr>
          <a:xfrm>
            <a:off x="8362503" y="7559935"/>
            <a:ext cx="928576" cy="215444"/>
            <a:chOff x="8337376" y="8326124"/>
            <a:chExt cx="928576" cy="215444"/>
          </a:xfrm>
        </p:grpSpPr>
        <p:sp>
          <p:nvSpPr>
            <p:cNvPr id="223" name="직사각형 222"/>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24" name="TextBox 223"/>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225" name="그룹 224"/>
          <p:cNvGrpSpPr/>
          <p:nvPr/>
        </p:nvGrpSpPr>
        <p:grpSpPr>
          <a:xfrm>
            <a:off x="8352978" y="7379915"/>
            <a:ext cx="936004" cy="215444"/>
            <a:chOff x="6851687" y="7802438"/>
            <a:chExt cx="936004" cy="215444"/>
          </a:xfrm>
        </p:grpSpPr>
        <p:grpSp>
          <p:nvGrpSpPr>
            <p:cNvPr id="226" name="그룹 225"/>
            <p:cNvGrpSpPr/>
            <p:nvPr/>
          </p:nvGrpSpPr>
          <p:grpSpPr>
            <a:xfrm>
              <a:off x="6851687" y="7802438"/>
              <a:ext cx="936004" cy="215444"/>
              <a:chOff x="8337376" y="8047616"/>
              <a:chExt cx="936004" cy="215444"/>
            </a:xfrm>
          </p:grpSpPr>
          <p:sp>
            <p:nvSpPr>
              <p:cNvPr id="228" name="직사각형 227"/>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29" name="TextBox 228"/>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27"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230" name="그룹 229"/>
          <p:cNvGrpSpPr/>
          <p:nvPr/>
        </p:nvGrpSpPr>
        <p:grpSpPr>
          <a:xfrm>
            <a:off x="8362503" y="7742631"/>
            <a:ext cx="928576" cy="215444"/>
            <a:chOff x="8337376" y="8326124"/>
            <a:chExt cx="928576" cy="215444"/>
          </a:xfrm>
        </p:grpSpPr>
        <p:sp>
          <p:nvSpPr>
            <p:cNvPr id="231" name="직사각형 230"/>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32" name="TextBox 231"/>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33" name="직사각형 232"/>
          <p:cNvSpPr/>
          <p:nvPr/>
        </p:nvSpPr>
        <p:spPr>
          <a:xfrm rot="10800000">
            <a:off x="8410128" y="683985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34" name="모서리가 둥근 직사각형 233"/>
          <p:cNvSpPr/>
          <p:nvPr/>
        </p:nvSpPr>
        <p:spPr>
          <a:xfrm>
            <a:off x="8646653" y="8041366"/>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239"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79767" y="8397552"/>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0" name="직사각형 239"/>
          <p:cNvSpPr/>
          <p:nvPr/>
        </p:nvSpPr>
        <p:spPr>
          <a:xfrm>
            <a:off x="2211806" y="8448911"/>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241" name="직사각형 240"/>
          <p:cNvSpPr/>
          <p:nvPr/>
        </p:nvSpPr>
        <p:spPr>
          <a:xfrm>
            <a:off x="1904072" y="8675120"/>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254" name="직사각형 253"/>
          <p:cNvSpPr/>
          <p:nvPr/>
        </p:nvSpPr>
        <p:spPr>
          <a:xfrm>
            <a:off x="2853447" y="8412907"/>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346"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7293" y="9320436"/>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7" name="직사각형 346"/>
          <p:cNvSpPr/>
          <p:nvPr/>
        </p:nvSpPr>
        <p:spPr>
          <a:xfrm>
            <a:off x="2469332" y="9371795"/>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sp>
        <p:nvSpPr>
          <p:cNvPr id="354" name="직사각형 353"/>
          <p:cNvSpPr/>
          <p:nvPr/>
        </p:nvSpPr>
        <p:spPr>
          <a:xfrm>
            <a:off x="2161598" y="9598004"/>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65" name="직사각형 364"/>
          <p:cNvSpPr/>
          <p:nvPr/>
        </p:nvSpPr>
        <p:spPr>
          <a:xfrm>
            <a:off x="3058948" y="9335791"/>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366" name="꺾인 연결선 365"/>
          <p:cNvCxnSpPr>
            <a:endCxn id="346" idx="1"/>
          </p:cNvCxnSpPr>
          <p:nvPr/>
        </p:nvCxnSpPr>
        <p:spPr>
          <a:xfrm rot="16200000" flipH="1">
            <a:off x="1861740" y="9088883"/>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67"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7293" y="10292544"/>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68" name="직사각형 367"/>
          <p:cNvSpPr/>
          <p:nvPr/>
        </p:nvSpPr>
        <p:spPr>
          <a:xfrm>
            <a:off x="2469332" y="10343903"/>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3</a:t>
            </a:r>
            <a:endParaRPr lang="ko-KR" altLang="en-US" sz="800" dirty="0">
              <a:latin typeface="+mn-ea"/>
              <a:ea typeface="+mn-ea"/>
            </a:endParaRPr>
          </a:p>
        </p:txBody>
      </p:sp>
      <p:sp>
        <p:nvSpPr>
          <p:cNvPr id="369" name="직사각형 368"/>
          <p:cNvSpPr/>
          <p:nvPr/>
        </p:nvSpPr>
        <p:spPr>
          <a:xfrm>
            <a:off x="2161598" y="1057011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70" name="직사각형 369"/>
          <p:cNvSpPr/>
          <p:nvPr/>
        </p:nvSpPr>
        <p:spPr>
          <a:xfrm>
            <a:off x="3058948" y="10307899"/>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371" name="꺾인 연결선 370"/>
          <p:cNvCxnSpPr>
            <a:endCxn id="367" idx="1"/>
          </p:cNvCxnSpPr>
          <p:nvPr/>
        </p:nvCxnSpPr>
        <p:spPr>
          <a:xfrm rot="16200000" flipH="1">
            <a:off x="1815707" y="10014958"/>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7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82515" y="10806125"/>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75" name="직사각형 374"/>
          <p:cNvSpPr/>
          <p:nvPr/>
        </p:nvSpPr>
        <p:spPr>
          <a:xfrm>
            <a:off x="2214554" y="10857484"/>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sp>
        <p:nvSpPr>
          <p:cNvPr id="376" name="직사각형 375"/>
          <p:cNvSpPr/>
          <p:nvPr/>
        </p:nvSpPr>
        <p:spPr>
          <a:xfrm>
            <a:off x="1906820" y="11083693"/>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77" name="직사각형 376"/>
          <p:cNvSpPr/>
          <p:nvPr/>
        </p:nvSpPr>
        <p:spPr>
          <a:xfrm>
            <a:off x="2856196" y="10821480"/>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pic>
        <p:nvPicPr>
          <p:cNvPr id="378"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06099" y="8916963"/>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9" name="Picture 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47128" y="9888364"/>
            <a:ext cx="3600528" cy="3706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80" name="그룹 379"/>
          <p:cNvGrpSpPr/>
          <p:nvPr/>
        </p:nvGrpSpPr>
        <p:grpSpPr>
          <a:xfrm>
            <a:off x="8336337" y="8487107"/>
            <a:ext cx="969911" cy="263175"/>
            <a:chOff x="6836830" y="8933894"/>
            <a:chExt cx="969911" cy="263175"/>
          </a:xfrm>
        </p:grpSpPr>
        <p:sp>
          <p:nvSpPr>
            <p:cNvPr id="381" name="직사각형 380"/>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82" name="직사각형 381"/>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3" name="그룹 382"/>
          <p:cNvGrpSpPr/>
          <p:nvPr/>
        </p:nvGrpSpPr>
        <p:grpSpPr>
          <a:xfrm>
            <a:off x="8341669" y="9406257"/>
            <a:ext cx="969911" cy="263175"/>
            <a:chOff x="6836830" y="8933894"/>
            <a:chExt cx="969911" cy="263175"/>
          </a:xfrm>
        </p:grpSpPr>
        <p:sp>
          <p:nvSpPr>
            <p:cNvPr id="384" name="직사각형 38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85" name="직사각형 38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6" name="그룹 385"/>
          <p:cNvGrpSpPr/>
          <p:nvPr/>
        </p:nvGrpSpPr>
        <p:grpSpPr>
          <a:xfrm>
            <a:off x="8336437" y="10380461"/>
            <a:ext cx="969911" cy="263175"/>
            <a:chOff x="6836830" y="8933894"/>
            <a:chExt cx="969911" cy="263175"/>
          </a:xfrm>
        </p:grpSpPr>
        <p:sp>
          <p:nvSpPr>
            <p:cNvPr id="387" name="직사각형 38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88" name="직사각형 387"/>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9" name="그룹 388"/>
          <p:cNvGrpSpPr/>
          <p:nvPr/>
        </p:nvGrpSpPr>
        <p:grpSpPr>
          <a:xfrm>
            <a:off x="8341669" y="10910996"/>
            <a:ext cx="969911" cy="263175"/>
            <a:chOff x="6836830" y="8933894"/>
            <a:chExt cx="969911" cy="263175"/>
          </a:xfrm>
        </p:grpSpPr>
        <p:sp>
          <p:nvSpPr>
            <p:cNvPr id="390" name="직사각형 389"/>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91" name="직사각형 390"/>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392" name="Picture 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353354" y="8561708"/>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93" name="그룹 392"/>
          <p:cNvGrpSpPr/>
          <p:nvPr/>
        </p:nvGrpSpPr>
        <p:grpSpPr>
          <a:xfrm>
            <a:off x="9364538" y="8533117"/>
            <a:ext cx="234360" cy="200055"/>
            <a:chOff x="1148290" y="11716364"/>
            <a:chExt cx="234360" cy="200055"/>
          </a:xfrm>
        </p:grpSpPr>
        <p:sp>
          <p:nvSpPr>
            <p:cNvPr id="394" name="모서리가 둥근 직사각형 3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5" name="직사각형 394"/>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96" name="그룹 395"/>
          <p:cNvGrpSpPr/>
          <p:nvPr/>
        </p:nvGrpSpPr>
        <p:grpSpPr>
          <a:xfrm>
            <a:off x="1900803" y="5819506"/>
            <a:ext cx="234360" cy="200055"/>
            <a:chOff x="1148290" y="11716364"/>
            <a:chExt cx="234360" cy="200055"/>
          </a:xfrm>
        </p:grpSpPr>
        <p:sp>
          <p:nvSpPr>
            <p:cNvPr id="397" name="모서리가 둥근 직사각형 3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8" name="직사각형 397"/>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99" name="직사각형 398"/>
          <p:cNvSpPr/>
          <p:nvPr/>
        </p:nvSpPr>
        <p:spPr>
          <a:xfrm>
            <a:off x="9417496" y="8706449"/>
            <a:ext cx="720080" cy="4831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236" name="모서리가 둥근 직사각형 235"/>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7" name="모서리가 둥근 직사각형 236"/>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8" name="모서리가 둥근 직사각형 237"/>
          <p:cNvSpPr/>
          <p:nvPr/>
        </p:nvSpPr>
        <p:spPr>
          <a:xfrm>
            <a:off x="6671667" y="3529583"/>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42" name="그룹 241"/>
          <p:cNvGrpSpPr/>
          <p:nvPr/>
        </p:nvGrpSpPr>
        <p:grpSpPr>
          <a:xfrm>
            <a:off x="7554813" y="3366517"/>
            <a:ext cx="234360" cy="200055"/>
            <a:chOff x="1152270" y="11716364"/>
            <a:chExt cx="234360" cy="200055"/>
          </a:xfrm>
        </p:grpSpPr>
        <p:sp>
          <p:nvSpPr>
            <p:cNvPr id="243" name="모서리가 둥근 직사각형 24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4" name="직사각형 24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45" name="자유형 24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246" name="그룹 245"/>
          <p:cNvGrpSpPr/>
          <p:nvPr/>
        </p:nvGrpSpPr>
        <p:grpSpPr>
          <a:xfrm>
            <a:off x="579562" y="2166658"/>
            <a:ext cx="1386586" cy="5317057"/>
            <a:chOff x="579562" y="2166658"/>
            <a:chExt cx="1386586" cy="5317057"/>
          </a:xfrm>
        </p:grpSpPr>
        <p:grpSp>
          <p:nvGrpSpPr>
            <p:cNvPr id="247" name="그룹 246"/>
            <p:cNvGrpSpPr/>
            <p:nvPr/>
          </p:nvGrpSpPr>
          <p:grpSpPr>
            <a:xfrm>
              <a:off x="629956" y="3318264"/>
              <a:ext cx="1332000" cy="180000"/>
              <a:chOff x="666428" y="3785432"/>
              <a:chExt cx="1332000" cy="180000"/>
            </a:xfrm>
          </p:grpSpPr>
          <p:sp>
            <p:nvSpPr>
              <p:cNvPr id="403" name="모서리가 둥근 직사각형 40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0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29956" y="3568824"/>
              <a:ext cx="1332000" cy="180000"/>
              <a:chOff x="666428" y="4310612"/>
              <a:chExt cx="1332000" cy="180000"/>
            </a:xfrm>
          </p:grpSpPr>
          <p:sp>
            <p:nvSpPr>
              <p:cNvPr id="401" name="모서리가 둥근 직사각형 400"/>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a:t>
                </a:r>
                <a:r>
                  <a:rPr kumimoji="1" lang="en-US" altLang="ko-KR" sz="800" dirty="0" smtClean="0">
                    <a:solidFill>
                      <a:schemeClr val="tx1">
                        <a:lumMod val="75000"/>
                        <a:lumOff val="25000"/>
                      </a:schemeClr>
                    </a:solidFill>
                    <a:latin typeface="+mn-ea"/>
                    <a:ea typeface="+mn-ea"/>
                    <a:cs typeface="Calibri" pitchFamily="34" charset="0"/>
                  </a:rPr>
                  <a:t>Q&amp;A</a:t>
                </a:r>
                <a:endParaRPr kumimoji="1" lang="ko-KR" altLang="en-US" sz="800" dirty="0">
                  <a:solidFill>
                    <a:schemeClr val="tx1">
                      <a:lumMod val="75000"/>
                      <a:lumOff val="25000"/>
                    </a:schemeClr>
                  </a:solidFill>
                  <a:latin typeface="+mn-ea"/>
                  <a:ea typeface="+mn-ea"/>
                  <a:cs typeface="Calibri" pitchFamily="34" charset="0"/>
                </a:endParaRPr>
              </a:p>
            </p:txBody>
          </p:sp>
          <p:pic>
            <p:nvPicPr>
              <p:cNvPr id="402"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9" name="그룹 248"/>
            <p:cNvGrpSpPr/>
            <p:nvPr/>
          </p:nvGrpSpPr>
          <p:grpSpPr>
            <a:xfrm>
              <a:off x="629955" y="3042501"/>
              <a:ext cx="1332000" cy="180000"/>
              <a:chOff x="666427" y="3266516"/>
              <a:chExt cx="1332000" cy="180000"/>
            </a:xfrm>
          </p:grpSpPr>
          <p:sp>
            <p:nvSpPr>
              <p:cNvPr id="327" name="모서리가 둥근 직사각형 32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00"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29956" y="3854780"/>
              <a:ext cx="1332000" cy="180000"/>
              <a:chOff x="666428" y="4570824"/>
              <a:chExt cx="1332000" cy="180000"/>
            </a:xfrm>
          </p:grpSpPr>
          <p:sp>
            <p:nvSpPr>
              <p:cNvPr id="302" name="모서리가 둥근 직사각형 30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25"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29956" y="5316875"/>
              <a:ext cx="1332000" cy="180000"/>
              <a:chOff x="666428" y="5096004"/>
              <a:chExt cx="1332000" cy="180000"/>
            </a:xfrm>
          </p:grpSpPr>
          <p:sp>
            <p:nvSpPr>
              <p:cNvPr id="300" name="모서리가 둥근 직사각형 29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01" name="Picture 11"/>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4148" y="5634789"/>
              <a:ext cx="1332000" cy="180000"/>
              <a:chOff x="666428" y="3785432"/>
              <a:chExt cx="1332000" cy="180000"/>
            </a:xfrm>
          </p:grpSpPr>
          <p:sp>
            <p:nvSpPr>
              <p:cNvPr id="298" name="모서리가 둥근 직사각형 29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1150" y="4135825"/>
              <a:ext cx="1332000" cy="180000"/>
              <a:chOff x="666428" y="4570824"/>
              <a:chExt cx="1332000" cy="180000"/>
            </a:xfrm>
          </p:grpSpPr>
          <p:sp>
            <p:nvSpPr>
              <p:cNvPr id="296" name="모서리가 둥근 직사각형 29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7"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9956" y="4423395"/>
              <a:ext cx="1332000" cy="180000"/>
              <a:chOff x="666428" y="4310612"/>
              <a:chExt cx="1332000" cy="180000"/>
            </a:xfrm>
          </p:grpSpPr>
          <p:sp>
            <p:nvSpPr>
              <p:cNvPr id="294" name="모서리가 둥근 직사각형 29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95"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3" name="TextBox 26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64" name="그룹 263"/>
            <p:cNvGrpSpPr/>
            <p:nvPr/>
          </p:nvGrpSpPr>
          <p:grpSpPr>
            <a:xfrm>
              <a:off x="632520" y="4723068"/>
              <a:ext cx="1332000" cy="180000"/>
              <a:chOff x="666428" y="4310612"/>
              <a:chExt cx="1332000" cy="180000"/>
            </a:xfrm>
          </p:grpSpPr>
          <p:sp>
            <p:nvSpPr>
              <p:cNvPr id="292" name="모서리가 둥근 직사각형 29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93"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5" name="그룹 264"/>
            <p:cNvGrpSpPr/>
            <p:nvPr/>
          </p:nvGrpSpPr>
          <p:grpSpPr>
            <a:xfrm>
              <a:off x="632520" y="2752353"/>
              <a:ext cx="1332000" cy="180000"/>
              <a:chOff x="666427" y="3266516"/>
              <a:chExt cx="1332000" cy="180000"/>
            </a:xfrm>
          </p:grpSpPr>
          <p:sp>
            <p:nvSpPr>
              <p:cNvPr id="290" name="모서리가 둥근 직사각형 28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91"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32520" y="5005767"/>
              <a:ext cx="1332000" cy="180000"/>
              <a:chOff x="666428" y="4310612"/>
              <a:chExt cx="1332000" cy="180000"/>
            </a:xfrm>
          </p:grpSpPr>
          <p:sp>
            <p:nvSpPr>
              <p:cNvPr id="288" name="모서리가 둥근 직사각형 28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9"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7" name="그룹 266"/>
            <p:cNvGrpSpPr/>
            <p:nvPr/>
          </p:nvGrpSpPr>
          <p:grpSpPr>
            <a:xfrm>
              <a:off x="632520" y="6227787"/>
              <a:ext cx="1332000" cy="180000"/>
              <a:chOff x="666428" y="3785432"/>
              <a:chExt cx="1332000" cy="180000"/>
            </a:xfrm>
          </p:grpSpPr>
          <p:sp>
            <p:nvSpPr>
              <p:cNvPr id="286" name="모서리가 둥근 직사각형 28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 name="그룹 267"/>
            <p:cNvGrpSpPr/>
            <p:nvPr/>
          </p:nvGrpSpPr>
          <p:grpSpPr>
            <a:xfrm>
              <a:off x="632520" y="6487872"/>
              <a:ext cx="1332000" cy="180000"/>
              <a:chOff x="666428" y="4310612"/>
              <a:chExt cx="1332000" cy="180000"/>
            </a:xfrm>
          </p:grpSpPr>
          <p:sp>
            <p:nvSpPr>
              <p:cNvPr id="284" name="모서리가 둥근 직사각형 28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85"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9" name="그룹 268"/>
            <p:cNvGrpSpPr/>
            <p:nvPr/>
          </p:nvGrpSpPr>
          <p:grpSpPr>
            <a:xfrm>
              <a:off x="632520" y="6773828"/>
              <a:ext cx="1332000" cy="180000"/>
              <a:chOff x="666428" y="4570824"/>
              <a:chExt cx="1332000" cy="180000"/>
            </a:xfrm>
          </p:grpSpPr>
          <p:sp>
            <p:nvSpPr>
              <p:cNvPr id="282" name="모서리가 둥근 직사각형 28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83"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0" name="그룹 269"/>
            <p:cNvGrpSpPr/>
            <p:nvPr/>
          </p:nvGrpSpPr>
          <p:grpSpPr>
            <a:xfrm>
              <a:off x="632520" y="7053155"/>
              <a:ext cx="1332000" cy="180000"/>
              <a:chOff x="666428" y="3785432"/>
              <a:chExt cx="1332000" cy="180000"/>
            </a:xfrm>
          </p:grpSpPr>
          <p:sp>
            <p:nvSpPr>
              <p:cNvPr id="280" name="모서리가 둥근 직사각형 27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8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1" name="그룹 270"/>
            <p:cNvGrpSpPr/>
            <p:nvPr/>
          </p:nvGrpSpPr>
          <p:grpSpPr>
            <a:xfrm>
              <a:off x="632520" y="7303715"/>
              <a:ext cx="1332000" cy="180000"/>
              <a:chOff x="666428" y="4310612"/>
              <a:chExt cx="1332000" cy="180000"/>
            </a:xfrm>
          </p:grpSpPr>
          <p:sp>
            <p:nvSpPr>
              <p:cNvPr id="278" name="모서리가 둥근 직사각형 27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9"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3" name="그룹 272"/>
            <p:cNvGrpSpPr/>
            <p:nvPr/>
          </p:nvGrpSpPr>
          <p:grpSpPr>
            <a:xfrm>
              <a:off x="622995" y="5922821"/>
              <a:ext cx="1332000" cy="180000"/>
              <a:chOff x="666427" y="3266516"/>
              <a:chExt cx="1332000" cy="180000"/>
            </a:xfrm>
          </p:grpSpPr>
          <p:sp>
            <p:nvSpPr>
              <p:cNvPr id="274" name="모서리가 둥근 직사각형 27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75" name="Picture 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368492997"/>
      </p:ext>
    </p:extLst>
  </p:cSld>
  <p:clrMapOvr>
    <a:masterClrMapping/>
  </p:clrMapOvr>
  <p:transition>
    <p:wipe dir="r"/>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KNOU_UI_C02060000_05</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a:t>
            </a:r>
            <a:r>
              <a:rPr lang="en-US" altLang="ko-KR" sz="800" spc="-60" dirty="0" smtClean="0">
                <a:latin typeface="+mn-ea"/>
                <a:ea typeface="+mn-ea"/>
              </a:rPr>
              <a:t>Q&amp;A</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수정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109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811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a:t>
            </a:r>
            <a:r>
              <a:rPr lang="en-US" altLang="ko-KR" sz="800" spc="-60" dirty="0" smtClean="0">
                <a:latin typeface="+mn-ea"/>
                <a:ea typeface="+mn-ea"/>
              </a:rPr>
              <a:t>Q&amp;A</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a:t>
              </a:r>
              <a:r>
                <a:rPr lang="en-US" altLang="ko-KR" sz="750" b="1" dirty="0" smtClean="0">
                  <a:solidFill>
                    <a:schemeClr val="bg1"/>
                  </a:solidFill>
                  <a:latin typeface="맑은 고딕" panose="020B0503020000020004" pitchFamily="50" charset="-127"/>
                  <a:ea typeface="맑은 고딕" panose="020B0503020000020004" pitchFamily="50" charset="-127"/>
                </a:rPr>
                <a:t>Q&amp;A</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724457969"/>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 </a:t>
                      </a:r>
                      <a:r>
                        <a:rPr lang="ko-KR" altLang="en-US" sz="800" kern="1200" dirty="0" smtClean="0">
                          <a:solidFill>
                            <a:schemeClr val="tx1">
                              <a:lumMod val="75000"/>
                              <a:lumOff val="25000"/>
                            </a:schemeClr>
                          </a:solidFill>
                          <a:latin typeface="+mn-ea"/>
                          <a:ea typeface="+mn-ea"/>
                          <a:cs typeface="+mn-cs"/>
                        </a:rPr>
                        <a:t>저장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사용여부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사용 체크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a:t>
                </a:r>
                <a:r>
                  <a:rPr kumimoji="1" lang="en-US" altLang="ko-KR" sz="800" dirty="0" smtClean="0">
                    <a:solidFill>
                      <a:schemeClr val="tx1">
                        <a:lumMod val="75000"/>
                        <a:lumOff val="25000"/>
                      </a:schemeClr>
                    </a:solidFill>
                    <a:latin typeface="+mn-ea"/>
                    <a:ea typeface="+mn-ea"/>
                    <a:cs typeface="Calibri" pitchFamily="34" charset="0"/>
                  </a:rPr>
                  <a:t>Q&amp;A</a:t>
                </a:r>
                <a:endParaRPr kumimoji="1" lang="ko-KR" altLang="en-US" sz="800" dirty="0">
                  <a:solidFill>
                    <a:schemeClr val="tx1">
                      <a:lumMod val="75000"/>
                      <a:lumOff val="25000"/>
                    </a:schemeClr>
                  </a:solidFill>
                  <a:latin typeface="+mn-ea"/>
                  <a:ea typeface="+mn-ea"/>
                  <a:cs typeface="Calibri" pitchFamily="34" charset="0"/>
                </a:endParaRPr>
              </a:p>
            </p:txBody>
          </p:sp>
          <p:pic>
            <p:nvPicPr>
              <p:cNvPr id="30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a:t>
                  </a:r>
                  <a:r>
                    <a:rPr kumimoji="1" lang="en-US" altLang="ko-KR" sz="800" b="1" dirty="0" smtClean="0">
                      <a:solidFill>
                        <a:schemeClr val="tx1">
                          <a:lumMod val="75000"/>
                          <a:lumOff val="25000"/>
                        </a:schemeClr>
                      </a:solidFill>
                      <a:latin typeface="+mn-ea"/>
                      <a:ea typeface="+mn-ea"/>
                      <a:cs typeface="Calibri" pitchFamily="34" charset="0"/>
                    </a:rPr>
                    <a:t>Q&amp;A</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204" name="직사각형 203"/>
          <p:cNvSpPr/>
          <p:nvPr/>
        </p:nvSpPr>
        <p:spPr>
          <a:xfrm>
            <a:off x="1981622" y="3432781"/>
            <a:ext cx="7470000" cy="505311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205" name="꺾인 연결선 204"/>
          <p:cNvCxnSpPr/>
          <p:nvPr/>
        </p:nvCxnSpPr>
        <p:spPr>
          <a:xfrm rot="5400000" flipH="1" flipV="1">
            <a:off x="10297814" y="1243786"/>
            <a:ext cx="41562" cy="4521649"/>
          </a:xfrm>
          <a:prstGeom prst="bentConnector3">
            <a:avLst>
              <a:gd name="adj1" fmla="val 650022"/>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206" name="Group 37"/>
          <p:cNvGraphicFramePr>
            <a:graphicFrameLocks noGrp="1"/>
          </p:cNvGraphicFramePr>
          <p:nvPr>
            <p:extLst>
              <p:ext uri="{D42A27DB-BD31-4B8C-83A1-F6EECF244321}">
                <p14:modId xmlns:p14="http://schemas.microsoft.com/office/powerpoint/2010/main" val="3777738307"/>
              </p:ext>
            </p:extLst>
          </p:nvPr>
        </p:nvGraphicFramePr>
        <p:xfrm>
          <a:off x="1972097" y="3823900"/>
          <a:ext cx="7470353" cy="2557764"/>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부가 옵션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7" name="모서리가 둥근 직사각형 206"/>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8" name="모서리가 둥근 직사각형 207"/>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20" name="Rectangle 122"/>
          <p:cNvSpPr>
            <a:spLocks noChangeArrowheads="1"/>
          </p:cNvSpPr>
          <p:nvPr/>
        </p:nvSpPr>
        <p:spPr bwMode="auto">
          <a:xfrm>
            <a:off x="3215283" y="3870573"/>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제목제목제목제목제목제목제목제목제목</a:t>
            </a:r>
            <a:r>
              <a:rPr lang="en-US" altLang="ko-KR" sz="800" kern="0" dirty="0" smtClean="0">
                <a:solidFill>
                  <a:schemeClr val="tx1">
                    <a:lumMod val="75000"/>
                    <a:lumOff val="25000"/>
                  </a:schemeClr>
                </a:solidFill>
                <a:latin typeface="+mn-ea"/>
                <a:ea typeface="+mn-ea"/>
              </a:rPr>
              <a:t>01</a:t>
            </a:r>
            <a:endParaRPr lang="ko-KR" altLang="en-US" sz="800" kern="0" dirty="0">
              <a:solidFill>
                <a:schemeClr val="tx1">
                  <a:lumMod val="75000"/>
                  <a:lumOff val="25000"/>
                </a:schemeClr>
              </a:solidFill>
              <a:latin typeface="+mn-ea"/>
              <a:ea typeface="+mn-ea"/>
            </a:endParaRPr>
          </a:p>
        </p:txBody>
      </p:sp>
      <p:pic>
        <p:nvPicPr>
          <p:cNvPr id="22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215180" y="4189152"/>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55" name="그룹 254"/>
          <p:cNvGrpSpPr/>
          <p:nvPr/>
        </p:nvGrpSpPr>
        <p:grpSpPr>
          <a:xfrm>
            <a:off x="3224808" y="5479132"/>
            <a:ext cx="6151786" cy="556264"/>
            <a:chOff x="1202386" y="5786120"/>
            <a:chExt cx="6151786" cy="556264"/>
          </a:xfrm>
        </p:grpSpPr>
        <p:sp>
          <p:nvSpPr>
            <p:cNvPr id="256" name="직사각형 255"/>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57"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8"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259" name="TextBox 258"/>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260" name="그룹 259"/>
            <p:cNvGrpSpPr/>
            <p:nvPr/>
          </p:nvGrpSpPr>
          <p:grpSpPr>
            <a:xfrm>
              <a:off x="1203366" y="6126940"/>
              <a:ext cx="2149735" cy="215444"/>
              <a:chOff x="1856656" y="7442398"/>
              <a:chExt cx="2149735" cy="215444"/>
            </a:xfrm>
          </p:grpSpPr>
          <p:sp>
            <p:nvSpPr>
              <p:cNvPr id="261" name="직사각형 260"/>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303" name="직사각형 302"/>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304" name="그룹 303"/>
          <p:cNvGrpSpPr/>
          <p:nvPr/>
        </p:nvGrpSpPr>
        <p:grpSpPr>
          <a:xfrm>
            <a:off x="3231373" y="6122262"/>
            <a:ext cx="795048" cy="223607"/>
            <a:chOff x="3267377" y="4473116"/>
            <a:chExt cx="795048" cy="223607"/>
          </a:xfrm>
        </p:grpSpPr>
        <p:sp>
          <p:nvSpPr>
            <p:cNvPr id="343" name="TextBox 342"/>
            <p:cNvSpPr txBox="1"/>
            <p:nvPr/>
          </p:nvSpPr>
          <p:spPr>
            <a:xfrm>
              <a:off x="3342425" y="4473116"/>
              <a:ext cx="720000" cy="223607"/>
            </a:xfrm>
            <a:prstGeom prst="rect">
              <a:avLst/>
            </a:prstGeom>
            <a:noFill/>
          </p:spPr>
          <p:txBody>
            <a:bodyPr wrap="square" rtlCol="0" anchor="ctr">
              <a:noAutofit/>
            </a:bodyPr>
            <a:lstStyle/>
            <a:p>
              <a:r>
                <a:rPr lang="ko-KR" altLang="en-US" sz="800" kern="0" dirty="0" smtClean="0">
                  <a:solidFill>
                    <a:schemeClr val="tx1">
                      <a:lumMod val="85000"/>
                      <a:lumOff val="15000"/>
                    </a:schemeClr>
                  </a:solidFill>
                  <a:latin typeface="+mn-ea"/>
                  <a:ea typeface="+mn-ea"/>
                  <a:cs typeface="Arial" charset="0"/>
                </a:rPr>
                <a:t>댓글 사용</a:t>
              </a:r>
              <a:endParaRPr lang="ko-KR" altLang="en-US" sz="800" kern="0" dirty="0">
                <a:solidFill>
                  <a:schemeClr val="tx1">
                    <a:lumMod val="85000"/>
                    <a:lumOff val="15000"/>
                  </a:schemeClr>
                </a:solidFill>
                <a:latin typeface="+mn-ea"/>
                <a:ea typeface="+mn-ea"/>
                <a:cs typeface="Arial" charset="0"/>
              </a:endParaRPr>
            </a:p>
          </p:txBody>
        </p:sp>
        <p:sp>
          <p:nvSpPr>
            <p:cNvPr id="345" name="직사각형 344"/>
            <p:cNvSpPr/>
            <p:nvPr/>
          </p:nvSpPr>
          <p:spPr>
            <a:xfrm>
              <a:off x="3267377" y="4530568"/>
              <a:ext cx="116381" cy="108000"/>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362" name="그룹 361"/>
          <p:cNvGrpSpPr/>
          <p:nvPr/>
        </p:nvGrpSpPr>
        <p:grpSpPr>
          <a:xfrm>
            <a:off x="2980923" y="6136289"/>
            <a:ext cx="234360" cy="200055"/>
            <a:chOff x="1152270" y="11716364"/>
            <a:chExt cx="234360" cy="200055"/>
          </a:xfrm>
        </p:grpSpPr>
        <p:sp>
          <p:nvSpPr>
            <p:cNvPr id="363" name="모서리가 둥근 직사각형 36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4" name="직사각형 36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07" name="그룹 406"/>
          <p:cNvGrpSpPr/>
          <p:nvPr/>
        </p:nvGrpSpPr>
        <p:grpSpPr>
          <a:xfrm>
            <a:off x="7576490" y="3354640"/>
            <a:ext cx="234360" cy="200055"/>
            <a:chOff x="1152270" y="11716364"/>
            <a:chExt cx="234360" cy="200055"/>
          </a:xfrm>
        </p:grpSpPr>
        <p:sp>
          <p:nvSpPr>
            <p:cNvPr id="408" name="모서리가 둥근 직사각형 4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9" name="직사각형 40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19" name="직사각형 418"/>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수정</a:t>
            </a:r>
            <a:endParaRPr lang="ko-KR" altLang="en-US" sz="800" dirty="0">
              <a:solidFill>
                <a:srgbClr val="FF0000"/>
              </a:solidFill>
              <a:latin typeface="+mn-ea"/>
              <a:ea typeface="+mn-ea"/>
            </a:endParaRPr>
          </a:p>
        </p:txBody>
      </p:sp>
      <p:grpSp>
        <p:nvGrpSpPr>
          <p:cNvPr id="420" name="그룹 419"/>
          <p:cNvGrpSpPr/>
          <p:nvPr/>
        </p:nvGrpSpPr>
        <p:grpSpPr>
          <a:xfrm>
            <a:off x="10921809" y="4762933"/>
            <a:ext cx="3289335" cy="1107665"/>
            <a:chOff x="10921809" y="3789759"/>
            <a:chExt cx="3289335" cy="1107665"/>
          </a:xfrm>
        </p:grpSpPr>
        <p:grpSp>
          <p:nvGrpSpPr>
            <p:cNvPr id="421" name="그룹 420"/>
            <p:cNvGrpSpPr/>
            <p:nvPr/>
          </p:nvGrpSpPr>
          <p:grpSpPr>
            <a:xfrm>
              <a:off x="10921809" y="3789759"/>
              <a:ext cx="3289335" cy="1107665"/>
              <a:chOff x="-692625" y="294998"/>
              <a:chExt cx="3289335" cy="1107665"/>
            </a:xfrm>
          </p:grpSpPr>
          <p:grpSp>
            <p:nvGrpSpPr>
              <p:cNvPr id="423" name="그룹 422"/>
              <p:cNvGrpSpPr/>
              <p:nvPr/>
            </p:nvGrpSpPr>
            <p:grpSpPr>
              <a:xfrm>
                <a:off x="-692625" y="294998"/>
                <a:ext cx="3289335" cy="1107665"/>
                <a:chOff x="1061816" y="3176972"/>
                <a:chExt cx="3289335" cy="1107665"/>
              </a:xfrm>
            </p:grpSpPr>
            <p:sp>
              <p:nvSpPr>
                <p:cNvPr id="425" name="직사각형 424"/>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6" name="직사각형 425"/>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7" name="직사각형 426"/>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28" name="직사각형 427"/>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24" name="직사각형 423"/>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저장되었습니다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22" name="모서리가 둥근 직사각형 421"/>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29" name="그룹 428"/>
          <p:cNvGrpSpPr/>
          <p:nvPr/>
        </p:nvGrpSpPr>
        <p:grpSpPr>
          <a:xfrm>
            <a:off x="10920139" y="3582541"/>
            <a:ext cx="3289335" cy="1107665"/>
            <a:chOff x="10960564" y="1312622"/>
            <a:chExt cx="3289335" cy="1107665"/>
          </a:xfrm>
        </p:grpSpPr>
        <p:grpSp>
          <p:nvGrpSpPr>
            <p:cNvPr id="430" name="그룹 429"/>
            <p:cNvGrpSpPr/>
            <p:nvPr/>
          </p:nvGrpSpPr>
          <p:grpSpPr>
            <a:xfrm>
              <a:off x="10960564" y="1312622"/>
              <a:ext cx="3289335" cy="1107665"/>
              <a:chOff x="-692625" y="294998"/>
              <a:chExt cx="3289335" cy="1107665"/>
            </a:xfrm>
          </p:grpSpPr>
          <p:grpSp>
            <p:nvGrpSpPr>
              <p:cNvPr id="432" name="그룹 431"/>
              <p:cNvGrpSpPr/>
              <p:nvPr/>
            </p:nvGrpSpPr>
            <p:grpSpPr>
              <a:xfrm>
                <a:off x="-692625" y="294998"/>
                <a:ext cx="3289335" cy="1107665"/>
                <a:chOff x="1061816" y="3176972"/>
                <a:chExt cx="3289335" cy="1107665"/>
              </a:xfrm>
            </p:grpSpPr>
            <p:sp>
              <p:nvSpPr>
                <p:cNvPr id="434" name="직사각형 433"/>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5" name="직사각형 434"/>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6" name="직사각형 435"/>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37" name="직사각형 436"/>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33" name="직사각형 432"/>
              <p:cNvSpPr/>
              <p:nvPr/>
            </p:nvSpPr>
            <p:spPr>
              <a:xfrm>
                <a:off x="325507" y="666797"/>
                <a:ext cx="1343638"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제목은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31" name="모서리가 둥근 직사각형 430"/>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438" name="1/2 액자 437"/>
          <p:cNvSpPr>
            <a:spLocks noChangeAspect="1"/>
          </p:cNvSpPr>
          <p:nvPr/>
        </p:nvSpPr>
        <p:spPr bwMode="auto">
          <a:xfrm rot="13500000">
            <a:off x="3279229" y="6184168"/>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sp>
        <p:nvSpPr>
          <p:cNvPr id="182" name="Rectangle 251"/>
          <p:cNvSpPr>
            <a:spLocks noChangeArrowheads="1"/>
          </p:cNvSpPr>
          <p:nvPr/>
        </p:nvSpPr>
        <p:spPr bwMode="auto">
          <a:xfrm>
            <a:off x="3234333" y="4501775"/>
            <a:ext cx="6129306" cy="756000"/>
          </a:xfrm>
          <a:prstGeom prst="rect">
            <a:avLst/>
          </a:prstGeom>
          <a:solidFill>
            <a:schemeClr val="bg1"/>
          </a:solidFill>
          <a:ln w="9525" algn="ctr">
            <a:no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sp>
        <p:nvSpPr>
          <p:cNvPr id="183" name="자유형 182"/>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2868098478"/>
      </p:ext>
    </p:extLst>
  </p:cSld>
  <p:clrMapOvr>
    <a:masterClrMapping/>
  </p:clrMapOvr>
  <p:transition>
    <p:wipe dir="r"/>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1:1</a:t>
            </a:r>
            <a:r>
              <a:rPr lang="ko-KR" altLang="en-US" sz="2957" b="1" dirty="0" smtClean="0">
                <a:latin typeface="맑은 고딕" panose="020B0503020000020004" pitchFamily="50" charset="-127"/>
                <a:ea typeface="맑은 고딕" panose="020B0503020000020004" pitchFamily="50" charset="-127"/>
                <a:cs typeface="+mj-cs"/>
              </a:rPr>
              <a:t>상담</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96975328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KNOU_UI_C02070000_01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en-US" altLang="ko-KR" sz="800" spc="-60" dirty="0" smtClean="0">
                <a:latin typeface="+mn-ea"/>
                <a:ea typeface="+mn-ea"/>
              </a:rPr>
              <a:t>1:1</a:t>
            </a:r>
            <a:r>
              <a:rPr lang="ko-KR" altLang="en-US" sz="800" spc="-60" dirty="0" smtClean="0">
                <a:latin typeface="+mn-ea"/>
                <a:ea typeface="+mn-ea"/>
              </a:rPr>
              <a:t>상담 </a:t>
            </a:r>
            <a:r>
              <a:rPr lang="en-US" altLang="ko-KR" sz="800" spc="-60" dirty="0" smtClean="0">
                <a:latin typeface="+mn-ea"/>
                <a:ea typeface="+mn-ea"/>
              </a:rPr>
              <a:t>&gt; </a:t>
            </a:r>
            <a:r>
              <a:rPr lang="ko-KR" altLang="en-US" sz="800" spc="-60" dirty="0" smtClean="0">
                <a:latin typeface="+mn-ea"/>
                <a:ea typeface="+mn-ea"/>
              </a:rPr>
              <a:t>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811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1:1</a:t>
              </a:r>
              <a:r>
                <a:rPr lang="ko-KR" altLang="en-US" sz="750" b="1" dirty="0" smtClean="0">
                  <a:solidFill>
                    <a:schemeClr val="bg1"/>
                  </a:solidFill>
                  <a:latin typeface="맑은 고딕" panose="020B0503020000020004" pitchFamily="50" charset="-127"/>
                  <a:ea typeface="맑은 고딕" panose="020B0503020000020004" pitchFamily="50" charset="-127"/>
                </a:rPr>
                <a:t>상담</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628697798"/>
              </p:ext>
            </p:extLst>
          </p:nvPr>
        </p:nvGraphicFramePr>
        <p:xfrm>
          <a:off x="9499029" y="1484784"/>
          <a:ext cx="1404156" cy="58434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 </a:t>
                      </a:r>
                      <a:r>
                        <a:rPr lang="ko-KR" altLang="en-US" sz="800" kern="1200" dirty="0" smtClean="0">
                          <a:solidFill>
                            <a:schemeClr val="tx1">
                              <a:lumMod val="75000"/>
                              <a:lumOff val="25000"/>
                            </a:schemeClr>
                          </a:solidFill>
                          <a:latin typeface="+mn-ea"/>
                          <a:ea typeface="+mn-ea"/>
                          <a:cs typeface="+mn-cs"/>
                        </a:rPr>
                        <a:t>등록하면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N</a:t>
                      </a:r>
                      <a:r>
                        <a:rPr lang="ko-KR" altLang="en-US" sz="800" kern="1200" dirty="0" smtClean="0">
                          <a:solidFill>
                            <a:srgbClr val="0070C0"/>
                          </a:solidFill>
                          <a:latin typeface="+mn-ea"/>
                          <a:ea typeface="+mn-ea"/>
                          <a:cs typeface="+mn-cs"/>
                        </a:rPr>
                        <a:t>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작성자만 상세보기 가능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Y</a:t>
                      </a:r>
                      <a:r>
                        <a:rPr lang="ko-KR" altLang="en-US" sz="800" kern="1200" dirty="0" smtClean="0">
                          <a:solidFill>
                            <a:srgbClr val="0070C0"/>
                          </a:solidFill>
                          <a:latin typeface="+mn-ea"/>
                          <a:ea typeface="+mn-ea"/>
                          <a:cs typeface="+mn-cs"/>
                        </a:rPr>
                        <a:t>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누구나 상세보기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New </a:t>
                      </a:r>
                      <a:r>
                        <a:rPr lang="ko-KR" altLang="en-US" sz="800" kern="1200" dirty="0" smtClean="0">
                          <a:solidFill>
                            <a:schemeClr val="tx1">
                              <a:lumMod val="75000"/>
                              <a:lumOff val="25000"/>
                            </a:schemeClr>
                          </a:solidFill>
                          <a:latin typeface="+mn-ea"/>
                          <a:ea typeface="+mn-ea"/>
                          <a:cs typeface="+mn-cs"/>
                        </a:rPr>
                        <a:t>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등록일 기준 </a:t>
                      </a:r>
                      <a:r>
                        <a:rPr lang="en-US" altLang="ko-KR" sz="800" kern="1200" dirty="0" smtClean="0">
                          <a:solidFill>
                            <a:schemeClr val="tx1">
                              <a:lumMod val="75000"/>
                              <a:lumOff val="25000"/>
                            </a:schemeClr>
                          </a:solidFill>
                          <a:latin typeface="+mn-ea"/>
                          <a:ea typeface="+mn-ea"/>
                          <a:cs typeface="+mn-cs"/>
                        </a:rPr>
                        <a:t>: 7</a:t>
                      </a:r>
                      <a:r>
                        <a:rPr lang="ko-KR" altLang="en-US" sz="800" kern="1200" dirty="0" smtClean="0">
                          <a:solidFill>
                            <a:schemeClr val="tx1">
                              <a:lumMod val="75000"/>
                              <a:lumOff val="25000"/>
                            </a:schemeClr>
                          </a:solidFill>
                          <a:latin typeface="+mn-ea"/>
                          <a:ea typeface="+mn-ea"/>
                          <a:cs typeface="+mn-cs"/>
                        </a:rPr>
                        <a:t>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첨부파일 있음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sp>
        <p:nvSpPr>
          <p:cNvPr id="712" name="Rectangle 122"/>
          <p:cNvSpPr>
            <a:spLocks noChangeArrowheads="1"/>
          </p:cNvSpPr>
          <p:nvPr/>
        </p:nvSpPr>
        <p:spPr bwMode="auto">
          <a:xfrm>
            <a:off x="8987588" y="3824648"/>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713" name="직사각형 712"/>
          <p:cNvSpPr/>
          <p:nvPr/>
        </p:nvSpPr>
        <p:spPr>
          <a:xfrm>
            <a:off x="1928663" y="3817264"/>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916" name="Group 37"/>
          <p:cNvGraphicFramePr>
            <a:graphicFrameLocks noGrp="1"/>
          </p:cNvGraphicFramePr>
          <p:nvPr>
            <p:extLst>
              <p:ext uri="{D42A27DB-BD31-4B8C-83A1-F6EECF244321}">
                <p14:modId xmlns:p14="http://schemas.microsoft.com/office/powerpoint/2010/main" val="319190003"/>
              </p:ext>
            </p:extLst>
          </p:nvPr>
        </p:nvGraphicFramePr>
        <p:xfrm>
          <a:off x="1972097" y="3424808"/>
          <a:ext cx="7476755" cy="286180"/>
        </p:xfrm>
        <a:graphic>
          <a:graphicData uri="http://schemas.openxmlformats.org/drawingml/2006/table">
            <a:tbl>
              <a:tblPr/>
              <a:tblGrid>
                <a:gridCol w="1108695">
                  <a:extLst>
                    <a:ext uri="{9D8B030D-6E8A-4147-A177-3AD203B41FA5}">
                      <a16:colId xmlns="" xmlns:a16="http://schemas.microsoft.com/office/drawing/2014/main" val="20001"/>
                    </a:ext>
                  </a:extLst>
                </a:gridCol>
                <a:gridCol w="6368060"/>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917" name="Rectangle 122"/>
          <p:cNvSpPr>
            <a:spLocks noChangeArrowheads="1"/>
          </p:cNvSpPr>
          <p:nvPr/>
        </p:nvSpPr>
        <p:spPr bwMode="auto">
          <a:xfrm>
            <a:off x="3114700" y="3479884"/>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sp>
        <p:nvSpPr>
          <p:cNvPr id="666" name="모서리가 둥근 직사각형 665"/>
          <p:cNvSpPr/>
          <p:nvPr/>
        </p:nvSpPr>
        <p:spPr>
          <a:xfrm>
            <a:off x="8483588" y="3479884"/>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en-US" altLang="ko-KR" sz="800" b="1" dirty="0" smtClean="0">
                      <a:solidFill>
                        <a:schemeClr val="tx1">
                          <a:lumMod val="75000"/>
                          <a:lumOff val="25000"/>
                        </a:schemeClr>
                      </a:solidFill>
                      <a:latin typeface="+mn-ea"/>
                      <a:ea typeface="+mn-ea"/>
                      <a:cs typeface="Calibri" pitchFamily="34" charset="0"/>
                    </a:rPr>
                    <a:t>1:1</a:t>
                  </a:r>
                  <a:r>
                    <a:rPr kumimoji="1" lang="ko-KR" altLang="en-US" sz="800" b="1" dirty="0" smtClean="0">
                      <a:solidFill>
                        <a:schemeClr val="tx1">
                          <a:lumMod val="75000"/>
                          <a:lumOff val="25000"/>
                        </a:schemeClr>
                      </a:solidFill>
                      <a:latin typeface="+mn-ea"/>
                      <a:ea typeface="+mn-ea"/>
                      <a:cs typeface="Calibri" pitchFamily="34" charset="0"/>
                    </a:rPr>
                    <a:t>상담</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68" name="모서리가 둥근 직사각형 167"/>
          <p:cNvSpPr/>
          <p:nvPr/>
        </p:nvSpPr>
        <p:spPr>
          <a:xfrm>
            <a:off x="8046118" y="382546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글쓰기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9" name="그룹 168"/>
          <p:cNvGrpSpPr/>
          <p:nvPr/>
        </p:nvGrpSpPr>
        <p:grpSpPr>
          <a:xfrm>
            <a:off x="8002516" y="3660437"/>
            <a:ext cx="234360" cy="200055"/>
            <a:chOff x="1152270" y="11706839"/>
            <a:chExt cx="234360" cy="200055"/>
          </a:xfrm>
        </p:grpSpPr>
        <p:sp>
          <p:nvSpPr>
            <p:cNvPr id="170" name="모서리가 둥근 직사각형 16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1" name="직사각형 17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172" name="Group 37"/>
          <p:cNvGraphicFramePr>
            <a:graphicFrameLocks noGrp="1"/>
          </p:cNvGraphicFramePr>
          <p:nvPr>
            <p:extLst>
              <p:ext uri="{D42A27DB-BD31-4B8C-83A1-F6EECF244321}">
                <p14:modId xmlns:p14="http://schemas.microsoft.com/office/powerpoint/2010/main" val="315204902"/>
              </p:ext>
            </p:extLst>
          </p:nvPr>
        </p:nvGraphicFramePr>
        <p:xfrm>
          <a:off x="1975898" y="4120505"/>
          <a:ext cx="7466551" cy="2604354"/>
        </p:xfrm>
        <a:graphic>
          <a:graphicData uri="http://schemas.openxmlformats.org/drawingml/2006/table">
            <a:tbl>
              <a:tblPr/>
              <a:tblGrid>
                <a:gridCol w="629143">
                  <a:extLst>
                    <a:ext uri="{9D8B030D-6E8A-4147-A177-3AD203B41FA5}">
                      <a16:colId xmlns="" xmlns:a16="http://schemas.microsoft.com/office/drawing/2014/main" val="20001"/>
                    </a:ext>
                  </a:extLst>
                </a:gridCol>
                <a:gridCol w="2707999"/>
                <a:gridCol w="880519"/>
                <a:gridCol w="708297"/>
                <a:gridCol w="551755"/>
                <a:gridCol w="551755"/>
                <a:gridCol w="551755"/>
                <a:gridCol w="442664"/>
                <a:gridCol w="442664"/>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첨부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답변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3" name="그룹 74"/>
          <p:cNvGrpSpPr>
            <a:grpSpLocks/>
          </p:cNvGrpSpPr>
          <p:nvPr/>
        </p:nvGrpSpPr>
        <p:grpSpPr bwMode="auto">
          <a:xfrm>
            <a:off x="4858228" y="6813376"/>
            <a:ext cx="1678948" cy="215444"/>
            <a:chOff x="5843761" y="3953547"/>
            <a:chExt cx="1769478" cy="256728"/>
          </a:xfrm>
        </p:grpSpPr>
        <p:sp>
          <p:nvSpPr>
            <p:cNvPr id="174"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75" name="그룹 86"/>
            <p:cNvGrpSpPr>
              <a:grpSpLocks/>
            </p:cNvGrpSpPr>
            <p:nvPr/>
          </p:nvGrpSpPr>
          <p:grpSpPr bwMode="auto">
            <a:xfrm>
              <a:off x="5889794" y="3953547"/>
              <a:ext cx="1723445" cy="256728"/>
              <a:chOff x="5889794" y="3953547"/>
              <a:chExt cx="1723445" cy="256728"/>
            </a:xfrm>
          </p:grpSpPr>
          <p:sp>
            <p:nvSpPr>
              <p:cNvPr id="176"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7"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78"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79"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0"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1"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82"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58469" y="4389270"/>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83" name="그룹 182"/>
          <p:cNvGrpSpPr/>
          <p:nvPr/>
        </p:nvGrpSpPr>
        <p:grpSpPr>
          <a:xfrm>
            <a:off x="2908201" y="4197244"/>
            <a:ext cx="234360" cy="200055"/>
            <a:chOff x="1152270" y="11706839"/>
            <a:chExt cx="234360" cy="200055"/>
          </a:xfrm>
        </p:grpSpPr>
        <p:sp>
          <p:nvSpPr>
            <p:cNvPr id="184" name="모서리가 둥근 직사각형 18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5" name="직사각형 18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18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16727" y="4379827"/>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23086" y="462747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25111" y="510409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31470" y="5351751"/>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227278" y="6067639"/>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91" name="그룹 190"/>
          <p:cNvGrpSpPr/>
          <p:nvPr/>
        </p:nvGrpSpPr>
        <p:grpSpPr>
          <a:xfrm>
            <a:off x="4385115" y="4206775"/>
            <a:ext cx="234360" cy="200055"/>
            <a:chOff x="1152270" y="11706839"/>
            <a:chExt cx="234360" cy="200055"/>
          </a:xfrm>
        </p:grpSpPr>
        <p:sp>
          <p:nvSpPr>
            <p:cNvPr id="192" name="모서리가 둥근 직사각형 1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3" name="직사각형 19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94" name="그룹 193"/>
          <p:cNvGrpSpPr/>
          <p:nvPr/>
        </p:nvGrpSpPr>
        <p:grpSpPr>
          <a:xfrm>
            <a:off x="8174310" y="4938087"/>
            <a:ext cx="234360" cy="200055"/>
            <a:chOff x="1152270" y="11706839"/>
            <a:chExt cx="234360" cy="200055"/>
          </a:xfrm>
        </p:grpSpPr>
        <p:sp>
          <p:nvSpPr>
            <p:cNvPr id="195" name="모서리가 둥근 직사각형 1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6" name="직사각형 19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197" name="자유형 196"/>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198" name="그룹 197"/>
          <p:cNvGrpSpPr/>
          <p:nvPr/>
        </p:nvGrpSpPr>
        <p:grpSpPr>
          <a:xfrm>
            <a:off x="579562" y="2166658"/>
            <a:ext cx="1386586" cy="5317057"/>
            <a:chOff x="579562" y="2166658"/>
            <a:chExt cx="1386586" cy="5317057"/>
          </a:xfrm>
        </p:grpSpPr>
        <p:grpSp>
          <p:nvGrpSpPr>
            <p:cNvPr id="199" name="그룹 198"/>
            <p:cNvGrpSpPr/>
            <p:nvPr/>
          </p:nvGrpSpPr>
          <p:grpSpPr>
            <a:xfrm>
              <a:off x="629956" y="3318264"/>
              <a:ext cx="1332000" cy="180000"/>
              <a:chOff x="666428" y="3785432"/>
              <a:chExt cx="1332000" cy="180000"/>
            </a:xfrm>
          </p:grpSpPr>
          <p:sp>
            <p:nvSpPr>
              <p:cNvPr id="346" name="모서리가 둥근 직사각형 34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4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6" y="3568824"/>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9955" y="3042501"/>
              <a:ext cx="1332000" cy="180000"/>
              <a:chOff x="666427" y="3266516"/>
              <a:chExt cx="1332000" cy="180000"/>
            </a:xfrm>
          </p:grpSpPr>
          <p:sp>
            <p:nvSpPr>
              <p:cNvPr id="325" name="모서리가 둥근 직사각형 3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2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29956" y="3854780"/>
              <a:ext cx="1332000" cy="180000"/>
              <a:chOff x="666428" y="4570824"/>
              <a:chExt cx="1332000" cy="180000"/>
            </a:xfrm>
          </p:grpSpPr>
          <p:sp>
            <p:nvSpPr>
              <p:cNvPr id="303" name="모서리가 둥근 직사각형 302"/>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kumimoji="1" lang="en-US" altLang="ko-KR" sz="800" dirty="0" smtClean="0">
                    <a:solidFill>
                      <a:schemeClr val="tx1">
                        <a:lumMod val="75000"/>
                        <a:lumOff val="25000"/>
                      </a:schemeClr>
                    </a:solidFill>
                    <a:latin typeface="+mn-ea"/>
                    <a:ea typeface="+mn-ea"/>
                    <a:cs typeface="Calibri" pitchFamily="34" charset="0"/>
                  </a:rPr>
                  <a:t>1:1</a:t>
                </a:r>
                <a:r>
                  <a:rPr kumimoji="1" lang="ko-KR" altLang="en-US" sz="800" dirty="0" smtClean="0">
                    <a:solidFill>
                      <a:schemeClr val="tx1">
                        <a:lumMod val="75000"/>
                        <a:lumOff val="25000"/>
                      </a:schemeClr>
                    </a:solidFill>
                    <a:latin typeface="+mn-ea"/>
                    <a:ea typeface="+mn-ea"/>
                    <a:cs typeface="Calibri" pitchFamily="34" charset="0"/>
                  </a:rPr>
                  <a:t>상담</a:t>
                </a:r>
                <a:endParaRPr kumimoji="1" lang="ko-KR" altLang="en-US" sz="800" dirty="0">
                  <a:solidFill>
                    <a:schemeClr val="tx1">
                      <a:lumMod val="75000"/>
                      <a:lumOff val="25000"/>
                    </a:schemeClr>
                  </a:solidFill>
                  <a:latin typeface="+mn-ea"/>
                  <a:ea typeface="+mn-ea"/>
                  <a:cs typeface="Calibri" pitchFamily="34" charset="0"/>
                </a:endParaRPr>
              </a:p>
            </p:txBody>
          </p:sp>
          <p:pic>
            <p:nvPicPr>
              <p:cNvPr id="30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6" y="5316875"/>
              <a:ext cx="1332000" cy="180000"/>
              <a:chOff x="666428" y="5096004"/>
              <a:chExt cx="1332000" cy="180000"/>
            </a:xfrm>
          </p:grpSpPr>
          <p:sp>
            <p:nvSpPr>
              <p:cNvPr id="260" name="모서리가 둥근 직사각형 25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61"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4148" y="5634789"/>
              <a:ext cx="1332000" cy="180000"/>
              <a:chOff x="666428" y="3785432"/>
              <a:chExt cx="1332000" cy="180000"/>
            </a:xfrm>
          </p:grpSpPr>
          <p:sp>
            <p:nvSpPr>
              <p:cNvPr id="258" name="모서리가 둥근 직사각형 25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5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1150" y="4135825"/>
              <a:ext cx="1332000" cy="180000"/>
              <a:chOff x="666428" y="4570824"/>
              <a:chExt cx="1332000" cy="180000"/>
            </a:xfrm>
          </p:grpSpPr>
          <p:sp>
            <p:nvSpPr>
              <p:cNvPr id="256" name="모서리가 둥근 직사각형 25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5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4423395"/>
              <a:ext cx="1332000" cy="180000"/>
              <a:chOff x="666428" y="4310612"/>
              <a:chExt cx="1332000" cy="180000"/>
            </a:xfrm>
          </p:grpSpPr>
          <p:sp>
            <p:nvSpPr>
              <p:cNvPr id="254" name="모서리가 둥근 직사각형 2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5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7" name="TextBox 20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08" name="그룹 207"/>
            <p:cNvGrpSpPr/>
            <p:nvPr/>
          </p:nvGrpSpPr>
          <p:grpSpPr>
            <a:xfrm>
              <a:off x="632520" y="4723068"/>
              <a:ext cx="1332000" cy="180000"/>
              <a:chOff x="666428" y="4310612"/>
              <a:chExt cx="1332000" cy="180000"/>
            </a:xfrm>
          </p:grpSpPr>
          <p:sp>
            <p:nvSpPr>
              <p:cNvPr id="240" name="모서리가 둥근 직사각형 23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4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2520" y="2752353"/>
              <a:ext cx="1332000" cy="180000"/>
              <a:chOff x="666427" y="3266516"/>
              <a:chExt cx="1332000" cy="180000"/>
            </a:xfrm>
          </p:grpSpPr>
          <p:sp>
            <p:nvSpPr>
              <p:cNvPr id="234" name="모서리가 둥근 직사각형 23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3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2520" y="5005767"/>
              <a:ext cx="1332000" cy="180000"/>
              <a:chOff x="666428" y="4310612"/>
              <a:chExt cx="1332000" cy="180000"/>
            </a:xfrm>
          </p:grpSpPr>
          <p:sp>
            <p:nvSpPr>
              <p:cNvPr id="232" name="모서리가 둥근 직사각형 23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3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2520" y="6227787"/>
              <a:ext cx="1332000" cy="180000"/>
              <a:chOff x="666428" y="3785432"/>
              <a:chExt cx="1332000" cy="180000"/>
            </a:xfrm>
          </p:grpSpPr>
          <p:sp>
            <p:nvSpPr>
              <p:cNvPr id="230" name="모서리가 둥근 직사각형 22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2520" y="6487872"/>
              <a:ext cx="1332000" cy="180000"/>
              <a:chOff x="666428" y="4310612"/>
              <a:chExt cx="1332000" cy="180000"/>
            </a:xfrm>
          </p:grpSpPr>
          <p:sp>
            <p:nvSpPr>
              <p:cNvPr id="228" name="모서리가 둥근 직사각형 22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2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6773828"/>
              <a:ext cx="1332000" cy="180000"/>
              <a:chOff x="666428" y="4570824"/>
              <a:chExt cx="1332000" cy="180000"/>
            </a:xfrm>
          </p:grpSpPr>
          <p:sp>
            <p:nvSpPr>
              <p:cNvPr id="226" name="모서리가 둥근 직사각형 22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7053155"/>
              <a:ext cx="1332000" cy="180000"/>
              <a:chOff x="666428" y="3785432"/>
              <a:chExt cx="1332000" cy="180000"/>
            </a:xfrm>
          </p:grpSpPr>
          <p:sp>
            <p:nvSpPr>
              <p:cNvPr id="224" name="모서리가 둥근 직사각형 22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7303715"/>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2995" y="5922821"/>
              <a:ext cx="1332000" cy="180000"/>
              <a:chOff x="666427" y="3266516"/>
              <a:chExt cx="1332000" cy="180000"/>
            </a:xfrm>
          </p:grpSpPr>
          <p:sp>
            <p:nvSpPr>
              <p:cNvPr id="218" name="모서리가 둥근 직사각형 21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1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4020395745"/>
      </p:ext>
    </p:extLst>
  </p:cSld>
  <p:clrMapOvr>
    <a:masterClrMapping/>
  </p:clrMapOvr>
  <p:transition>
    <p:wipe dir="r"/>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KNOU_UI_C02070000_02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en-US" altLang="ko-KR" sz="800" spc="-60" dirty="0" smtClean="0">
                <a:latin typeface="+mn-ea"/>
                <a:ea typeface="+mn-ea"/>
              </a:rPr>
              <a:t>1:1</a:t>
            </a:r>
            <a:r>
              <a:rPr lang="ko-KR" altLang="en-US" sz="800" spc="-60" dirty="0" smtClean="0">
                <a:latin typeface="+mn-ea"/>
                <a:ea typeface="+mn-ea"/>
              </a:rPr>
              <a:t>상담 </a:t>
            </a:r>
            <a:r>
              <a:rPr lang="en-US" altLang="ko-KR" sz="800" spc="-60" dirty="0" smtClean="0">
                <a:latin typeface="+mn-ea"/>
                <a:ea typeface="+mn-ea"/>
              </a:rPr>
              <a:t>&gt; </a:t>
            </a:r>
            <a:r>
              <a:rPr lang="ko-KR" altLang="en-US" sz="800" spc="-60" dirty="0" smtClean="0">
                <a:latin typeface="+mn-ea"/>
                <a:ea typeface="+mn-ea"/>
              </a:rPr>
              <a:t>등록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1610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1:1</a:t>
              </a:r>
              <a:r>
                <a:rPr lang="ko-KR" altLang="en-US" sz="750" b="1" dirty="0" smtClean="0">
                  <a:solidFill>
                    <a:schemeClr val="bg1"/>
                  </a:solidFill>
                  <a:latin typeface="맑은 고딕" panose="020B0503020000020004" pitchFamily="50" charset="-127"/>
                  <a:ea typeface="맑은 고딕" panose="020B0503020000020004" pitchFamily="50" charset="-127"/>
                </a:rPr>
                <a:t>상담</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033898054"/>
              </p:ext>
            </p:extLst>
          </p:nvPr>
        </p:nvGraphicFramePr>
        <p:xfrm>
          <a:off x="9499029" y="1484784"/>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1:1</a:t>
                      </a:r>
                      <a:r>
                        <a:rPr lang="ko-KR" altLang="en-US" sz="800" kern="1200" dirty="0" smtClean="0">
                          <a:solidFill>
                            <a:schemeClr val="tx1">
                              <a:lumMod val="75000"/>
                              <a:lumOff val="25000"/>
                            </a:schemeClr>
                          </a:solidFill>
                          <a:latin typeface="+mn-ea"/>
                          <a:ea typeface="+mn-ea"/>
                          <a:cs typeface="+mn-cs"/>
                        </a:rPr>
                        <a:t>상담</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저장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비밀글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사용여부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사용 체크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a:t>
                      </a:r>
                      <a:r>
                        <a:rPr lang="ko-KR" altLang="en-US" sz="800" kern="1200" dirty="0" smtClean="0">
                          <a:solidFill>
                            <a:srgbClr val="0070C0"/>
                          </a:solidFill>
                          <a:latin typeface="+mn-ea"/>
                          <a:ea typeface="+mn-ea"/>
                          <a:cs typeface="+mn-cs"/>
                        </a:rPr>
                        <a:t>아니오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작성자만 상세보기 가능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a:t>
                      </a:r>
                      <a:r>
                        <a:rPr lang="ko-KR" altLang="en-US" sz="800" kern="1200" dirty="0" smtClean="0">
                          <a:solidFill>
                            <a:srgbClr val="0070C0"/>
                          </a:solidFill>
                          <a:latin typeface="+mn-ea"/>
                          <a:ea typeface="+mn-ea"/>
                          <a:cs typeface="+mn-cs"/>
                        </a:rPr>
                        <a:t>예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누구나 상세보기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en-US" altLang="ko-KR" sz="800" b="1" dirty="0" smtClean="0">
                      <a:solidFill>
                        <a:schemeClr val="tx1">
                          <a:lumMod val="75000"/>
                          <a:lumOff val="25000"/>
                        </a:schemeClr>
                      </a:solidFill>
                      <a:latin typeface="+mn-ea"/>
                      <a:ea typeface="+mn-ea"/>
                      <a:cs typeface="Calibri" pitchFamily="34" charset="0"/>
                    </a:rPr>
                    <a:t>1:1</a:t>
                  </a:r>
                  <a:r>
                    <a:rPr kumimoji="1" lang="ko-KR" altLang="en-US" sz="800" b="1" dirty="0" smtClean="0">
                      <a:solidFill>
                        <a:schemeClr val="tx1">
                          <a:lumMod val="75000"/>
                          <a:lumOff val="25000"/>
                        </a:schemeClr>
                      </a:solidFill>
                      <a:latin typeface="+mn-ea"/>
                      <a:ea typeface="+mn-ea"/>
                      <a:cs typeface="Calibri" pitchFamily="34" charset="0"/>
                    </a:rPr>
                    <a:t>상담</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98" name="직사각형 197"/>
          <p:cNvSpPr/>
          <p:nvPr/>
        </p:nvSpPr>
        <p:spPr>
          <a:xfrm>
            <a:off x="1981622" y="3432781"/>
            <a:ext cx="7470000" cy="498110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796550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199" name="꺾인 연결선 198"/>
          <p:cNvCxnSpPr/>
          <p:nvPr/>
        </p:nvCxnSpPr>
        <p:spPr>
          <a:xfrm rot="5400000" flipH="1" flipV="1">
            <a:off x="10297814" y="1243786"/>
            <a:ext cx="41562" cy="4521649"/>
          </a:xfrm>
          <a:prstGeom prst="bentConnector3">
            <a:avLst>
              <a:gd name="adj1" fmla="val 650022"/>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200" name="Group 37"/>
          <p:cNvGraphicFramePr>
            <a:graphicFrameLocks noGrp="1"/>
          </p:cNvGraphicFramePr>
          <p:nvPr>
            <p:extLst>
              <p:ext uri="{D42A27DB-BD31-4B8C-83A1-F6EECF244321}">
                <p14:modId xmlns:p14="http://schemas.microsoft.com/office/powerpoint/2010/main" val="1441386193"/>
              </p:ext>
            </p:extLst>
          </p:nvPr>
        </p:nvGraphicFramePr>
        <p:xfrm>
          <a:off x="1972097" y="3823900"/>
          <a:ext cx="7470353" cy="2845748"/>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부가 옵션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공개여부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1" name="모서리가 둥근 직사각형 200"/>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2" name="모서리가 둥근 직사각형 201"/>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3" name="Rectangle 122"/>
          <p:cNvSpPr>
            <a:spLocks noChangeArrowheads="1"/>
          </p:cNvSpPr>
          <p:nvPr/>
        </p:nvSpPr>
        <p:spPr bwMode="auto">
          <a:xfrm>
            <a:off x="3215283" y="3870573"/>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bg1">
                    <a:lumMod val="65000"/>
                  </a:schemeClr>
                </a:solidFill>
                <a:latin typeface="+mn-ea"/>
                <a:ea typeface="+mn-ea"/>
              </a:rPr>
              <a:t>제목 입력</a:t>
            </a:r>
            <a:endParaRPr lang="ko-KR" altLang="en-US" sz="800" kern="0" dirty="0">
              <a:solidFill>
                <a:schemeClr val="bg1">
                  <a:lumMod val="65000"/>
                </a:schemeClr>
              </a:solidFill>
              <a:latin typeface="+mn-ea"/>
              <a:ea typeface="+mn-ea"/>
            </a:endParaRPr>
          </a:p>
        </p:txBody>
      </p:sp>
      <p:pic>
        <p:nvPicPr>
          <p:cNvPr id="20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15180" y="4189152"/>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5" name="그룹 204"/>
          <p:cNvGrpSpPr/>
          <p:nvPr/>
        </p:nvGrpSpPr>
        <p:grpSpPr>
          <a:xfrm>
            <a:off x="3224808" y="5479132"/>
            <a:ext cx="6151786" cy="556264"/>
            <a:chOff x="1202386" y="5786120"/>
            <a:chExt cx="6151786" cy="556264"/>
          </a:xfrm>
        </p:grpSpPr>
        <p:sp>
          <p:nvSpPr>
            <p:cNvPr id="206" name="직사각형 205"/>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07"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8"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209" name="TextBox 208"/>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210" name="그룹 209"/>
            <p:cNvGrpSpPr/>
            <p:nvPr/>
          </p:nvGrpSpPr>
          <p:grpSpPr>
            <a:xfrm>
              <a:off x="1203366" y="6126940"/>
              <a:ext cx="2149735" cy="215444"/>
              <a:chOff x="1856656" y="7442398"/>
              <a:chExt cx="2149735" cy="215444"/>
            </a:xfrm>
          </p:grpSpPr>
          <p:sp>
            <p:nvSpPr>
              <p:cNvPr id="211" name="직사각형 210"/>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12" name="직사각형 211"/>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213" name="그룹 212"/>
          <p:cNvGrpSpPr/>
          <p:nvPr/>
        </p:nvGrpSpPr>
        <p:grpSpPr>
          <a:xfrm>
            <a:off x="3231373" y="6122262"/>
            <a:ext cx="795048" cy="223607"/>
            <a:chOff x="3267377" y="4473116"/>
            <a:chExt cx="795048" cy="223607"/>
          </a:xfrm>
        </p:grpSpPr>
        <p:sp>
          <p:nvSpPr>
            <p:cNvPr id="214" name="TextBox 213"/>
            <p:cNvSpPr txBox="1"/>
            <p:nvPr/>
          </p:nvSpPr>
          <p:spPr>
            <a:xfrm>
              <a:off x="3342425" y="4473116"/>
              <a:ext cx="720000" cy="223607"/>
            </a:xfrm>
            <a:prstGeom prst="rect">
              <a:avLst/>
            </a:prstGeom>
            <a:noFill/>
          </p:spPr>
          <p:txBody>
            <a:bodyPr wrap="square" rtlCol="0" anchor="ctr">
              <a:noAutofit/>
            </a:bodyPr>
            <a:lstStyle/>
            <a:p>
              <a:r>
                <a:rPr lang="ko-KR" altLang="en-US" sz="800" kern="0" dirty="0" smtClean="0">
                  <a:solidFill>
                    <a:schemeClr val="tx1">
                      <a:lumMod val="85000"/>
                      <a:lumOff val="15000"/>
                    </a:schemeClr>
                  </a:solidFill>
                  <a:latin typeface="+mn-ea"/>
                  <a:ea typeface="+mn-ea"/>
                  <a:cs typeface="Arial" charset="0"/>
                </a:rPr>
                <a:t>댓글 사용</a:t>
              </a:r>
              <a:endParaRPr lang="ko-KR" altLang="en-US" sz="800" kern="0" dirty="0">
                <a:solidFill>
                  <a:schemeClr val="tx1">
                    <a:lumMod val="85000"/>
                    <a:lumOff val="15000"/>
                  </a:schemeClr>
                </a:solidFill>
                <a:latin typeface="+mn-ea"/>
                <a:ea typeface="+mn-ea"/>
                <a:cs typeface="Arial" charset="0"/>
              </a:endParaRPr>
            </a:p>
          </p:txBody>
        </p:sp>
        <p:sp>
          <p:nvSpPr>
            <p:cNvPr id="215" name="직사각형 214"/>
            <p:cNvSpPr/>
            <p:nvPr/>
          </p:nvSpPr>
          <p:spPr>
            <a:xfrm>
              <a:off x="3267377" y="4530568"/>
              <a:ext cx="116381" cy="108000"/>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216" name="그룹 215"/>
          <p:cNvGrpSpPr/>
          <p:nvPr/>
        </p:nvGrpSpPr>
        <p:grpSpPr>
          <a:xfrm>
            <a:off x="2980923" y="6136289"/>
            <a:ext cx="234360" cy="200055"/>
            <a:chOff x="1152270" y="11716364"/>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19" name="그룹 218"/>
          <p:cNvGrpSpPr/>
          <p:nvPr/>
        </p:nvGrpSpPr>
        <p:grpSpPr>
          <a:xfrm>
            <a:off x="7576490" y="3354640"/>
            <a:ext cx="234360" cy="200055"/>
            <a:chOff x="1152270" y="11716364"/>
            <a:chExt cx="234360" cy="200055"/>
          </a:xfrm>
        </p:grpSpPr>
        <p:sp>
          <p:nvSpPr>
            <p:cNvPr id="220" name="모서리가 둥근 직사각형 2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1" name="직사각형 22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222" name="직사각형 221"/>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등록</a:t>
            </a:r>
            <a:endParaRPr lang="ko-KR" altLang="en-US" sz="800" dirty="0">
              <a:solidFill>
                <a:srgbClr val="FF0000"/>
              </a:solidFill>
              <a:latin typeface="+mn-ea"/>
              <a:ea typeface="+mn-ea"/>
            </a:endParaRPr>
          </a:p>
        </p:txBody>
      </p:sp>
      <p:grpSp>
        <p:nvGrpSpPr>
          <p:cNvPr id="223" name="그룹 222"/>
          <p:cNvGrpSpPr/>
          <p:nvPr/>
        </p:nvGrpSpPr>
        <p:grpSpPr>
          <a:xfrm>
            <a:off x="10921809" y="4762933"/>
            <a:ext cx="3289335" cy="1107665"/>
            <a:chOff x="10921809" y="3789759"/>
            <a:chExt cx="3289335" cy="1107665"/>
          </a:xfrm>
        </p:grpSpPr>
        <p:grpSp>
          <p:nvGrpSpPr>
            <p:cNvPr id="224" name="그룹 223"/>
            <p:cNvGrpSpPr/>
            <p:nvPr/>
          </p:nvGrpSpPr>
          <p:grpSpPr>
            <a:xfrm>
              <a:off x="10921809" y="3789759"/>
              <a:ext cx="3289335" cy="1107665"/>
              <a:chOff x="-692625" y="294998"/>
              <a:chExt cx="3289335" cy="1107665"/>
            </a:xfrm>
          </p:grpSpPr>
          <p:grpSp>
            <p:nvGrpSpPr>
              <p:cNvPr id="226" name="그룹 225"/>
              <p:cNvGrpSpPr/>
              <p:nvPr/>
            </p:nvGrpSpPr>
            <p:grpSpPr>
              <a:xfrm>
                <a:off x="-692625" y="294998"/>
                <a:ext cx="3289335" cy="1107665"/>
                <a:chOff x="1061816" y="3176972"/>
                <a:chExt cx="3289335" cy="1107665"/>
              </a:xfrm>
            </p:grpSpPr>
            <p:sp>
              <p:nvSpPr>
                <p:cNvPr id="228" name="직사각형 227"/>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9" name="직사각형 228"/>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0" name="직사각형 229"/>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231" name="직사각형 230"/>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227" name="직사각형 226"/>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저장되었습니다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225" name="모서리가 둥근 직사각형 224"/>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232" name="그룹 231"/>
          <p:cNvGrpSpPr/>
          <p:nvPr/>
        </p:nvGrpSpPr>
        <p:grpSpPr>
          <a:xfrm>
            <a:off x="10920139" y="3582541"/>
            <a:ext cx="3289335" cy="1107665"/>
            <a:chOff x="10960564" y="1312622"/>
            <a:chExt cx="3289335" cy="1107665"/>
          </a:xfrm>
        </p:grpSpPr>
        <p:grpSp>
          <p:nvGrpSpPr>
            <p:cNvPr id="233" name="그룹 232"/>
            <p:cNvGrpSpPr/>
            <p:nvPr/>
          </p:nvGrpSpPr>
          <p:grpSpPr>
            <a:xfrm>
              <a:off x="10960564" y="1312622"/>
              <a:ext cx="3289335" cy="1107665"/>
              <a:chOff x="-692625" y="294998"/>
              <a:chExt cx="3289335" cy="1107665"/>
            </a:xfrm>
          </p:grpSpPr>
          <p:grpSp>
            <p:nvGrpSpPr>
              <p:cNvPr id="239" name="그룹 238"/>
              <p:cNvGrpSpPr/>
              <p:nvPr/>
            </p:nvGrpSpPr>
            <p:grpSpPr>
              <a:xfrm>
                <a:off x="-692625" y="294998"/>
                <a:ext cx="3289335" cy="1107665"/>
                <a:chOff x="1061816" y="3176972"/>
                <a:chExt cx="3289335" cy="1107665"/>
              </a:xfrm>
            </p:grpSpPr>
            <p:sp>
              <p:nvSpPr>
                <p:cNvPr id="241" name="직사각형 240"/>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54" name="직사각형 253"/>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55" name="직사각형 254"/>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256" name="직사각형 255"/>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240" name="직사각형 239"/>
              <p:cNvSpPr/>
              <p:nvPr/>
            </p:nvSpPr>
            <p:spPr>
              <a:xfrm>
                <a:off x="325507" y="666797"/>
                <a:ext cx="1343638"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제목은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234" name="모서리가 둥근 직사각형 233"/>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257" name="1/2 액자 256"/>
          <p:cNvSpPr>
            <a:spLocks noChangeAspect="1"/>
          </p:cNvSpPr>
          <p:nvPr/>
        </p:nvSpPr>
        <p:spPr bwMode="auto">
          <a:xfrm rot="13500000">
            <a:off x="3279229" y="6184168"/>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grpSp>
        <p:nvGrpSpPr>
          <p:cNvPr id="182" name="그룹 181"/>
          <p:cNvGrpSpPr/>
          <p:nvPr/>
        </p:nvGrpSpPr>
        <p:grpSpPr>
          <a:xfrm>
            <a:off x="3181942" y="6429202"/>
            <a:ext cx="450531" cy="187200"/>
            <a:chOff x="3241762" y="4323479"/>
            <a:chExt cx="450531" cy="187200"/>
          </a:xfrm>
        </p:grpSpPr>
        <p:pic>
          <p:nvPicPr>
            <p:cNvPr id="183"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89093" y="4323479"/>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4" name="TextBox 183"/>
            <p:cNvSpPr txBox="1"/>
            <p:nvPr/>
          </p:nvSpPr>
          <p:spPr>
            <a:xfrm>
              <a:off x="3241762" y="4338327"/>
              <a:ext cx="398813" cy="160860"/>
            </a:xfrm>
            <a:prstGeom prst="rect">
              <a:avLst/>
            </a:prstGeom>
            <a:noFill/>
          </p:spPr>
          <p:txBody>
            <a:bodyPr wrap="square" rtlCol="0" anchor="ctr">
              <a:noAutofit/>
            </a:bodyPr>
            <a:lstStyle/>
            <a:p>
              <a:r>
                <a:rPr lang="ko-KR" altLang="en-US" sz="800" dirty="0" smtClean="0">
                  <a:solidFill>
                    <a:schemeClr val="bg1"/>
                  </a:solidFill>
                  <a:latin typeface="+mj-ea"/>
                  <a:ea typeface="+mj-ea"/>
                </a:rPr>
                <a:t>공개</a:t>
              </a:r>
              <a:endParaRPr lang="en-US" altLang="ko-KR" sz="800" dirty="0">
                <a:solidFill>
                  <a:schemeClr val="bg1"/>
                </a:solidFill>
                <a:latin typeface="+mj-ea"/>
                <a:ea typeface="+mj-ea"/>
              </a:endParaRPr>
            </a:p>
          </p:txBody>
        </p:sp>
      </p:grpSp>
      <p:grpSp>
        <p:nvGrpSpPr>
          <p:cNvPr id="185" name="그룹 184"/>
          <p:cNvGrpSpPr/>
          <p:nvPr/>
        </p:nvGrpSpPr>
        <p:grpSpPr>
          <a:xfrm>
            <a:off x="2980209" y="6425872"/>
            <a:ext cx="234360" cy="200055"/>
            <a:chOff x="1152270" y="11716364"/>
            <a:chExt cx="234360" cy="200055"/>
          </a:xfrm>
        </p:grpSpPr>
        <p:sp>
          <p:nvSpPr>
            <p:cNvPr id="186" name="모서리가 둥근 직사각형 1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7" name="직사각형 18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188" name="자유형 187"/>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189" name="그룹 188"/>
          <p:cNvGrpSpPr/>
          <p:nvPr/>
        </p:nvGrpSpPr>
        <p:grpSpPr>
          <a:xfrm>
            <a:off x="579562" y="2166658"/>
            <a:ext cx="1386586" cy="5317057"/>
            <a:chOff x="579562" y="2166658"/>
            <a:chExt cx="1386586" cy="5317057"/>
          </a:xfrm>
        </p:grpSpPr>
        <p:grpSp>
          <p:nvGrpSpPr>
            <p:cNvPr id="190" name="그룹 189"/>
            <p:cNvGrpSpPr/>
            <p:nvPr/>
          </p:nvGrpSpPr>
          <p:grpSpPr>
            <a:xfrm>
              <a:off x="629956" y="3318264"/>
              <a:ext cx="1332000" cy="180000"/>
              <a:chOff x="666428" y="3785432"/>
              <a:chExt cx="1332000" cy="180000"/>
            </a:xfrm>
          </p:grpSpPr>
          <p:sp>
            <p:nvSpPr>
              <p:cNvPr id="396" name="모서리가 둥근 직사각형 39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9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9956" y="3568824"/>
              <a:ext cx="1332000" cy="180000"/>
              <a:chOff x="666428" y="4310612"/>
              <a:chExt cx="1332000" cy="180000"/>
            </a:xfrm>
          </p:grpSpPr>
          <p:sp>
            <p:nvSpPr>
              <p:cNvPr id="394" name="모서리가 둥근 직사각형 39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9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29955" y="3042501"/>
              <a:ext cx="1332000" cy="180000"/>
              <a:chOff x="666427" y="3266516"/>
              <a:chExt cx="1332000" cy="180000"/>
            </a:xfrm>
          </p:grpSpPr>
          <p:sp>
            <p:nvSpPr>
              <p:cNvPr id="392" name="모서리가 둥근 직사각형 39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9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29956" y="3854780"/>
              <a:ext cx="1332000" cy="180000"/>
              <a:chOff x="666428" y="4570824"/>
              <a:chExt cx="1332000" cy="180000"/>
            </a:xfrm>
          </p:grpSpPr>
          <p:sp>
            <p:nvSpPr>
              <p:cNvPr id="390" name="모서리가 둥근 직사각형 389"/>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kumimoji="1" lang="en-US" altLang="ko-KR" sz="800" dirty="0" smtClean="0">
                    <a:solidFill>
                      <a:schemeClr val="tx1">
                        <a:lumMod val="75000"/>
                        <a:lumOff val="25000"/>
                      </a:schemeClr>
                    </a:solidFill>
                    <a:latin typeface="+mn-ea"/>
                    <a:ea typeface="+mn-ea"/>
                    <a:cs typeface="Calibri" pitchFamily="34" charset="0"/>
                  </a:rPr>
                  <a:t>1:1</a:t>
                </a:r>
                <a:r>
                  <a:rPr kumimoji="1" lang="ko-KR" altLang="en-US" sz="800" dirty="0" smtClean="0">
                    <a:solidFill>
                      <a:schemeClr val="tx1">
                        <a:lumMod val="75000"/>
                        <a:lumOff val="25000"/>
                      </a:schemeClr>
                    </a:solidFill>
                    <a:latin typeface="+mn-ea"/>
                    <a:ea typeface="+mn-ea"/>
                    <a:cs typeface="Calibri" pitchFamily="34" charset="0"/>
                  </a:rPr>
                  <a:t>상담</a:t>
                </a:r>
                <a:endParaRPr kumimoji="1" lang="ko-KR" altLang="en-US" sz="800" dirty="0">
                  <a:solidFill>
                    <a:schemeClr val="tx1">
                      <a:lumMod val="75000"/>
                      <a:lumOff val="25000"/>
                    </a:schemeClr>
                  </a:solidFill>
                  <a:latin typeface="+mn-ea"/>
                  <a:ea typeface="+mn-ea"/>
                  <a:cs typeface="Calibri" pitchFamily="34" charset="0"/>
                </a:endParaRPr>
              </a:p>
            </p:txBody>
          </p:sp>
          <p:pic>
            <p:nvPicPr>
              <p:cNvPr id="39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29956" y="5316875"/>
              <a:ext cx="1332000" cy="180000"/>
              <a:chOff x="666428" y="5096004"/>
              <a:chExt cx="1332000" cy="180000"/>
            </a:xfrm>
          </p:grpSpPr>
          <p:sp>
            <p:nvSpPr>
              <p:cNvPr id="388" name="모서리가 둥근 직사각형 387"/>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89"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4148" y="5634789"/>
              <a:ext cx="1332000" cy="180000"/>
              <a:chOff x="666428" y="3785432"/>
              <a:chExt cx="1332000" cy="180000"/>
            </a:xfrm>
          </p:grpSpPr>
          <p:sp>
            <p:nvSpPr>
              <p:cNvPr id="386" name="모서리가 둥근 직사각형 38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8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1150" y="4135825"/>
              <a:ext cx="1332000" cy="180000"/>
              <a:chOff x="666428" y="4570824"/>
              <a:chExt cx="1332000" cy="180000"/>
            </a:xfrm>
          </p:grpSpPr>
          <p:sp>
            <p:nvSpPr>
              <p:cNvPr id="384" name="모서리가 둥근 직사각형 38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8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29956" y="4423395"/>
              <a:ext cx="1332000" cy="180000"/>
              <a:chOff x="666428" y="4310612"/>
              <a:chExt cx="1332000" cy="180000"/>
            </a:xfrm>
          </p:grpSpPr>
          <p:sp>
            <p:nvSpPr>
              <p:cNvPr id="382" name="모서리가 둥근 직사각형 38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8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8" name="TextBox 25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9" name="그룹 258"/>
            <p:cNvGrpSpPr/>
            <p:nvPr/>
          </p:nvGrpSpPr>
          <p:grpSpPr>
            <a:xfrm>
              <a:off x="632520" y="4723068"/>
              <a:ext cx="1332000" cy="180000"/>
              <a:chOff x="666428" y="4310612"/>
              <a:chExt cx="1332000" cy="180000"/>
            </a:xfrm>
          </p:grpSpPr>
          <p:sp>
            <p:nvSpPr>
              <p:cNvPr id="380" name="모서리가 둥근 직사각형 37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8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32520" y="2752353"/>
              <a:ext cx="1332000" cy="180000"/>
              <a:chOff x="666427" y="3266516"/>
              <a:chExt cx="1332000" cy="180000"/>
            </a:xfrm>
          </p:grpSpPr>
          <p:sp>
            <p:nvSpPr>
              <p:cNvPr id="378" name="모서리가 둥근 직사각형 37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7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1" name="그룹 260"/>
            <p:cNvGrpSpPr/>
            <p:nvPr/>
          </p:nvGrpSpPr>
          <p:grpSpPr>
            <a:xfrm>
              <a:off x="632520" y="5005767"/>
              <a:ext cx="1332000" cy="180000"/>
              <a:chOff x="666428" y="4310612"/>
              <a:chExt cx="1332000" cy="180000"/>
            </a:xfrm>
          </p:grpSpPr>
          <p:sp>
            <p:nvSpPr>
              <p:cNvPr id="376" name="모서리가 둥근 직사각형 37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7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3" name="그룹 302"/>
            <p:cNvGrpSpPr/>
            <p:nvPr/>
          </p:nvGrpSpPr>
          <p:grpSpPr>
            <a:xfrm>
              <a:off x="632520" y="6227787"/>
              <a:ext cx="1332000" cy="180000"/>
              <a:chOff x="666428" y="3785432"/>
              <a:chExt cx="1332000" cy="180000"/>
            </a:xfrm>
          </p:grpSpPr>
          <p:sp>
            <p:nvSpPr>
              <p:cNvPr id="372" name="모서리가 둥근 직사각형 37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7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4" name="그룹 303"/>
            <p:cNvGrpSpPr/>
            <p:nvPr/>
          </p:nvGrpSpPr>
          <p:grpSpPr>
            <a:xfrm>
              <a:off x="632520" y="6487872"/>
              <a:ext cx="1332000" cy="180000"/>
              <a:chOff x="666428" y="4310612"/>
              <a:chExt cx="1332000" cy="180000"/>
            </a:xfrm>
          </p:grpSpPr>
          <p:sp>
            <p:nvSpPr>
              <p:cNvPr id="370" name="모서리가 둥근 직사각형 36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7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5" name="그룹 324"/>
            <p:cNvGrpSpPr/>
            <p:nvPr/>
          </p:nvGrpSpPr>
          <p:grpSpPr>
            <a:xfrm>
              <a:off x="632520" y="6773828"/>
              <a:ext cx="1332000" cy="180000"/>
              <a:chOff x="666428" y="4570824"/>
              <a:chExt cx="1332000" cy="180000"/>
            </a:xfrm>
          </p:grpSpPr>
          <p:sp>
            <p:nvSpPr>
              <p:cNvPr id="368" name="모서리가 둥근 직사각형 36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6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7053155"/>
              <a:ext cx="1332000" cy="180000"/>
              <a:chOff x="666428" y="3785432"/>
              <a:chExt cx="1332000" cy="180000"/>
            </a:xfrm>
          </p:grpSpPr>
          <p:sp>
            <p:nvSpPr>
              <p:cNvPr id="366" name="모서리가 둥근 직사각형 36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6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3" name="그룹 342"/>
            <p:cNvGrpSpPr/>
            <p:nvPr/>
          </p:nvGrpSpPr>
          <p:grpSpPr>
            <a:xfrm>
              <a:off x="632520" y="7303715"/>
              <a:ext cx="1332000" cy="180000"/>
              <a:chOff x="666428" y="4310612"/>
              <a:chExt cx="1332000" cy="180000"/>
            </a:xfrm>
          </p:grpSpPr>
          <p:sp>
            <p:nvSpPr>
              <p:cNvPr id="364" name="모서리가 둥근 직사각형 36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6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22995" y="5922821"/>
              <a:ext cx="1332000" cy="180000"/>
              <a:chOff x="666427" y="3266516"/>
              <a:chExt cx="1332000" cy="180000"/>
            </a:xfrm>
          </p:grpSpPr>
          <p:sp>
            <p:nvSpPr>
              <p:cNvPr id="347" name="모서리가 둥근 직사각형 34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5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443674792"/>
      </p:ext>
    </p:extLst>
  </p:cSld>
  <p:clrMapOvr>
    <a:masterClrMapping/>
  </p:clrMapOvr>
  <p:transition>
    <p:wipe dir="r"/>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KNOU_UI_C02070000_03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en-US" altLang="ko-KR" sz="800" spc="-60" dirty="0" smtClean="0">
                <a:latin typeface="+mn-ea"/>
                <a:ea typeface="+mn-ea"/>
              </a:rPr>
              <a:t>1:1</a:t>
            </a:r>
            <a:r>
              <a:rPr lang="ko-KR" altLang="en-US" sz="800" spc="-60" dirty="0" smtClean="0">
                <a:latin typeface="+mn-ea"/>
                <a:ea typeface="+mn-ea"/>
              </a:rPr>
              <a:t>상담 </a:t>
            </a:r>
            <a:r>
              <a:rPr lang="en-US" altLang="ko-KR" sz="800" spc="-60" dirty="0" smtClean="0">
                <a:latin typeface="+mn-ea"/>
                <a:ea typeface="+mn-ea"/>
              </a:rPr>
              <a:t>&gt; </a:t>
            </a:r>
            <a:r>
              <a:rPr lang="ko-KR" altLang="en-US" sz="800" spc="-60" dirty="0" smtClean="0">
                <a:latin typeface="+mn-ea"/>
                <a:ea typeface="+mn-ea"/>
              </a:rPr>
              <a:t>상세보기 </a:t>
            </a:r>
            <a:r>
              <a:rPr lang="en-US" altLang="ko-KR" sz="800" spc="-60" dirty="0" smtClean="0">
                <a:latin typeface="+mn-ea"/>
                <a:ea typeface="+mn-ea"/>
              </a:rPr>
              <a:t>: </a:t>
            </a:r>
            <a:r>
              <a:rPr lang="ko-KR" altLang="en-US" sz="800" spc="-60" dirty="0" smtClean="0">
                <a:latin typeface="+mn-ea"/>
                <a:ea typeface="+mn-ea"/>
              </a:rPr>
              <a:t>답변완료</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982847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1:1</a:t>
              </a:r>
              <a:r>
                <a:rPr lang="ko-KR" altLang="en-US" sz="750" b="1" dirty="0" smtClean="0">
                  <a:solidFill>
                    <a:schemeClr val="bg1"/>
                  </a:solidFill>
                  <a:latin typeface="맑은 고딕" panose="020B0503020000020004" pitchFamily="50" charset="-127"/>
                  <a:ea typeface="맑은 고딕" panose="020B0503020000020004" pitchFamily="50" charset="-127"/>
                </a:rPr>
                <a:t>상담</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en-US" altLang="ko-KR" sz="800" b="1" dirty="0" smtClean="0">
                      <a:solidFill>
                        <a:schemeClr val="tx1">
                          <a:lumMod val="75000"/>
                          <a:lumOff val="25000"/>
                        </a:schemeClr>
                      </a:solidFill>
                      <a:latin typeface="+mn-ea"/>
                      <a:ea typeface="+mn-ea"/>
                      <a:cs typeface="Calibri" pitchFamily="34" charset="0"/>
                    </a:rPr>
                    <a:t>1:1</a:t>
                  </a:r>
                  <a:r>
                    <a:rPr kumimoji="1" lang="ko-KR" altLang="en-US" sz="800" b="1" dirty="0" smtClean="0">
                      <a:solidFill>
                        <a:schemeClr val="tx1">
                          <a:lumMod val="75000"/>
                          <a:lumOff val="25000"/>
                        </a:schemeClr>
                      </a:solidFill>
                      <a:latin typeface="+mn-ea"/>
                      <a:ea typeface="+mn-ea"/>
                      <a:cs typeface="Calibri" pitchFamily="34" charset="0"/>
                    </a:rPr>
                    <a:t>상담</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98" name="직사각형 197"/>
          <p:cNvSpPr/>
          <p:nvPr/>
        </p:nvSpPr>
        <p:spPr>
          <a:xfrm>
            <a:off x="1981622" y="3432781"/>
            <a:ext cx="7470000" cy="61061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148708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8" name="직사각형 187"/>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상세보기</a:t>
            </a:r>
            <a:endParaRPr lang="ko-KR" altLang="en-US" sz="800" dirty="0">
              <a:solidFill>
                <a:srgbClr val="FF0000"/>
              </a:solidFill>
              <a:latin typeface="+mn-ea"/>
              <a:ea typeface="+mn-ea"/>
            </a:endParaRPr>
          </a:p>
        </p:txBody>
      </p:sp>
      <p:graphicFrame>
        <p:nvGraphicFramePr>
          <p:cNvPr id="189" name="Group 37"/>
          <p:cNvGraphicFramePr>
            <a:graphicFrameLocks noGrp="1"/>
          </p:cNvGraphicFramePr>
          <p:nvPr>
            <p:extLst>
              <p:ext uri="{D42A27DB-BD31-4B8C-83A1-F6EECF244321}">
                <p14:modId xmlns:p14="http://schemas.microsoft.com/office/powerpoint/2010/main" val="640709167"/>
              </p:ext>
            </p:extLst>
          </p:nvPr>
        </p:nvGraphicFramePr>
        <p:xfrm>
          <a:off x="1972097" y="3813423"/>
          <a:ext cx="7470353" cy="1958320"/>
        </p:xfrm>
        <a:graphic>
          <a:graphicData uri="http://schemas.openxmlformats.org/drawingml/2006/table">
            <a:tbl>
              <a:tblPr/>
              <a:tblGrid>
                <a:gridCol w="1203774"/>
                <a:gridCol w="6266579"/>
              </a:tblGrid>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2026.10.20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3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공개여부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90" name="그룹 189"/>
          <p:cNvGrpSpPr/>
          <p:nvPr/>
        </p:nvGrpSpPr>
        <p:grpSpPr>
          <a:xfrm>
            <a:off x="3224808" y="4351387"/>
            <a:ext cx="6139730" cy="763513"/>
            <a:chOff x="2226221" y="5606194"/>
            <a:chExt cx="5619740" cy="763513"/>
          </a:xfrm>
        </p:grpSpPr>
        <p:sp>
          <p:nvSpPr>
            <p:cNvPr id="191"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pic>
          <p:nvPicPr>
            <p:cNvPr id="19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93"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7491" y="3894956"/>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94" name="그룹 193"/>
          <p:cNvGrpSpPr/>
          <p:nvPr/>
        </p:nvGrpSpPr>
        <p:grpSpPr>
          <a:xfrm>
            <a:off x="3215103" y="5253583"/>
            <a:ext cx="2160000" cy="180000"/>
            <a:chOff x="3215103" y="4408537"/>
            <a:chExt cx="2160000" cy="180000"/>
          </a:xfrm>
        </p:grpSpPr>
        <p:sp>
          <p:nvSpPr>
            <p:cNvPr id="195" name="직사각형 194"/>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96"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197" name="직선 연결선 196"/>
          <p:cNvCxnSpPr/>
          <p:nvPr/>
        </p:nvCxnSpPr>
        <p:spPr>
          <a:xfrm>
            <a:off x="1974193" y="6106644"/>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58" name="그룹 257"/>
          <p:cNvGrpSpPr/>
          <p:nvPr/>
        </p:nvGrpSpPr>
        <p:grpSpPr>
          <a:xfrm>
            <a:off x="1972097" y="5853433"/>
            <a:ext cx="360000" cy="253211"/>
            <a:chOff x="2576736" y="4192513"/>
            <a:chExt cx="360000" cy="253211"/>
          </a:xfrm>
        </p:grpSpPr>
        <p:sp>
          <p:nvSpPr>
            <p:cNvPr id="259" name="직사각형 258"/>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260" name="직사각형 259"/>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261" name="직사각형 260"/>
          <p:cNvSpPr/>
          <p:nvPr/>
        </p:nvSpPr>
        <p:spPr>
          <a:xfrm>
            <a:off x="2277083" y="5881675"/>
            <a:ext cx="2312304"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답변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홍*</a:t>
            </a:r>
            <a:r>
              <a:rPr lang="ko-KR" altLang="en-US" sz="800" dirty="0" err="1" smtClean="0">
                <a:solidFill>
                  <a:schemeClr val="tx1">
                    <a:lumMod val="65000"/>
                    <a:lumOff val="35000"/>
                  </a:schemeClr>
                </a:solidFill>
                <a:latin typeface="+mn-ea"/>
                <a:ea typeface="+mn-ea"/>
              </a:rPr>
              <a:t>동교수</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a:solidFill>
                  <a:schemeClr val="tx1">
                    <a:lumMod val="65000"/>
                    <a:lumOff val="35000"/>
                  </a:schemeClr>
                </a:solidFill>
                <a:latin typeface="+mn-ea"/>
                <a:ea typeface="+mn-ea"/>
              </a:rPr>
              <a:t>답변일 </a:t>
            </a:r>
            <a:r>
              <a:rPr lang="en-US" altLang="ko-KR" sz="800" dirty="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2026.10.22 14:52</a:t>
            </a:r>
            <a:endParaRPr lang="ko-KR" altLang="en-US" sz="800" dirty="0">
              <a:solidFill>
                <a:schemeClr val="tx1">
                  <a:lumMod val="65000"/>
                  <a:lumOff val="35000"/>
                </a:schemeClr>
              </a:solidFill>
              <a:latin typeface="+mn-ea"/>
              <a:ea typeface="+mn-ea"/>
            </a:endParaRPr>
          </a:p>
        </p:txBody>
      </p:sp>
      <p:grpSp>
        <p:nvGrpSpPr>
          <p:cNvPr id="303" name="그룹 302"/>
          <p:cNvGrpSpPr/>
          <p:nvPr/>
        </p:nvGrpSpPr>
        <p:grpSpPr>
          <a:xfrm>
            <a:off x="1972097" y="6155182"/>
            <a:ext cx="7473974" cy="763513"/>
            <a:chOff x="2226221" y="5606194"/>
            <a:chExt cx="6840983" cy="763513"/>
          </a:xfrm>
        </p:grpSpPr>
        <p:sp>
          <p:nvSpPr>
            <p:cNvPr id="304" name="Rectangle 251"/>
            <p:cNvSpPr>
              <a:spLocks noChangeArrowheads="1"/>
            </p:cNvSpPr>
            <p:nvPr/>
          </p:nvSpPr>
          <p:spPr bwMode="auto">
            <a:xfrm>
              <a:off x="2226221" y="5606194"/>
              <a:ext cx="6837346"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답변내용</a:t>
              </a:r>
              <a:r>
                <a:rPr lang="ko-KR" altLang="en-US" sz="800" dirty="0">
                  <a:solidFill>
                    <a:schemeClr val="tx1">
                      <a:lumMod val="75000"/>
                      <a:lumOff val="25000"/>
                    </a:schemeClr>
                  </a:solidFill>
                  <a:latin typeface="+mn-ea"/>
                  <a:ea typeface="+mn-ea"/>
                </a:rPr>
                <a:t> 답변내용</a:t>
              </a:r>
              <a:endParaRPr lang="en-US" altLang="ko-KR" sz="800" dirty="0">
                <a:solidFill>
                  <a:schemeClr val="tx1">
                    <a:lumMod val="75000"/>
                    <a:lumOff val="25000"/>
                  </a:schemeClr>
                </a:solidFill>
                <a:latin typeface="+mn-ea"/>
                <a:ea typeface="+mn-ea"/>
              </a:endParaRPr>
            </a:p>
          </p:txBody>
        </p:sp>
        <p:pic>
          <p:nvPicPr>
            <p:cNvPr id="343"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962429"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45" name="직사각형 344"/>
          <p:cNvSpPr/>
          <p:nvPr/>
        </p:nvSpPr>
        <p:spPr>
          <a:xfrm>
            <a:off x="8539386" y="703091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46" name="직사각형 345"/>
          <p:cNvSpPr/>
          <p:nvPr/>
        </p:nvSpPr>
        <p:spPr>
          <a:xfrm>
            <a:off x="1967507" y="7338001"/>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47" name="그룹 346"/>
          <p:cNvGrpSpPr/>
          <p:nvPr/>
        </p:nvGrpSpPr>
        <p:grpSpPr>
          <a:xfrm>
            <a:off x="1864071" y="7030947"/>
            <a:ext cx="1729891" cy="271050"/>
            <a:chOff x="1807132" y="7226402"/>
            <a:chExt cx="1729891" cy="271050"/>
          </a:xfrm>
        </p:grpSpPr>
        <p:sp>
          <p:nvSpPr>
            <p:cNvPr id="354" name="직사각형 353"/>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362" name="직사각형 361"/>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363"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7384680"/>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364" name="TextBox 363"/>
          <p:cNvSpPr txBox="1"/>
          <p:nvPr/>
        </p:nvSpPr>
        <p:spPr>
          <a:xfrm>
            <a:off x="2082094" y="7590609"/>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365" name="직사각형 364"/>
          <p:cNvSpPr/>
          <p:nvPr/>
        </p:nvSpPr>
        <p:spPr>
          <a:xfrm>
            <a:off x="8319069" y="7381474"/>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66" name="TextBox 365"/>
          <p:cNvSpPr txBox="1"/>
          <p:nvPr/>
        </p:nvSpPr>
        <p:spPr>
          <a:xfrm>
            <a:off x="8326699" y="7383530"/>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67" name="그룹 366"/>
          <p:cNvGrpSpPr/>
          <p:nvPr/>
        </p:nvGrpSpPr>
        <p:grpSpPr>
          <a:xfrm>
            <a:off x="8362503" y="7777478"/>
            <a:ext cx="928576" cy="215444"/>
            <a:chOff x="8337376" y="8326124"/>
            <a:chExt cx="928576" cy="215444"/>
          </a:xfrm>
        </p:grpSpPr>
        <p:sp>
          <p:nvSpPr>
            <p:cNvPr id="368" name="직사각형 36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69" name="TextBox 36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370" name="그룹 369"/>
          <p:cNvGrpSpPr/>
          <p:nvPr/>
        </p:nvGrpSpPr>
        <p:grpSpPr>
          <a:xfrm>
            <a:off x="8352978" y="7597458"/>
            <a:ext cx="936004" cy="215444"/>
            <a:chOff x="6851687" y="7802438"/>
            <a:chExt cx="936004" cy="215444"/>
          </a:xfrm>
        </p:grpSpPr>
        <p:grpSp>
          <p:nvGrpSpPr>
            <p:cNvPr id="371" name="그룹 370"/>
            <p:cNvGrpSpPr/>
            <p:nvPr/>
          </p:nvGrpSpPr>
          <p:grpSpPr>
            <a:xfrm>
              <a:off x="6851687" y="7802438"/>
              <a:ext cx="936004" cy="215444"/>
              <a:chOff x="8337376" y="8047616"/>
              <a:chExt cx="936004" cy="215444"/>
            </a:xfrm>
          </p:grpSpPr>
          <p:sp>
            <p:nvSpPr>
              <p:cNvPr id="375" name="직사각형 374"/>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76" name="TextBox 375"/>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372"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377" name="그룹 376"/>
          <p:cNvGrpSpPr/>
          <p:nvPr/>
        </p:nvGrpSpPr>
        <p:grpSpPr>
          <a:xfrm>
            <a:off x="8362503" y="7960174"/>
            <a:ext cx="928576" cy="215444"/>
            <a:chOff x="8337376" y="8326124"/>
            <a:chExt cx="928576" cy="215444"/>
          </a:xfrm>
        </p:grpSpPr>
        <p:sp>
          <p:nvSpPr>
            <p:cNvPr id="378" name="직사각형 37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79" name="TextBox 37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380" name="직사각형 379"/>
          <p:cNvSpPr/>
          <p:nvPr/>
        </p:nvSpPr>
        <p:spPr>
          <a:xfrm rot="10800000">
            <a:off x="8410128" y="7057398"/>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381" name="모서리가 둥근 직사각형 380"/>
          <p:cNvSpPr/>
          <p:nvPr/>
        </p:nvSpPr>
        <p:spPr>
          <a:xfrm>
            <a:off x="8646653" y="8258909"/>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38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79767" y="8615095"/>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3" name="직사각형 382"/>
          <p:cNvSpPr/>
          <p:nvPr/>
        </p:nvSpPr>
        <p:spPr>
          <a:xfrm>
            <a:off x="2211806" y="8666454"/>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384" name="직사각형 383"/>
          <p:cNvSpPr/>
          <p:nvPr/>
        </p:nvSpPr>
        <p:spPr>
          <a:xfrm>
            <a:off x="1904072" y="8892663"/>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85" name="직사각형 384"/>
          <p:cNvSpPr/>
          <p:nvPr/>
        </p:nvSpPr>
        <p:spPr>
          <a:xfrm>
            <a:off x="2853447" y="8630450"/>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386"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7293" y="9537979"/>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7" name="직사각형 386"/>
          <p:cNvSpPr/>
          <p:nvPr/>
        </p:nvSpPr>
        <p:spPr>
          <a:xfrm>
            <a:off x="2469332" y="9589338"/>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sp>
        <p:nvSpPr>
          <p:cNvPr id="388" name="직사각형 387"/>
          <p:cNvSpPr/>
          <p:nvPr/>
        </p:nvSpPr>
        <p:spPr>
          <a:xfrm>
            <a:off x="2161598" y="9815547"/>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89" name="직사각형 388"/>
          <p:cNvSpPr/>
          <p:nvPr/>
        </p:nvSpPr>
        <p:spPr>
          <a:xfrm>
            <a:off x="3058948" y="9553334"/>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390" name="꺾인 연결선 389"/>
          <p:cNvCxnSpPr>
            <a:endCxn id="386" idx="1"/>
          </p:cNvCxnSpPr>
          <p:nvPr/>
        </p:nvCxnSpPr>
        <p:spPr>
          <a:xfrm rot="16200000" flipH="1">
            <a:off x="1861740" y="9306426"/>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91"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46818" y="10199271"/>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2" name="직사각형 391"/>
          <p:cNvSpPr/>
          <p:nvPr/>
        </p:nvSpPr>
        <p:spPr>
          <a:xfrm>
            <a:off x="2478857" y="10250630"/>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393" name="직사각형 392"/>
          <p:cNvSpPr/>
          <p:nvPr/>
        </p:nvSpPr>
        <p:spPr>
          <a:xfrm>
            <a:off x="2171123" y="10476839"/>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94" name="직사각형 393"/>
          <p:cNvSpPr/>
          <p:nvPr/>
        </p:nvSpPr>
        <p:spPr>
          <a:xfrm>
            <a:off x="3068473" y="10214626"/>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395" name="꺾인 연결선 394"/>
          <p:cNvCxnSpPr>
            <a:endCxn id="391" idx="1"/>
          </p:cNvCxnSpPr>
          <p:nvPr/>
        </p:nvCxnSpPr>
        <p:spPr>
          <a:xfrm rot="16200000" flipH="1">
            <a:off x="1825232" y="9921685"/>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96"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2040" y="10712852"/>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7" name="직사각형 396"/>
          <p:cNvSpPr/>
          <p:nvPr/>
        </p:nvSpPr>
        <p:spPr>
          <a:xfrm>
            <a:off x="2224079" y="10764211"/>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sp>
        <p:nvSpPr>
          <p:cNvPr id="398" name="직사각형 397"/>
          <p:cNvSpPr/>
          <p:nvPr/>
        </p:nvSpPr>
        <p:spPr>
          <a:xfrm>
            <a:off x="1916345" y="10990420"/>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99" name="직사각형 398"/>
          <p:cNvSpPr/>
          <p:nvPr/>
        </p:nvSpPr>
        <p:spPr>
          <a:xfrm>
            <a:off x="2865721" y="10728207"/>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pic>
        <p:nvPicPr>
          <p:cNvPr id="400"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06099" y="9134506"/>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02" name="그룹 401"/>
          <p:cNvGrpSpPr/>
          <p:nvPr/>
        </p:nvGrpSpPr>
        <p:grpSpPr>
          <a:xfrm>
            <a:off x="8336337" y="8704650"/>
            <a:ext cx="969911" cy="263175"/>
            <a:chOff x="6836830" y="8933894"/>
            <a:chExt cx="969911" cy="263175"/>
          </a:xfrm>
        </p:grpSpPr>
        <p:sp>
          <p:nvSpPr>
            <p:cNvPr id="403" name="직사각형 40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04" name="직사각형 40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05" name="그룹 404"/>
          <p:cNvGrpSpPr/>
          <p:nvPr/>
        </p:nvGrpSpPr>
        <p:grpSpPr>
          <a:xfrm>
            <a:off x="8341669" y="9623800"/>
            <a:ext cx="969911" cy="263175"/>
            <a:chOff x="6836830" y="8933894"/>
            <a:chExt cx="969911" cy="263175"/>
          </a:xfrm>
        </p:grpSpPr>
        <p:sp>
          <p:nvSpPr>
            <p:cNvPr id="406" name="직사각형 405"/>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07" name="직사각형 406"/>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08" name="그룹 407"/>
          <p:cNvGrpSpPr/>
          <p:nvPr/>
        </p:nvGrpSpPr>
        <p:grpSpPr>
          <a:xfrm>
            <a:off x="8345962" y="10287188"/>
            <a:ext cx="969911" cy="263175"/>
            <a:chOff x="6836830" y="8933894"/>
            <a:chExt cx="969911" cy="263175"/>
          </a:xfrm>
        </p:grpSpPr>
        <p:sp>
          <p:nvSpPr>
            <p:cNvPr id="409" name="직사각형 408"/>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0" name="직사각형 409"/>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1" name="그룹 410"/>
          <p:cNvGrpSpPr/>
          <p:nvPr/>
        </p:nvGrpSpPr>
        <p:grpSpPr>
          <a:xfrm>
            <a:off x="8351194" y="10817723"/>
            <a:ext cx="969911" cy="263175"/>
            <a:chOff x="6836830" y="8933894"/>
            <a:chExt cx="969911" cy="263175"/>
          </a:xfrm>
        </p:grpSpPr>
        <p:sp>
          <p:nvSpPr>
            <p:cNvPr id="412" name="직사각형 411"/>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3" name="직사각형 412"/>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8" name="그룹 417"/>
          <p:cNvGrpSpPr/>
          <p:nvPr/>
        </p:nvGrpSpPr>
        <p:grpSpPr>
          <a:xfrm>
            <a:off x="1900803" y="6037049"/>
            <a:ext cx="234360" cy="200055"/>
            <a:chOff x="1148290" y="11716364"/>
            <a:chExt cx="234360" cy="200055"/>
          </a:xfrm>
        </p:grpSpPr>
        <p:sp>
          <p:nvSpPr>
            <p:cNvPr id="419" name="모서리가 둥근 직사각형 4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0" name="직사각형 419"/>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aphicFrame>
        <p:nvGraphicFramePr>
          <p:cNvPr id="432" name="Group 175"/>
          <p:cNvGraphicFramePr>
            <a:graphicFrameLocks noGrp="1"/>
          </p:cNvGraphicFramePr>
          <p:nvPr>
            <p:extLst>
              <p:ext uri="{D42A27DB-BD31-4B8C-83A1-F6EECF244321}">
                <p14:modId xmlns:p14="http://schemas.microsoft.com/office/powerpoint/2010/main" val="2783941629"/>
              </p:ext>
            </p:extLst>
          </p:nvPr>
        </p:nvGraphicFramePr>
        <p:xfrm>
          <a:off x="9499029" y="3410509"/>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수정불가</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등록글</a:t>
                      </a:r>
                      <a:r>
                        <a:rPr lang="ko-KR" altLang="en-US" sz="800" kern="1200" dirty="0" smtClean="0">
                          <a:solidFill>
                            <a:schemeClr val="tx1">
                              <a:lumMod val="75000"/>
                              <a:lumOff val="25000"/>
                            </a:schemeClr>
                          </a:solidFill>
                          <a:latin typeface="+mn-ea"/>
                          <a:ea typeface="+mn-ea"/>
                          <a:cs typeface="+mn-cs"/>
                        </a:rPr>
                        <a:t> 삭제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작성자만 삭제가능</a:t>
                      </a:r>
                      <a:endParaRPr lang="en-US" altLang="ko-KR" sz="800" kern="1200" dirty="0" smtClean="0">
                        <a:solidFill>
                          <a:srgbClr val="0070C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삭제불가</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답변 내용</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로그인 대상자의 </a:t>
                      </a:r>
                      <a:r>
                        <a:rPr lang="ko-KR" altLang="en-US" sz="800" kern="1200" dirty="0" err="1" smtClean="0">
                          <a:solidFill>
                            <a:schemeClr val="tx1"/>
                          </a:solidFill>
                          <a:latin typeface="+mn-lt"/>
                          <a:ea typeface="+mn-ea"/>
                          <a:cs typeface="+mn-cs"/>
                        </a:rPr>
                        <a:t>댓글에만</a:t>
                      </a:r>
                      <a:r>
                        <a:rPr lang="ko-KR" altLang="en-US" sz="800" kern="1200" dirty="0" smtClean="0">
                          <a:solidFill>
                            <a:schemeClr val="tx1"/>
                          </a:solidFill>
                          <a:latin typeface="+mn-lt"/>
                          <a:ea typeface="+mn-ea"/>
                          <a:cs typeface="+mn-cs"/>
                        </a:rPr>
                        <a:t> 노출</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추가기능</a:t>
                      </a:r>
                      <a:endParaRPr lang="en-US" altLang="ko-KR" sz="800" kern="1200" dirty="0" smtClean="0">
                        <a:solidFill>
                          <a:schemeClr val="tx1"/>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수정가능</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수정폼</a:t>
                      </a:r>
                      <a:r>
                        <a:rPr lang="ko-KR" altLang="en-US" sz="800" kern="1200" dirty="0" smtClean="0">
                          <a:solidFill>
                            <a:srgbClr val="0070C0"/>
                          </a:solidFill>
                          <a:latin typeface="+mn-lt"/>
                          <a:ea typeface="+mn-ea"/>
                          <a:cs typeface="+mn-cs"/>
                        </a:rPr>
                        <a:t> 노출</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삭제가능</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하위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삭제 안 함</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33" name="모서리가 둥근 직사각형 432"/>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4" name="모서리가 둥근 직사각형 433"/>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35" name="그룹 434"/>
          <p:cNvGrpSpPr/>
          <p:nvPr/>
        </p:nvGrpSpPr>
        <p:grpSpPr>
          <a:xfrm>
            <a:off x="6648425" y="3364165"/>
            <a:ext cx="234360" cy="200055"/>
            <a:chOff x="1152270" y="11716364"/>
            <a:chExt cx="234360" cy="200055"/>
          </a:xfrm>
        </p:grpSpPr>
        <p:sp>
          <p:nvSpPr>
            <p:cNvPr id="436" name="모서리가 둥근 직사각형 4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7" name="직사각형 43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438" name="꺾인 연결선 437"/>
          <p:cNvCxnSpPr>
            <a:stCxn id="448" idx="0"/>
            <a:endCxn id="445" idx="0"/>
          </p:cNvCxnSpPr>
          <p:nvPr/>
        </p:nvCxnSpPr>
        <p:spPr>
          <a:xfrm rot="16200000" flipH="1">
            <a:off x="9823643" y="827606"/>
            <a:ext cx="53799" cy="5457753"/>
          </a:xfrm>
          <a:prstGeom prst="bentConnector3">
            <a:avLst>
              <a:gd name="adj1" fmla="val -424915"/>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39" name="그룹 438"/>
          <p:cNvGrpSpPr/>
          <p:nvPr/>
        </p:nvGrpSpPr>
        <p:grpSpPr>
          <a:xfrm>
            <a:off x="10920139" y="3582541"/>
            <a:ext cx="3289335" cy="1107665"/>
            <a:chOff x="10960564" y="1312622"/>
            <a:chExt cx="3289335" cy="1107665"/>
          </a:xfrm>
        </p:grpSpPr>
        <p:grpSp>
          <p:nvGrpSpPr>
            <p:cNvPr id="440" name="그룹 439"/>
            <p:cNvGrpSpPr/>
            <p:nvPr/>
          </p:nvGrpSpPr>
          <p:grpSpPr>
            <a:xfrm>
              <a:off x="10960564" y="1312622"/>
              <a:ext cx="3289335" cy="1107665"/>
              <a:chOff x="-692625" y="294998"/>
              <a:chExt cx="3289335" cy="1107665"/>
            </a:xfrm>
          </p:grpSpPr>
          <p:grpSp>
            <p:nvGrpSpPr>
              <p:cNvPr id="442" name="그룹 441"/>
              <p:cNvGrpSpPr/>
              <p:nvPr/>
            </p:nvGrpSpPr>
            <p:grpSpPr>
              <a:xfrm>
                <a:off x="-692625" y="294998"/>
                <a:ext cx="3289335" cy="1107665"/>
                <a:chOff x="1061816" y="3176972"/>
                <a:chExt cx="3289335" cy="1107665"/>
              </a:xfrm>
            </p:grpSpPr>
            <p:sp>
              <p:nvSpPr>
                <p:cNvPr id="444" name="직사각형 443"/>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5" name="직사각형 444"/>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6" name="직사각형 445"/>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47" name="직사각형 446"/>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43" name="직사각형 442"/>
              <p:cNvSpPr/>
              <p:nvPr/>
            </p:nvSpPr>
            <p:spPr>
              <a:xfrm>
                <a:off x="-81653" y="666797"/>
                <a:ext cx="2157963"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답변완료 되었습니다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수정할 수 없습니다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41" name="모서리가 둥근 직사각형 440"/>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448" name="모서리가 둥근 직사각형 447"/>
          <p:cNvSpPr/>
          <p:nvPr/>
        </p:nvSpPr>
        <p:spPr>
          <a:xfrm>
            <a:off x="6671667" y="3529583"/>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49" name="그룹 448"/>
          <p:cNvGrpSpPr/>
          <p:nvPr/>
        </p:nvGrpSpPr>
        <p:grpSpPr>
          <a:xfrm>
            <a:off x="7564338" y="3366517"/>
            <a:ext cx="234360" cy="200055"/>
            <a:chOff x="1152270" y="11716364"/>
            <a:chExt cx="234360" cy="200055"/>
          </a:xfrm>
        </p:grpSpPr>
        <p:sp>
          <p:nvSpPr>
            <p:cNvPr id="450" name="모서리가 둥근 직사각형 4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1" name="직사각형 45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414" name="Picture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353354" y="8779251"/>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15" name="그룹 414"/>
          <p:cNvGrpSpPr/>
          <p:nvPr/>
        </p:nvGrpSpPr>
        <p:grpSpPr>
          <a:xfrm>
            <a:off x="9364538" y="8750660"/>
            <a:ext cx="234360" cy="200055"/>
            <a:chOff x="1148290" y="11716364"/>
            <a:chExt cx="234360" cy="200055"/>
          </a:xfrm>
        </p:grpSpPr>
        <p:sp>
          <p:nvSpPr>
            <p:cNvPr id="416" name="모서리가 둥근 직사각형 41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7" name="직사각형 416"/>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421" name="직사각형 420"/>
          <p:cNvSpPr/>
          <p:nvPr/>
        </p:nvSpPr>
        <p:spPr>
          <a:xfrm>
            <a:off x="9417496" y="8706449"/>
            <a:ext cx="720080" cy="4831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452" name="자유형 451"/>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239" name="그룹 238"/>
          <p:cNvGrpSpPr/>
          <p:nvPr/>
        </p:nvGrpSpPr>
        <p:grpSpPr>
          <a:xfrm>
            <a:off x="579562" y="2166658"/>
            <a:ext cx="1386586" cy="5317057"/>
            <a:chOff x="579562" y="2166658"/>
            <a:chExt cx="1386586" cy="5317057"/>
          </a:xfrm>
        </p:grpSpPr>
        <p:grpSp>
          <p:nvGrpSpPr>
            <p:cNvPr id="240" name="그룹 239"/>
            <p:cNvGrpSpPr/>
            <p:nvPr/>
          </p:nvGrpSpPr>
          <p:grpSpPr>
            <a:xfrm>
              <a:off x="629956" y="3318264"/>
              <a:ext cx="1332000" cy="180000"/>
              <a:chOff x="666428" y="3785432"/>
              <a:chExt cx="1332000" cy="180000"/>
            </a:xfrm>
          </p:grpSpPr>
          <p:sp>
            <p:nvSpPr>
              <p:cNvPr id="488" name="모서리가 둥근 직사각형 48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8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29956" y="3568824"/>
              <a:ext cx="1332000" cy="180000"/>
              <a:chOff x="666428" y="4310612"/>
              <a:chExt cx="1332000" cy="180000"/>
            </a:xfrm>
          </p:grpSpPr>
          <p:sp>
            <p:nvSpPr>
              <p:cNvPr id="486" name="모서리가 둥근 직사각형 48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87"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29955" y="3042501"/>
              <a:ext cx="1332000" cy="180000"/>
              <a:chOff x="666427" y="3266516"/>
              <a:chExt cx="1332000" cy="180000"/>
            </a:xfrm>
          </p:grpSpPr>
          <p:sp>
            <p:nvSpPr>
              <p:cNvPr id="484" name="모서리가 둥근 직사각형 48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85"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29956" y="3854780"/>
              <a:ext cx="1332000" cy="180000"/>
              <a:chOff x="666428" y="4570824"/>
              <a:chExt cx="1332000" cy="180000"/>
            </a:xfrm>
          </p:grpSpPr>
          <p:sp>
            <p:nvSpPr>
              <p:cNvPr id="482" name="모서리가 둥근 직사각형 481"/>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kumimoji="1" lang="en-US" altLang="ko-KR" sz="800" dirty="0" smtClean="0">
                    <a:solidFill>
                      <a:schemeClr val="tx1">
                        <a:lumMod val="75000"/>
                        <a:lumOff val="25000"/>
                      </a:schemeClr>
                    </a:solidFill>
                    <a:latin typeface="+mn-ea"/>
                    <a:ea typeface="+mn-ea"/>
                    <a:cs typeface="Calibri" pitchFamily="34" charset="0"/>
                  </a:rPr>
                  <a:t>1:1</a:t>
                </a:r>
                <a:r>
                  <a:rPr kumimoji="1" lang="ko-KR" altLang="en-US" sz="800" dirty="0" smtClean="0">
                    <a:solidFill>
                      <a:schemeClr val="tx1">
                        <a:lumMod val="75000"/>
                        <a:lumOff val="25000"/>
                      </a:schemeClr>
                    </a:solidFill>
                    <a:latin typeface="+mn-ea"/>
                    <a:ea typeface="+mn-ea"/>
                    <a:cs typeface="Calibri" pitchFamily="34" charset="0"/>
                  </a:rPr>
                  <a:t>상담</a:t>
                </a:r>
                <a:endParaRPr kumimoji="1" lang="ko-KR" altLang="en-US" sz="800" dirty="0">
                  <a:solidFill>
                    <a:schemeClr val="tx1">
                      <a:lumMod val="75000"/>
                      <a:lumOff val="25000"/>
                    </a:schemeClr>
                  </a:solidFill>
                  <a:latin typeface="+mn-ea"/>
                  <a:ea typeface="+mn-ea"/>
                  <a:cs typeface="Calibri" pitchFamily="34" charset="0"/>
                </a:endParaRPr>
              </a:p>
            </p:txBody>
          </p:sp>
          <p:pic>
            <p:nvPicPr>
              <p:cNvPr id="483"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29956" y="5316875"/>
              <a:ext cx="1332000" cy="180000"/>
              <a:chOff x="666428" y="5096004"/>
              <a:chExt cx="1332000" cy="180000"/>
            </a:xfrm>
          </p:grpSpPr>
          <p:sp>
            <p:nvSpPr>
              <p:cNvPr id="480" name="모서리가 둥근 직사각형 47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81" name="Picture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4148" y="5634789"/>
              <a:ext cx="1332000" cy="180000"/>
              <a:chOff x="666428" y="3785432"/>
              <a:chExt cx="1332000" cy="180000"/>
            </a:xfrm>
          </p:grpSpPr>
          <p:sp>
            <p:nvSpPr>
              <p:cNvPr id="478" name="모서리가 둥근 직사각형 47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7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5" name="그룹 324"/>
            <p:cNvGrpSpPr/>
            <p:nvPr/>
          </p:nvGrpSpPr>
          <p:grpSpPr>
            <a:xfrm>
              <a:off x="631150" y="4135825"/>
              <a:ext cx="1332000" cy="180000"/>
              <a:chOff x="666428" y="4570824"/>
              <a:chExt cx="1332000" cy="180000"/>
            </a:xfrm>
          </p:grpSpPr>
          <p:sp>
            <p:nvSpPr>
              <p:cNvPr id="476" name="모서리가 둥근 직사각형 47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77"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29956" y="4423395"/>
              <a:ext cx="1332000" cy="180000"/>
              <a:chOff x="666428" y="4310612"/>
              <a:chExt cx="1332000" cy="180000"/>
            </a:xfrm>
          </p:grpSpPr>
          <p:sp>
            <p:nvSpPr>
              <p:cNvPr id="474" name="모서리가 둥근 직사각형 47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75"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01" name="TextBox 40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22" name="그룹 421"/>
            <p:cNvGrpSpPr/>
            <p:nvPr/>
          </p:nvGrpSpPr>
          <p:grpSpPr>
            <a:xfrm>
              <a:off x="632520" y="4723068"/>
              <a:ext cx="1332000" cy="180000"/>
              <a:chOff x="666428" y="4310612"/>
              <a:chExt cx="1332000" cy="180000"/>
            </a:xfrm>
          </p:grpSpPr>
          <p:sp>
            <p:nvSpPr>
              <p:cNvPr id="472" name="모서리가 둥근 직사각형 47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73"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3" name="그룹 422"/>
            <p:cNvGrpSpPr/>
            <p:nvPr/>
          </p:nvGrpSpPr>
          <p:grpSpPr>
            <a:xfrm>
              <a:off x="632520" y="2752353"/>
              <a:ext cx="1332000" cy="180000"/>
              <a:chOff x="666427" y="3266516"/>
              <a:chExt cx="1332000" cy="180000"/>
            </a:xfrm>
          </p:grpSpPr>
          <p:sp>
            <p:nvSpPr>
              <p:cNvPr id="470" name="모서리가 둥근 직사각형 46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71"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4" name="그룹 423"/>
            <p:cNvGrpSpPr/>
            <p:nvPr/>
          </p:nvGrpSpPr>
          <p:grpSpPr>
            <a:xfrm>
              <a:off x="632520" y="5005767"/>
              <a:ext cx="1332000" cy="180000"/>
              <a:chOff x="666428" y="4310612"/>
              <a:chExt cx="1332000" cy="180000"/>
            </a:xfrm>
          </p:grpSpPr>
          <p:sp>
            <p:nvSpPr>
              <p:cNvPr id="468" name="모서리가 둥근 직사각형 46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69"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5" name="그룹 424"/>
            <p:cNvGrpSpPr/>
            <p:nvPr/>
          </p:nvGrpSpPr>
          <p:grpSpPr>
            <a:xfrm>
              <a:off x="632520" y="6227787"/>
              <a:ext cx="1332000" cy="180000"/>
              <a:chOff x="666428" y="3785432"/>
              <a:chExt cx="1332000" cy="180000"/>
            </a:xfrm>
          </p:grpSpPr>
          <p:sp>
            <p:nvSpPr>
              <p:cNvPr id="466" name="모서리가 둥근 직사각형 46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6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6" name="그룹 425"/>
            <p:cNvGrpSpPr/>
            <p:nvPr/>
          </p:nvGrpSpPr>
          <p:grpSpPr>
            <a:xfrm>
              <a:off x="632520" y="6487872"/>
              <a:ext cx="1332000" cy="180000"/>
              <a:chOff x="666428" y="4310612"/>
              <a:chExt cx="1332000" cy="180000"/>
            </a:xfrm>
          </p:grpSpPr>
          <p:sp>
            <p:nvSpPr>
              <p:cNvPr id="464" name="모서리가 둥근 직사각형 46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65"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7" name="그룹 426"/>
            <p:cNvGrpSpPr/>
            <p:nvPr/>
          </p:nvGrpSpPr>
          <p:grpSpPr>
            <a:xfrm>
              <a:off x="632520" y="6773828"/>
              <a:ext cx="1332000" cy="180000"/>
              <a:chOff x="666428" y="4570824"/>
              <a:chExt cx="1332000" cy="180000"/>
            </a:xfrm>
          </p:grpSpPr>
          <p:sp>
            <p:nvSpPr>
              <p:cNvPr id="462" name="모서리가 둥근 직사각형 46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63"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8" name="그룹 427"/>
            <p:cNvGrpSpPr/>
            <p:nvPr/>
          </p:nvGrpSpPr>
          <p:grpSpPr>
            <a:xfrm>
              <a:off x="632520" y="7053155"/>
              <a:ext cx="1332000" cy="180000"/>
              <a:chOff x="666428" y="3785432"/>
              <a:chExt cx="1332000" cy="180000"/>
            </a:xfrm>
          </p:grpSpPr>
          <p:sp>
            <p:nvSpPr>
              <p:cNvPr id="460" name="모서리가 둥근 직사각형 45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9" name="그룹 428"/>
            <p:cNvGrpSpPr/>
            <p:nvPr/>
          </p:nvGrpSpPr>
          <p:grpSpPr>
            <a:xfrm>
              <a:off x="632520" y="7303715"/>
              <a:ext cx="1332000" cy="180000"/>
              <a:chOff x="666428" y="4310612"/>
              <a:chExt cx="1332000" cy="180000"/>
            </a:xfrm>
          </p:grpSpPr>
          <p:sp>
            <p:nvSpPr>
              <p:cNvPr id="458" name="모서리가 둥근 직사각형 45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59"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1" name="그룹 430"/>
            <p:cNvGrpSpPr/>
            <p:nvPr/>
          </p:nvGrpSpPr>
          <p:grpSpPr>
            <a:xfrm>
              <a:off x="622995" y="5922821"/>
              <a:ext cx="1332000" cy="180000"/>
              <a:chOff x="666427" y="3266516"/>
              <a:chExt cx="1332000" cy="180000"/>
            </a:xfrm>
          </p:grpSpPr>
          <p:sp>
            <p:nvSpPr>
              <p:cNvPr id="453" name="모서리가 둥근 직사각형 45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454"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028912942"/>
      </p:ext>
    </p:extLst>
  </p:cSld>
  <p:clrMapOvr>
    <a:masterClrMapping/>
  </p:clrMapOvr>
  <p:transition>
    <p:wipe dir="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KNOU_UI_C02070000_04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en-US" altLang="ko-KR" sz="800" spc="-60" dirty="0" smtClean="0">
                <a:latin typeface="+mn-ea"/>
                <a:ea typeface="+mn-ea"/>
              </a:rPr>
              <a:t>1:1</a:t>
            </a:r>
            <a:r>
              <a:rPr lang="ko-KR" altLang="en-US" sz="800" spc="-60" dirty="0" smtClean="0">
                <a:latin typeface="+mn-ea"/>
                <a:ea typeface="+mn-ea"/>
              </a:rPr>
              <a:t>상담 </a:t>
            </a:r>
            <a:r>
              <a:rPr lang="en-US" altLang="ko-KR" sz="800" spc="-60" dirty="0" smtClean="0">
                <a:latin typeface="+mn-ea"/>
                <a:ea typeface="+mn-ea"/>
              </a:rPr>
              <a:t>&gt; </a:t>
            </a:r>
            <a:r>
              <a:rPr lang="ko-KR" altLang="en-US" sz="800" spc="-60" dirty="0" smtClean="0">
                <a:latin typeface="+mn-ea"/>
                <a:ea typeface="+mn-ea"/>
              </a:rPr>
              <a:t>상세보기 </a:t>
            </a:r>
            <a:r>
              <a:rPr lang="en-US" altLang="ko-KR" sz="800" spc="-60" dirty="0" smtClean="0">
                <a:latin typeface="+mn-ea"/>
                <a:ea typeface="+mn-ea"/>
              </a:rPr>
              <a:t>: </a:t>
            </a:r>
            <a:r>
              <a:rPr lang="ko-KR" altLang="en-US" sz="800" spc="-60" dirty="0" smtClean="0">
                <a:latin typeface="+mn-ea"/>
                <a:ea typeface="+mn-ea"/>
              </a:rPr>
              <a:t>답변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982847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1:1</a:t>
              </a:r>
              <a:r>
                <a:rPr lang="ko-KR" altLang="en-US" sz="750" b="1" dirty="0" smtClean="0">
                  <a:solidFill>
                    <a:schemeClr val="bg1"/>
                  </a:solidFill>
                  <a:latin typeface="맑은 고딕" panose="020B0503020000020004" pitchFamily="50" charset="-127"/>
                  <a:ea typeface="맑은 고딕" panose="020B0503020000020004" pitchFamily="50" charset="-127"/>
                </a:rPr>
                <a:t>상담</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en-US" altLang="ko-KR" sz="800" b="1" dirty="0" smtClean="0">
                      <a:solidFill>
                        <a:schemeClr val="tx1">
                          <a:lumMod val="75000"/>
                          <a:lumOff val="25000"/>
                        </a:schemeClr>
                      </a:solidFill>
                      <a:latin typeface="+mn-ea"/>
                      <a:ea typeface="+mn-ea"/>
                      <a:cs typeface="Calibri" pitchFamily="34" charset="0"/>
                    </a:rPr>
                    <a:t>1:1</a:t>
                  </a:r>
                  <a:r>
                    <a:rPr kumimoji="1" lang="ko-KR" altLang="en-US" sz="800" b="1" dirty="0" smtClean="0">
                      <a:solidFill>
                        <a:schemeClr val="tx1">
                          <a:lumMod val="75000"/>
                          <a:lumOff val="25000"/>
                        </a:schemeClr>
                      </a:solidFill>
                      <a:latin typeface="+mn-ea"/>
                      <a:ea typeface="+mn-ea"/>
                      <a:cs typeface="Calibri" pitchFamily="34" charset="0"/>
                    </a:rPr>
                    <a:t>상담</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98" name="직사각형 197"/>
          <p:cNvSpPr/>
          <p:nvPr/>
        </p:nvSpPr>
        <p:spPr>
          <a:xfrm>
            <a:off x="1981622" y="3432781"/>
            <a:ext cx="7470000" cy="61061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148708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8" name="직사각형 187"/>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상세보기</a:t>
            </a:r>
            <a:endParaRPr lang="ko-KR" altLang="en-US" sz="800" dirty="0">
              <a:solidFill>
                <a:srgbClr val="FF0000"/>
              </a:solidFill>
              <a:latin typeface="+mn-ea"/>
              <a:ea typeface="+mn-ea"/>
            </a:endParaRPr>
          </a:p>
        </p:txBody>
      </p:sp>
      <p:graphicFrame>
        <p:nvGraphicFramePr>
          <p:cNvPr id="189" name="Group 37"/>
          <p:cNvGraphicFramePr>
            <a:graphicFrameLocks noGrp="1"/>
          </p:cNvGraphicFramePr>
          <p:nvPr>
            <p:extLst>
              <p:ext uri="{D42A27DB-BD31-4B8C-83A1-F6EECF244321}">
                <p14:modId xmlns:p14="http://schemas.microsoft.com/office/powerpoint/2010/main" val="299242941"/>
              </p:ext>
            </p:extLst>
          </p:nvPr>
        </p:nvGraphicFramePr>
        <p:xfrm>
          <a:off x="1972097" y="3813423"/>
          <a:ext cx="7470353" cy="1958320"/>
        </p:xfrm>
        <a:graphic>
          <a:graphicData uri="http://schemas.openxmlformats.org/drawingml/2006/table">
            <a:tbl>
              <a:tblPr/>
              <a:tblGrid>
                <a:gridCol w="1203774"/>
                <a:gridCol w="6266579"/>
              </a:tblGrid>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2026.10.20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3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공개여부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90" name="그룹 189"/>
          <p:cNvGrpSpPr/>
          <p:nvPr/>
        </p:nvGrpSpPr>
        <p:grpSpPr>
          <a:xfrm>
            <a:off x="3224808" y="4351387"/>
            <a:ext cx="6139730" cy="763513"/>
            <a:chOff x="2226221" y="5606194"/>
            <a:chExt cx="5619740" cy="763513"/>
          </a:xfrm>
        </p:grpSpPr>
        <p:sp>
          <p:nvSpPr>
            <p:cNvPr id="191"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pic>
          <p:nvPicPr>
            <p:cNvPr id="19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93"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7491" y="3894956"/>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94" name="그룹 193"/>
          <p:cNvGrpSpPr/>
          <p:nvPr/>
        </p:nvGrpSpPr>
        <p:grpSpPr>
          <a:xfrm>
            <a:off x="3215103" y="5253583"/>
            <a:ext cx="2160000" cy="180000"/>
            <a:chOff x="3215103" y="4408537"/>
            <a:chExt cx="2160000" cy="180000"/>
          </a:xfrm>
        </p:grpSpPr>
        <p:sp>
          <p:nvSpPr>
            <p:cNvPr id="195" name="직사각형 194"/>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96"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197" name="직선 연결선 196"/>
          <p:cNvCxnSpPr/>
          <p:nvPr/>
        </p:nvCxnSpPr>
        <p:spPr>
          <a:xfrm>
            <a:off x="1974193" y="6106644"/>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58" name="그룹 257"/>
          <p:cNvGrpSpPr/>
          <p:nvPr/>
        </p:nvGrpSpPr>
        <p:grpSpPr>
          <a:xfrm>
            <a:off x="1972097" y="5853433"/>
            <a:ext cx="360000" cy="253211"/>
            <a:chOff x="2576736" y="4192513"/>
            <a:chExt cx="360000" cy="253211"/>
          </a:xfrm>
        </p:grpSpPr>
        <p:sp>
          <p:nvSpPr>
            <p:cNvPr id="259" name="직사각형 258"/>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260" name="직사각형 259"/>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261" name="직사각형 260"/>
          <p:cNvSpPr/>
          <p:nvPr/>
        </p:nvSpPr>
        <p:spPr>
          <a:xfrm>
            <a:off x="2277083" y="5881675"/>
            <a:ext cx="2312304"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답변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 </a:t>
            </a:r>
            <a:r>
              <a:rPr lang="ko-KR" altLang="en-US" sz="800" dirty="0">
                <a:solidFill>
                  <a:schemeClr val="tx1">
                    <a:lumMod val="65000"/>
                    <a:lumOff val="35000"/>
                  </a:schemeClr>
                </a:solidFill>
                <a:latin typeface="+mn-ea"/>
                <a:ea typeface="+mn-ea"/>
              </a:rPr>
              <a:t>답변일 </a:t>
            </a:r>
            <a:r>
              <a:rPr lang="en-US" altLang="ko-KR" sz="800" dirty="0">
                <a:solidFill>
                  <a:schemeClr val="tx1">
                    <a:lumMod val="65000"/>
                    <a:lumOff val="35000"/>
                  </a:schemeClr>
                </a:solidFill>
                <a:latin typeface="+mn-ea"/>
                <a:ea typeface="+mn-ea"/>
              </a:rPr>
              <a:t>: </a:t>
            </a:r>
            <a:r>
              <a:rPr lang="en-US" altLang="ko-KR" sz="800" dirty="0" smtClean="0">
                <a:solidFill>
                  <a:schemeClr val="tx1">
                    <a:lumMod val="65000"/>
                    <a:lumOff val="35000"/>
                  </a:schemeClr>
                </a:solidFill>
                <a:latin typeface="+mn-ea"/>
                <a:ea typeface="+mn-ea"/>
              </a:rPr>
              <a:t>-</a:t>
            </a:r>
            <a:endParaRPr lang="ko-KR" altLang="en-US" sz="800" dirty="0">
              <a:solidFill>
                <a:schemeClr val="tx1">
                  <a:lumMod val="65000"/>
                  <a:lumOff val="35000"/>
                </a:schemeClr>
              </a:solidFill>
              <a:latin typeface="+mn-ea"/>
              <a:ea typeface="+mn-ea"/>
            </a:endParaRPr>
          </a:p>
        </p:txBody>
      </p:sp>
      <p:grpSp>
        <p:nvGrpSpPr>
          <p:cNvPr id="303" name="그룹 302"/>
          <p:cNvGrpSpPr/>
          <p:nvPr/>
        </p:nvGrpSpPr>
        <p:grpSpPr>
          <a:xfrm>
            <a:off x="1972102" y="6155182"/>
            <a:ext cx="7473990" cy="763513"/>
            <a:chOff x="2226221" y="5606194"/>
            <a:chExt cx="6840983" cy="763513"/>
          </a:xfrm>
        </p:grpSpPr>
        <p:sp>
          <p:nvSpPr>
            <p:cNvPr id="304" name="Rectangle 251"/>
            <p:cNvSpPr>
              <a:spLocks noChangeArrowheads="1"/>
            </p:cNvSpPr>
            <p:nvPr/>
          </p:nvSpPr>
          <p:spPr bwMode="auto">
            <a:xfrm>
              <a:off x="2226221" y="5606194"/>
              <a:ext cx="6837346"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gn="ctr">
                <a:lnSpc>
                  <a:spcPct val="150000"/>
                </a:lnSpc>
                <a:defRPr/>
              </a:pPr>
              <a:r>
                <a:rPr lang="ko-KR" altLang="en-US" sz="800" dirty="0" smtClean="0">
                  <a:solidFill>
                    <a:schemeClr val="tx1">
                      <a:lumMod val="75000"/>
                      <a:lumOff val="25000"/>
                    </a:schemeClr>
                  </a:solidFill>
                  <a:latin typeface="+mn-ea"/>
                  <a:ea typeface="+mn-ea"/>
                </a:rPr>
                <a:t>답변 전입니다</a:t>
              </a:r>
              <a:r>
                <a:rPr lang="en-US" altLang="ko-KR" sz="800" dirty="0" smtClean="0">
                  <a:solidFill>
                    <a:schemeClr val="tx1">
                      <a:lumMod val="75000"/>
                      <a:lumOff val="25000"/>
                    </a:schemeClr>
                  </a:solidFill>
                  <a:latin typeface="+mn-ea"/>
                  <a:ea typeface="+mn-ea"/>
                </a:rPr>
                <a:t>.</a:t>
              </a:r>
              <a:endParaRPr lang="en-US" altLang="ko-KR" sz="800" dirty="0">
                <a:solidFill>
                  <a:schemeClr val="tx1">
                    <a:lumMod val="75000"/>
                    <a:lumOff val="25000"/>
                  </a:schemeClr>
                </a:solidFill>
                <a:latin typeface="+mn-ea"/>
                <a:ea typeface="+mn-ea"/>
              </a:endParaRPr>
            </a:p>
          </p:txBody>
        </p:sp>
        <p:pic>
          <p:nvPicPr>
            <p:cNvPr id="343"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962429"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45" name="직사각형 344"/>
          <p:cNvSpPr/>
          <p:nvPr/>
        </p:nvSpPr>
        <p:spPr>
          <a:xfrm>
            <a:off x="8539386" y="703091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346" name="직사각형 345"/>
          <p:cNvSpPr/>
          <p:nvPr/>
        </p:nvSpPr>
        <p:spPr>
          <a:xfrm>
            <a:off x="1967507" y="7338001"/>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47" name="그룹 346"/>
          <p:cNvGrpSpPr/>
          <p:nvPr/>
        </p:nvGrpSpPr>
        <p:grpSpPr>
          <a:xfrm>
            <a:off x="1864071" y="7030947"/>
            <a:ext cx="1729891" cy="271050"/>
            <a:chOff x="1807132" y="7226402"/>
            <a:chExt cx="1729891" cy="271050"/>
          </a:xfrm>
        </p:grpSpPr>
        <p:sp>
          <p:nvSpPr>
            <p:cNvPr id="354" name="직사각형 353"/>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362" name="직사각형 361"/>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363"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7384680"/>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364" name="TextBox 363"/>
          <p:cNvSpPr txBox="1"/>
          <p:nvPr/>
        </p:nvSpPr>
        <p:spPr>
          <a:xfrm>
            <a:off x="2082094" y="7590609"/>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365" name="직사각형 364"/>
          <p:cNvSpPr/>
          <p:nvPr/>
        </p:nvSpPr>
        <p:spPr>
          <a:xfrm>
            <a:off x="8319069" y="7381474"/>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66" name="TextBox 365"/>
          <p:cNvSpPr txBox="1"/>
          <p:nvPr/>
        </p:nvSpPr>
        <p:spPr>
          <a:xfrm>
            <a:off x="8326699" y="7383530"/>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67" name="그룹 366"/>
          <p:cNvGrpSpPr/>
          <p:nvPr/>
        </p:nvGrpSpPr>
        <p:grpSpPr>
          <a:xfrm>
            <a:off x="8362503" y="7777478"/>
            <a:ext cx="928576" cy="215444"/>
            <a:chOff x="8337376" y="8326124"/>
            <a:chExt cx="928576" cy="215444"/>
          </a:xfrm>
        </p:grpSpPr>
        <p:sp>
          <p:nvSpPr>
            <p:cNvPr id="368" name="직사각형 36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69" name="TextBox 36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370" name="그룹 369"/>
          <p:cNvGrpSpPr/>
          <p:nvPr/>
        </p:nvGrpSpPr>
        <p:grpSpPr>
          <a:xfrm>
            <a:off x="8352978" y="7597458"/>
            <a:ext cx="936004" cy="215444"/>
            <a:chOff x="6851687" y="7802438"/>
            <a:chExt cx="936004" cy="215444"/>
          </a:xfrm>
        </p:grpSpPr>
        <p:grpSp>
          <p:nvGrpSpPr>
            <p:cNvPr id="371" name="그룹 370"/>
            <p:cNvGrpSpPr/>
            <p:nvPr/>
          </p:nvGrpSpPr>
          <p:grpSpPr>
            <a:xfrm>
              <a:off x="6851687" y="7802438"/>
              <a:ext cx="936004" cy="215444"/>
              <a:chOff x="8337376" y="8047616"/>
              <a:chExt cx="936004" cy="215444"/>
            </a:xfrm>
          </p:grpSpPr>
          <p:sp>
            <p:nvSpPr>
              <p:cNvPr id="375" name="직사각형 374"/>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76" name="TextBox 375"/>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372"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377" name="그룹 376"/>
          <p:cNvGrpSpPr/>
          <p:nvPr/>
        </p:nvGrpSpPr>
        <p:grpSpPr>
          <a:xfrm>
            <a:off x="8362503" y="7960174"/>
            <a:ext cx="928576" cy="215444"/>
            <a:chOff x="8337376" y="8326124"/>
            <a:chExt cx="928576" cy="215444"/>
          </a:xfrm>
        </p:grpSpPr>
        <p:sp>
          <p:nvSpPr>
            <p:cNvPr id="378" name="직사각형 37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79" name="TextBox 37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380" name="직사각형 379"/>
          <p:cNvSpPr/>
          <p:nvPr/>
        </p:nvSpPr>
        <p:spPr>
          <a:xfrm rot="10800000">
            <a:off x="8410128" y="7057398"/>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381" name="모서리가 둥근 직사각형 380"/>
          <p:cNvSpPr/>
          <p:nvPr/>
        </p:nvSpPr>
        <p:spPr>
          <a:xfrm>
            <a:off x="8646653" y="8258909"/>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38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79767" y="8615095"/>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3" name="직사각형 382"/>
          <p:cNvSpPr/>
          <p:nvPr/>
        </p:nvSpPr>
        <p:spPr>
          <a:xfrm>
            <a:off x="2211806" y="8666454"/>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384" name="직사각형 383"/>
          <p:cNvSpPr/>
          <p:nvPr/>
        </p:nvSpPr>
        <p:spPr>
          <a:xfrm>
            <a:off x="1904072" y="8892663"/>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85" name="직사각형 384"/>
          <p:cNvSpPr/>
          <p:nvPr/>
        </p:nvSpPr>
        <p:spPr>
          <a:xfrm>
            <a:off x="2853447" y="8630450"/>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386"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7293" y="9537979"/>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7" name="직사각형 386"/>
          <p:cNvSpPr/>
          <p:nvPr/>
        </p:nvSpPr>
        <p:spPr>
          <a:xfrm>
            <a:off x="2469332" y="9589338"/>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sp>
        <p:nvSpPr>
          <p:cNvPr id="388" name="직사각형 387"/>
          <p:cNvSpPr/>
          <p:nvPr/>
        </p:nvSpPr>
        <p:spPr>
          <a:xfrm>
            <a:off x="2161598" y="9815547"/>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89" name="직사각형 388"/>
          <p:cNvSpPr/>
          <p:nvPr/>
        </p:nvSpPr>
        <p:spPr>
          <a:xfrm>
            <a:off x="3058948" y="9553334"/>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390" name="꺾인 연결선 389"/>
          <p:cNvCxnSpPr>
            <a:endCxn id="386" idx="1"/>
          </p:cNvCxnSpPr>
          <p:nvPr/>
        </p:nvCxnSpPr>
        <p:spPr>
          <a:xfrm rot="16200000" flipH="1">
            <a:off x="1861740" y="9306426"/>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91"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46818" y="10199271"/>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2" name="직사각형 391"/>
          <p:cNvSpPr/>
          <p:nvPr/>
        </p:nvSpPr>
        <p:spPr>
          <a:xfrm>
            <a:off x="2478857" y="10250630"/>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393" name="직사각형 392"/>
          <p:cNvSpPr/>
          <p:nvPr/>
        </p:nvSpPr>
        <p:spPr>
          <a:xfrm>
            <a:off x="2171123" y="10476839"/>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94" name="직사각형 393"/>
          <p:cNvSpPr/>
          <p:nvPr/>
        </p:nvSpPr>
        <p:spPr>
          <a:xfrm>
            <a:off x="3068473" y="10214626"/>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395" name="꺾인 연결선 394"/>
          <p:cNvCxnSpPr>
            <a:endCxn id="391" idx="1"/>
          </p:cNvCxnSpPr>
          <p:nvPr/>
        </p:nvCxnSpPr>
        <p:spPr>
          <a:xfrm rot="16200000" flipH="1">
            <a:off x="1825232" y="9921685"/>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96"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2040" y="10712852"/>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7" name="직사각형 396"/>
          <p:cNvSpPr/>
          <p:nvPr/>
        </p:nvSpPr>
        <p:spPr>
          <a:xfrm>
            <a:off x="2224079" y="10764211"/>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sp>
        <p:nvSpPr>
          <p:cNvPr id="398" name="직사각형 397"/>
          <p:cNvSpPr/>
          <p:nvPr/>
        </p:nvSpPr>
        <p:spPr>
          <a:xfrm>
            <a:off x="1916345" y="10990420"/>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99" name="직사각형 398"/>
          <p:cNvSpPr/>
          <p:nvPr/>
        </p:nvSpPr>
        <p:spPr>
          <a:xfrm>
            <a:off x="2865721" y="10728207"/>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pic>
        <p:nvPicPr>
          <p:cNvPr id="400"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06099" y="9134506"/>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02" name="그룹 401"/>
          <p:cNvGrpSpPr/>
          <p:nvPr/>
        </p:nvGrpSpPr>
        <p:grpSpPr>
          <a:xfrm>
            <a:off x="8336337" y="8704650"/>
            <a:ext cx="969911" cy="263175"/>
            <a:chOff x="6836830" y="8933894"/>
            <a:chExt cx="969911" cy="263175"/>
          </a:xfrm>
        </p:grpSpPr>
        <p:sp>
          <p:nvSpPr>
            <p:cNvPr id="403" name="직사각형 40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04" name="직사각형 40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05" name="그룹 404"/>
          <p:cNvGrpSpPr/>
          <p:nvPr/>
        </p:nvGrpSpPr>
        <p:grpSpPr>
          <a:xfrm>
            <a:off x="8341669" y="9623800"/>
            <a:ext cx="969911" cy="263175"/>
            <a:chOff x="6836830" y="8933894"/>
            <a:chExt cx="969911" cy="263175"/>
          </a:xfrm>
        </p:grpSpPr>
        <p:sp>
          <p:nvSpPr>
            <p:cNvPr id="406" name="직사각형 405"/>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07" name="직사각형 406"/>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08" name="그룹 407"/>
          <p:cNvGrpSpPr/>
          <p:nvPr/>
        </p:nvGrpSpPr>
        <p:grpSpPr>
          <a:xfrm>
            <a:off x="8345962" y="10287188"/>
            <a:ext cx="969911" cy="263175"/>
            <a:chOff x="6836830" y="8933894"/>
            <a:chExt cx="969911" cy="263175"/>
          </a:xfrm>
        </p:grpSpPr>
        <p:sp>
          <p:nvSpPr>
            <p:cNvPr id="409" name="직사각형 408"/>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0" name="직사각형 409"/>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1" name="그룹 410"/>
          <p:cNvGrpSpPr/>
          <p:nvPr/>
        </p:nvGrpSpPr>
        <p:grpSpPr>
          <a:xfrm>
            <a:off x="8351194" y="10817723"/>
            <a:ext cx="969911" cy="263175"/>
            <a:chOff x="6836830" y="8933894"/>
            <a:chExt cx="969911" cy="263175"/>
          </a:xfrm>
        </p:grpSpPr>
        <p:sp>
          <p:nvSpPr>
            <p:cNvPr id="412" name="직사각형 411"/>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3" name="직사각형 412"/>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8" name="그룹 417"/>
          <p:cNvGrpSpPr/>
          <p:nvPr/>
        </p:nvGrpSpPr>
        <p:grpSpPr>
          <a:xfrm>
            <a:off x="1900803" y="6037049"/>
            <a:ext cx="234360" cy="200055"/>
            <a:chOff x="1148290" y="11716364"/>
            <a:chExt cx="234360" cy="200055"/>
          </a:xfrm>
        </p:grpSpPr>
        <p:sp>
          <p:nvSpPr>
            <p:cNvPr id="419" name="모서리가 둥근 직사각형 4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0" name="직사각형 419"/>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aphicFrame>
        <p:nvGraphicFramePr>
          <p:cNvPr id="432" name="Group 175"/>
          <p:cNvGraphicFramePr>
            <a:graphicFrameLocks noGrp="1"/>
          </p:cNvGraphicFramePr>
          <p:nvPr>
            <p:extLst>
              <p:ext uri="{D42A27DB-BD31-4B8C-83A1-F6EECF244321}">
                <p14:modId xmlns:p14="http://schemas.microsoft.com/office/powerpoint/2010/main" val="3235411703"/>
              </p:ext>
            </p:extLst>
          </p:nvPr>
        </p:nvGraphicFramePr>
        <p:xfrm>
          <a:off x="9499029" y="3410509"/>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수정불가</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등록글</a:t>
                      </a:r>
                      <a:r>
                        <a:rPr lang="ko-KR" altLang="en-US" sz="800" kern="1200" dirty="0" smtClean="0">
                          <a:solidFill>
                            <a:schemeClr val="tx1">
                              <a:lumMod val="75000"/>
                              <a:lumOff val="25000"/>
                            </a:schemeClr>
                          </a:solidFill>
                          <a:latin typeface="+mn-ea"/>
                          <a:ea typeface="+mn-ea"/>
                          <a:cs typeface="+mn-cs"/>
                        </a:rPr>
                        <a:t> 삭제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작성자만 삭제가능</a:t>
                      </a:r>
                      <a:endParaRPr lang="en-US" altLang="ko-KR" sz="800" kern="1200" dirty="0" smtClean="0">
                        <a:solidFill>
                          <a:srgbClr val="0070C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답변완료 후 삭제불가</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답변 내용</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로그인 대상자의 </a:t>
                      </a:r>
                      <a:r>
                        <a:rPr lang="ko-KR" altLang="en-US" sz="800" kern="1200" dirty="0" err="1" smtClean="0">
                          <a:solidFill>
                            <a:schemeClr val="tx1"/>
                          </a:solidFill>
                          <a:latin typeface="+mn-lt"/>
                          <a:ea typeface="+mn-ea"/>
                          <a:cs typeface="+mn-cs"/>
                        </a:rPr>
                        <a:t>댓글에만</a:t>
                      </a:r>
                      <a:r>
                        <a:rPr lang="ko-KR" altLang="en-US" sz="800" kern="1200" dirty="0" smtClean="0">
                          <a:solidFill>
                            <a:schemeClr val="tx1"/>
                          </a:solidFill>
                          <a:latin typeface="+mn-lt"/>
                          <a:ea typeface="+mn-ea"/>
                          <a:cs typeface="+mn-cs"/>
                        </a:rPr>
                        <a:t> 노출</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추가기능</a:t>
                      </a:r>
                      <a:endParaRPr lang="en-US" altLang="ko-KR" sz="800" kern="1200" dirty="0" smtClean="0">
                        <a:solidFill>
                          <a:schemeClr val="tx1"/>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수정가능</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수정폼</a:t>
                      </a:r>
                      <a:r>
                        <a:rPr lang="ko-KR" altLang="en-US" sz="800" kern="1200" dirty="0" smtClean="0">
                          <a:solidFill>
                            <a:srgbClr val="0070C0"/>
                          </a:solidFill>
                          <a:latin typeface="+mn-lt"/>
                          <a:ea typeface="+mn-ea"/>
                          <a:cs typeface="+mn-cs"/>
                        </a:rPr>
                        <a:t> 노출</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삭제가능</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하위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삭제 안 함</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33" name="모서리가 둥근 직사각형 432"/>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4" name="모서리가 둥근 직사각형 433"/>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35" name="그룹 434"/>
          <p:cNvGrpSpPr/>
          <p:nvPr/>
        </p:nvGrpSpPr>
        <p:grpSpPr>
          <a:xfrm>
            <a:off x="6648425" y="3364165"/>
            <a:ext cx="234360" cy="200055"/>
            <a:chOff x="1152270" y="11716364"/>
            <a:chExt cx="234360" cy="200055"/>
          </a:xfrm>
        </p:grpSpPr>
        <p:sp>
          <p:nvSpPr>
            <p:cNvPr id="436" name="모서리가 둥근 직사각형 4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7" name="직사각형 43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448" name="모서리가 둥근 직사각형 447"/>
          <p:cNvSpPr/>
          <p:nvPr/>
        </p:nvSpPr>
        <p:spPr>
          <a:xfrm>
            <a:off x="6671667" y="3529583"/>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49" name="그룹 448"/>
          <p:cNvGrpSpPr/>
          <p:nvPr/>
        </p:nvGrpSpPr>
        <p:grpSpPr>
          <a:xfrm>
            <a:off x="7564338" y="3366517"/>
            <a:ext cx="234360" cy="200055"/>
            <a:chOff x="1152270" y="11716364"/>
            <a:chExt cx="234360" cy="200055"/>
          </a:xfrm>
        </p:grpSpPr>
        <p:sp>
          <p:nvSpPr>
            <p:cNvPr id="450" name="모서리가 둥근 직사각형 4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1" name="직사각형 45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414" name="Picture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353354" y="8779251"/>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15" name="그룹 414"/>
          <p:cNvGrpSpPr/>
          <p:nvPr/>
        </p:nvGrpSpPr>
        <p:grpSpPr>
          <a:xfrm>
            <a:off x="9364538" y="8750660"/>
            <a:ext cx="234360" cy="200055"/>
            <a:chOff x="1148290" y="11716364"/>
            <a:chExt cx="234360" cy="200055"/>
          </a:xfrm>
        </p:grpSpPr>
        <p:sp>
          <p:nvSpPr>
            <p:cNvPr id="416" name="모서리가 둥근 직사각형 41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7" name="직사각형 416"/>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421" name="직사각형 420"/>
          <p:cNvSpPr/>
          <p:nvPr/>
        </p:nvSpPr>
        <p:spPr>
          <a:xfrm>
            <a:off x="9417496" y="8923992"/>
            <a:ext cx="720080" cy="4831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239" name="자유형 238"/>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225" name="그룹 224"/>
          <p:cNvGrpSpPr/>
          <p:nvPr/>
        </p:nvGrpSpPr>
        <p:grpSpPr>
          <a:xfrm>
            <a:off x="579562" y="2166658"/>
            <a:ext cx="1386586" cy="5317057"/>
            <a:chOff x="579562" y="2166658"/>
            <a:chExt cx="1386586" cy="5317057"/>
          </a:xfrm>
        </p:grpSpPr>
        <p:grpSp>
          <p:nvGrpSpPr>
            <p:cNvPr id="226" name="그룹 225"/>
            <p:cNvGrpSpPr/>
            <p:nvPr/>
          </p:nvGrpSpPr>
          <p:grpSpPr>
            <a:xfrm>
              <a:off x="629956" y="3318264"/>
              <a:ext cx="1332000" cy="180000"/>
              <a:chOff x="666428" y="3785432"/>
              <a:chExt cx="1332000" cy="180000"/>
            </a:xfrm>
          </p:grpSpPr>
          <p:sp>
            <p:nvSpPr>
              <p:cNvPr id="468" name="모서리가 둥근 직사각형 46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29956" y="3568824"/>
              <a:ext cx="1332000" cy="180000"/>
              <a:chOff x="666428" y="4310612"/>
              <a:chExt cx="1332000" cy="180000"/>
            </a:xfrm>
          </p:grpSpPr>
          <p:sp>
            <p:nvSpPr>
              <p:cNvPr id="466" name="모서리가 둥근 직사각형 46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67"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29955" y="3042501"/>
              <a:ext cx="1332000" cy="180000"/>
              <a:chOff x="666427" y="3266516"/>
              <a:chExt cx="1332000" cy="180000"/>
            </a:xfrm>
          </p:grpSpPr>
          <p:sp>
            <p:nvSpPr>
              <p:cNvPr id="464" name="모서리가 둥근 직사각형 46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65"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29956" y="3854780"/>
              <a:ext cx="1332000" cy="180000"/>
              <a:chOff x="666428" y="4570824"/>
              <a:chExt cx="1332000" cy="180000"/>
            </a:xfrm>
          </p:grpSpPr>
          <p:sp>
            <p:nvSpPr>
              <p:cNvPr id="462" name="모서리가 둥근 직사각형 461"/>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kumimoji="1" lang="en-US" altLang="ko-KR" sz="800" dirty="0" smtClean="0">
                    <a:solidFill>
                      <a:schemeClr val="tx1">
                        <a:lumMod val="75000"/>
                        <a:lumOff val="25000"/>
                      </a:schemeClr>
                    </a:solidFill>
                    <a:latin typeface="+mn-ea"/>
                    <a:ea typeface="+mn-ea"/>
                    <a:cs typeface="Calibri" pitchFamily="34" charset="0"/>
                  </a:rPr>
                  <a:t>1:1</a:t>
                </a:r>
                <a:r>
                  <a:rPr kumimoji="1" lang="ko-KR" altLang="en-US" sz="800" dirty="0" smtClean="0">
                    <a:solidFill>
                      <a:schemeClr val="tx1">
                        <a:lumMod val="75000"/>
                        <a:lumOff val="25000"/>
                      </a:schemeClr>
                    </a:solidFill>
                    <a:latin typeface="+mn-ea"/>
                    <a:ea typeface="+mn-ea"/>
                    <a:cs typeface="Calibri" pitchFamily="34" charset="0"/>
                  </a:rPr>
                  <a:t>상담</a:t>
                </a:r>
                <a:endParaRPr kumimoji="1" lang="ko-KR" altLang="en-US" sz="800" dirty="0">
                  <a:solidFill>
                    <a:schemeClr val="tx1">
                      <a:lumMod val="75000"/>
                      <a:lumOff val="25000"/>
                    </a:schemeClr>
                  </a:solidFill>
                  <a:latin typeface="+mn-ea"/>
                  <a:ea typeface="+mn-ea"/>
                  <a:cs typeface="Calibri" pitchFamily="34" charset="0"/>
                </a:endParaRPr>
              </a:p>
            </p:txBody>
          </p:sp>
          <p:pic>
            <p:nvPicPr>
              <p:cNvPr id="463"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29956" y="5316875"/>
              <a:ext cx="1332000" cy="180000"/>
              <a:chOff x="666428" y="5096004"/>
              <a:chExt cx="1332000" cy="180000"/>
            </a:xfrm>
          </p:grpSpPr>
          <p:sp>
            <p:nvSpPr>
              <p:cNvPr id="460" name="모서리가 둥근 직사각형 45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61" name="Picture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4148" y="5634789"/>
              <a:ext cx="1332000" cy="180000"/>
              <a:chOff x="666428" y="3785432"/>
              <a:chExt cx="1332000" cy="180000"/>
            </a:xfrm>
          </p:grpSpPr>
          <p:sp>
            <p:nvSpPr>
              <p:cNvPr id="458" name="모서리가 둥근 직사각형 45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5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1150" y="4135825"/>
              <a:ext cx="1332000" cy="180000"/>
              <a:chOff x="666428" y="4570824"/>
              <a:chExt cx="1332000" cy="180000"/>
            </a:xfrm>
          </p:grpSpPr>
          <p:sp>
            <p:nvSpPr>
              <p:cNvPr id="455" name="모서리가 둥근 직사각형 45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56"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29956" y="4423395"/>
              <a:ext cx="1332000" cy="180000"/>
              <a:chOff x="666428" y="4310612"/>
              <a:chExt cx="1332000" cy="180000"/>
            </a:xfrm>
          </p:grpSpPr>
          <p:sp>
            <p:nvSpPr>
              <p:cNvPr id="453" name="모서리가 둥근 직사각형 45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54"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4" name="TextBox 23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0" name="그룹 239"/>
            <p:cNvGrpSpPr/>
            <p:nvPr/>
          </p:nvGrpSpPr>
          <p:grpSpPr>
            <a:xfrm>
              <a:off x="632520" y="4723068"/>
              <a:ext cx="1332000" cy="180000"/>
              <a:chOff x="666428" y="4310612"/>
              <a:chExt cx="1332000" cy="180000"/>
            </a:xfrm>
          </p:grpSpPr>
          <p:sp>
            <p:nvSpPr>
              <p:cNvPr id="447" name="모서리가 둥근 직사각형 44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52"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2520" y="2752353"/>
              <a:ext cx="1332000" cy="180000"/>
              <a:chOff x="666427" y="3266516"/>
              <a:chExt cx="1332000" cy="180000"/>
            </a:xfrm>
          </p:grpSpPr>
          <p:sp>
            <p:nvSpPr>
              <p:cNvPr id="445" name="모서리가 둥근 직사각형 44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46"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32520" y="5005767"/>
              <a:ext cx="1332000" cy="180000"/>
              <a:chOff x="666428" y="4310612"/>
              <a:chExt cx="1332000" cy="180000"/>
            </a:xfrm>
          </p:grpSpPr>
          <p:sp>
            <p:nvSpPr>
              <p:cNvPr id="443" name="모서리가 둥근 직사각형 4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44"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6227787"/>
              <a:ext cx="1332000" cy="180000"/>
              <a:chOff x="666428" y="3785432"/>
              <a:chExt cx="1332000" cy="180000"/>
            </a:xfrm>
          </p:grpSpPr>
          <p:sp>
            <p:nvSpPr>
              <p:cNvPr id="441" name="모서리가 둥근 직사각형 44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4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6487872"/>
              <a:ext cx="1332000" cy="180000"/>
              <a:chOff x="666428" y="4310612"/>
              <a:chExt cx="1332000" cy="180000"/>
            </a:xfrm>
          </p:grpSpPr>
          <p:sp>
            <p:nvSpPr>
              <p:cNvPr id="439" name="모서리가 둥근 직사각형 4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4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6773828"/>
              <a:ext cx="1332000" cy="180000"/>
              <a:chOff x="666428" y="4570824"/>
              <a:chExt cx="1332000" cy="180000"/>
            </a:xfrm>
          </p:grpSpPr>
          <p:sp>
            <p:nvSpPr>
              <p:cNvPr id="431" name="모서리가 둥근 직사각형 43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38"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5" name="그룹 324"/>
            <p:cNvGrpSpPr/>
            <p:nvPr/>
          </p:nvGrpSpPr>
          <p:grpSpPr>
            <a:xfrm>
              <a:off x="632520" y="7053155"/>
              <a:ext cx="1332000" cy="180000"/>
              <a:chOff x="666428" y="3785432"/>
              <a:chExt cx="1332000" cy="180000"/>
            </a:xfrm>
          </p:grpSpPr>
          <p:sp>
            <p:nvSpPr>
              <p:cNvPr id="429" name="모서리가 둥근 직사각형 42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3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7303715"/>
              <a:ext cx="1332000" cy="180000"/>
              <a:chOff x="666428" y="4310612"/>
              <a:chExt cx="1332000" cy="180000"/>
            </a:xfrm>
          </p:grpSpPr>
          <p:sp>
            <p:nvSpPr>
              <p:cNvPr id="427" name="모서리가 둥근 직사각형 4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28"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2" name="그룹 421"/>
            <p:cNvGrpSpPr/>
            <p:nvPr/>
          </p:nvGrpSpPr>
          <p:grpSpPr>
            <a:xfrm>
              <a:off x="622995" y="5922821"/>
              <a:ext cx="1332000" cy="180000"/>
              <a:chOff x="666427" y="3266516"/>
              <a:chExt cx="1332000" cy="180000"/>
            </a:xfrm>
          </p:grpSpPr>
          <p:sp>
            <p:nvSpPr>
              <p:cNvPr id="423" name="모서리가 둥근 직사각형 42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424"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919451979"/>
      </p:ext>
    </p:extLst>
  </p:cSld>
  <p:clrMapOvr>
    <a:masterClrMapping/>
  </p:clrMapOvr>
  <p:transition>
    <p:wipe dir="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KNOU_UI_C02070000_05</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en-US" altLang="ko-KR" sz="800" spc="-60" dirty="0" smtClean="0">
                <a:latin typeface="+mn-ea"/>
                <a:ea typeface="+mn-ea"/>
              </a:rPr>
              <a:t>1:1</a:t>
            </a:r>
            <a:r>
              <a:rPr lang="ko-KR" altLang="en-US" sz="800" spc="-60" dirty="0" smtClean="0">
                <a:latin typeface="+mn-ea"/>
                <a:ea typeface="+mn-ea"/>
              </a:rPr>
              <a:t>상담 </a:t>
            </a:r>
            <a:r>
              <a:rPr lang="en-US" altLang="ko-KR" sz="800" spc="-60" dirty="0" smtClean="0">
                <a:latin typeface="+mn-ea"/>
                <a:ea typeface="+mn-ea"/>
              </a:rPr>
              <a:t>&gt; </a:t>
            </a:r>
            <a:r>
              <a:rPr lang="ko-KR" altLang="en-US" sz="800" spc="-60" dirty="0" smtClean="0">
                <a:latin typeface="+mn-ea"/>
                <a:ea typeface="+mn-ea"/>
              </a:rPr>
              <a:t>수정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1610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1:1</a:t>
            </a:r>
            <a:r>
              <a:rPr lang="ko-KR" altLang="en-US" sz="800" spc="-60" dirty="0" smtClean="0">
                <a:latin typeface="+mn-ea"/>
                <a:ea typeface="+mn-ea"/>
              </a:rPr>
              <a:t>상담</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1:1</a:t>
              </a:r>
              <a:r>
                <a:rPr lang="ko-KR" altLang="en-US" sz="750" b="1" dirty="0" smtClean="0">
                  <a:solidFill>
                    <a:schemeClr val="bg1"/>
                  </a:solidFill>
                  <a:latin typeface="맑은 고딕" panose="020B0503020000020004" pitchFamily="50" charset="-127"/>
                  <a:ea typeface="맑은 고딕" panose="020B0503020000020004" pitchFamily="50" charset="-127"/>
                </a:rPr>
                <a:t>상담</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934630928"/>
              </p:ext>
            </p:extLst>
          </p:nvPr>
        </p:nvGraphicFramePr>
        <p:xfrm>
          <a:off x="9499029" y="1484784"/>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1:1</a:t>
                      </a:r>
                      <a:r>
                        <a:rPr lang="ko-KR" altLang="en-US" sz="800" kern="1200" dirty="0" smtClean="0">
                          <a:solidFill>
                            <a:schemeClr val="tx1">
                              <a:lumMod val="75000"/>
                              <a:lumOff val="25000"/>
                            </a:schemeClr>
                          </a:solidFill>
                          <a:latin typeface="+mn-ea"/>
                          <a:ea typeface="+mn-ea"/>
                          <a:cs typeface="+mn-cs"/>
                        </a:rPr>
                        <a:t>상담</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저장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비밀글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사용여부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사용 체크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kumimoji="1" lang="en-US" altLang="ko-KR" sz="800" dirty="0" smtClean="0">
                    <a:solidFill>
                      <a:schemeClr val="tx1">
                        <a:lumMod val="75000"/>
                        <a:lumOff val="25000"/>
                      </a:schemeClr>
                    </a:solidFill>
                    <a:latin typeface="+mn-ea"/>
                    <a:ea typeface="+mn-ea"/>
                    <a:cs typeface="Calibri" pitchFamily="34" charset="0"/>
                  </a:rPr>
                  <a:t>1:1</a:t>
                </a:r>
                <a:r>
                  <a:rPr kumimoji="1" lang="ko-KR" altLang="en-US" sz="800" dirty="0" smtClean="0">
                    <a:solidFill>
                      <a:schemeClr val="tx1">
                        <a:lumMod val="75000"/>
                        <a:lumOff val="25000"/>
                      </a:schemeClr>
                    </a:solidFill>
                    <a:latin typeface="+mn-ea"/>
                    <a:ea typeface="+mn-ea"/>
                    <a:cs typeface="Calibri" pitchFamily="34" charset="0"/>
                  </a:rPr>
                  <a:t>상담</a:t>
                </a:r>
                <a:endParaRPr kumimoji="1" lang="ko-KR" altLang="en-US" sz="800" dirty="0">
                  <a:solidFill>
                    <a:schemeClr val="tx1">
                      <a:lumMod val="75000"/>
                      <a:lumOff val="25000"/>
                    </a:schemeClr>
                  </a:solidFill>
                  <a:latin typeface="+mn-ea"/>
                  <a:ea typeface="+mn-ea"/>
                  <a:cs typeface="Calibri" pitchFamily="34" charset="0"/>
                </a:endParaRPr>
              </a:p>
            </p:txBody>
          </p:sp>
          <p:pic>
            <p:nvPicPr>
              <p:cNvPr id="29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en-US" altLang="ko-KR" sz="800" b="1" dirty="0" smtClean="0">
                      <a:solidFill>
                        <a:schemeClr val="tx1">
                          <a:lumMod val="75000"/>
                          <a:lumOff val="25000"/>
                        </a:schemeClr>
                      </a:solidFill>
                      <a:latin typeface="+mn-ea"/>
                      <a:ea typeface="+mn-ea"/>
                      <a:cs typeface="Calibri" pitchFamily="34" charset="0"/>
                    </a:rPr>
                    <a:t>1:1</a:t>
                  </a:r>
                  <a:r>
                    <a:rPr kumimoji="1" lang="ko-KR" altLang="en-US" sz="800" b="1" dirty="0" smtClean="0">
                      <a:solidFill>
                        <a:schemeClr val="tx1">
                          <a:lumMod val="75000"/>
                          <a:lumOff val="25000"/>
                        </a:schemeClr>
                      </a:solidFill>
                      <a:latin typeface="+mn-ea"/>
                      <a:ea typeface="+mn-ea"/>
                      <a:cs typeface="Calibri" pitchFamily="34" charset="0"/>
                    </a:rPr>
                    <a:t>상담</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98" name="직사각형 197"/>
          <p:cNvSpPr/>
          <p:nvPr/>
        </p:nvSpPr>
        <p:spPr>
          <a:xfrm>
            <a:off x="1981622" y="3432781"/>
            <a:ext cx="7470000" cy="498110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796550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82" name="Group 175"/>
          <p:cNvGraphicFramePr>
            <a:graphicFrameLocks noGrp="1"/>
          </p:cNvGraphicFramePr>
          <p:nvPr>
            <p:extLst>
              <p:ext uri="{D42A27DB-BD31-4B8C-83A1-F6EECF244321}">
                <p14:modId xmlns:p14="http://schemas.microsoft.com/office/powerpoint/2010/main" val="1953371630"/>
              </p:ext>
            </p:extLst>
          </p:nvPr>
        </p:nvGraphicFramePr>
        <p:xfrm>
          <a:off x="9499029" y="1484784"/>
          <a:ext cx="1404156" cy="54776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 </a:t>
                      </a:r>
                      <a:r>
                        <a:rPr lang="ko-KR" altLang="en-US" sz="800" kern="1200" dirty="0" smtClean="0">
                          <a:solidFill>
                            <a:schemeClr val="tx1">
                              <a:lumMod val="75000"/>
                              <a:lumOff val="25000"/>
                            </a:schemeClr>
                          </a:solidFill>
                          <a:latin typeface="+mn-ea"/>
                          <a:ea typeface="+mn-ea"/>
                          <a:cs typeface="+mn-cs"/>
                        </a:rPr>
                        <a:t>저장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사용여부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사용 체크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a:t>
                      </a:r>
                      <a:r>
                        <a:rPr lang="ko-KR" altLang="en-US" sz="800" kern="1200" dirty="0" smtClean="0">
                          <a:solidFill>
                            <a:srgbClr val="0070C0"/>
                          </a:solidFill>
                          <a:latin typeface="+mn-ea"/>
                          <a:ea typeface="+mn-ea"/>
                          <a:cs typeface="+mn-cs"/>
                        </a:rPr>
                        <a:t>아니오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작성자만 상세보기 가능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a:t>
                      </a:r>
                      <a:r>
                        <a:rPr lang="ko-KR" altLang="en-US" sz="800" kern="1200" dirty="0" smtClean="0">
                          <a:solidFill>
                            <a:srgbClr val="0070C0"/>
                          </a:solidFill>
                          <a:latin typeface="+mn-ea"/>
                          <a:ea typeface="+mn-ea"/>
                          <a:cs typeface="+mn-cs"/>
                        </a:rPr>
                        <a:t>예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누구나 상세보기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cxnSp>
        <p:nvCxnSpPr>
          <p:cNvPr id="183" name="꺾인 연결선 182"/>
          <p:cNvCxnSpPr/>
          <p:nvPr/>
        </p:nvCxnSpPr>
        <p:spPr>
          <a:xfrm rot="5400000" flipH="1" flipV="1">
            <a:off x="10297814" y="1243786"/>
            <a:ext cx="41562" cy="4521649"/>
          </a:xfrm>
          <a:prstGeom prst="bentConnector3">
            <a:avLst>
              <a:gd name="adj1" fmla="val 650022"/>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184" name="Group 37"/>
          <p:cNvGraphicFramePr>
            <a:graphicFrameLocks noGrp="1"/>
          </p:cNvGraphicFramePr>
          <p:nvPr>
            <p:extLst>
              <p:ext uri="{D42A27DB-BD31-4B8C-83A1-F6EECF244321}">
                <p14:modId xmlns:p14="http://schemas.microsoft.com/office/powerpoint/2010/main" val="4003371705"/>
              </p:ext>
            </p:extLst>
          </p:nvPr>
        </p:nvGraphicFramePr>
        <p:xfrm>
          <a:off x="1972097" y="3823900"/>
          <a:ext cx="7470353" cy="2845748"/>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부가 옵션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공개여부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5" name="모서리가 둥근 직사각형 184"/>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6" name="모서리가 둥근 직사각형 185"/>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7" name="Rectangle 122"/>
          <p:cNvSpPr>
            <a:spLocks noChangeArrowheads="1"/>
          </p:cNvSpPr>
          <p:nvPr/>
        </p:nvSpPr>
        <p:spPr bwMode="auto">
          <a:xfrm>
            <a:off x="3215283" y="3870573"/>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제목제목제목제목제목제목제목제목제목</a:t>
            </a:r>
            <a:r>
              <a:rPr lang="en-US" altLang="ko-KR" sz="800" kern="0" dirty="0" smtClean="0">
                <a:solidFill>
                  <a:schemeClr val="tx1">
                    <a:lumMod val="75000"/>
                    <a:lumOff val="25000"/>
                  </a:schemeClr>
                </a:solidFill>
                <a:latin typeface="+mn-ea"/>
                <a:ea typeface="+mn-ea"/>
              </a:rPr>
              <a:t>01</a:t>
            </a:r>
            <a:endParaRPr lang="ko-KR" altLang="en-US" sz="800" kern="0" dirty="0">
              <a:solidFill>
                <a:schemeClr val="tx1">
                  <a:lumMod val="75000"/>
                  <a:lumOff val="25000"/>
                </a:schemeClr>
              </a:solidFill>
              <a:latin typeface="+mn-ea"/>
              <a:ea typeface="+mn-ea"/>
            </a:endParaRPr>
          </a:p>
        </p:txBody>
      </p:sp>
      <p:pic>
        <p:nvPicPr>
          <p:cNvPr id="188"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215180" y="4189152"/>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89" name="그룹 188"/>
          <p:cNvGrpSpPr/>
          <p:nvPr/>
        </p:nvGrpSpPr>
        <p:grpSpPr>
          <a:xfrm>
            <a:off x="3224808" y="5479132"/>
            <a:ext cx="6151786" cy="556264"/>
            <a:chOff x="1202386" y="5786120"/>
            <a:chExt cx="6151786" cy="556264"/>
          </a:xfrm>
        </p:grpSpPr>
        <p:sp>
          <p:nvSpPr>
            <p:cNvPr id="190" name="직사각형 189"/>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191"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2"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193" name="TextBox 192"/>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194" name="그룹 193"/>
            <p:cNvGrpSpPr/>
            <p:nvPr/>
          </p:nvGrpSpPr>
          <p:grpSpPr>
            <a:xfrm>
              <a:off x="1203366" y="6126940"/>
              <a:ext cx="2149735" cy="215444"/>
              <a:chOff x="1856656" y="7442398"/>
              <a:chExt cx="2149735" cy="215444"/>
            </a:xfrm>
          </p:grpSpPr>
          <p:sp>
            <p:nvSpPr>
              <p:cNvPr id="195" name="직사각형 194"/>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196" name="직사각형 195"/>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197" name="그룹 196"/>
          <p:cNvGrpSpPr/>
          <p:nvPr/>
        </p:nvGrpSpPr>
        <p:grpSpPr>
          <a:xfrm>
            <a:off x="3231373" y="6122262"/>
            <a:ext cx="795048" cy="223607"/>
            <a:chOff x="3267377" y="4473116"/>
            <a:chExt cx="795048" cy="223607"/>
          </a:xfrm>
        </p:grpSpPr>
        <p:sp>
          <p:nvSpPr>
            <p:cNvPr id="258" name="TextBox 257"/>
            <p:cNvSpPr txBox="1"/>
            <p:nvPr/>
          </p:nvSpPr>
          <p:spPr>
            <a:xfrm>
              <a:off x="3342425" y="4473116"/>
              <a:ext cx="720000" cy="223607"/>
            </a:xfrm>
            <a:prstGeom prst="rect">
              <a:avLst/>
            </a:prstGeom>
            <a:noFill/>
          </p:spPr>
          <p:txBody>
            <a:bodyPr wrap="square" rtlCol="0" anchor="ctr">
              <a:noAutofit/>
            </a:bodyPr>
            <a:lstStyle/>
            <a:p>
              <a:r>
                <a:rPr lang="ko-KR" altLang="en-US" sz="800" kern="0" dirty="0" smtClean="0">
                  <a:solidFill>
                    <a:schemeClr val="tx1">
                      <a:lumMod val="85000"/>
                      <a:lumOff val="15000"/>
                    </a:schemeClr>
                  </a:solidFill>
                  <a:latin typeface="+mn-ea"/>
                  <a:ea typeface="+mn-ea"/>
                  <a:cs typeface="Arial" charset="0"/>
                </a:rPr>
                <a:t>댓글 사용</a:t>
              </a:r>
              <a:endParaRPr lang="ko-KR" altLang="en-US" sz="800" kern="0" dirty="0">
                <a:solidFill>
                  <a:schemeClr val="tx1">
                    <a:lumMod val="85000"/>
                    <a:lumOff val="15000"/>
                  </a:schemeClr>
                </a:solidFill>
                <a:latin typeface="+mn-ea"/>
                <a:ea typeface="+mn-ea"/>
                <a:cs typeface="Arial" charset="0"/>
              </a:endParaRPr>
            </a:p>
          </p:txBody>
        </p:sp>
        <p:sp>
          <p:nvSpPr>
            <p:cNvPr id="259" name="직사각형 258"/>
            <p:cNvSpPr/>
            <p:nvPr/>
          </p:nvSpPr>
          <p:spPr>
            <a:xfrm>
              <a:off x="3267377" y="4530568"/>
              <a:ext cx="116381" cy="108000"/>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260" name="그룹 259"/>
          <p:cNvGrpSpPr/>
          <p:nvPr/>
        </p:nvGrpSpPr>
        <p:grpSpPr>
          <a:xfrm>
            <a:off x="2980923" y="6136289"/>
            <a:ext cx="234360" cy="200055"/>
            <a:chOff x="1152270" y="11716364"/>
            <a:chExt cx="234360" cy="200055"/>
          </a:xfrm>
        </p:grpSpPr>
        <p:sp>
          <p:nvSpPr>
            <p:cNvPr id="261" name="모서리가 둥근 직사각형 2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3" name="직사각형 30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04" name="그룹 303"/>
          <p:cNvGrpSpPr/>
          <p:nvPr/>
        </p:nvGrpSpPr>
        <p:grpSpPr>
          <a:xfrm>
            <a:off x="7576490" y="3354640"/>
            <a:ext cx="234360" cy="200055"/>
            <a:chOff x="1152270" y="11716364"/>
            <a:chExt cx="234360" cy="200055"/>
          </a:xfrm>
        </p:grpSpPr>
        <p:sp>
          <p:nvSpPr>
            <p:cNvPr id="343" name="모서리가 둥근 직사각형 34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5" name="직사각형 34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346" name="직사각형 345"/>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수정</a:t>
            </a:r>
            <a:endParaRPr lang="ko-KR" altLang="en-US" sz="800" dirty="0">
              <a:solidFill>
                <a:srgbClr val="FF0000"/>
              </a:solidFill>
              <a:latin typeface="+mn-ea"/>
              <a:ea typeface="+mn-ea"/>
            </a:endParaRPr>
          </a:p>
        </p:txBody>
      </p:sp>
      <p:grpSp>
        <p:nvGrpSpPr>
          <p:cNvPr id="347" name="그룹 346"/>
          <p:cNvGrpSpPr/>
          <p:nvPr/>
        </p:nvGrpSpPr>
        <p:grpSpPr>
          <a:xfrm>
            <a:off x="10921809" y="4762933"/>
            <a:ext cx="3289335" cy="1107665"/>
            <a:chOff x="10921809" y="3789759"/>
            <a:chExt cx="3289335" cy="1107665"/>
          </a:xfrm>
        </p:grpSpPr>
        <p:grpSp>
          <p:nvGrpSpPr>
            <p:cNvPr id="354" name="그룹 353"/>
            <p:cNvGrpSpPr/>
            <p:nvPr/>
          </p:nvGrpSpPr>
          <p:grpSpPr>
            <a:xfrm>
              <a:off x="10921809" y="3789759"/>
              <a:ext cx="3289335" cy="1107665"/>
              <a:chOff x="-692625" y="294998"/>
              <a:chExt cx="3289335" cy="1107665"/>
            </a:xfrm>
          </p:grpSpPr>
          <p:grpSp>
            <p:nvGrpSpPr>
              <p:cNvPr id="363" name="그룹 362"/>
              <p:cNvGrpSpPr/>
              <p:nvPr/>
            </p:nvGrpSpPr>
            <p:grpSpPr>
              <a:xfrm>
                <a:off x="-692625" y="294998"/>
                <a:ext cx="3289335" cy="1107665"/>
                <a:chOff x="1061816" y="3176972"/>
                <a:chExt cx="3289335" cy="1107665"/>
              </a:xfrm>
            </p:grpSpPr>
            <p:sp>
              <p:nvSpPr>
                <p:cNvPr id="365" name="직사각형 364"/>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66" name="직사각형 365"/>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67" name="직사각형 366"/>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68" name="직사각형 367"/>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64" name="직사각형 363"/>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저장되었습니다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362" name="모서리가 둥근 직사각형 361"/>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369" name="그룹 368"/>
          <p:cNvGrpSpPr/>
          <p:nvPr/>
        </p:nvGrpSpPr>
        <p:grpSpPr>
          <a:xfrm>
            <a:off x="10920139" y="3582541"/>
            <a:ext cx="3289335" cy="1107665"/>
            <a:chOff x="10960564" y="1312622"/>
            <a:chExt cx="3289335" cy="1107665"/>
          </a:xfrm>
        </p:grpSpPr>
        <p:grpSp>
          <p:nvGrpSpPr>
            <p:cNvPr id="370" name="그룹 369"/>
            <p:cNvGrpSpPr/>
            <p:nvPr/>
          </p:nvGrpSpPr>
          <p:grpSpPr>
            <a:xfrm>
              <a:off x="10960564" y="1312622"/>
              <a:ext cx="3289335" cy="1107665"/>
              <a:chOff x="-692625" y="294998"/>
              <a:chExt cx="3289335" cy="1107665"/>
            </a:xfrm>
          </p:grpSpPr>
          <p:grpSp>
            <p:nvGrpSpPr>
              <p:cNvPr id="372" name="그룹 371"/>
              <p:cNvGrpSpPr/>
              <p:nvPr/>
            </p:nvGrpSpPr>
            <p:grpSpPr>
              <a:xfrm>
                <a:off x="-692625" y="294998"/>
                <a:ext cx="3289335" cy="1107665"/>
                <a:chOff x="1061816" y="3176972"/>
                <a:chExt cx="3289335" cy="1107665"/>
              </a:xfrm>
            </p:grpSpPr>
            <p:sp>
              <p:nvSpPr>
                <p:cNvPr id="376" name="직사각형 375"/>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7" name="직사각형 376"/>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8" name="직사각형 377"/>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79" name="직사각형 378"/>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75" name="직사각형 374"/>
              <p:cNvSpPr/>
              <p:nvPr/>
            </p:nvSpPr>
            <p:spPr>
              <a:xfrm>
                <a:off x="325507" y="666797"/>
                <a:ext cx="1343638"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제목은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371" name="모서리가 둥근 직사각형 370"/>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380" name="1/2 액자 379"/>
          <p:cNvSpPr>
            <a:spLocks noChangeAspect="1"/>
          </p:cNvSpPr>
          <p:nvPr/>
        </p:nvSpPr>
        <p:spPr bwMode="auto">
          <a:xfrm rot="13500000">
            <a:off x="3279229" y="6184168"/>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sp>
        <p:nvSpPr>
          <p:cNvPr id="381" name="Rectangle 251"/>
          <p:cNvSpPr>
            <a:spLocks noChangeArrowheads="1"/>
          </p:cNvSpPr>
          <p:nvPr/>
        </p:nvSpPr>
        <p:spPr bwMode="auto">
          <a:xfrm>
            <a:off x="3234333" y="4501775"/>
            <a:ext cx="6129306" cy="756000"/>
          </a:xfrm>
          <a:prstGeom prst="rect">
            <a:avLst/>
          </a:prstGeom>
          <a:solidFill>
            <a:schemeClr val="bg1"/>
          </a:solidFill>
          <a:ln w="9525" algn="ctr">
            <a:no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문의내용</a:t>
            </a:r>
            <a:r>
              <a:rPr lang="ko-KR" altLang="en-US" sz="800" dirty="0">
                <a:solidFill>
                  <a:schemeClr val="tx1">
                    <a:lumMod val="75000"/>
                    <a:lumOff val="25000"/>
                  </a:schemeClr>
                </a:solidFill>
                <a:latin typeface="+mn-ea"/>
                <a:ea typeface="+mn-ea"/>
              </a:rPr>
              <a:t> 문의내용</a:t>
            </a:r>
            <a:endParaRPr lang="en-US" altLang="ko-KR" sz="800" dirty="0">
              <a:solidFill>
                <a:schemeClr val="tx1">
                  <a:lumMod val="75000"/>
                  <a:lumOff val="25000"/>
                </a:schemeClr>
              </a:solidFill>
              <a:latin typeface="+mn-ea"/>
              <a:ea typeface="+mn-ea"/>
            </a:endParaRPr>
          </a:p>
        </p:txBody>
      </p:sp>
      <p:grpSp>
        <p:nvGrpSpPr>
          <p:cNvPr id="382" name="그룹 381"/>
          <p:cNvGrpSpPr/>
          <p:nvPr/>
        </p:nvGrpSpPr>
        <p:grpSpPr>
          <a:xfrm>
            <a:off x="3172417" y="6429202"/>
            <a:ext cx="450531" cy="187200"/>
            <a:chOff x="3241762" y="4323479"/>
            <a:chExt cx="450531" cy="187200"/>
          </a:xfrm>
        </p:grpSpPr>
        <p:pic>
          <p:nvPicPr>
            <p:cNvPr id="38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289093" y="4323479"/>
              <a:ext cx="403200" cy="18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4" name="TextBox 383"/>
            <p:cNvSpPr txBox="1"/>
            <p:nvPr/>
          </p:nvSpPr>
          <p:spPr>
            <a:xfrm>
              <a:off x="3241762" y="4338327"/>
              <a:ext cx="398813" cy="160860"/>
            </a:xfrm>
            <a:prstGeom prst="rect">
              <a:avLst/>
            </a:prstGeom>
            <a:noFill/>
          </p:spPr>
          <p:txBody>
            <a:bodyPr wrap="square" rtlCol="0" anchor="ctr">
              <a:noAutofit/>
            </a:bodyPr>
            <a:lstStyle/>
            <a:p>
              <a:r>
                <a:rPr lang="ko-KR" altLang="en-US" sz="800" dirty="0" smtClean="0">
                  <a:solidFill>
                    <a:schemeClr val="bg1"/>
                  </a:solidFill>
                  <a:latin typeface="+mj-ea"/>
                  <a:ea typeface="+mj-ea"/>
                </a:rPr>
                <a:t>공개</a:t>
              </a:r>
              <a:endParaRPr lang="en-US" altLang="ko-KR" sz="800" dirty="0">
                <a:solidFill>
                  <a:schemeClr val="bg1"/>
                </a:solidFill>
                <a:latin typeface="+mj-ea"/>
                <a:ea typeface="+mj-ea"/>
              </a:endParaRPr>
            </a:p>
          </p:txBody>
        </p:sp>
      </p:grpSp>
      <p:grpSp>
        <p:nvGrpSpPr>
          <p:cNvPr id="385" name="그룹 384"/>
          <p:cNvGrpSpPr/>
          <p:nvPr/>
        </p:nvGrpSpPr>
        <p:grpSpPr>
          <a:xfrm>
            <a:off x="2980209" y="6434286"/>
            <a:ext cx="234360" cy="200055"/>
            <a:chOff x="1152270" y="11716364"/>
            <a:chExt cx="234360" cy="200055"/>
          </a:xfrm>
        </p:grpSpPr>
        <p:sp>
          <p:nvSpPr>
            <p:cNvPr id="386" name="모서리가 둥근 직사각형 3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7" name="직사각형 38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88" name="자유형 387"/>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3760563783"/>
      </p:ext>
    </p:extLst>
  </p:cSld>
  <p:clrMapOvr>
    <a:masterClrMapping/>
  </p:clrMapOvr>
  <p:transition>
    <p:wipe dir="r"/>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err="1" smtClean="0">
                <a:latin typeface="맑은 고딕" panose="020B0503020000020004" pitchFamily="50" charset="-127"/>
                <a:ea typeface="맑은 고딕" panose="020B0503020000020004" pitchFamily="50" charset="-127"/>
                <a:cs typeface="+mj-cs"/>
              </a:rPr>
              <a:t>팀게시판</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18675332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KNOU_UI_C02080000_01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err="1" smtClean="0">
                <a:latin typeface="+mn-ea"/>
                <a:ea typeface="+mn-ea"/>
              </a:rPr>
              <a:t>팀게시판</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목록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811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err="1" smtClean="0">
                  <a:solidFill>
                    <a:schemeClr val="bg1"/>
                  </a:solidFill>
                  <a:latin typeface="맑은 고딕" panose="020B0503020000020004" pitchFamily="50" charset="-127"/>
                  <a:ea typeface="맑은 고딕" panose="020B0503020000020004" pitchFamily="50" charset="-127"/>
                </a:rPr>
                <a:t>팀게시판</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866782191"/>
              </p:ext>
            </p:extLst>
          </p:nvPr>
        </p:nvGraphicFramePr>
        <p:xfrm>
          <a:off x="9499029" y="1484784"/>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N</a:t>
                      </a:r>
                      <a:r>
                        <a:rPr lang="ko-KR" altLang="en-US" sz="800" kern="1200" dirty="0" smtClean="0">
                          <a:solidFill>
                            <a:srgbClr val="0070C0"/>
                          </a:solidFill>
                          <a:latin typeface="+mn-ea"/>
                          <a:ea typeface="+mn-ea"/>
                          <a:cs typeface="+mn-cs"/>
                        </a:rPr>
                        <a:t>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팀원만 상세보기 가능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공개 </a:t>
                      </a:r>
                      <a:r>
                        <a:rPr lang="en-US" altLang="ko-KR" sz="800" kern="1200" dirty="0" smtClean="0">
                          <a:solidFill>
                            <a:srgbClr val="0070C0"/>
                          </a:solidFill>
                          <a:latin typeface="+mn-ea"/>
                          <a:ea typeface="+mn-ea"/>
                          <a:cs typeface="+mn-cs"/>
                        </a:rPr>
                        <a:t>: Y</a:t>
                      </a:r>
                      <a:r>
                        <a:rPr lang="ko-KR" altLang="en-US" sz="800" kern="1200" dirty="0" smtClean="0">
                          <a:solidFill>
                            <a:srgbClr val="0070C0"/>
                          </a:solidFill>
                          <a:latin typeface="+mn-ea"/>
                          <a:ea typeface="+mn-ea"/>
                          <a:cs typeface="+mn-cs"/>
                        </a:rPr>
                        <a:t> </a:t>
                      </a:r>
                      <a:r>
                        <a:rPr lang="en-US" altLang="ko-KR" sz="800" kern="1200" dirty="0" smtClean="0">
                          <a:solidFill>
                            <a:srgbClr val="0070C0"/>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누구나 상세보기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New </a:t>
                      </a:r>
                      <a:r>
                        <a:rPr lang="ko-KR" altLang="en-US" sz="800" kern="1200" dirty="0" smtClean="0">
                          <a:solidFill>
                            <a:schemeClr val="tx1">
                              <a:lumMod val="75000"/>
                              <a:lumOff val="25000"/>
                            </a:schemeClr>
                          </a:solidFill>
                          <a:latin typeface="+mn-ea"/>
                          <a:ea typeface="+mn-ea"/>
                          <a:cs typeface="+mn-cs"/>
                        </a:rPr>
                        <a:t>아이콘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등록일 기준 </a:t>
                      </a:r>
                      <a:r>
                        <a:rPr lang="en-US" altLang="ko-KR" sz="800" kern="1200" dirty="0" smtClean="0">
                          <a:solidFill>
                            <a:schemeClr val="tx1">
                              <a:lumMod val="75000"/>
                              <a:lumOff val="25000"/>
                            </a:schemeClr>
                          </a:solidFill>
                          <a:latin typeface="+mn-ea"/>
                          <a:ea typeface="+mn-ea"/>
                          <a:cs typeface="+mn-cs"/>
                        </a:rPr>
                        <a:t>: 7</a:t>
                      </a:r>
                      <a:r>
                        <a:rPr lang="ko-KR" altLang="en-US" sz="800" kern="1200" dirty="0" smtClean="0">
                          <a:solidFill>
                            <a:schemeClr val="tx1">
                              <a:lumMod val="75000"/>
                              <a:lumOff val="25000"/>
                            </a:schemeClr>
                          </a:solidFill>
                          <a:latin typeface="+mn-ea"/>
                          <a:ea typeface="+mn-ea"/>
                          <a:cs typeface="+mn-cs"/>
                        </a:rPr>
                        <a:t>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첨부파일 있음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ko-KR" altLang="en-US" sz="800" b="1" dirty="0" err="1" smtClean="0">
                      <a:solidFill>
                        <a:schemeClr val="tx1">
                          <a:lumMod val="75000"/>
                          <a:lumOff val="25000"/>
                        </a:schemeClr>
                      </a:solidFill>
                      <a:latin typeface="+mn-ea"/>
                      <a:ea typeface="+mn-ea"/>
                      <a:cs typeface="Calibri" pitchFamily="34" charset="0"/>
                    </a:rPr>
                    <a:t>팀게시판</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97" name="Rectangle 122"/>
          <p:cNvSpPr>
            <a:spLocks noChangeArrowheads="1"/>
          </p:cNvSpPr>
          <p:nvPr/>
        </p:nvSpPr>
        <p:spPr bwMode="auto">
          <a:xfrm>
            <a:off x="8987588" y="4113031"/>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98" name="직사각형 197"/>
          <p:cNvSpPr/>
          <p:nvPr/>
        </p:nvSpPr>
        <p:spPr>
          <a:xfrm>
            <a:off x="1928663" y="4105647"/>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90</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99" name="Group 37"/>
          <p:cNvGraphicFramePr>
            <a:graphicFrameLocks noGrp="1"/>
          </p:cNvGraphicFramePr>
          <p:nvPr>
            <p:extLst>
              <p:ext uri="{D42A27DB-BD31-4B8C-83A1-F6EECF244321}">
                <p14:modId xmlns:p14="http://schemas.microsoft.com/office/powerpoint/2010/main" val="4174460948"/>
              </p:ext>
            </p:extLst>
          </p:nvPr>
        </p:nvGraphicFramePr>
        <p:xfrm>
          <a:off x="1972097" y="3424808"/>
          <a:ext cx="7476755" cy="572360"/>
        </p:xfrm>
        <a:graphic>
          <a:graphicData uri="http://schemas.openxmlformats.org/drawingml/2006/table">
            <a:tbl>
              <a:tblPr/>
              <a:tblGrid>
                <a:gridCol w="1108695">
                  <a:extLst>
                    <a:ext uri="{9D8B030D-6E8A-4147-A177-3AD203B41FA5}">
                      <a16:colId xmlns="" xmlns:a16="http://schemas.microsoft.com/office/drawing/2014/main"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학습그룹</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팀</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row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200" name="Rectangle 122"/>
          <p:cNvSpPr>
            <a:spLocks noChangeArrowheads="1"/>
          </p:cNvSpPr>
          <p:nvPr/>
        </p:nvSpPr>
        <p:spPr bwMode="auto">
          <a:xfrm>
            <a:off x="3114700" y="3760256"/>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작성자</a:t>
            </a:r>
            <a:r>
              <a:rPr lang="en-US" altLang="ko-KR" sz="800" kern="0" dirty="0" smtClean="0">
                <a:solidFill>
                  <a:schemeClr val="tx1">
                    <a:lumMod val="50000"/>
                    <a:lumOff val="50000"/>
                  </a:schemeClr>
                </a:solidFill>
                <a:latin typeface="+mn-ea"/>
                <a:ea typeface="+mn-ea"/>
              </a:rPr>
              <a:t>/</a:t>
            </a:r>
            <a:r>
              <a:rPr lang="ko-KR" altLang="en-US" sz="800" kern="0" dirty="0" smtClean="0">
                <a:solidFill>
                  <a:schemeClr val="tx1">
                    <a:lumMod val="50000"/>
                    <a:lumOff val="50000"/>
                  </a:schemeClr>
                </a:solidFill>
                <a:latin typeface="+mn-ea"/>
                <a:ea typeface="+mn-ea"/>
              </a:rPr>
              <a:t>제목 입력</a:t>
            </a:r>
            <a:endParaRPr lang="ko-KR" altLang="en-US" sz="800" kern="0" dirty="0">
              <a:solidFill>
                <a:schemeClr val="tx1">
                  <a:lumMod val="50000"/>
                  <a:lumOff val="50000"/>
                </a:schemeClr>
              </a:solidFill>
              <a:latin typeface="+mn-ea"/>
              <a:ea typeface="+mn-ea"/>
            </a:endParaRPr>
          </a:p>
        </p:txBody>
      </p:sp>
      <p:sp>
        <p:nvSpPr>
          <p:cNvPr id="201" name="모서리가 둥근 직사각형 200"/>
          <p:cNvSpPr/>
          <p:nvPr/>
        </p:nvSpPr>
        <p:spPr>
          <a:xfrm>
            <a:off x="8483588" y="3601382"/>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27" name="그룹 226"/>
          <p:cNvGrpSpPr/>
          <p:nvPr/>
        </p:nvGrpSpPr>
        <p:grpSpPr>
          <a:xfrm>
            <a:off x="3126429" y="3472433"/>
            <a:ext cx="1989637" cy="174896"/>
            <a:chOff x="3126429" y="3472433"/>
            <a:chExt cx="1989637" cy="174896"/>
          </a:xfrm>
        </p:grpSpPr>
        <p:sp>
          <p:nvSpPr>
            <p:cNvPr id="228" name="직사각형 227"/>
            <p:cNvSpPr/>
            <p:nvPr/>
          </p:nvSpPr>
          <p:spPr>
            <a:xfrm>
              <a:off x="3126429" y="3474529"/>
              <a:ext cx="972000" cy="172800"/>
            </a:xfrm>
            <a:prstGeom prst="rect">
              <a:avLst/>
            </a:prstGeom>
            <a:solidFill>
              <a:schemeClr val="bg1"/>
            </a:solidFill>
            <a:ln w="9525">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ko-KR" altLang="en-US" sz="800" dirty="0" smtClean="0">
                  <a:solidFill>
                    <a:schemeClr val="tx1">
                      <a:lumMod val="75000"/>
                      <a:lumOff val="25000"/>
                    </a:schemeClr>
                  </a:solidFill>
                  <a:latin typeface="+mn-ea"/>
                </a:rPr>
                <a:t>학습그룹         ▼</a:t>
              </a:r>
              <a:endParaRPr lang="en-US" altLang="ko-KR" sz="800" dirty="0">
                <a:solidFill>
                  <a:schemeClr val="tx1">
                    <a:lumMod val="75000"/>
                    <a:lumOff val="25000"/>
                  </a:schemeClr>
                </a:solidFill>
                <a:latin typeface="+mn-ea"/>
              </a:endParaRPr>
            </a:p>
          </p:txBody>
        </p:sp>
        <p:sp>
          <p:nvSpPr>
            <p:cNvPr id="229" name="직사각형 228"/>
            <p:cNvSpPr/>
            <p:nvPr/>
          </p:nvSpPr>
          <p:spPr>
            <a:xfrm>
              <a:off x="4144066" y="3472433"/>
              <a:ext cx="972000" cy="172800"/>
            </a:xfrm>
            <a:prstGeom prst="rect">
              <a:avLst/>
            </a:prstGeom>
            <a:solidFill>
              <a:schemeClr val="bg1"/>
            </a:solidFill>
            <a:ln w="9525">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ko-KR" altLang="en-US" sz="800" dirty="0" smtClean="0">
                  <a:solidFill>
                    <a:schemeClr val="tx1">
                      <a:lumMod val="75000"/>
                      <a:lumOff val="25000"/>
                    </a:schemeClr>
                  </a:solidFill>
                  <a:latin typeface="+mn-ea"/>
                </a:rPr>
                <a:t>팀 선택            ▼</a:t>
              </a:r>
              <a:endParaRPr lang="en-US" altLang="ko-KR" sz="800" dirty="0">
                <a:solidFill>
                  <a:schemeClr val="tx1">
                    <a:lumMod val="75000"/>
                    <a:lumOff val="25000"/>
                  </a:schemeClr>
                </a:solidFill>
                <a:latin typeface="+mn-ea"/>
              </a:endParaRPr>
            </a:p>
          </p:txBody>
        </p:sp>
      </p:grpSp>
      <p:sp>
        <p:nvSpPr>
          <p:cNvPr id="230" name="모서리가 둥근 직사각형 229"/>
          <p:cNvSpPr/>
          <p:nvPr/>
        </p:nvSpPr>
        <p:spPr>
          <a:xfrm>
            <a:off x="8046118" y="4113096"/>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글쓰기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31" name="Group 37"/>
          <p:cNvGraphicFramePr>
            <a:graphicFrameLocks noGrp="1"/>
          </p:cNvGraphicFramePr>
          <p:nvPr>
            <p:extLst>
              <p:ext uri="{D42A27DB-BD31-4B8C-83A1-F6EECF244321}">
                <p14:modId xmlns:p14="http://schemas.microsoft.com/office/powerpoint/2010/main" val="1449874969"/>
              </p:ext>
            </p:extLst>
          </p:nvPr>
        </p:nvGraphicFramePr>
        <p:xfrm>
          <a:off x="1975898" y="4408888"/>
          <a:ext cx="7466551" cy="2604354"/>
        </p:xfrm>
        <a:graphic>
          <a:graphicData uri="http://schemas.openxmlformats.org/drawingml/2006/table">
            <a:tbl>
              <a:tblPr/>
              <a:tblGrid>
                <a:gridCol w="354850">
                  <a:extLst>
                    <a:ext uri="{9D8B030D-6E8A-4147-A177-3AD203B41FA5}">
                      <a16:colId xmlns="" xmlns:a16="http://schemas.microsoft.com/office/drawing/2014/main" val="20001"/>
                    </a:ext>
                  </a:extLst>
                </a:gridCol>
                <a:gridCol w="1735935"/>
                <a:gridCol w="2385764"/>
                <a:gridCol w="624169"/>
                <a:gridCol w="801625"/>
                <a:gridCol w="391052"/>
                <a:gridCol w="391052"/>
                <a:gridCol w="391052"/>
                <a:gridCol w="39105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학습그룹 </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&gt; </a:t>
                      </a:r>
                      <a:r>
                        <a:rPr kumimoji="1" lang="ko-KR" altLang="en-US" sz="800" b="0" i="0" u="none" strike="noStrike" cap="none" normalizeH="0" baseline="0" dirty="0" smtClean="0">
                          <a:ln>
                            <a:noFill/>
                          </a:ln>
                          <a:solidFill>
                            <a:schemeClr val="tx1">
                              <a:lumMod val="75000"/>
                              <a:lumOff val="25000"/>
                            </a:schemeClr>
                          </a:solidFill>
                          <a:effectLst/>
                          <a:latin typeface="+mn-ea"/>
                          <a:ea typeface="+mn-ea"/>
                        </a:rPr>
                        <a:t>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등록일 </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등록자</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읽음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댓글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첨부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공개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 xmlns:a16="http://schemas.microsoft.com/office/drawing/2014/main"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90</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01</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01/</a:t>
                      </a: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89</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02</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02/</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88</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03</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03/</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87</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4</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04</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04/</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5</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05</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05/</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06</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06/</a:t>
                      </a: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1</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07</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07/</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3</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08</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08/</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2</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09</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09/</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N</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81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4</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0070C0"/>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rgbClr val="0070C0"/>
                          </a:solidFill>
                          <a:latin typeface="맑은 고딕" panose="020B0503020000020004" pitchFamily="50" charset="-127"/>
                          <a:ea typeface="맑은 고딕" panose="020B0503020000020004" pitchFamily="50" charset="-127"/>
                        </a:rPr>
                        <a:t>10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2026.10.20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10/</a:t>
                      </a: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32" name="그룹 74"/>
          <p:cNvGrpSpPr>
            <a:grpSpLocks/>
          </p:cNvGrpSpPr>
          <p:nvPr/>
        </p:nvGrpSpPr>
        <p:grpSpPr bwMode="auto">
          <a:xfrm>
            <a:off x="4858228" y="7101759"/>
            <a:ext cx="1678948" cy="215444"/>
            <a:chOff x="5843761" y="3953547"/>
            <a:chExt cx="1769478" cy="256728"/>
          </a:xfrm>
        </p:grpSpPr>
        <p:sp>
          <p:nvSpPr>
            <p:cNvPr id="233"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34" name="그룹 86"/>
            <p:cNvGrpSpPr>
              <a:grpSpLocks/>
            </p:cNvGrpSpPr>
            <p:nvPr/>
          </p:nvGrpSpPr>
          <p:grpSpPr bwMode="auto">
            <a:xfrm>
              <a:off x="5889794" y="3953547"/>
              <a:ext cx="1723445" cy="256728"/>
              <a:chOff x="5889794" y="3953547"/>
              <a:chExt cx="1723445" cy="256728"/>
            </a:xfrm>
          </p:grpSpPr>
          <p:sp>
            <p:nvSpPr>
              <p:cNvPr id="239"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40"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41"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257"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21599" y="4677653"/>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58" name="그룹 257"/>
          <p:cNvGrpSpPr/>
          <p:nvPr/>
        </p:nvGrpSpPr>
        <p:grpSpPr>
          <a:xfrm>
            <a:off x="4061043" y="4485627"/>
            <a:ext cx="234360" cy="200055"/>
            <a:chOff x="1152270" y="11706839"/>
            <a:chExt cx="234360" cy="200055"/>
          </a:xfrm>
        </p:grpSpPr>
        <p:sp>
          <p:nvSpPr>
            <p:cNvPr id="259" name="모서리가 둥근 직사각형 2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0" name="직사각형 25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pic>
        <p:nvPicPr>
          <p:cNvPr id="26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2791" y="4668210"/>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3"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9150" y="4915862"/>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801175" y="5392482"/>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3"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807534" y="5640134"/>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803342" y="6356022"/>
            <a:ext cx="133350" cy="123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46" name="그룹 345"/>
          <p:cNvGrpSpPr/>
          <p:nvPr/>
        </p:nvGrpSpPr>
        <p:grpSpPr>
          <a:xfrm>
            <a:off x="5448245" y="4495158"/>
            <a:ext cx="234360" cy="200055"/>
            <a:chOff x="1152270" y="11706839"/>
            <a:chExt cx="234360" cy="200055"/>
          </a:xfrm>
        </p:grpSpPr>
        <p:sp>
          <p:nvSpPr>
            <p:cNvPr id="347" name="모서리가 둥근 직사각형 34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54" name="직사각형 3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62" name="그룹 361"/>
          <p:cNvGrpSpPr/>
          <p:nvPr/>
        </p:nvGrpSpPr>
        <p:grpSpPr>
          <a:xfrm>
            <a:off x="8750374" y="5216945"/>
            <a:ext cx="234360" cy="200055"/>
            <a:chOff x="1152270" y="11706839"/>
            <a:chExt cx="234360" cy="200055"/>
          </a:xfrm>
        </p:grpSpPr>
        <p:sp>
          <p:nvSpPr>
            <p:cNvPr id="363" name="모서리가 둥근 직사각형 36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4" name="직사각형 36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171" name="그룹 170"/>
          <p:cNvGrpSpPr/>
          <p:nvPr/>
        </p:nvGrpSpPr>
        <p:grpSpPr>
          <a:xfrm>
            <a:off x="579562" y="2166658"/>
            <a:ext cx="1386586" cy="5317057"/>
            <a:chOff x="579562" y="2166658"/>
            <a:chExt cx="1386586" cy="5317057"/>
          </a:xfrm>
        </p:grpSpPr>
        <p:grpSp>
          <p:nvGrpSpPr>
            <p:cNvPr id="172" name="그룹 171"/>
            <p:cNvGrpSpPr/>
            <p:nvPr/>
          </p:nvGrpSpPr>
          <p:grpSpPr>
            <a:xfrm>
              <a:off x="629956" y="3318264"/>
              <a:ext cx="1332000" cy="180000"/>
              <a:chOff x="666428" y="3785432"/>
              <a:chExt cx="1332000" cy="180000"/>
            </a:xfrm>
          </p:grpSpPr>
          <p:sp>
            <p:nvSpPr>
              <p:cNvPr id="367" name="모서리가 둥근 직사각형 36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6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29956" y="3568824"/>
              <a:ext cx="1332000" cy="180000"/>
              <a:chOff x="666428" y="4310612"/>
              <a:chExt cx="1332000" cy="180000"/>
            </a:xfrm>
          </p:grpSpPr>
          <p:sp>
            <p:nvSpPr>
              <p:cNvPr id="327" name="모서리가 둥근 직사각형 3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6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5" y="3042501"/>
              <a:ext cx="1332000" cy="180000"/>
              <a:chOff x="666427" y="3266516"/>
              <a:chExt cx="1332000" cy="180000"/>
            </a:xfrm>
          </p:grpSpPr>
          <p:sp>
            <p:nvSpPr>
              <p:cNvPr id="226" name="모서리가 둥근 직사각형 22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2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6" y="3854780"/>
              <a:ext cx="1332000" cy="180000"/>
              <a:chOff x="666428" y="4570824"/>
              <a:chExt cx="1332000" cy="180000"/>
            </a:xfrm>
          </p:grpSpPr>
          <p:sp>
            <p:nvSpPr>
              <p:cNvPr id="224" name="모서리가 둥근 직사각형 22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2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5316875"/>
              <a:ext cx="1332000" cy="180000"/>
              <a:chOff x="666428" y="5096004"/>
              <a:chExt cx="1332000" cy="180000"/>
            </a:xfrm>
          </p:grpSpPr>
          <p:sp>
            <p:nvSpPr>
              <p:cNvPr id="222" name="모서리가 둥근 직사각형 221"/>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23"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4148" y="5634789"/>
              <a:ext cx="1332000" cy="180000"/>
              <a:chOff x="666428" y="3785432"/>
              <a:chExt cx="1332000" cy="180000"/>
            </a:xfrm>
          </p:grpSpPr>
          <p:sp>
            <p:nvSpPr>
              <p:cNvPr id="220" name="모서리가 둥근 직사각형 21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1150" y="4135825"/>
              <a:ext cx="1332000" cy="180000"/>
              <a:chOff x="666428" y="4570824"/>
              <a:chExt cx="1332000" cy="180000"/>
            </a:xfrm>
          </p:grpSpPr>
          <p:sp>
            <p:nvSpPr>
              <p:cNvPr id="218" name="모서리가 둥근 직사각형 217"/>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팀게시판</a:t>
                </a:r>
                <a:endParaRPr kumimoji="1" lang="ko-KR" altLang="en-US" sz="800" dirty="0">
                  <a:solidFill>
                    <a:schemeClr val="tx1">
                      <a:lumMod val="75000"/>
                      <a:lumOff val="25000"/>
                    </a:schemeClr>
                  </a:solidFill>
                  <a:latin typeface="+mn-ea"/>
                  <a:ea typeface="+mn-ea"/>
                  <a:cs typeface="Calibri" pitchFamily="34" charset="0"/>
                </a:endParaRPr>
              </a:p>
            </p:txBody>
          </p:sp>
          <p:pic>
            <p:nvPicPr>
              <p:cNvPr id="219"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6" y="4423395"/>
              <a:ext cx="1332000" cy="180000"/>
              <a:chOff x="666428" y="4310612"/>
              <a:chExt cx="1332000" cy="180000"/>
            </a:xfrm>
          </p:grpSpPr>
          <p:sp>
            <p:nvSpPr>
              <p:cNvPr id="216" name="모서리가 둥근 직사각형 21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1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0" name="TextBox 17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1" name="그룹 180"/>
            <p:cNvGrpSpPr/>
            <p:nvPr/>
          </p:nvGrpSpPr>
          <p:grpSpPr>
            <a:xfrm>
              <a:off x="632520" y="4723068"/>
              <a:ext cx="1332000" cy="180000"/>
              <a:chOff x="666428" y="4310612"/>
              <a:chExt cx="1332000" cy="180000"/>
            </a:xfrm>
          </p:grpSpPr>
          <p:sp>
            <p:nvSpPr>
              <p:cNvPr id="214" name="모서리가 둥근 직사각형 21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1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2520" y="2752353"/>
              <a:ext cx="1332000" cy="180000"/>
              <a:chOff x="666427" y="3266516"/>
              <a:chExt cx="1332000" cy="180000"/>
            </a:xfrm>
          </p:grpSpPr>
          <p:sp>
            <p:nvSpPr>
              <p:cNvPr id="212" name="모서리가 둥근 직사각형 21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1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5005767"/>
              <a:ext cx="1332000" cy="180000"/>
              <a:chOff x="666428" y="4310612"/>
              <a:chExt cx="1332000" cy="180000"/>
            </a:xfrm>
          </p:grpSpPr>
          <p:sp>
            <p:nvSpPr>
              <p:cNvPr id="210" name="모서리가 둥근 직사각형 20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6227787"/>
              <a:ext cx="1332000" cy="180000"/>
              <a:chOff x="666428" y="3785432"/>
              <a:chExt cx="1332000" cy="180000"/>
            </a:xfrm>
          </p:grpSpPr>
          <p:sp>
            <p:nvSpPr>
              <p:cNvPr id="208" name="모서리가 둥근 직사각형 20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0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6487872"/>
              <a:ext cx="1332000" cy="180000"/>
              <a:chOff x="666428" y="4310612"/>
              <a:chExt cx="1332000" cy="180000"/>
            </a:xfrm>
          </p:grpSpPr>
          <p:sp>
            <p:nvSpPr>
              <p:cNvPr id="206" name="모서리가 둥근 직사각형 20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0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6773828"/>
              <a:ext cx="1332000" cy="180000"/>
              <a:chOff x="666428" y="4570824"/>
              <a:chExt cx="1332000" cy="180000"/>
            </a:xfrm>
          </p:grpSpPr>
          <p:sp>
            <p:nvSpPr>
              <p:cNvPr id="204" name="모서리가 둥근 직사각형 20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2520" y="7053155"/>
              <a:ext cx="1332000" cy="180000"/>
              <a:chOff x="666428" y="3785432"/>
              <a:chExt cx="1332000" cy="180000"/>
            </a:xfrm>
          </p:grpSpPr>
          <p:sp>
            <p:nvSpPr>
              <p:cNvPr id="202" name="모서리가 둥근 직사각형 20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2520" y="7303715"/>
              <a:ext cx="1332000" cy="180000"/>
              <a:chOff x="666428" y="4310612"/>
              <a:chExt cx="1332000" cy="180000"/>
            </a:xfrm>
          </p:grpSpPr>
          <p:sp>
            <p:nvSpPr>
              <p:cNvPr id="195" name="모서리가 둥근 직사각형 19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9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22995" y="5922821"/>
              <a:ext cx="1332000" cy="180000"/>
              <a:chOff x="666427" y="3266516"/>
              <a:chExt cx="1332000" cy="180000"/>
            </a:xfrm>
          </p:grpSpPr>
          <p:sp>
            <p:nvSpPr>
              <p:cNvPr id="191" name="모서리가 둥근 직사각형 19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19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7106688" y="412397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43" name="그룹 242"/>
          <p:cNvGrpSpPr/>
          <p:nvPr/>
        </p:nvGrpSpPr>
        <p:grpSpPr>
          <a:xfrm>
            <a:off x="9597743" y="4581128"/>
            <a:ext cx="2052001" cy="3560806"/>
            <a:chOff x="1100571" y="3012284"/>
            <a:chExt cx="2052001" cy="3560806"/>
          </a:xfrm>
        </p:grpSpPr>
        <p:sp>
          <p:nvSpPr>
            <p:cNvPr id="244" name="직사각형 243"/>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5" name="직사각형 244"/>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6" name="직사각형 245"/>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247" name="직사각형 246"/>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48" name="모서리가 둥근 직사각형 247"/>
          <p:cNvSpPr/>
          <p:nvPr/>
        </p:nvSpPr>
        <p:spPr>
          <a:xfrm>
            <a:off x="10213212" y="780622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49" name="Group 37"/>
          <p:cNvGraphicFramePr>
            <a:graphicFrameLocks noGrp="1"/>
          </p:cNvGraphicFramePr>
          <p:nvPr>
            <p:extLst>
              <p:ext uri="{D42A27DB-BD31-4B8C-83A1-F6EECF244321}">
                <p14:modId xmlns:p14="http://schemas.microsoft.com/office/powerpoint/2010/main" val="3389652031"/>
              </p:ext>
            </p:extLst>
          </p:nvPr>
        </p:nvGraphicFramePr>
        <p:xfrm>
          <a:off x="9669751" y="4877978"/>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250" name="꺾인 연결선 249"/>
          <p:cNvCxnSpPr>
            <a:stCxn id="236" idx="2"/>
            <a:endCxn id="245" idx="0"/>
          </p:cNvCxnSpPr>
          <p:nvPr/>
        </p:nvCxnSpPr>
        <p:spPr>
          <a:xfrm rot="16200000" flipH="1">
            <a:off x="8941915" y="2918748"/>
            <a:ext cx="296602" cy="306705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4725696"/>
      </p:ext>
    </p:extLst>
  </p:cSld>
  <p:clrMapOvr>
    <a:masterClrMapping/>
  </p:clrMapOvr>
  <p:transition>
    <p:wipe dir="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KNOU_UI_C02080000_02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err="1" smtClean="0">
                <a:latin typeface="+mn-ea"/>
                <a:ea typeface="+mn-ea"/>
              </a:rPr>
              <a:t>팀게시판</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상세보기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6437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err="1" smtClean="0">
                  <a:solidFill>
                    <a:schemeClr val="bg1"/>
                  </a:solidFill>
                  <a:latin typeface="맑은 고딕" panose="020B0503020000020004" pitchFamily="50" charset="-127"/>
                  <a:ea typeface="맑은 고딕" panose="020B0503020000020004" pitchFamily="50" charset="-127"/>
                </a:rPr>
                <a:t>팀게시판</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ko-KR" altLang="en-US" sz="800" b="1" dirty="0" err="1" smtClean="0">
                      <a:solidFill>
                        <a:schemeClr val="tx1">
                          <a:lumMod val="75000"/>
                          <a:lumOff val="25000"/>
                        </a:schemeClr>
                      </a:solidFill>
                      <a:latin typeface="+mn-ea"/>
                      <a:ea typeface="+mn-ea"/>
                      <a:cs typeface="Calibri" pitchFamily="34" charset="0"/>
                    </a:rPr>
                    <a:t>팀게시판</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72" name="직사각형 171"/>
          <p:cNvSpPr/>
          <p:nvPr/>
        </p:nvSpPr>
        <p:spPr>
          <a:xfrm>
            <a:off x="1981622" y="3429001"/>
            <a:ext cx="7470000" cy="74780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1377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73" name="Group 175"/>
          <p:cNvGraphicFramePr>
            <a:graphicFrameLocks noGrp="1"/>
          </p:cNvGraphicFramePr>
          <p:nvPr>
            <p:extLst>
              <p:ext uri="{D42A27DB-BD31-4B8C-83A1-F6EECF244321}">
                <p14:modId xmlns:p14="http://schemas.microsoft.com/office/powerpoint/2010/main" val="3453619496"/>
              </p:ext>
            </p:extLst>
          </p:nvPr>
        </p:nvGraphicFramePr>
        <p:xfrm>
          <a:off x="9499029" y="1484784"/>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a:t>
                      </a:r>
                      <a:r>
                        <a:rPr lang="ko-KR" altLang="en-US" sz="800" kern="1200" dirty="0" err="1" smtClean="0">
                          <a:solidFill>
                            <a:schemeClr val="tx1">
                              <a:lumMod val="75000"/>
                              <a:lumOff val="25000"/>
                            </a:schemeClr>
                          </a:solidFill>
                          <a:latin typeface="+mn-ea"/>
                          <a:ea typeface="+mn-ea"/>
                          <a:cs typeface="+mn-cs"/>
                        </a:rPr>
                        <a:t>작성글</a:t>
                      </a:r>
                      <a:r>
                        <a:rPr lang="ko-KR" altLang="en-US" sz="800" kern="1200" dirty="0" smtClean="0">
                          <a:solidFill>
                            <a:schemeClr val="tx1">
                              <a:lumMod val="75000"/>
                              <a:lumOff val="25000"/>
                            </a:schemeClr>
                          </a:solidFill>
                          <a:latin typeface="+mn-ea"/>
                          <a:ea typeface="+mn-ea"/>
                          <a:cs typeface="+mn-cs"/>
                        </a:rPr>
                        <a:t>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수정화면 링크</a:t>
                      </a:r>
                      <a:r>
                        <a:rPr lang="en-US" altLang="ko-KR" sz="800" kern="1200" dirty="0" smtClean="0">
                          <a:solidFill>
                            <a:schemeClr val="tx1">
                              <a:lumMod val="75000"/>
                              <a:lumOff val="25000"/>
                            </a:schemeClr>
                          </a:solidFill>
                          <a:latin typeface="+mn-ea"/>
                          <a:ea typeface="+mn-ea"/>
                          <a:cs typeface="+mn-cs"/>
                        </a:rPr>
                        <a:t>, </a:t>
                      </a: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버튼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저장</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삭제</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목록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작성자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관리자 버튼노출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로그인 대상자의 </a:t>
                      </a:r>
                      <a:r>
                        <a:rPr lang="ko-KR" altLang="en-US" sz="800" kern="1200" dirty="0" err="1" smtClean="0">
                          <a:solidFill>
                            <a:schemeClr val="tx1"/>
                          </a:solidFill>
                          <a:latin typeface="+mn-lt"/>
                          <a:ea typeface="+mn-ea"/>
                          <a:cs typeface="+mn-cs"/>
                        </a:rPr>
                        <a:t>댓글에만</a:t>
                      </a:r>
                      <a:r>
                        <a:rPr lang="ko-KR" altLang="en-US" sz="800" kern="1200" dirty="0" smtClean="0">
                          <a:solidFill>
                            <a:schemeClr val="tx1"/>
                          </a:solidFill>
                          <a:latin typeface="+mn-lt"/>
                          <a:ea typeface="+mn-ea"/>
                          <a:cs typeface="+mn-cs"/>
                        </a:rPr>
                        <a:t> 노출</a:t>
                      </a:r>
                      <a:endParaRPr lang="en-US" altLang="ko-KR" sz="800" kern="1200" dirty="0" smtClean="0">
                        <a:solidFill>
                          <a:schemeClr val="tx1"/>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추가기능</a:t>
                      </a:r>
                      <a:endParaRPr lang="en-US" altLang="ko-KR" sz="800" kern="1200" dirty="0" smtClean="0">
                        <a:solidFill>
                          <a:schemeClr val="tx1"/>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수정가능</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수정폼</a:t>
                      </a:r>
                      <a:r>
                        <a:rPr lang="ko-KR" altLang="en-US" sz="800" kern="1200" dirty="0" smtClean="0">
                          <a:solidFill>
                            <a:srgbClr val="0070C0"/>
                          </a:solidFill>
                          <a:latin typeface="+mn-lt"/>
                          <a:ea typeface="+mn-ea"/>
                          <a:cs typeface="+mn-cs"/>
                        </a:rPr>
                        <a:t> 노출</a:t>
                      </a:r>
                      <a:endParaRPr lang="en-US" altLang="ko-KR" sz="800" kern="1200" dirty="0" smtClean="0">
                        <a:solidFill>
                          <a:srgbClr val="0070C0"/>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본인 </a:t>
                      </a:r>
                      <a:r>
                        <a:rPr lang="ko-KR" altLang="en-US" sz="800" kern="1200" dirty="0" err="1" smtClean="0">
                          <a:solidFill>
                            <a:srgbClr val="0070C0"/>
                          </a:solidFill>
                          <a:latin typeface="+mn-lt"/>
                          <a:ea typeface="+mn-ea"/>
                          <a:cs typeface="+mn-cs"/>
                        </a:rPr>
                        <a:t>댓글만</a:t>
                      </a:r>
                      <a:r>
                        <a:rPr lang="ko-KR" altLang="en-US" sz="800" kern="1200" dirty="0" smtClean="0">
                          <a:solidFill>
                            <a:srgbClr val="0070C0"/>
                          </a:solidFill>
                          <a:latin typeface="+mn-lt"/>
                          <a:ea typeface="+mn-ea"/>
                          <a:cs typeface="+mn-cs"/>
                        </a:rPr>
                        <a:t> 삭제가능</a:t>
                      </a:r>
                      <a:r>
                        <a:rPr lang="en-US" altLang="ko-KR" sz="800" kern="1200" dirty="0" smtClean="0">
                          <a:solidFill>
                            <a:srgbClr val="0070C0"/>
                          </a:solidFill>
                          <a:latin typeface="+mn-lt"/>
                          <a:ea typeface="+mn-ea"/>
                          <a:cs typeface="+mn-cs"/>
                        </a:rPr>
                        <a:t>, </a:t>
                      </a:r>
                      <a:r>
                        <a:rPr lang="ko-KR" altLang="en-US" sz="800" kern="1200" dirty="0" smtClean="0">
                          <a:solidFill>
                            <a:srgbClr val="0070C0"/>
                          </a:solidFill>
                          <a:latin typeface="+mn-lt"/>
                          <a:ea typeface="+mn-ea"/>
                          <a:cs typeface="+mn-cs"/>
                        </a:rPr>
                        <a:t>하위 </a:t>
                      </a:r>
                      <a:r>
                        <a:rPr lang="ko-KR" altLang="en-US" sz="800" kern="1200" dirty="0" err="1" smtClean="0">
                          <a:solidFill>
                            <a:srgbClr val="0070C0"/>
                          </a:solidFill>
                          <a:latin typeface="+mn-lt"/>
                          <a:ea typeface="+mn-ea"/>
                          <a:cs typeface="+mn-cs"/>
                        </a:rPr>
                        <a:t>댓글</a:t>
                      </a:r>
                      <a:r>
                        <a:rPr lang="ko-KR" altLang="en-US" sz="800" kern="1200" dirty="0" smtClean="0">
                          <a:solidFill>
                            <a:srgbClr val="0070C0"/>
                          </a:solidFill>
                          <a:latin typeface="+mn-lt"/>
                          <a:ea typeface="+mn-ea"/>
                          <a:cs typeface="+mn-cs"/>
                        </a:rPr>
                        <a:t> 삭제 안 함</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174" name="직사각형 173"/>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상세보기</a:t>
            </a:r>
            <a:endParaRPr lang="ko-KR" altLang="en-US" sz="800" dirty="0">
              <a:solidFill>
                <a:srgbClr val="FF0000"/>
              </a:solidFill>
              <a:latin typeface="+mn-ea"/>
              <a:ea typeface="+mn-ea"/>
            </a:endParaRPr>
          </a:p>
        </p:txBody>
      </p:sp>
      <p:sp>
        <p:nvSpPr>
          <p:cNvPr id="175" name="모서리가 둥근 직사각형 174"/>
          <p:cNvSpPr/>
          <p:nvPr/>
        </p:nvSpPr>
        <p:spPr>
          <a:xfrm>
            <a:off x="8543014" y="352539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6" name="모서리가 둥근 직사각형 175"/>
          <p:cNvSpPr/>
          <p:nvPr/>
        </p:nvSpPr>
        <p:spPr>
          <a:xfrm>
            <a:off x="7607771" y="352539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7" name="모서리가 둥근 직사각형 176"/>
          <p:cNvSpPr/>
          <p:nvPr/>
        </p:nvSpPr>
        <p:spPr>
          <a:xfrm>
            <a:off x="6671667" y="3525391"/>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8" name="Group 37"/>
          <p:cNvGraphicFramePr>
            <a:graphicFrameLocks noGrp="1"/>
          </p:cNvGraphicFramePr>
          <p:nvPr>
            <p:extLst>
              <p:ext uri="{D42A27DB-BD31-4B8C-83A1-F6EECF244321}">
                <p14:modId xmlns:p14="http://schemas.microsoft.com/office/powerpoint/2010/main" val="2260336488"/>
              </p:ext>
            </p:extLst>
          </p:nvPr>
        </p:nvGraphicFramePr>
        <p:xfrm>
          <a:off x="1972097" y="3823171"/>
          <a:ext cx="7470353" cy="1934389"/>
        </p:xfrm>
        <a:graphic>
          <a:graphicData uri="http://schemas.openxmlformats.org/drawingml/2006/table">
            <a:tbl>
              <a:tblPr/>
              <a:tblGrid>
                <a:gridCol w="1203774"/>
                <a:gridCol w="6266579"/>
              </a:tblGrid>
              <a:tr h="25390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학습그룹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과제학습그룹 </a:t>
                      </a:r>
                      <a:r>
                        <a:rPr lang="en-US" altLang="ko-KR" sz="800" b="0" dirty="0" smtClean="0">
                          <a:solidFill>
                            <a:schemeClr val="tx1">
                              <a:lumMod val="75000"/>
                              <a:lumOff val="25000"/>
                            </a:schemeClr>
                          </a:solidFill>
                          <a:latin typeface="+mn-ea"/>
                          <a:ea typeface="+mn-ea"/>
                        </a:rPr>
                        <a:t>&gt; TEAM</a:t>
                      </a:r>
                      <a:r>
                        <a:rPr lang="en-US" altLang="ko-KR" sz="800" b="0" baseline="0" dirty="0" smtClean="0">
                          <a:solidFill>
                            <a:schemeClr val="tx1">
                              <a:lumMod val="75000"/>
                              <a:lumOff val="25000"/>
                            </a:schemeClr>
                          </a:solidFill>
                          <a:latin typeface="+mn-ea"/>
                          <a:ea typeface="+mn-ea"/>
                        </a:rPr>
                        <a:t> 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4617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err="1" smtClean="0">
                          <a:solidFill>
                            <a:schemeClr val="tx1">
                              <a:lumMod val="65000"/>
                              <a:lumOff val="35000"/>
                            </a:schemeClr>
                          </a:solidFill>
                          <a:latin typeface="맑은 고딕" panose="020B0503020000020004" pitchFamily="50" charset="-127"/>
                          <a:ea typeface="맑은 고딕" panose="020B0503020000020004" pitchFamily="50" charset="-127"/>
                        </a:rPr>
                        <a:t>제목제목제목제목제목제목제목제목</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25</a:t>
                      </a: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작성자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학*자</a:t>
                      </a:r>
                      <a:r>
                        <a:rPr lang="en-US" altLang="ko-KR" sz="800" dirty="0" smtClean="0">
                          <a:solidFill>
                            <a:schemeClr val="tx1">
                              <a:lumMod val="75000"/>
                              <a:lumOff val="25000"/>
                            </a:schemeClr>
                          </a:solidFill>
                          <a:latin typeface="+mn-ea"/>
                          <a:ea typeface="+mn-ea"/>
                        </a:rPr>
                        <a:t>01/</a:t>
                      </a:r>
                      <a:r>
                        <a:rPr lang="ko-KR" altLang="en-US" sz="800" dirty="0" smtClean="0">
                          <a:solidFill>
                            <a:schemeClr val="tx1">
                              <a:lumMod val="75000"/>
                              <a:lumOff val="25000"/>
                            </a:schemeClr>
                          </a:solidFill>
                          <a:latin typeface="+mn-ea"/>
                          <a:ea typeface="+mn-ea"/>
                        </a:rPr>
                        <a:t>팀장</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작성일 </a:t>
                      </a:r>
                      <a:r>
                        <a:rPr lang="en-US" altLang="ko-KR" sz="800" dirty="0" smtClean="0">
                          <a:solidFill>
                            <a:schemeClr val="tx1">
                              <a:lumMod val="75000"/>
                              <a:lumOff val="25000"/>
                            </a:schemeClr>
                          </a:solidFill>
                          <a:latin typeface="+mn-ea"/>
                          <a:ea typeface="+mn-ea"/>
                        </a:rPr>
                        <a:t>: 2026.10.20 15:25 |  </a:t>
                      </a:r>
                      <a:r>
                        <a:rPr lang="ko-KR" altLang="en-US" sz="800" dirty="0" smtClean="0">
                          <a:solidFill>
                            <a:schemeClr val="tx1">
                              <a:lumMod val="75000"/>
                              <a:lumOff val="25000"/>
                            </a:schemeClr>
                          </a:solidFill>
                          <a:latin typeface="+mn-ea"/>
                          <a:ea typeface="+mn-ea"/>
                        </a:rPr>
                        <a:t>조회수 </a:t>
                      </a:r>
                      <a:r>
                        <a:rPr lang="en-US" altLang="ko-KR" sz="800" dirty="0" smtClean="0">
                          <a:solidFill>
                            <a:schemeClr val="tx1">
                              <a:lumMod val="75000"/>
                              <a:lumOff val="25000"/>
                            </a:schemeClr>
                          </a:solidFill>
                          <a:latin typeface="+mn-ea"/>
                          <a:ea typeface="+mn-ea"/>
                        </a:rPr>
                        <a:t>: 45  | </a:t>
                      </a:r>
                      <a:r>
                        <a:rPr lang="ko-KR" altLang="en-US" sz="800" dirty="0" smtClean="0">
                          <a:solidFill>
                            <a:schemeClr val="tx1">
                              <a:lumMod val="75000"/>
                              <a:lumOff val="25000"/>
                            </a:schemeClr>
                          </a:solidFill>
                          <a:latin typeface="+mn-ea"/>
                          <a:ea typeface="+mn-ea"/>
                        </a:rPr>
                        <a:t>등록예약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사용안함</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공개 여부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공개</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9" name="그룹 178"/>
          <p:cNvGrpSpPr/>
          <p:nvPr/>
        </p:nvGrpSpPr>
        <p:grpSpPr>
          <a:xfrm>
            <a:off x="3224808" y="4624561"/>
            <a:ext cx="6139730" cy="763513"/>
            <a:chOff x="2226221" y="5606194"/>
            <a:chExt cx="5619740" cy="763513"/>
          </a:xfrm>
        </p:grpSpPr>
        <p:sp>
          <p:nvSpPr>
            <p:cNvPr id="180" name="Rectangle 251"/>
            <p:cNvSpPr>
              <a:spLocks noChangeArrowheads="1"/>
            </p:cNvSpPr>
            <p:nvPr/>
          </p:nvSpPr>
          <p:spPr bwMode="auto">
            <a:xfrm>
              <a:off x="2226221" y="5606194"/>
              <a:ext cx="5610199" cy="7560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ctr"/>
            <a:lstStyle/>
            <a:p>
              <a:pPr>
                <a:lnSpc>
                  <a:spcPct val="150000"/>
                </a:lnSpc>
                <a:defRPr/>
              </a:pPr>
              <a:r>
                <a:rPr lang="ko-KR" altLang="en-US" sz="800" dirty="0">
                  <a:solidFill>
                    <a:schemeClr val="tx1">
                      <a:lumMod val="75000"/>
                      <a:lumOff val="25000"/>
                    </a:schemeClr>
                  </a:solidFill>
                  <a:latin typeface="+mn-ea"/>
                  <a:ea typeface="+mn-ea"/>
                </a:rPr>
                <a:t>알림내용 알림내용 알림내용 알림내용 알림내용 알림내용 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알림내용 알림내용 알림내용 </a:t>
              </a:r>
              <a:r>
                <a:rPr lang="ko-KR" altLang="en-US" sz="800" dirty="0" smtClean="0">
                  <a:solidFill>
                    <a:schemeClr val="tx1">
                      <a:lumMod val="75000"/>
                      <a:lumOff val="25000"/>
                    </a:schemeClr>
                  </a:solidFill>
                  <a:latin typeface="+mn-ea"/>
                  <a:ea typeface="+mn-ea"/>
                </a:rPr>
                <a:t>알림내용</a:t>
              </a:r>
              <a:endParaRPr lang="en-US" altLang="ko-KR" sz="800" dirty="0">
                <a:solidFill>
                  <a:schemeClr val="tx1">
                    <a:lumMod val="75000"/>
                    <a:lumOff val="25000"/>
                  </a:schemeClr>
                </a:solidFill>
                <a:latin typeface="+mn-ea"/>
                <a:ea typeface="+mn-ea"/>
              </a:endParaRPr>
            </a:p>
          </p:txBody>
        </p:sp>
        <p:pic>
          <p:nvPicPr>
            <p:cNvPr id="18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41186" y="6264932"/>
              <a:ext cx="104775" cy="10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82"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8949" y="4168130"/>
            <a:ext cx="89600" cy="10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83" name="그룹 182"/>
          <p:cNvGrpSpPr/>
          <p:nvPr/>
        </p:nvGrpSpPr>
        <p:grpSpPr>
          <a:xfrm>
            <a:off x="3215103" y="5517232"/>
            <a:ext cx="2160000" cy="180000"/>
            <a:chOff x="3215103" y="4408537"/>
            <a:chExt cx="2160000" cy="180000"/>
          </a:xfrm>
        </p:grpSpPr>
        <p:sp>
          <p:nvSpPr>
            <p:cNvPr id="184" name="직사각형 183"/>
            <p:cNvSpPr/>
            <p:nvPr/>
          </p:nvSpPr>
          <p:spPr>
            <a:xfrm>
              <a:off x="3215103" y="4408537"/>
              <a:ext cx="2160000" cy="180000"/>
            </a:xfrm>
            <a:prstGeom prst="rect">
              <a:avLst/>
            </a:prstGeom>
            <a:solidFill>
              <a:schemeClr val="accent4">
                <a:lumMod val="20000"/>
                <a:lumOff val="80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 </a:t>
              </a:r>
              <a:endParaRPr lang="ko-KR" altLang="en-US" sz="800" dirty="0">
                <a:solidFill>
                  <a:schemeClr val="tx1">
                    <a:lumMod val="50000"/>
                    <a:lumOff val="50000"/>
                  </a:schemeClr>
                </a:solidFill>
                <a:latin typeface="+mn-ea"/>
              </a:endParaRPr>
            </a:p>
          </p:txBody>
        </p:sp>
        <p:pic>
          <p:nvPicPr>
            <p:cNvPr id="185"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16649" y="4459079"/>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86" name="직사각형 185"/>
          <p:cNvSpPr/>
          <p:nvPr/>
        </p:nvSpPr>
        <p:spPr>
          <a:xfrm>
            <a:off x="8539386" y="593763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187" name="직사각형 186"/>
          <p:cNvSpPr/>
          <p:nvPr/>
        </p:nvSpPr>
        <p:spPr>
          <a:xfrm>
            <a:off x="1967507" y="6244721"/>
            <a:ext cx="7475683"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188" name="그룹 187"/>
          <p:cNvGrpSpPr/>
          <p:nvPr/>
        </p:nvGrpSpPr>
        <p:grpSpPr>
          <a:xfrm>
            <a:off x="1864071" y="5933475"/>
            <a:ext cx="1729891" cy="271050"/>
            <a:chOff x="1807132" y="7226402"/>
            <a:chExt cx="1729891" cy="271050"/>
          </a:xfrm>
        </p:grpSpPr>
        <p:sp>
          <p:nvSpPr>
            <p:cNvPr id="189" name="직사각형 188"/>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댓글이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190" name="직사각형 189"/>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191"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72370" y="6291400"/>
            <a:ext cx="6201170" cy="781374"/>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192" name="TextBox 191"/>
          <p:cNvSpPr txBox="1"/>
          <p:nvPr/>
        </p:nvSpPr>
        <p:spPr>
          <a:xfrm>
            <a:off x="2082094" y="6497329"/>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193" name="직사각형 192"/>
          <p:cNvSpPr/>
          <p:nvPr/>
        </p:nvSpPr>
        <p:spPr>
          <a:xfrm>
            <a:off x="8319069" y="6288194"/>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4" name="TextBox 193"/>
          <p:cNvSpPr txBox="1"/>
          <p:nvPr/>
        </p:nvSpPr>
        <p:spPr>
          <a:xfrm>
            <a:off x="8326699" y="6290250"/>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95" name="그룹 194"/>
          <p:cNvGrpSpPr/>
          <p:nvPr/>
        </p:nvGrpSpPr>
        <p:grpSpPr>
          <a:xfrm>
            <a:off x="8362503" y="6684198"/>
            <a:ext cx="928576" cy="215444"/>
            <a:chOff x="8337376" y="8326124"/>
            <a:chExt cx="928576" cy="215444"/>
          </a:xfrm>
        </p:grpSpPr>
        <p:sp>
          <p:nvSpPr>
            <p:cNvPr id="196" name="직사각형 195"/>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02" name="TextBox 201"/>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203" name="그룹 202"/>
          <p:cNvGrpSpPr/>
          <p:nvPr/>
        </p:nvGrpSpPr>
        <p:grpSpPr>
          <a:xfrm>
            <a:off x="8352978" y="6504178"/>
            <a:ext cx="936004" cy="215444"/>
            <a:chOff x="6851687" y="7802438"/>
            <a:chExt cx="936004" cy="215444"/>
          </a:xfrm>
        </p:grpSpPr>
        <p:grpSp>
          <p:nvGrpSpPr>
            <p:cNvPr id="204" name="그룹 203"/>
            <p:cNvGrpSpPr/>
            <p:nvPr/>
          </p:nvGrpSpPr>
          <p:grpSpPr>
            <a:xfrm>
              <a:off x="6851687" y="7802438"/>
              <a:ext cx="936004" cy="215444"/>
              <a:chOff x="8337376" y="8047616"/>
              <a:chExt cx="936004" cy="215444"/>
            </a:xfrm>
          </p:grpSpPr>
          <p:sp>
            <p:nvSpPr>
              <p:cNvPr id="206" name="직사각형 205"/>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07" name="TextBox 206"/>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05"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208" name="그룹 207"/>
          <p:cNvGrpSpPr/>
          <p:nvPr/>
        </p:nvGrpSpPr>
        <p:grpSpPr>
          <a:xfrm>
            <a:off x="8362503" y="6866894"/>
            <a:ext cx="928576" cy="215444"/>
            <a:chOff x="8337376" y="8326124"/>
            <a:chExt cx="928576" cy="215444"/>
          </a:xfrm>
        </p:grpSpPr>
        <p:sp>
          <p:nvSpPr>
            <p:cNvPr id="209" name="직사각형 208"/>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210" name="TextBox 209"/>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211" name="직사각형 210"/>
          <p:cNvSpPr/>
          <p:nvPr/>
        </p:nvSpPr>
        <p:spPr>
          <a:xfrm rot="10800000">
            <a:off x="8410128" y="5964118"/>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2" name="모서리가 둥근 직사각형 211"/>
          <p:cNvSpPr/>
          <p:nvPr/>
        </p:nvSpPr>
        <p:spPr>
          <a:xfrm>
            <a:off x="8646653" y="7165629"/>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3" name="그룹 212"/>
          <p:cNvGrpSpPr/>
          <p:nvPr/>
        </p:nvGrpSpPr>
        <p:grpSpPr>
          <a:xfrm>
            <a:off x="10921809" y="4663380"/>
            <a:ext cx="3289335" cy="1107665"/>
            <a:chOff x="10921809" y="3789759"/>
            <a:chExt cx="3289335" cy="1107665"/>
          </a:xfrm>
        </p:grpSpPr>
        <p:grpSp>
          <p:nvGrpSpPr>
            <p:cNvPr id="214" name="그룹 213"/>
            <p:cNvGrpSpPr/>
            <p:nvPr/>
          </p:nvGrpSpPr>
          <p:grpSpPr>
            <a:xfrm>
              <a:off x="10921809" y="3789759"/>
              <a:ext cx="3289335" cy="1107665"/>
              <a:chOff x="-692625" y="294998"/>
              <a:chExt cx="3289335" cy="1107665"/>
            </a:xfrm>
          </p:grpSpPr>
          <p:grpSp>
            <p:nvGrpSpPr>
              <p:cNvPr id="216" name="그룹 215"/>
              <p:cNvGrpSpPr/>
              <p:nvPr/>
            </p:nvGrpSpPr>
            <p:grpSpPr>
              <a:xfrm>
                <a:off x="-692625" y="294998"/>
                <a:ext cx="3289335" cy="1107665"/>
                <a:chOff x="1061816" y="3176972"/>
                <a:chExt cx="3289335" cy="1107665"/>
              </a:xfrm>
            </p:grpSpPr>
            <p:sp>
              <p:nvSpPr>
                <p:cNvPr id="218" name="직사각형 217"/>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19" name="직사각형 218"/>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0" name="직사각형 219"/>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221" name="직사각형 220"/>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217" name="직사각형 216"/>
              <p:cNvSpPr/>
              <p:nvPr/>
            </p:nvSpPr>
            <p:spPr>
              <a:xfrm>
                <a:off x="230130" y="666797"/>
                <a:ext cx="1534394"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삭제되었습니다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215" name="모서리가 둥근 직사각형 214"/>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222" name="그룹 221"/>
          <p:cNvGrpSpPr/>
          <p:nvPr/>
        </p:nvGrpSpPr>
        <p:grpSpPr>
          <a:xfrm>
            <a:off x="10920139" y="3482988"/>
            <a:ext cx="3289335" cy="1107665"/>
            <a:chOff x="10960564" y="1312622"/>
            <a:chExt cx="3289335" cy="1107665"/>
          </a:xfrm>
        </p:grpSpPr>
        <p:grpSp>
          <p:nvGrpSpPr>
            <p:cNvPr id="223" name="그룹 222"/>
            <p:cNvGrpSpPr/>
            <p:nvPr/>
          </p:nvGrpSpPr>
          <p:grpSpPr>
            <a:xfrm>
              <a:off x="10960564" y="1312622"/>
              <a:ext cx="3289335" cy="1107665"/>
              <a:chOff x="-692625" y="294998"/>
              <a:chExt cx="3289335" cy="1107665"/>
            </a:xfrm>
          </p:grpSpPr>
          <p:grpSp>
            <p:nvGrpSpPr>
              <p:cNvPr id="226" name="그룹 225"/>
              <p:cNvGrpSpPr/>
              <p:nvPr/>
            </p:nvGrpSpPr>
            <p:grpSpPr>
              <a:xfrm>
                <a:off x="-692625" y="294998"/>
                <a:ext cx="3289335" cy="1107665"/>
                <a:chOff x="1061816" y="3176972"/>
                <a:chExt cx="3289335" cy="1107665"/>
              </a:xfrm>
            </p:grpSpPr>
            <p:sp>
              <p:nvSpPr>
                <p:cNvPr id="366" name="직사각형 365"/>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67" name="직사각형 366"/>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68" name="직사각형 367"/>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69" name="직사각형 368"/>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65" name="직사각형 364"/>
              <p:cNvSpPr/>
              <p:nvPr/>
            </p:nvSpPr>
            <p:spPr>
              <a:xfrm>
                <a:off x="320699" y="666797"/>
                <a:ext cx="1353256"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정말 삭제하시겠습니까</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224" name="모서리가 둥근 직사각형 223"/>
            <p:cNvSpPr/>
            <p:nvPr/>
          </p:nvSpPr>
          <p:spPr>
            <a:xfrm>
              <a:off x="11721752"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25" name="모서리가 둥근 직사각형 224"/>
            <p:cNvSpPr/>
            <p:nvPr/>
          </p:nvSpPr>
          <p:spPr>
            <a:xfrm>
              <a:off x="12667867" y="203227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370" name="그룹 369"/>
          <p:cNvGrpSpPr/>
          <p:nvPr/>
        </p:nvGrpSpPr>
        <p:grpSpPr>
          <a:xfrm>
            <a:off x="10920139" y="5849727"/>
            <a:ext cx="3289335" cy="1107665"/>
            <a:chOff x="10920139" y="4976106"/>
            <a:chExt cx="3289335" cy="1107665"/>
          </a:xfrm>
        </p:grpSpPr>
        <p:grpSp>
          <p:nvGrpSpPr>
            <p:cNvPr id="371" name="그룹 370"/>
            <p:cNvGrpSpPr/>
            <p:nvPr/>
          </p:nvGrpSpPr>
          <p:grpSpPr>
            <a:xfrm>
              <a:off x="10920139" y="4976106"/>
              <a:ext cx="3289335" cy="1107665"/>
              <a:chOff x="-692625" y="294998"/>
              <a:chExt cx="3289335" cy="1107665"/>
            </a:xfrm>
          </p:grpSpPr>
          <p:grpSp>
            <p:nvGrpSpPr>
              <p:cNvPr id="375" name="그룹 374"/>
              <p:cNvGrpSpPr/>
              <p:nvPr/>
            </p:nvGrpSpPr>
            <p:grpSpPr>
              <a:xfrm>
                <a:off x="-692625" y="294998"/>
                <a:ext cx="3289335" cy="1107665"/>
                <a:chOff x="1061816" y="3176972"/>
                <a:chExt cx="3289335" cy="1107665"/>
              </a:xfrm>
            </p:grpSpPr>
            <p:sp>
              <p:nvSpPr>
                <p:cNvPr id="377" name="직사각형 376"/>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8" name="직사각형 377"/>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9" name="직사각형 378"/>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380" name="직사각형 379"/>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76" name="직사각형 375"/>
              <p:cNvSpPr/>
              <p:nvPr/>
            </p:nvSpPr>
            <p:spPr>
              <a:xfrm>
                <a:off x="-503240" y="666797"/>
                <a:ext cx="3001143"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삭제 중 오류가 발생하였습니다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잠시 후 다시 진행해 주세요</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372" name="모서리가 둥근 직사각형 371"/>
            <p:cNvSpPr/>
            <p:nvPr/>
          </p:nvSpPr>
          <p:spPr>
            <a:xfrm>
              <a:off x="12182901" y="569618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cxnSp>
        <p:nvCxnSpPr>
          <p:cNvPr id="381" name="꺾인 연결선 380"/>
          <p:cNvCxnSpPr>
            <a:endCxn id="367" idx="0"/>
          </p:cNvCxnSpPr>
          <p:nvPr/>
        </p:nvCxnSpPr>
        <p:spPr>
          <a:xfrm rot="5400000" flipH="1" flipV="1">
            <a:off x="10297814" y="1243786"/>
            <a:ext cx="41562" cy="4521649"/>
          </a:xfrm>
          <a:prstGeom prst="bentConnector3">
            <a:avLst>
              <a:gd name="adj1" fmla="val 65002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82" name="그룹 381"/>
          <p:cNvGrpSpPr/>
          <p:nvPr/>
        </p:nvGrpSpPr>
        <p:grpSpPr>
          <a:xfrm>
            <a:off x="6618709" y="3351119"/>
            <a:ext cx="234360" cy="200055"/>
            <a:chOff x="1152270" y="11706839"/>
            <a:chExt cx="234360" cy="200055"/>
          </a:xfrm>
        </p:grpSpPr>
        <p:sp>
          <p:nvSpPr>
            <p:cNvPr id="383" name="모서리가 둥근 직사각형 38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4" name="직사각형 38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85" name="그룹 384"/>
          <p:cNvGrpSpPr/>
          <p:nvPr/>
        </p:nvGrpSpPr>
        <p:grpSpPr>
          <a:xfrm>
            <a:off x="7554813" y="3356992"/>
            <a:ext cx="234360" cy="200055"/>
            <a:chOff x="1152270" y="11706839"/>
            <a:chExt cx="234360" cy="200055"/>
          </a:xfrm>
        </p:grpSpPr>
        <p:sp>
          <p:nvSpPr>
            <p:cNvPr id="386" name="모서리가 둥근 직사각형 3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7" name="직사각형 38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388"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79767" y="7534975"/>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89" name="직사각형 388"/>
          <p:cNvSpPr/>
          <p:nvPr/>
        </p:nvSpPr>
        <p:spPr>
          <a:xfrm>
            <a:off x="2211806" y="7586334"/>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390" name="직사각형 389"/>
          <p:cNvSpPr/>
          <p:nvPr/>
        </p:nvSpPr>
        <p:spPr>
          <a:xfrm>
            <a:off x="1904072" y="7812543"/>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91" name="직사각형 390"/>
          <p:cNvSpPr/>
          <p:nvPr/>
        </p:nvSpPr>
        <p:spPr>
          <a:xfrm>
            <a:off x="2853447" y="7550330"/>
            <a:ext cx="5490005"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pic>
        <p:nvPicPr>
          <p:cNvPr id="39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37293" y="8457859"/>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3" name="직사각형 392"/>
          <p:cNvSpPr/>
          <p:nvPr/>
        </p:nvSpPr>
        <p:spPr>
          <a:xfrm>
            <a:off x="2469332" y="8509218"/>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sp>
        <p:nvSpPr>
          <p:cNvPr id="394" name="직사각형 393"/>
          <p:cNvSpPr/>
          <p:nvPr/>
        </p:nvSpPr>
        <p:spPr>
          <a:xfrm>
            <a:off x="2161598" y="8735427"/>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95" name="직사각형 394"/>
          <p:cNvSpPr/>
          <p:nvPr/>
        </p:nvSpPr>
        <p:spPr>
          <a:xfrm>
            <a:off x="3058948" y="8473214"/>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cxnSp>
        <p:nvCxnSpPr>
          <p:cNvPr id="396" name="꺾인 연결선 395"/>
          <p:cNvCxnSpPr>
            <a:endCxn id="392" idx="1"/>
          </p:cNvCxnSpPr>
          <p:nvPr/>
        </p:nvCxnSpPr>
        <p:spPr>
          <a:xfrm rot="16200000" flipH="1">
            <a:off x="1861740" y="8226306"/>
            <a:ext cx="579314" cy="171791"/>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397"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46818" y="9119151"/>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8" name="직사각형 397"/>
          <p:cNvSpPr/>
          <p:nvPr/>
        </p:nvSpPr>
        <p:spPr>
          <a:xfrm>
            <a:off x="2478857" y="9170510"/>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sp>
        <p:nvSpPr>
          <p:cNvPr id="399" name="직사각형 398"/>
          <p:cNvSpPr/>
          <p:nvPr/>
        </p:nvSpPr>
        <p:spPr>
          <a:xfrm>
            <a:off x="2171123" y="9396719"/>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00" name="직사각형 399"/>
          <p:cNvSpPr/>
          <p:nvPr/>
        </p:nvSpPr>
        <p:spPr>
          <a:xfrm>
            <a:off x="3068473" y="9134506"/>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cxnSp>
        <p:nvCxnSpPr>
          <p:cNvPr id="401" name="꺾인 연결선 400"/>
          <p:cNvCxnSpPr>
            <a:endCxn id="397" idx="1"/>
          </p:cNvCxnSpPr>
          <p:nvPr/>
        </p:nvCxnSpPr>
        <p:spPr>
          <a:xfrm rot="16200000" flipH="1">
            <a:off x="1825232" y="8841565"/>
            <a:ext cx="650276" cy="192895"/>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40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2040" y="9632732"/>
            <a:ext cx="288000" cy="28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03" name="직사각형 402"/>
          <p:cNvSpPr/>
          <p:nvPr/>
        </p:nvSpPr>
        <p:spPr>
          <a:xfrm>
            <a:off x="2224079" y="9684091"/>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sp>
        <p:nvSpPr>
          <p:cNvPr id="404" name="직사각형 403"/>
          <p:cNvSpPr/>
          <p:nvPr/>
        </p:nvSpPr>
        <p:spPr>
          <a:xfrm>
            <a:off x="1916345" y="9910300"/>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05" name="직사각형 404"/>
          <p:cNvSpPr/>
          <p:nvPr/>
        </p:nvSpPr>
        <p:spPr>
          <a:xfrm>
            <a:off x="2865721" y="9648087"/>
            <a:ext cx="550966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pic>
        <p:nvPicPr>
          <p:cNvPr id="406"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06099" y="8054386"/>
            <a:ext cx="3527441" cy="39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07" name="그룹 406"/>
          <p:cNvGrpSpPr/>
          <p:nvPr/>
        </p:nvGrpSpPr>
        <p:grpSpPr>
          <a:xfrm>
            <a:off x="8336337" y="7624530"/>
            <a:ext cx="969911" cy="263175"/>
            <a:chOff x="6836830" y="8933894"/>
            <a:chExt cx="969911" cy="263175"/>
          </a:xfrm>
        </p:grpSpPr>
        <p:sp>
          <p:nvSpPr>
            <p:cNvPr id="408" name="직사각형 407"/>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09" name="직사각형 408"/>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0" name="그룹 409"/>
          <p:cNvGrpSpPr/>
          <p:nvPr/>
        </p:nvGrpSpPr>
        <p:grpSpPr>
          <a:xfrm>
            <a:off x="8341669" y="8543680"/>
            <a:ext cx="969911" cy="263175"/>
            <a:chOff x="6836830" y="8933894"/>
            <a:chExt cx="969911" cy="263175"/>
          </a:xfrm>
        </p:grpSpPr>
        <p:sp>
          <p:nvSpPr>
            <p:cNvPr id="411" name="직사각형 410"/>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2" name="직사각형 411"/>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3" name="그룹 412"/>
          <p:cNvGrpSpPr/>
          <p:nvPr/>
        </p:nvGrpSpPr>
        <p:grpSpPr>
          <a:xfrm>
            <a:off x="8345962" y="9207068"/>
            <a:ext cx="969911" cy="263175"/>
            <a:chOff x="6836830" y="8933894"/>
            <a:chExt cx="969911" cy="263175"/>
          </a:xfrm>
        </p:grpSpPr>
        <p:sp>
          <p:nvSpPr>
            <p:cNvPr id="414" name="직사각형 41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5" name="직사각형 41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6" name="그룹 415"/>
          <p:cNvGrpSpPr/>
          <p:nvPr/>
        </p:nvGrpSpPr>
        <p:grpSpPr>
          <a:xfrm>
            <a:off x="8351194" y="9737603"/>
            <a:ext cx="969911" cy="263175"/>
            <a:chOff x="6836830" y="8933894"/>
            <a:chExt cx="969911" cy="263175"/>
          </a:xfrm>
        </p:grpSpPr>
        <p:sp>
          <p:nvSpPr>
            <p:cNvPr id="417" name="직사각형 41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8" name="직사각형 417"/>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419" name="Picture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353354" y="7699131"/>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20" name="그룹 419"/>
          <p:cNvGrpSpPr/>
          <p:nvPr/>
        </p:nvGrpSpPr>
        <p:grpSpPr>
          <a:xfrm>
            <a:off x="9364538" y="7670540"/>
            <a:ext cx="234360" cy="200055"/>
            <a:chOff x="1148290" y="11716364"/>
            <a:chExt cx="234360" cy="200055"/>
          </a:xfrm>
        </p:grpSpPr>
        <p:sp>
          <p:nvSpPr>
            <p:cNvPr id="421" name="모서리가 둥근 직사각형 4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2" name="직사각형 421"/>
            <p:cNvSpPr/>
            <p:nvPr/>
          </p:nvSpPr>
          <p:spPr>
            <a:xfrm>
              <a:off x="114829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423" name="직사각형 422"/>
          <p:cNvSpPr/>
          <p:nvPr/>
        </p:nvSpPr>
        <p:spPr>
          <a:xfrm>
            <a:off x="9417496" y="7843872"/>
            <a:ext cx="720080" cy="48319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sp>
        <p:nvSpPr>
          <p:cNvPr id="424" name="자유형 423"/>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254" name="그룹 253"/>
          <p:cNvGrpSpPr/>
          <p:nvPr/>
        </p:nvGrpSpPr>
        <p:grpSpPr>
          <a:xfrm>
            <a:off x="579562" y="2166658"/>
            <a:ext cx="1386586" cy="5317057"/>
            <a:chOff x="579562" y="2166658"/>
            <a:chExt cx="1386586" cy="5317057"/>
          </a:xfrm>
        </p:grpSpPr>
        <p:grpSp>
          <p:nvGrpSpPr>
            <p:cNvPr id="255" name="그룹 254"/>
            <p:cNvGrpSpPr/>
            <p:nvPr/>
          </p:nvGrpSpPr>
          <p:grpSpPr>
            <a:xfrm>
              <a:off x="629956" y="3318264"/>
              <a:ext cx="1332000" cy="180000"/>
              <a:chOff x="666428" y="3785432"/>
              <a:chExt cx="1332000" cy="180000"/>
            </a:xfrm>
          </p:grpSpPr>
          <p:sp>
            <p:nvSpPr>
              <p:cNvPr id="460" name="모서리가 둥근 직사각형 45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29956" y="3568824"/>
              <a:ext cx="1332000" cy="180000"/>
              <a:chOff x="666428" y="4310612"/>
              <a:chExt cx="1332000" cy="180000"/>
            </a:xfrm>
          </p:grpSpPr>
          <p:sp>
            <p:nvSpPr>
              <p:cNvPr id="458" name="모서리가 둥근 직사각형 45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59"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29955" y="3042501"/>
              <a:ext cx="1332000" cy="180000"/>
              <a:chOff x="666427" y="3266516"/>
              <a:chExt cx="1332000" cy="180000"/>
            </a:xfrm>
          </p:grpSpPr>
          <p:sp>
            <p:nvSpPr>
              <p:cNvPr id="455" name="모서리가 둥근 직사각형 45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56"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29956" y="3854780"/>
              <a:ext cx="1332000" cy="180000"/>
              <a:chOff x="666428" y="4570824"/>
              <a:chExt cx="1332000" cy="180000"/>
            </a:xfrm>
          </p:grpSpPr>
          <p:sp>
            <p:nvSpPr>
              <p:cNvPr id="453" name="모서리가 둥근 직사각형 45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54"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29956" y="5316875"/>
              <a:ext cx="1332000" cy="180000"/>
              <a:chOff x="666428" y="5096004"/>
              <a:chExt cx="1332000" cy="180000"/>
            </a:xfrm>
          </p:grpSpPr>
          <p:sp>
            <p:nvSpPr>
              <p:cNvPr id="451" name="모서리가 둥근 직사각형 45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52" name="Picture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34148" y="5634789"/>
              <a:ext cx="1332000" cy="180000"/>
              <a:chOff x="666428" y="3785432"/>
              <a:chExt cx="1332000" cy="180000"/>
            </a:xfrm>
          </p:grpSpPr>
          <p:sp>
            <p:nvSpPr>
              <p:cNvPr id="449" name="모서리가 둥근 직사각형 44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5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1" name="그룹 260"/>
            <p:cNvGrpSpPr/>
            <p:nvPr/>
          </p:nvGrpSpPr>
          <p:grpSpPr>
            <a:xfrm>
              <a:off x="631150" y="4135825"/>
              <a:ext cx="1332000" cy="180000"/>
              <a:chOff x="666428" y="4570824"/>
              <a:chExt cx="1332000" cy="180000"/>
            </a:xfrm>
          </p:grpSpPr>
          <p:sp>
            <p:nvSpPr>
              <p:cNvPr id="447" name="모서리가 둥근 직사각형 446"/>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팀게시판</a:t>
                </a:r>
                <a:endParaRPr kumimoji="1" lang="ko-KR" altLang="en-US" sz="800" dirty="0">
                  <a:solidFill>
                    <a:schemeClr val="tx1">
                      <a:lumMod val="75000"/>
                      <a:lumOff val="25000"/>
                    </a:schemeClr>
                  </a:solidFill>
                  <a:latin typeface="+mn-ea"/>
                  <a:ea typeface="+mn-ea"/>
                  <a:cs typeface="Calibri" pitchFamily="34" charset="0"/>
                </a:endParaRPr>
              </a:p>
            </p:txBody>
          </p:sp>
          <p:pic>
            <p:nvPicPr>
              <p:cNvPr id="448"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3" name="그룹 302"/>
            <p:cNvGrpSpPr/>
            <p:nvPr/>
          </p:nvGrpSpPr>
          <p:grpSpPr>
            <a:xfrm>
              <a:off x="629956" y="4423395"/>
              <a:ext cx="1332000" cy="180000"/>
              <a:chOff x="666428" y="4310612"/>
              <a:chExt cx="1332000" cy="180000"/>
            </a:xfrm>
          </p:grpSpPr>
          <p:sp>
            <p:nvSpPr>
              <p:cNvPr id="445" name="모서리가 둥근 직사각형 44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46"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04" name="TextBox 30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25" name="그룹 324"/>
            <p:cNvGrpSpPr/>
            <p:nvPr/>
          </p:nvGrpSpPr>
          <p:grpSpPr>
            <a:xfrm>
              <a:off x="632520" y="4723068"/>
              <a:ext cx="1332000" cy="180000"/>
              <a:chOff x="666428" y="4310612"/>
              <a:chExt cx="1332000" cy="180000"/>
            </a:xfrm>
          </p:grpSpPr>
          <p:sp>
            <p:nvSpPr>
              <p:cNvPr id="443" name="모서리가 둥근 직사각형 4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44"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2752353"/>
              <a:ext cx="1332000" cy="180000"/>
              <a:chOff x="666427" y="3266516"/>
              <a:chExt cx="1332000" cy="180000"/>
            </a:xfrm>
          </p:grpSpPr>
          <p:sp>
            <p:nvSpPr>
              <p:cNvPr id="441" name="모서리가 둥근 직사각형 44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42"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3" name="그룹 342"/>
            <p:cNvGrpSpPr/>
            <p:nvPr/>
          </p:nvGrpSpPr>
          <p:grpSpPr>
            <a:xfrm>
              <a:off x="632520" y="5005767"/>
              <a:ext cx="1332000" cy="180000"/>
              <a:chOff x="666428" y="4310612"/>
              <a:chExt cx="1332000" cy="180000"/>
            </a:xfrm>
          </p:grpSpPr>
          <p:sp>
            <p:nvSpPr>
              <p:cNvPr id="439" name="모서리가 둥근 직사각형 4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4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5" name="그룹 344"/>
            <p:cNvGrpSpPr/>
            <p:nvPr/>
          </p:nvGrpSpPr>
          <p:grpSpPr>
            <a:xfrm>
              <a:off x="632520" y="6227787"/>
              <a:ext cx="1332000" cy="180000"/>
              <a:chOff x="666428" y="3785432"/>
              <a:chExt cx="1332000" cy="180000"/>
            </a:xfrm>
          </p:grpSpPr>
          <p:sp>
            <p:nvSpPr>
              <p:cNvPr id="437" name="모서리가 둥근 직사각형 43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3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32520" y="6487872"/>
              <a:ext cx="1332000" cy="180000"/>
              <a:chOff x="666428" y="4310612"/>
              <a:chExt cx="1332000" cy="180000"/>
            </a:xfrm>
          </p:grpSpPr>
          <p:sp>
            <p:nvSpPr>
              <p:cNvPr id="435" name="모서리가 둥근 직사각형 43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36"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32520" y="6773828"/>
              <a:ext cx="1332000" cy="180000"/>
              <a:chOff x="666428" y="4570824"/>
              <a:chExt cx="1332000" cy="180000"/>
            </a:xfrm>
          </p:grpSpPr>
          <p:sp>
            <p:nvSpPr>
              <p:cNvPr id="433" name="모서리가 둥근 직사각형 43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34"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4" name="그룹 353"/>
            <p:cNvGrpSpPr/>
            <p:nvPr/>
          </p:nvGrpSpPr>
          <p:grpSpPr>
            <a:xfrm>
              <a:off x="632520" y="7053155"/>
              <a:ext cx="1332000" cy="180000"/>
              <a:chOff x="666428" y="3785432"/>
              <a:chExt cx="1332000" cy="180000"/>
            </a:xfrm>
          </p:grpSpPr>
          <p:sp>
            <p:nvSpPr>
              <p:cNvPr id="431" name="모서리가 둥근 직사각형 43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3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32520" y="7303715"/>
              <a:ext cx="1332000" cy="180000"/>
              <a:chOff x="666428" y="4310612"/>
              <a:chExt cx="1332000" cy="180000"/>
            </a:xfrm>
          </p:grpSpPr>
          <p:sp>
            <p:nvSpPr>
              <p:cNvPr id="429" name="모서리가 둥근 직사각형 4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3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4" name="그룹 363"/>
            <p:cNvGrpSpPr/>
            <p:nvPr/>
          </p:nvGrpSpPr>
          <p:grpSpPr>
            <a:xfrm>
              <a:off x="622995" y="5922821"/>
              <a:ext cx="1332000" cy="180000"/>
              <a:chOff x="666427" y="3266516"/>
              <a:chExt cx="1332000" cy="180000"/>
            </a:xfrm>
          </p:grpSpPr>
          <p:sp>
            <p:nvSpPr>
              <p:cNvPr id="425" name="모서리가 둥근 직사각형 4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426"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616263127"/>
      </p:ext>
    </p:extLst>
  </p:cSld>
  <p:clrMapOvr>
    <a:masterClrMapping/>
  </p:clrMapOvr>
  <p:transition>
    <p:wipe dir="r"/>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KNOU_UI_C02080000_03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err="1" smtClean="0">
                <a:latin typeface="+mn-ea"/>
                <a:ea typeface="+mn-ea"/>
              </a:rPr>
              <a:t>팀게시판</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등록</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119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651610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err="1" smtClean="0">
                  <a:solidFill>
                    <a:schemeClr val="bg1"/>
                  </a:solidFill>
                  <a:latin typeface="맑은 고딕" panose="020B0503020000020004" pitchFamily="50" charset="-127"/>
                  <a:ea typeface="맑은 고딕" panose="020B0503020000020004" pitchFamily="50" charset="-127"/>
                </a:rPr>
                <a:t>팀게시판</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ko-KR" altLang="en-US" sz="800" b="1" dirty="0" err="1" smtClean="0">
                      <a:solidFill>
                        <a:schemeClr val="tx1">
                          <a:lumMod val="75000"/>
                          <a:lumOff val="25000"/>
                        </a:schemeClr>
                      </a:solidFill>
                      <a:latin typeface="+mn-ea"/>
                      <a:ea typeface="+mn-ea"/>
                      <a:cs typeface="Calibri" pitchFamily="34" charset="0"/>
                    </a:rPr>
                    <a:t>팀게시판</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72" name="직사각형 171"/>
          <p:cNvSpPr/>
          <p:nvPr/>
        </p:nvSpPr>
        <p:spPr>
          <a:xfrm>
            <a:off x="1981622" y="3429001"/>
            <a:ext cx="7470000" cy="497536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796550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0" name="모서리가 둥근 직사각형 259"/>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61" name="모서리가 둥근 직사각형 260"/>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03" name="그룹 302"/>
          <p:cNvGrpSpPr/>
          <p:nvPr/>
        </p:nvGrpSpPr>
        <p:grpSpPr>
          <a:xfrm>
            <a:off x="7576490" y="3354640"/>
            <a:ext cx="234360" cy="200055"/>
            <a:chOff x="1152270" y="11716364"/>
            <a:chExt cx="234360" cy="200055"/>
          </a:xfrm>
        </p:grpSpPr>
        <p:sp>
          <p:nvSpPr>
            <p:cNvPr id="304" name="모서리가 둥근 직사각형 3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3" name="직사각형 34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345" name="직사각형 344"/>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등록</a:t>
            </a:r>
            <a:endParaRPr lang="ko-KR" altLang="en-US" sz="800" dirty="0">
              <a:solidFill>
                <a:srgbClr val="FF0000"/>
              </a:solidFill>
              <a:latin typeface="+mn-ea"/>
              <a:ea typeface="+mn-ea"/>
            </a:endParaRPr>
          </a:p>
        </p:txBody>
      </p:sp>
      <p:graphicFrame>
        <p:nvGraphicFramePr>
          <p:cNvPr id="436" name="Group 37"/>
          <p:cNvGraphicFramePr>
            <a:graphicFrameLocks noGrp="1"/>
          </p:cNvGraphicFramePr>
          <p:nvPr>
            <p:extLst>
              <p:ext uri="{D42A27DB-BD31-4B8C-83A1-F6EECF244321}">
                <p14:modId xmlns:p14="http://schemas.microsoft.com/office/powerpoint/2010/main" val="851798319"/>
              </p:ext>
            </p:extLst>
          </p:nvPr>
        </p:nvGraphicFramePr>
        <p:xfrm>
          <a:off x="1972097" y="3841998"/>
          <a:ext cx="7470353" cy="2845748"/>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학습그룹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팀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부가 옵션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37" name="Rectangle 122"/>
          <p:cNvSpPr>
            <a:spLocks noChangeArrowheads="1"/>
          </p:cNvSpPr>
          <p:nvPr/>
        </p:nvSpPr>
        <p:spPr bwMode="auto">
          <a:xfrm>
            <a:off x="3215283" y="4179907"/>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bg1">
                    <a:lumMod val="65000"/>
                  </a:schemeClr>
                </a:solidFill>
                <a:latin typeface="+mn-ea"/>
                <a:ea typeface="+mn-ea"/>
              </a:rPr>
              <a:t>제목 입력</a:t>
            </a:r>
            <a:endParaRPr lang="ko-KR" altLang="en-US" sz="800" kern="0" dirty="0">
              <a:solidFill>
                <a:schemeClr val="bg1">
                  <a:lumMod val="65000"/>
                </a:schemeClr>
              </a:solidFill>
              <a:latin typeface="+mn-ea"/>
              <a:ea typeface="+mn-ea"/>
            </a:endParaRPr>
          </a:p>
        </p:txBody>
      </p:sp>
      <p:pic>
        <p:nvPicPr>
          <p:cNvPr id="438"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15180" y="4498486"/>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39" name="그룹 438"/>
          <p:cNvGrpSpPr/>
          <p:nvPr/>
        </p:nvGrpSpPr>
        <p:grpSpPr>
          <a:xfrm>
            <a:off x="3224808" y="5783133"/>
            <a:ext cx="6151786" cy="556264"/>
            <a:chOff x="1202386" y="5786120"/>
            <a:chExt cx="6151786" cy="556264"/>
          </a:xfrm>
        </p:grpSpPr>
        <p:sp>
          <p:nvSpPr>
            <p:cNvPr id="440" name="직사각형 439"/>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441"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42"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443" name="TextBox 442"/>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444" name="그룹 443"/>
            <p:cNvGrpSpPr/>
            <p:nvPr/>
          </p:nvGrpSpPr>
          <p:grpSpPr>
            <a:xfrm>
              <a:off x="1203366" y="6126940"/>
              <a:ext cx="2149735" cy="215444"/>
              <a:chOff x="1856656" y="7442398"/>
              <a:chExt cx="2149735" cy="215444"/>
            </a:xfrm>
          </p:grpSpPr>
          <p:sp>
            <p:nvSpPr>
              <p:cNvPr id="445" name="직사각형 444"/>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446" name="직사각형 445"/>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447" name="그룹 446"/>
          <p:cNvGrpSpPr/>
          <p:nvPr/>
        </p:nvGrpSpPr>
        <p:grpSpPr>
          <a:xfrm>
            <a:off x="3231373" y="6426263"/>
            <a:ext cx="795048" cy="223607"/>
            <a:chOff x="3267377" y="4473116"/>
            <a:chExt cx="795048" cy="223607"/>
          </a:xfrm>
        </p:grpSpPr>
        <p:sp>
          <p:nvSpPr>
            <p:cNvPr id="448" name="TextBox 447"/>
            <p:cNvSpPr txBox="1"/>
            <p:nvPr/>
          </p:nvSpPr>
          <p:spPr>
            <a:xfrm>
              <a:off x="3342425" y="4473116"/>
              <a:ext cx="720000" cy="223607"/>
            </a:xfrm>
            <a:prstGeom prst="rect">
              <a:avLst/>
            </a:prstGeom>
            <a:noFill/>
          </p:spPr>
          <p:txBody>
            <a:bodyPr wrap="square" rtlCol="0" anchor="ctr">
              <a:noAutofit/>
            </a:bodyPr>
            <a:lstStyle/>
            <a:p>
              <a:r>
                <a:rPr lang="ko-KR" altLang="en-US" sz="800" kern="0" dirty="0" smtClean="0">
                  <a:solidFill>
                    <a:schemeClr val="tx1">
                      <a:lumMod val="85000"/>
                      <a:lumOff val="15000"/>
                    </a:schemeClr>
                  </a:solidFill>
                  <a:latin typeface="+mn-ea"/>
                  <a:ea typeface="+mn-ea"/>
                  <a:cs typeface="Arial" charset="0"/>
                </a:rPr>
                <a:t>댓글 사용</a:t>
              </a:r>
              <a:endParaRPr lang="ko-KR" altLang="en-US" sz="800" kern="0" dirty="0">
                <a:solidFill>
                  <a:schemeClr val="tx1">
                    <a:lumMod val="85000"/>
                    <a:lumOff val="15000"/>
                  </a:schemeClr>
                </a:solidFill>
                <a:latin typeface="+mn-ea"/>
                <a:ea typeface="+mn-ea"/>
                <a:cs typeface="Arial" charset="0"/>
              </a:endParaRPr>
            </a:p>
          </p:txBody>
        </p:sp>
        <p:sp>
          <p:nvSpPr>
            <p:cNvPr id="449" name="직사각형 448"/>
            <p:cNvSpPr/>
            <p:nvPr/>
          </p:nvSpPr>
          <p:spPr>
            <a:xfrm>
              <a:off x="3267377" y="4530568"/>
              <a:ext cx="116381" cy="108000"/>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453" name="그룹 452"/>
          <p:cNvGrpSpPr/>
          <p:nvPr/>
        </p:nvGrpSpPr>
        <p:grpSpPr>
          <a:xfrm>
            <a:off x="2980923" y="6440290"/>
            <a:ext cx="234360" cy="200055"/>
            <a:chOff x="1152270" y="11716364"/>
            <a:chExt cx="234360" cy="200055"/>
          </a:xfrm>
        </p:grpSpPr>
        <p:sp>
          <p:nvSpPr>
            <p:cNvPr id="454" name="모서리가 둥근 직사각형 45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5" name="직사각형 45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60" name="그룹 459"/>
          <p:cNvGrpSpPr/>
          <p:nvPr/>
        </p:nvGrpSpPr>
        <p:grpSpPr>
          <a:xfrm>
            <a:off x="3222820" y="3892651"/>
            <a:ext cx="1989637" cy="174896"/>
            <a:chOff x="3126429" y="3472433"/>
            <a:chExt cx="1989637" cy="174896"/>
          </a:xfrm>
        </p:grpSpPr>
        <p:sp>
          <p:nvSpPr>
            <p:cNvPr id="461" name="직사각형 460"/>
            <p:cNvSpPr/>
            <p:nvPr/>
          </p:nvSpPr>
          <p:spPr>
            <a:xfrm>
              <a:off x="3126429" y="3474529"/>
              <a:ext cx="972000" cy="1728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ko-KR" altLang="en-US" sz="800" dirty="0" smtClean="0">
                  <a:solidFill>
                    <a:schemeClr val="tx1">
                      <a:lumMod val="75000"/>
                      <a:lumOff val="25000"/>
                    </a:schemeClr>
                  </a:solidFill>
                  <a:latin typeface="+mn-ea"/>
                </a:rPr>
                <a:t>학습그룹         ▼</a:t>
              </a:r>
              <a:endParaRPr lang="en-US" altLang="ko-KR" sz="800" dirty="0">
                <a:solidFill>
                  <a:schemeClr val="tx1">
                    <a:lumMod val="75000"/>
                    <a:lumOff val="25000"/>
                  </a:schemeClr>
                </a:solidFill>
                <a:latin typeface="+mn-ea"/>
              </a:endParaRPr>
            </a:p>
          </p:txBody>
        </p:sp>
        <p:sp>
          <p:nvSpPr>
            <p:cNvPr id="462" name="직사각형 461"/>
            <p:cNvSpPr/>
            <p:nvPr/>
          </p:nvSpPr>
          <p:spPr>
            <a:xfrm>
              <a:off x="4144066" y="3472433"/>
              <a:ext cx="972000" cy="1728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ko-KR" altLang="en-US" sz="800" dirty="0" smtClean="0">
                  <a:solidFill>
                    <a:schemeClr val="tx1">
                      <a:lumMod val="75000"/>
                      <a:lumOff val="25000"/>
                    </a:schemeClr>
                  </a:solidFill>
                  <a:latin typeface="+mn-ea"/>
                </a:rPr>
                <a:t>팀 선택            ▼</a:t>
              </a:r>
              <a:endParaRPr lang="en-US" altLang="ko-KR" sz="800" dirty="0">
                <a:solidFill>
                  <a:schemeClr val="tx1">
                    <a:lumMod val="75000"/>
                    <a:lumOff val="25000"/>
                  </a:schemeClr>
                </a:solidFill>
                <a:latin typeface="+mn-ea"/>
              </a:endParaRPr>
            </a:p>
          </p:txBody>
        </p:sp>
      </p:grpSp>
      <p:graphicFrame>
        <p:nvGraphicFramePr>
          <p:cNvPr id="463" name="Group 175"/>
          <p:cNvGraphicFramePr>
            <a:graphicFrameLocks noGrp="1"/>
          </p:cNvGraphicFramePr>
          <p:nvPr>
            <p:extLst>
              <p:ext uri="{D42A27DB-BD31-4B8C-83A1-F6EECF244321}">
                <p14:modId xmlns:p14="http://schemas.microsoft.com/office/powerpoint/2010/main" val="3615961272"/>
              </p:ext>
            </p:extLst>
          </p:nvPr>
        </p:nvGraphicFramePr>
        <p:xfrm>
          <a:off x="9499029" y="1484784"/>
          <a:ext cx="1404156" cy="54776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필수 항목 체크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운영과목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주요옵션</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내용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분반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PUSH </a:t>
                      </a:r>
                      <a:r>
                        <a:rPr lang="ko-KR" altLang="en-US" sz="800" kern="1200" dirty="0" smtClean="0">
                          <a:solidFill>
                            <a:srgbClr val="0070C0"/>
                          </a:solidFill>
                          <a:latin typeface="+mn-ea"/>
                          <a:ea typeface="+mn-ea"/>
                          <a:cs typeface="+mn-cs"/>
                        </a:rPr>
                        <a:t>자동 알림 발송</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err="1" smtClean="0">
                          <a:solidFill>
                            <a:schemeClr val="tx1">
                              <a:lumMod val="75000"/>
                              <a:lumOff val="25000"/>
                            </a:schemeClr>
                          </a:solidFill>
                          <a:latin typeface="+mn-ea"/>
                          <a:ea typeface="+mn-ea"/>
                          <a:cs typeface="+mn-cs"/>
                        </a:rPr>
                        <a:t>댓글사용</a:t>
                      </a:r>
                      <a:r>
                        <a:rPr lang="ko-KR" altLang="en-US" sz="800" kern="1200" dirty="0" smtClean="0">
                          <a:solidFill>
                            <a:schemeClr val="tx1">
                              <a:lumMod val="75000"/>
                              <a:lumOff val="25000"/>
                            </a:schemeClr>
                          </a:solidFill>
                          <a:latin typeface="+mn-ea"/>
                          <a:ea typeface="+mn-ea"/>
                          <a:cs typeface="+mn-cs"/>
                        </a:rPr>
                        <a:t> 여부</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사용</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cxnSp>
        <p:nvCxnSpPr>
          <p:cNvPr id="259" name="꺾인 연결선 258"/>
          <p:cNvCxnSpPr/>
          <p:nvPr/>
        </p:nvCxnSpPr>
        <p:spPr>
          <a:xfrm rot="5400000" flipH="1" flipV="1">
            <a:off x="10297814" y="1243786"/>
            <a:ext cx="41562" cy="4521649"/>
          </a:xfrm>
          <a:prstGeom prst="bentConnector3">
            <a:avLst>
              <a:gd name="adj1" fmla="val 65002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46" name="그룹 345"/>
          <p:cNvGrpSpPr/>
          <p:nvPr/>
        </p:nvGrpSpPr>
        <p:grpSpPr>
          <a:xfrm>
            <a:off x="9491174" y="4769607"/>
            <a:ext cx="3289335" cy="1107665"/>
            <a:chOff x="10921809" y="3789759"/>
            <a:chExt cx="3289335" cy="1107665"/>
          </a:xfrm>
        </p:grpSpPr>
        <p:grpSp>
          <p:nvGrpSpPr>
            <p:cNvPr id="347" name="그룹 346"/>
            <p:cNvGrpSpPr/>
            <p:nvPr/>
          </p:nvGrpSpPr>
          <p:grpSpPr>
            <a:xfrm>
              <a:off x="10921809" y="3789759"/>
              <a:ext cx="3289335" cy="1107665"/>
              <a:chOff x="-692625" y="294998"/>
              <a:chExt cx="3289335" cy="1107665"/>
            </a:xfrm>
          </p:grpSpPr>
          <p:grpSp>
            <p:nvGrpSpPr>
              <p:cNvPr id="362" name="그룹 361"/>
              <p:cNvGrpSpPr/>
              <p:nvPr/>
            </p:nvGrpSpPr>
            <p:grpSpPr>
              <a:xfrm>
                <a:off x="-692625" y="294998"/>
                <a:ext cx="3289335" cy="1107665"/>
                <a:chOff x="1061816" y="3176972"/>
                <a:chExt cx="3289335" cy="1107665"/>
              </a:xfrm>
            </p:grpSpPr>
            <p:sp>
              <p:nvSpPr>
                <p:cNvPr id="364" name="직사각형 363"/>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4" name="직사각형 423"/>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5" name="직사각형 424"/>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26" name="직사각형 425"/>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363" name="직사각형 362"/>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저장되었습니다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354" name="모서리가 둥근 직사각형 353"/>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427" name="그룹 426"/>
          <p:cNvGrpSpPr/>
          <p:nvPr/>
        </p:nvGrpSpPr>
        <p:grpSpPr>
          <a:xfrm>
            <a:off x="9489504" y="3589215"/>
            <a:ext cx="3289335" cy="1107665"/>
            <a:chOff x="10960564" y="1312622"/>
            <a:chExt cx="3289335" cy="1107665"/>
          </a:xfrm>
        </p:grpSpPr>
        <p:grpSp>
          <p:nvGrpSpPr>
            <p:cNvPr id="428" name="그룹 427"/>
            <p:cNvGrpSpPr/>
            <p:nvPr/>
          </p:nvGrpSpPr>
          <p:grpSpPr>
            <a:xfrm>
              <a:off x="10960564" y="1312622"/>
              <a:ext cx="3289335" cy="1107665"/>
              <a:chOff x="-692625" y="294998"/>
              <a:chExt cx="3289335" cy="1107665"/>
            </a:xfrm>
          </p:grpSpPr>
          <p:grpSp>
            <p:nvGrpSpPr>
              <p:cNvPr id="430" name="그룹 429"/>
              <p:cNvGrpSpPr/>
              <p:nvPr/>
            </p:nvGrpSpPr>
            <p:grpSpPr>
              <a:xfrm>
                <a:off x="-692625" y="294998"/>
                <a:ext cx="3289335" cy="1107665"/>
                <a:chOff x="1061816" y="3176972"/>
                <a:chExt cx="3289335" cy="1107665"/>
              </a:xfrm>
            </p:grpSpPr>
            <p:sp>
              <p:nvSpPr>
                <p:cNvPr id="432" name="직사각형 431"/>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3" name="직사각형 432"/>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4" name="직사각형 433"/>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435" name="직사각형 434"/>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431" name="직사각형 430"/>
              <p:cNvSpPr/>
              <p:nvPr/>
            </p:nvSpPr>
            <p:spPr>
              <a:xfrm>
                <a:off x="325507" y="666797"/>
                <a:ext cx="1343638"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제목은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429" name="모서리가 둥근 직사각형 428"/>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sp>
        <p:nvSpPr>
          <p:cNvPr id="464" name="1/2 액자 463"/>
          <p:cNvSpPr>
            <a:spLocks noChangeAspect="1"/>
          </p:cNvSpPr>
          <p:nvPr/>
        </p:nvSpPr>
        <p:spPr bwMode="auto">
          <a:xfrm rot="13500000">
            <a:off x="3279229" y="6496583"/>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a:solidFill>
                <a:srgbClr val="000000"/>
              </a:solidFill>
              <a:latin typeface="+mj-ea"/>
              <a:ea typeface="+mj-ea"/>
              <a:cs typeface="Arial" charset="0"/>
            </a:endParaRPr>
          </a:p>
        </p:txBody>
      </p:sp>
      <p:sp>
        <p:nvSpPr>
          <p:cNvPr id="465" name="자유형 4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184" name="그룹 183"/>
          <p:cNvGrpSpPr/>
          <p:nvPr/>
        </p:nvGrpSpPr>
        <p:grpSpPr>
          <a:xfrm>
            <a:off x="579562" y="2166658"/>
            <a:ext cx="1386586" cy="5317057"/>
            <a:chOff x="579562" y="2166658"/>
            <a:chExt cx="1386586" cy="5317057"/>
          </a:xfrm>
        </p:grpSpPr>
        <p:grpSp>
          <p:nvGrpSpPr>
            <p:cNvPr id="185" name="그룹 184"/>
            <p:cNvGrpSpPr/>
            <p:nvPr/>
          </p:nvGrpSpPr>
          <p:grpSpPr>
            <a:xfrm>
              <a:off x="629956" y="3318264"/>
              <a:ext cx="1332000" cy="180000"/>
              <a:chOff x="666428" y="3785432"/>
              <a:chExt cx="1332000" cy="180000"/>
            </a:xfrm>
          </p:grpSpPr>
          <p:sp>
            <p:nvSpPr>
              <p:cNvPr id="254" name="모서리가 둥근 직사각형 25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5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29956" y="3568824"/>
              <a:ext cx="1332000" cy="180000"/>
              <a:chOff x="666428" y="4310612"/>
              <a:chExt cx="1332000" cy="180000"/>
            </a:xfrm>
          </p:grpSpPr>
          <p:sp>
            <p:nvSpPr>
              <p:cNvPr id="240" name="모서리가 둥근 직사각형 23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29955" y="3042501"/>
              <a:ext cx="1332000" cy="180000"/>
              <a:chOff x="666427" y="3266516"/>
              <a:chExt cx="1332000" cy="180000"/>
            </a:xfrm>
          </p:grpSpPr>
          <p:sp>
            <p:nvSpPr>
              <p:cNvPr id="234" name="모서리가 둥근 직사각형 23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3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29956" y="3854780"/>
              <a:ext cx="1332000" cy="180000"/>
              <a:chOff x="666428" y="4570824"/>
              <a:chExt cx="1332000" cy="180000"/>
            </a:xfrm>
          </p:grpSpPr>
          <p:sp>
            <p:nvSpPr>
              <p:cNvPr id="232" name="모서리가 둥근 직사각형 23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3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29956" y="5316875"/>
              <a:ext cx="1332000" cy="180000"/>
              <a:chOff x="666428" y="5096004"/>
              <a:chExt cx="1332000" cy="180000"/>
            </a:xfrm>
          </p:grpSpPr>
          <p:sp>
            <p:nvSpPr>
              <p:cNvPr id="230" name="모서리가 둥근 직사각형 22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31"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4148" y="5634789"/>
              <a:ext cx="1332000" cy="180000"/>
              <a:chOff x="666428" y="3785432"/>
              <a:chExt cx="1332000" cy="180000"/>
            </a:xfrm>
          </p:grpSpPr>
          <p:sp>
            <p:nvSpPr>
              <p:cNvPr id="228" name="모서리가 둥근 직사각형 22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1150" y="4135825"/>
              <a:ext cx="1332000" cy="180000"/>
              <a:chOff x="666428" y="4570824"/>
              <a:chExt cx="1332000" cy="180000"/>
            </a:xfrm>
          </p:grpSpPr>
          <p:sp>
            <p:nvSpPr>
              <p:cNvPr id="226" name="모서리가 둥근 직사각형 225"/>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팀게시판</a:t>
                </a:r>
                <a:endParaRPr kumimoji="1" lang="ko-KR" altLang="en-US" sz="800" dirty="0">
                  <a:solidFill>
                    <a:schemeClr val="tx1">
                      <a:lumMod val="75000"/>
                      <a:lumOff val="25000"/>
                    </a:schemeClr>
                  </a:solidFill>
                  <a:latin typeface="+mn-ea"/>
                  <a:ea typeface="+mn-ea"/>
                  <a:cs typeface="Calibri" pitchFamily="34" charset="0"/>
                </a:endParaRPr>
              </a:p>
            </p:txBody>
          </p:sp>
          <p:pic>
            <p:nvPicPr>
              <p:cNvPr id="22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29956" y="4423395"/>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3" name="TextBox 19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4" name="그룹 193"/>
            <p:cNvGrpSpPr/>
            <p:nvPr/>
          </p:nvGrpSpPr>
          <p:grpSpPr>
            <a:xfrm>
              <a:off x="632520" y="4723068"/>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2520" y="2752353"/>
              <a:ext cx="1332000" cy="180000"/>
              <a:chOff x="666427" y="3266516"/>
              <a:chExt cx="1332000" cy="180000"/>
            </a:xfrm>
          </p:grpSpPr>
          <p:sp>
            <p:nvSpPr>
              <p:cNvPr id="220" name="모서리가 둥근 직사각형 21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5005767"/>
              <a:ext cx="1332000" cy="180000"/>
              <a:chOff x="666428" y="4310612"/>
              <a:chExt cx="1332000" cy="180000"/>
            </a:xfrm>
          </p:grpSpPr>
          <p:sp>
            <p:nvSpPr>
              <p:cNvPr id="218" name="모서리가 둥근 직사각형 21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32520" y="6227787"/>
              <a:ext cx="1332000" cy="180000"/>
              <a:chOff x="666428" y="3785432"/>
              <a:chExt cx="1332000" cy="180000"/>
            </a:xfrm>
          </p:grpSpPr>
          <p:sp>
            <p:nvSpPr>
              <p:cNvPr id="216" name="모서리가 둥근 직사각형 21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32520" y="6487872"/>
              <a:ext cx="1332000" cy="180000"/>
              <a:chOff x="666428" y="4310612"/>
              <a:chExt cx="1332000" cy="180000"/>
            </a:xfrm>
          </p:grpSpPr>
          <p:sp>
            <p:nvSpPr>
              <p:cNvPr id="214" name="모서리가 둥근 직사각형 21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32520" y="6773828"/>
              <a:ext cx="1332000" cy="180000"/>
              <a:chOff x="666428" y="4570824"/>
              <a:chExt cx="1332000" cy="180000"/>
            </a:xfrm>
          </p:grpSpPr>
          <p:sp>
            <p:nvSpPr>
              <p:cNvPr id="212" name="모서리가 둥근 직사각형 21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32520" y="7053155"/>
              <a:ext cx="1332000" cy="180000"/>
              <a:chOff x="666428" y="3785432"/>
              <a:chExt cx="1332000" cy="180000"/>
            </a:xfrm>
          </p:grpSpPr>
          <p:sp>
            <p:nvSpPr>
              <p:cNvPr id="210" name="모서리가 둥근 직사각형 20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1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2520" y="7303715"/>
              <a:ext cx="1332000" cy="180000"/>
              <a:chOff x="666428" y="4310612"/>
              <a:chExt cx="1332000" cy="180000"/>
            </a:xfrm>
          </p:grpSpPr>
          <p:sp>
            <p:nvSpPr>
              <p:cNvPr id="208" name="모서리가 둥근 직사각형 20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2995" y="5922821"/>
              <a:ext cx="1332000" cy="180000"/>
              <a:chOff x="666427" y="3266516"/>
              <a:chExt cx="1332000" cy="180000"/>
            </a:xfrm>
          </p:grpSpPr>
          <p:sp>
            <p:nvSpPr>
              <p:cNvPr id="204" name="모서리가 둥근 직사각형 20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0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419740637"/>
      </p:ext>
    </p:extLst>
  </p:cSld>
  <p:clrMapOvr>
    <a:masterClrMapping/>
  </p:clrMapOvr>
  <p:transition>
    <p:wipe dir="r"/>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KNOU_UI_C02080000_04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err="1" smtClean="0">
                <a:latin typeface="+mn-ea"/>
                <a:ea typeface="+mn-ea"/>
              </a:rPr>
              <a:t>팀게시판</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수정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651610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err="1" smtClean="0">
                <a:latin typeface="+mn-ea"/>
                <a:ea typeface="+mn-ea"/>
              </a:rPr>
              <a:t>팀게시판</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err="1" smtClean="0">
                  <a:solidFill>
                    <a:schemeClr val="bg1"/>
                  </a:solidFill>
                  <a:latin typeface="맑은 고딕" panose="020B0503020000020004" pitchFamily="50" charset="-127"/>
                  <a:ea typeface="맑은 고딕" panose="020B0503020000020004" pitchFamily="50" charset="-127"/>
                </a:rPr>
                <a:t>팀게시판</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팀게시판</a:t>
                </a:r>
                <a:endParaRPr kumimoji="1" lang="ko-KR" altLang="en-US" sz="800" dirty="0">
                  <a:solidFill>
                    <a:schemeClr val="tx1">
                      <a:lumMod val="75000"/>
                      <a:lumOff val="25000"/>
                    </a:schemeClr>
                  </a:solidFill>
                  <a:latin typeface="+mn-ea"/>
                  <a:ea typeface="+mn-ea"/>
                  <a:cs typeface="Calibri" pitchFamily="34" charset="0"/>
                </a:endParaRPr>
              </a:p>
            </p:txBody>
          </p:sp>
          <p:pic>
            <p:nvPicPr>
              <p:cNvPr id="29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a:t>
                  </a:r>
                  <a:r>
                    <a:rPr kumimoji="1" lang="ko-KR" altLang="en-US" sz="800" b="1" dirty="0" err="1" smtClean="0">
                      <a:solidFill>
                        <a:schemeClr val="tx1">
                          <a:lumMod val="75000"/>
                          <a:lumOff val="25000"/>
                        </a:schemeClr>
                      </a:solidFill>
                      <a:latin typeface="+mn-ea"/>
                      <a:ea typeface="+mn-ea"/>
                      <a:cs typeface="Calibri" pitchFamily="34" charset="0"/>
                    </a:rPr>
                    <a:t>팀게시판</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172" name="직사각형 171"/>
          <p:cNvSpPr/>
          <p:nvPr/>
        </p:nvSpPr>
        <p:spPr>
          <a:xfrm>
            <a:off x="1981622" y="3429001"/>
            <a:ext cx="7470000" cy="497536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796550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63" name="Group 175"/>
          <p:cNvGraphicFramePr>
            <a:graphicFrameLocks noGrp="1"/>
          </p:cNvGraphicFramePr>
          <p:nvPr>
            <p:extLst>
              <p:ext uri="{D42A27DB-BD31-4B8C-83A1-F6EECF244321}">
                <p14:modId xmlns:p14="http://schemas.microsoft.com/office/powerpoint/2010/main" val="2093523339"/>
              </p:ext>
            </p:extLst>
          </p:nvPr>
        </p:nvGraphicFramePr>
        <p:xfrm>
          <a:off x="9499029" y="1484784"/>
          <a:ext cx="1404156" cy="54776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필수 항목 체크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운영과목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주요옵션</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제목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내용</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분반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PUSH </a:t>
                      </a:r>
                      <a:r>
                        <a:rPr lang="ko-KR" altLang="en-US" sz="800" kern="1200" dirty="0" smtClean="0">
                          <a:solidFill>
                            <a:srgbClr val="0070C0"/>
                          </a:solidFill>
                          <a:latin typeface="+mn-ea"/>
                          <a:ea typeface="+mn-ea"/>
                          <a:cs typeface="+mn-cs"/>
                        </a:rPr>
                        <a:t>자동 알림 발송</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err="1" smtClean="0">
                          <a:solidFill>
                            <a:schemeClr val="tx1">
                              <a:lumMod val="75000"/>
                              <a:lumOff val="25000"/>
                            </a:schemeClr>
                          </a:solidFill>
                          <a:latin typeface="+mn-ea"/>
                          <a:ea typeface="+mn-ea"/>
                          <a:cs typeface="+mn-cs"/>
                        </a:rPr>
                        <a:t>댓글사용</a:t>
                      </a:r>
                      <a:r>
                        <a:rPr lang="ko-KR" altLang="en-US" sz="800" kern="1200" dirty="0" smtClean="0">
                          <a:solidFill>
                            <a:schemeClr val="tx1">
                              <a:lumMod val="75000"/>
                              <a:lumOff val="25000"/>
                            </a:schemeClr>
                          </a:solidFill>
                          <a:latin typeface="+mn-ea"/>
                          <a:ea typeface="+mn-ea"/>
                          <a:cs typeface="+mn-cs"/>
                        </a:rPr>
                        <a:t> 여부</a:t>
                      </a:r>
                      <a:endParaRPr lang="en-US" altLang="ko-KR" sz="800" kern="1200" dirty="0" smtClean="0">
                        <a:solidFill>
                          <a:schemeClr val="tx1">
                            <a:lumMod val="75000"/>
                            <a:lumOff val="25000"/>
                          </a:schemeClr>
                        </a:solidFill>
                        <a:latin typeface="+mn-ea"/>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ea"/>
                          <a:ea typeface="+mn-ea"/>
                          <a:cs typeface="+mn-cs"/>
                        </a:rPr>
                        <a:t>기본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사용</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ko-KR" sz="800" b="0" dirty="0" smtClean="0">
                        <a:solidFill>
                          <a:schemeClr val="tx1">
                            <a:lumMod val="75000"/>
                            <a:lumOff val="25000"/>
                          </a:schemeClr>
                        </a:solidFill>
                        <a:effectLst/>
                        <a:latin typeface="+mn-ea"/>
                        <a:ea typeface="+mn-ea"/>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cxnSp>
        <p:nvCxnSpPr>
          <p:cNvPr id="185" name="꺾인 연결선 184"/>
          <p:cNvCxnSpPr/>
          <p:nvPr/>
        </p:nvCxnSpPr>
        <p:spPr>
          <a:xfrm rot="5400000" flipH="1" flipV="1">
            <a:off x="10297814" y="1243786"/>
            <a:ext cx="41562" cy="4521649"/>
          </a:xfrm>
          <a:prstGeom prst="bentConnector3">
            <a:avLst>
              <a:gd name="adj1" fmla="val 650022"/>
            </a:avLst>
          </a:prstGeom>
          <a:ln>
            <a:tailEnd type="arrow"/>
          </a:ln>
        </p:spPr>
        <p:style>
          <a:lnRef idx="1">
            <a:schemeClr val="accent1"/>
          </a:lnRef>
          <a:fillRef idx="0">
            <a:schemeClr val="accent1"/>
          </a:fillRef>
          <a:effectRef idx="0">
            <a:schemeClr val="accent1"/>
          </a:effectRef>
          <a:fontRef idx="minor">
            <a:schemeClr val="tx1"/>
          </a:fontRef>
        </p:style>
      </p:cxnSp>
      <p:sp>
        <p:nvSpPr>
          <p:cNvPr id="186" name="모서리가 둥근 직사각형 185"/>
          <p:cNvSpPr/>
          <p:nvPr/>
        </p:nvSpPr>
        <p:spPr>
          <a:xfrm>
            <a:off x="8543014"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7" name="모서리가 둥근 직사각형 186"/>
          <p:cNvSpPr/>
          <p:nvPr/>
        </p:nvSpPr>
        <p:spPr>
          <a:xfrm>
            <a:off x="7607771" y="352612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8" name="그룹 187"/>
          <p:cNvGrpSpPr/>
          <p:nvPr/>
        </p:nvGrpSpPr>
        <p:grpSpPr>
          <a:xfrm>
            <a:off x="7576490" y="3354640"/>
            <a:ext cx="234360" cy="200055"/>
            <a:chOff x="1152270" y="11716364"/>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1" name="직사각형 190"/>
          <p:cNvSpPr/>
          <p:nvPr/>
        </p:nvSpPr>
        <p:spPr>
          <a:xfrm>
            <a:off x="1972217" y="3506921"/>
            <a:ext cx="1080000"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수정</a:t>
            </a:r>
            <a:endParaRPr lang="ko-KR" altLang="en-US" sz="800" dirty="0">
              <a:solidFill>
                <a:srgbClr val="FF0000"/>
              </a:solidFill>
              <a:latin typeface="+mn-ea"/>
              <a:ea typeface="+mn-ea"/>
            </a:endParaRPr>
          </a:p>
        </p:txBody>
      </p:sp>
      <p:grpSp>
        <p:nvGrpSpPr>
          <p:cNvPr id="192" name="그룹 191"/>
          <p:cNvGrpSpPr/>
          <p:nvPr/>
        </p:nvGrpSpPr>
        <p:grpSpPr>
          <a:xfrm>
            <a:off x="9491174" y="4681400"/>
            <a:ext cx="3289335" cy="1107665"/>
            <a:chOff x="10921809" y="3789759"/>
            <a:chExt cx="3289335" cy="1107665"/>
          </a:xfrm>
        </p:grpSpPr>
        <p:grpSp>
          <p:nvGrpSpPr>
            <p:cNvPr id="193" name="그룹 192"/>
            <p:cNvGrpSpPr/>
            <p:nvPr/>
          </p:nvGrpSpPr>
          <p:grpSpPr>
            <a:xfrm>
              <a:off x="10921809" y="3789759"/>
              <a:ext cx="3289335" cy="1107665"/>
              <a:chOff x="-692625" y="294998"/>
              <a:chExt cx="3289335" cy="1107665"/>
            </a:xfrm>
          </p:grpSpPr>
          <p:grpSp>
            <p:nvGrpSpPr>
              <p:cNvPr id="195" name="그룹 194"/>
              <p:cNvGrpSpPr/>
              <p:nvPr/>
            </p:nvGrpSpPr>
            <p:grpSpPr>
              <a:xfrm>
                <a:off x="-692625" y="294998"/>
                <a:ext cx="3289335" cy="1107665"/>
                <a:chOff x="1061816" y="3176972"/>
                <a:chExt cx="3289335" cy="1107665"/>
              </a:xfrm>
            </p:grpSpPr>
            <p:sp>
              <p:nvSpPr>
                <p:cNvPr id="197" name="직사각형 196"/>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8" name="직사각형 197"/>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9" name="직사각형 198"/>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200" name="직사각형 199"/>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196" name="직사각형 195"/>
              <p:cNvSpPr/>
              <p:nvPr/>
            </p:nvSpPr>
            <p:spPr>
              <a:xfrm>
                <a:off x="241351" y="666797"/>
                <a:ext cx="151195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정상적으로 수정되었습니다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194" name="모서리가 둥근 직사각형 193"/>
            <p:cNvSpPr/>
            <p:nvPr/>
          </p:nvSpPr>
          <p:spPr>
            <a:xfrm>
              <a:off x="12184571" y="450983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pSp>
        <p:nvGrpSpPr>
          <p:cNvPr id="201" name="그룹 200"/>
          <p:cNvGrpSpPr/>
          <p:nvPr/>
        </p:nvGrpSpPr>
        <p:grpSpPr>
          <a:xfrm>
            <a:off x="9489504" y="3501008"/>
            <a:ext cx="3289335" cy="1107665"/>
            <a:chOff x="10960564" y="1312622"/>
            <a:chExt cx="3289335" cy="1107665"/>
          </a:xfrm>
        </p:grpSpPr>
        <p:grpSp>
          <p:nvGrpSpPr>
            <p:cNvPr id="202" name="그룹 201"/>
            <p:cNvGrpSpPr/>
            <p:nvPr/>
          </p:nvGrpSpPr>
          <p:grpSpPr>
            <a:xfrm>
              <a:off x="10960564" y="1312622"/>
              <a:ext cx="3289335" cy="1107665"/>
              <a:chOff x="-692625" y="294998"/>
              <a:chExt cx="3289335" cy="1107665"/>
            </a:xfrm>
          </p:grpSpPr>
          <p:grpSp>
            <p:nvGrpSpPr>
              <p:cNvPr id="204" name="그룹 203"/>
              <p:cNvGrpSpPr/>
              <p:nvPr/>
            </p:nvGrpSpPr>
            <p:grpSpPr>
              <a:xfrm>
                <a:off x="-692625" y="294998"/>
                <a:ext cx="3289335" cy="1107665"/>
                <a:chOff x="1061816" y="3176972"/>
                <a:chExt cx="3289335" cy="1107665"/>
              </a:xfrm>
            </p:grpSpPr>
            <p:sp>
              <p:nvSpPr>
                <p:cNvPr id="206" name="직사각형 205"/>
                <p:cNvSpPr/>
                <p:nvPr/>
              </p:nvSpPr>
              <p:spPr>
                <a:xfrm>
                  <a:off x="1100571" y="3176972"/>
                  <a:ext cx="3240000" cy="1107665"/>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07" name="직사각형 206"/>
                <p:cNvSpPr/>
                <p:nvPr/>
              </p:nvSpPr>
              <p:spPr>
                <a:xfrm>
                  <a:off x="1110097" y="3177813"/>
                  <a:ext cx="322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08" name="직사각형 207"/>
                <p:cNvSpPr/>
                <p:nvPr/>
              </p:nvSpPr>
              <p:spPr>
                <a:xfrm>
                  <a:off x="1061816" y="3203190"/>
                  <a:ext cx="529312" cy="215444"/>
                </a:xfrm>
                <a:prstGeom prst="rect">
                  <a:avLst/>
                </a:prstGeom>
              </p:spPr>
              <p:txBody>
                <a:bodyPr wrap="none">
                  <a:spAutoFit/>
                </a:bodyPr>
                <a:lstStyle/>
                <a:p>
                  <a:r>
                    <a:rPr lang="ko-KR" altLang="en-US" sz="800" dirty="0" smtClean="0">
                      <a:solidFill>
                        <a:schemeClr val="bg1"/>
                      </a:solidFill>
                      <a:latin typeface="+mn-ea"/>
                      <a:ea typeface="+mn-ea"/>
                    </a:rPr>
                    <a:t> 메시지</a:t>
                  </a:r>
                  <a:endParaRPr lang="ko-KR" altLang="en-US" sz="800" dirty="0">
                    <a:solidFill>
                      <a:schemeClr val="bg1"/>
                    </a:solidFill>
                    <a:latin typeface="+mn-ea"/>
                    <a:ea typeface="+mn-ea"/>
                  </a:endParaRPr>
                </a:p>
              </p:txBody>
            </p:sp>
            <p:sp>
              <p:nvSpPr>
                <p:cNvPr id="209" name="직사각형 208"/>
                <p:cNvSpPr/>
                <p:nvPr/>
              </p:nvSpPr>
              <p:spPr>
                <a:xfrm>
                  <a:off x="4099159" y="3177414"/>
                  <a:ext cx="251992" cy="215444"/>
                </a:xfrm>
                <a:prstGeom prst="rect">
                  <a:avLst/>
                </a:prstGeom>
              </p:spPr>
              <p:txBody>
                <a:bodyPr wrap="none">
                  <a:spAutoFit/>
                </a:bodyPr>
                <a:lstStyle/>
                <a:p>
                  <a:r>
                    <a:rPr lang="en-US" altLang="ko-KR" sz="800" b="1" dirty="0" smtClean="0">
                      <a:solidFill>
                        <a:schemeClr val="bg1"/>
                      </a:solidFill>
                      <a:latin typeface="+mn-ea"/>
                    </a:rPr>
                    <a:t>X</a:t>
                  </a:r>
                  <a:endParaRPr lang="ko-KR" altLang="en-US" sz="800" b="1" dirty="0">
                    <a:solidFill>
                      <a:schemeClr val="bg1"/>
                    </a:solidFill>
                  </a:endParaRPr>
                </a:p>
              </p:txBody>
            </p:sp>
          </p:grpSp>
          <p:sp>
            <p:nvSpPr>
              <p:cNvPr id="205" name="직사각형 204"/>
              <p:cNvSpPr/>
              <p:nvPr/>
            </p:nvSpPr>
            <p:spPr>
              <a:xfrm>
                <a:off x="222915" y="666797"/>
                <a:ext cx="1548822" cy="215444"/>
              </a:xfrm>
              <a:prstGeom prst="rect">
                <a:avLst/>
              </a:prstGeom>
            </p:spPr>
            <p:txBody>
              <a:bodyPr wrap="none">
                <a:spAutoFit/>
              </a:bodyPr>
              <a:lstStyle/>
              <a:p>
                <a:pPr algn="ctr"/>
                <a:r>
                  <a:rPr lang="ko-KR" altLang="en-US" sz="800" dirty="0" smtClean="0">
                    <a:solidFill>
                      <a:schemeClr val="tx1">
                        <a:lumMod val="75000"/>
                        <a:lumOff val="25000"/>
                      </a:schemeClr>
                    </a:solidFill>
                    <a:latin typeface="+mn-ea"/>
                    <a:ea typeface="+mn-ea"/>
                  </a:rPr>
                  <a:t>운영과목은 필수 항목입니다</a:t>
                </a:r>
                <a:r>
                  <a:rPr lang="en-US" altLang="ko-KR" sz="800" dirty="0" smtClean="0">
                    <a:solidFill>
                      <a:schemeClr val="tx1">
                        <a:lumMod val="75000"/>
                        <a:lumOff val="25000"/>
                      </a:schemeClr>
                    </a:solidFill>
                    <a:latin typeface="+mn-ea"/>
                    <a:ea typeface="+mn-ea"/>
                  </a:rPr>
                  <a:t>. </a:t>
                </a:r>
                <a:endParaRPr lang="ko-KR" altLang="en-US" sz="800" dirty="0">
                  <a:solidFill>
                    <a:schemeClr val="accent1"/>
                  </a:solidFill>
                  <a:latin typeface="+mn-ea"/>
                  <a:ea typeface="+mn-ea"/>
                </a:endParaRPr>
              </a:p>
            </p:txBody>
          </p:sp>
        </p:grpSp>
        <p:sp>
          <p:nvSpPr>
            <p:cNvPr id="203" name="모서리가 둥근 직사각형 202"/>
            <p:cNvSpPr/>
            <p:nvPr/>
          </p:nvSpPr>
          <p:spPr>
            <a:xfrm>
              <a:off x="12177371" y="203270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210" name="Group 37"/>
          <p:cNvGraphicFramePr>
            <a:graphicFrameLocks noGrp="1"/>
          </p:cNvGraphicFramePr>
          <p:nvPr>
            <p:extLst>
              <p:ext uri="{D42A27DB-BD31-4B8C-83A1-F6EECF244321}">
                <p14:modId xmlns:p14="http://schemas.microsoft.com/office/powerpoint/2010/main" val="1817543407"/>
              </p:ext>
            </p:extLst>
          </p:nvPr>
        </p:nvGraphicFramePr>
        <p:xfrm>
          <a:off x="1972097" y="3841998"/>
          <a:ext cx="7470353" cy="2845748"/>
        </p:xfrm>
        <a:graphic>
          <a:graphicData uri="http://schemas.openxmlformats.org/drawingml/2006/table">
            <a:tbl>
              <a:tblPr/>
              <a:tblGrid>
                <a:gridCol w="1203774"/>
                <a:gridCol w="6266579"/>
              </a:tblGrid>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학습그룹 </a:t>
                      </a:r>
                      <a:r>
                        <a:rPr lang="en-US" altLang="ko-KR" sz="800" b="0" dirty="0" smtClean="0">
                          <a:solidFill>
                            <a:schemeClr val="tx1">
                              <a:lumMod val="75000"/>
                              <a:lumOff val="25000"/>
                            </a:schemeClr>
                          </a:solidFill>
                          <a:latin typeface="+mn-ea"/>
                          <a:ea typeface="+mn-ea"/>
                        </a:rPr>
                        <a:t>&gt; </a:t>
                      </a:r>
                      <a:r>
                        <a:rPr lang="ko-KR" altLang="en-US" sz="800" b="0" dirty="0" smtClean="0">
                          <a:solidFill>
                            <a:schemeClr val="tx1">
                              <a:lumMod val="75000"/>
                              <a:lumOff val="25000"/>
                            </a:schemeClr>
                          </a:solidFill>
                          <a:latin typeface="+mn-ea"/>
                          <a:ea typeface="+mn-ea"/>
                        </a:rPr>
                        <a:t>팀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부가 옵션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1" name="Rectangle 122"/>
          <p:cNvSpPr>
            <a:spLocks noChangeArrowheads="1"/>
          </p:cNvSpPr>
          <p:nvPr/>
        </p:nvSpPr>
        <p:spPr bwMode="auto">
          <a:xfrm>
            <a:off x="3215283" y="4179907"/>
            <a:ext cx="61668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fontAlgn="auto">
              <a:spcBef>
                <a:spcPts val="0"/>
              </a:spcBef>
              <a:spcAft>
                <a:spcPts val="0"/>
              </a:spcAft>
              <a:defRPr/>
            </a:pP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제목제목제목제목제목제목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75000"/>
                  <a:lumOff val="25000"/>
                </a:schemeClr>
              </a:solidFill>
              <a:latin typeface="+mn-ea"/>
            </a:endParaRPr>
          </a:p>
        </p:txBody>
      </p:sp>
      <p:pic>
        <p:nvPicPr>
          <p:cNvPr id="212"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215180" y="4498486"/>
            <a:ext cx="6165682" cy="1133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13" name="그룹 212"/>
          <p:cNvGrpSpPr/>
          <p:nvPr/>
        </p:nvGrpSpPr>
        <p:grpSpPr>
          <a:xfrm>
            <a:off x="3224808" y="5783133"/>
            <a:ext cx="6151786" cy="556264"/>
            <a:chOff x="1202386" y="5786120"/>
            <a:chExt cx="6151786" cy="556264"/>
          </a:xfrm>
        </p:grpSpPr>
        <p:sp>
          <p:nvSpPr>
            <p:cNvPr id="214" name="직사각형 213"/>
            <p:cNvSpPr/>
            <p:nvPr/>
          </p:nvSpPr>
          <p:spPr>
            <a:xfrm>
              <a:off x="1202386" y="5786120"/>
              <a:ext cx="6151786"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15"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84311"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6" name="Rectangle 122"/>
            <p:cNvSpPr>
              <a:spLocks noChangeArrowheads="1"/>
            </p:cNvSpPr>
            <p:nvPr/>
          </p:nvSpPr>
          <p:spPr bwMode="auto">
            <a:xfrm>
              <a:off x="3220025"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217" name="TextBox 216"/>
            <p:cNvSpPr txBox="1"/>
            <p:nvPr/>
          </p:nvSpPr>
          <p:spPr>
            <a:xfrm>
              <a:off x="4128736"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218" name="그룹 217"/>
            <p:cNvGrpSpPr/>
            <p:nvPr/>
          </p:nvGrpSpPr>
          <p:grpSpPr>
            <a:xfrm>
              <a:off x="1203366" y="6126940"/>
              <a:ext cx="2149735" cy="215444"/>
              <a:chOff x="1856656" y="7442398"/>
              <a:chExt cx="2149735" cy="215444"/>
            </a:xfrm>
          </p:grpSpPr>
          <p:sp>
            <p:nvSpPr>
              <p:cNvPr id="219" name="직사각형 218"/>
              <p:cNvSpPr/>
              <p:nvPr/>
            </p:nvSpPr>
            <p:spPr>
              <a:xfrm>
                <a:off x="1856656" y="7470973"/>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20" name="직사각형 219"/>
              <p:cNvSpPr/>
              <p:nvPr/>
            </p:nvSpPr>
            <p:spPr>
              <a:xfrm>
                <a:off x="3754399" y="7442398"/>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221" name="그룹 220"/>
          <p:cNvGrpSpPr/>
          <p:nvPr/>
        </p:nvGrpSpPr>
        <p:grpSpPr>
          <a:xfrm>
            <a:off x="3231373" y="6426263"/>
            <a:ext cx="795048" cy="223607"/>
            <a:chOff x="3267377" y="4473116"/>
            <a:chExt cx="795048" cy="223607"/>
          </a:xfrm>
        </p:grpSpPr>
        <p:sp>
          <p:nvSpPr>
            <p:cNvPr id="222" name="TextBox 221"/>
            <p:cNvSpPr txBox="1"/>
            <p:nvPr/>
          </p:nvSpPr>
          <p:spPr>
            <a:xfrm>
              <a:off x="3342425" y="4473116"/>
              <a:ext cx="720000" cy="223607"/>
            </a:xfrm>
            <a:prstGeom prst="rect">
              <a:avLst/>
            </a:prstGeom>
            <a:noFill/>
          </p:spPr>
          <p:txBody>
            <a:bodyPr wrap="square" rtlCol="0" anchor="ctr">
              <a:noAutofit/>
            </a:bodyPr>
            <a:lstStyle/>
            <a:p>
              <a:r>
                <a:rPr lang="ko-KR" altLang="en-US" sz="800" kern="0" dirty="0" smtClean="0">
                  <a:solidFill>
                    <a:schemeClr val="tx1">
                      <a:lumMod val="85000"/>
                      <a:lumOff val="15000"/>
                    </a:schemeClr>
                  </a:solidFill>
                  <a:latin typeface="+mn-ea"/>
                  <a:ea typeface="+mn-ea"/>
                  <a:cs typeface="Arial" charset="0"/>
                </a:rPr>
                <a:t>댓글 사용</a:t>
              </a:r>
              <a:endParaRPr lang="ko-KR" altLang="en-US" sz="800" kern="0" dirty="0">
                <a:solidFill>
                  <a:schemeClr val="tx1">
                    <a:lumMod val="85000"/>
                    <a:lumOff val="15000"/>
                  </a:schemeClr>
                </a:solidFill>
                <a:latin typeface="+mn-ea"/>
                <a:ea typeface="+mn-ea"/>
                <a:cs typeface="Arial" charset="0"/>
              </a:endParaRPr>
            </a:p>
          </p:txBody>
        </p:sp>
        <p:sp>
          <p:nvSpPr>
            <p:cNvPr id="223" name="직사각형 222"/>
            <p:cNvSpPr/>
            <p:nvPr/>
          </p:nvSpPr>
          <p:spPr>
            <a:xfrm>
              <a:off x="3267377" y="4530568"/>
              <a:ext cx="116381" cy="108000"/>
            </a:xfrm>
            <a:prstGeom prst="rect">
              <a:avLst/>
            </a:prstGeom>
            <a:solidFill>
              <a:schemeClr val="bg1"/>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227" name="그룹 226"/>
          <p:cNvGrpSpPr/>
          <p:nvPr/>
        </p:nvGrpSpPr>
        <p:grpSpPr>
          <a:xfrm>
            <a:off x="2980923" y="6440290"/>
            <a:ext cx="234360" cy="200055"/>
            <a:chOff x="1152270" y="11716364"/>
            <a:chExt cx="234360" cy="200055"/>
          </a:xfrm>
        </p:grpSpPr>
        <p:sp>
          <p:nvSpPr>
            <p:cNvPr id="228" name="모서리가 둥근 직사각형 22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9" name="직사각형 22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33" name="그룹 232"/>
          <p:cNvGrpSpPr/>
          <p:nvPr/>
        </p:nvGrpSpPr>
        <p:grpSpPr>
          <a:xfrm>
            <a:off x="3222820" y="3892651"/>
            <a:ext cx="1989637" cy="174896"/>
            <a:chOff x="3126429" y="3472433"/>
            <a:chExt cx="1989637" cy="174896"/>
          </a:xfrm>
        </p:grpSpPr>
        <p:sp>
          <p:nvSpPr>
            <p:cNvPr id="234" name="직사각형 233"/>
            <p:cNvSpPr/>
            <p:nvPr/>
          </p:nvSpPr>
          <p:spPr>
            <a:xfrm>
              <a:off x="3126429" y="3474529"/>
              <a:ext cx="972000" cy="1728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ko-KR" altLang="en-US" sz="800" dirty="0" smtClean="0">
                  <a:solidFill>
                    <a:schemeClr val="tx1">
                      <a:lumMod val="75000"/>
                      <a:lumOff val="25000"/>
                    </a:schemeClr>
                  </a:solidFill>
                  <a:latin typeface="+mn-ea"/>
                </a:rPr>
                <a:t>과제학습그룹     ▼</a:t>
              </a:r>
              <a:endParaRPr lang="en-US" altLang="ko-KR" sz="800" dirty="0">
                <a:solidFill>
                  <a:schemeClr val="tx1">
                    <a:lumMod val="75000"/>
                    <a:lumOff val="25000"/>
                  </a:schemeClr>
                </a:solidFill>
                <a:latin typeface="+mn-ea"/>
              </a:endParaRPr>
            </a:p>
          </p:txBody>
        </p:sp>
        <p:sp>
          <p:nvSpPr>
            <p:cNvPr id="239" name="직사각형 238"/>
            <p:cNvSpPr/>
            <p:nvPr/>
          </p:nvSpPr>
          <p:spPr>
            <a:xfrm>
              <a:off x="4144066" y="3472433"/>
              <a:ext cx="972000" cy="1728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nSpc>
                  <a:spcPct val="150000"/>
                </a:lnSpc>
              </a:pPr>
              <a:r>
                <a:rPr lang="en-US" altLang="ko-KR" sz="800" dirty="0">
                  <a:solidFill>
                    <a:schemeClr val="tx1">
                      <a:lumMod val="75000"/>
                      <a:lumOff val="25000"/>
                    </a:schemeClr>
                  </a:solidFill>
                  <a:latin typeface="+mn-ea"/>
                </a:rPr>
                <a:t>TEAM 1</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grpSp>
      <p:sp>
        <p:nvSpPr>
          <p:cNvPr id="240" name="직사각형 239"/>
          <p:cNvSpPr/>
          <p:nvPr/>
        </p:nvSpPr>
        <p:spPr>
          <a:xfrm>
            <a:off x="3260772" y="4841074"/>
            <a:ext cx="5546752" cy="64809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 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문의내용</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문의내용</a:t>
            </a:r>
            <a:endPar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241" name="1/2 액자 240"/>
          <p:cNvSpPr>
            <a:spLocks noChangeAspect="1"/>
          </p:cNvSpPr>
          <p:nvPr/>
        </p:nvSpPr>
        <p:spPr bwMode="auto">
          <a:xfrm rot="13500000">
            <a:off x="3279229" y="6487058"/>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err="1">
              <a:solidFill>
                <a:srgbClr val="000000"/>
              </a:solidFill>
              <a:latin typeface="+mn-ea"/>
              <a:ea typeface="+mn-ea"/>
              <a:cs typeface="Arial" charset="0"/>
            </a:endParaRPr>
          </a:p>
        </p:txBody>
      </p:sp>
      <p:sp>
        <p:nvSpPr>
          <p:cNvPr id="254" name="자유형 253"/>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Tree>
    <p:extLst>
      <p:ext uri="{BB962C8B-B14F-4D97-AF65-F5344CB8AC3E}">
        <p14:creationId xmlns:p14="http://schemas.microsoft.com/office/powerpoint/2010/main" val="713761119"/>
      </p:ext>
    </p:extLst>
  </p:cSld>
  <p:clrMapOvr>
    <a:masterClrMapping/>
  </p:clrMapOvr>
  <p:transition>
    <p:wipe dir="r"/>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과제</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73853850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리스트형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811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992309556"/>
              </p:ext>
            </p:extLst>
          </p:nvPr>
        </p:nvGraphicFramePr>
        <p:xfrm>
          <a:off x="9499029" y="1484784"/>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488019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4154600967"/>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과제명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1903085388"/>
              </p:ext>
            </p:extLst>
          </p:nvPr>
        </p:nvGraphicFramePr>
        <p:xfrm>
          <a:off x="1975898" y="4120856"/>
          <a:ext cx="7449402" cy="1642702"/>
        </p:xfrm>
        <a:graphic>
          <a:graphicData uri="http://schemas.openxmlformats.org/drawingml/2006/table">
            <a:tbl>
              <a:tblPr/>
              <a:tblGrid>
                <a:gridCol w="246625">
                  <a:extLst>
                    <a:ext uri="{9D8B030D-6E8A-4147-A177-3AD203B41FA5}">
                      <a16:colId xmlns:a16="http://schemas.microsoft.com/office/drawing/2014/main" xmlns="" val="20001"/>
                    </a:ext>
                  </a:extLst>
                </a:gridCol>
                <a:gridCol w="718113"/>
                <a:gridCol w="1238803"/>
                <a:gridCol w="1792850"/>
                <a:gridCol w="878450"/>
                <a:gridCol w="514912"/>
                <a:gridCol w="514912"/>
                <a:gridCol w="616513"/>
                <a:gridCol w="514912"/>
                <a:gridCol w="41331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과제명</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제출기간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연장제출마감</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제출여부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일반과제일반과제</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 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팀과제팀과제팀과제</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2026.09.25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미제출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실기과제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실기과제실기과제</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2026.09.25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연장제출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개별과제</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개별과제개별과제</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2026.09.25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연장미제출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DC8006"/>
                          </a:solidFill>
                          <a:latin typeface="+mn-ea"/>
                          <a:ea typeface="+mn-ea"/>
                        </a:rPr>
                        <a:t>중간고사대체</a:t>
                      </a:r>
                      <a:endParaRPr lang="ko-KR" altLang="en-US" sz="800" b="0" dirty="0">
                        <a:solidFill>
                          <a:srgbClr val="DC8006"/>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대체과제</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smtClean="0">
                          <a:solidFill>
                            <a:schemeClr val="tx1">
                              <a:lumMod val="75000"/>
                              <a:lumOff val="25000"/>
                            </a:schemeClr>
                          </a:solidFill>
                          <a:latin typeface="+mn-ea"/>
                          <a:ea typeface="+mn-ea"/>
                          <a:cs typeface="+mn-cs"/>
                        </a:rPr>
                        <a:t>제출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rgbClr val="0070C0"/>
                          </a:solidFill>
                          <a:latin typeface="+mn-ea"/>
                          <a:ea typeface="+mn-ea"/>
                          <a:cs typeface="+mn-cs"/>
                        </a:rPr>
                        <a:t>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DC8006"/>
                          </a:solidFill>
                          <a:latin typeface="+mn-ea"/>
                          <a:ea typeface="+mn-ea"/>
                        </a:rPr>
                        <a:t>기말고사대체</a:t>
                      </a:r>
                      <a:endParaRPr lang="ko-KR" altLang="en-US" sz="800" b="0" dirty="0">
                        <a:solidFill>
                          <a:srgbClr val="DC8006"/>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대체과제</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제출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858222"/>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87" name="그룹 186"/>
          <p:cNvGrpSpPr/>
          <p:nvPr/>
        </p:nvGrpSpPr>
        <p:grpSpPr>
          <a:xfrm>
            <a:off x="2947015" y="4197595"/>
            <a:ext cx="234360" cy="200055"/>
            <a:chOff x="1152270" y="11706839"/>
            <a:chExt cx="234360" cy="200055"/>
          </a:xfrm>
        </p:grpSpPr>
        <p:sp>
          <p:nvSpPr>
            <p:cNvPr id="188" name="모서리가 둥근 직사각형 1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9" name="직사각형 1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9" name="그룹 208"/>
          <p:cNvGrpSpPr/>
          <p:nvPr/>
        </p:nvGrpSpPr>
        <p:grpSpPr>
          <a:xfrm>
            <a:off x="8535064" y="3654549"/>
            <a:ext cx="234360" cy="200055"/>
            <a:chOff x="1152270"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2" name="그룹 211"/>
          <p:cNvGrpSpPr/>
          <p:nvPr/>
        </p:nvGrpSpPr>
        <p:grpSpPr>
          <a:xfrm>
            <a:off x="8741563" y="3654549"/>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27" name="그룹 326"/>
          <p:cNvGrpSpPr/>
          <p:nvPr/>
        </p:nvGrpSpPr>
        <p:grpSpPr>
          <a:xfrm>
            <a:off x="8804046" y="4330279"/>
            <a:ext cx="234360" cy="200055"/>
            <a:chOff x="1152270" y="11706839"/>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68" name="그룹 367"/>
          <p:cNvGrpSpPr/>
          <p:nvPr/>
        </p:nvGrpSpPr>
        <p:grpSpPr>
          <a:xfrm>
            <a:off x="9211711" y="4571603"/>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170" name="사각형 설명선 169"/>
          <p:cNvSpPr/>
          <p:nvPr/>
        </p:nvSpPr>
        <p:spPr bwMode="auto">
          <a:xfrm>
            <a:off x="5241032" y="6339420"/>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grpSp>
        <p:nvGrpSpPr>
          <p:cNvPr id="190" name="그룹 189"/>
          <p:cNvGrpSpPr/>
          <p:nvPr/>
        </p:nvGrpSpPr>
        <p:grpSpPr>
          <a:xfrm>
            <a:off x="579562" y="2166658"/>
            <a:ext cx="1386586" cy="5317057"/>
            <a:chOff x="579562" y="2166658"/>
            <a:chExt cx="1386586" cy="5317057"/>
          </a:xfrm>
        </p:grpSpPr>
        <p:grpSp>
          <p:nvGrpSpPr>
            <p:cNvPr id="191" name="그룹 190"/>
            <p:cNvGrpSpPr/>
            <p:nvPr/>
          </p:nvGrpSpPr>
          <p:grpSpPr>
            <a:xfrm>
              <a:off x="629956" y="3318264"/>
              <a:ext cx="1332000" cy="180000"/>
              <a:chOff x="666428" y="3785432"/>
              <a:chExt cx="1332000" cy="180000"/>
            </a:xfrm>
          </p:grpSpPr>
          <p:sp>
            <p:nvSpPr>
              <p:cNvPr id="347" name="모서리가 둥근 직사각형 34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5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29956" y="3568824"/>
              <a:ext cx="1332000" cy="180000"/>
              <a:chOff x="666428" y="4310612"/>
              <a:chExt cx="1332000" cy="180000"/>
            </a:xfrm>
          </p:grpSpPr>
          <p:sp>
            <p:nvSpPr>
              <p:cNvPr id="345" name="모서리가 둥근 직사각형 34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4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29955" y="3042501"/>
              <a:ext cx="1332000" cy="180000"/>
              <a:chOff x="666427" y="3266516"/>
              <a:chExt cx="1332000" cy="180000"/>
            </a:xfrm>
          </p:grpSpPr>
          <p:sp>
            <p:nvSpPr>
              <p:cNvPr id="325" name="모서리가 둥근 직사각형 3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4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29956" y="3854780"/>
              <a:ext cx="1332000" cy="180000"/>
              <a:chOff x="666428" y="4570824"/>
              <a:chExt cx="1332000" cy="180000"/>
            </a:xfrm>
          </p:grpSpPr>
          <p:sp>
            <p:nvSpPr>
              <p:cNvPr id="303" name="모서리가 둥근 직사각형 30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0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29956" y="5316875"/>
              <a:ext cx="1332000" cy="180000"/>
              <a:chOff x="666428" y="5096004"/>
              <a:chExt cx="1332000" cy="180000"/>
            </a:xfrm>
          </p:grpSpPr>
          <p:sp>
            <p:nvSpPr>
              <p:cNvPr id="260" name="모서리가 둥근 직사각형 25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61"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34148" y="5634789"/>
              <a:ext cx="1332000" cy="180000"/>
              <a:chOff x="666428" y="3785432"/>
              <a:chExt cx="1332000" cy="180000"/>
            </a:xfrm>
          </p:grpSpPr>
          <p:sp>
            <p:nvSpPr>
              <p:cNvPr id="258" name="모서리가 둥근 직사각형 25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5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31150" y="4135825"/>
              <a:ext cx="1332000" cy="180000"/>
              <a:chOff x="666428" y="4570824"/>
              <a:chExt cx="1332000" cy="180000"/>
            </a:xfrm>
          </p:grpSpPr>
          <p:sp>
            <p:nvSpPr>
              <p:cNvPr id="256" name="모서리가 둥근 직사각형 25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5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29956" y="4423395"/>
              <a:ext cx="1332000" cy="180000"/>
              <a:chOff x="666428" y="4310612"/>
              <a:chExt cx="1332000" cy="180000"/>
            </a:xfrm>
          </p:grpSpPr>
          <p:sp>
            <p:nvSpPr>
              <p:cNvPr id="254" name="모서리가 둥근 직사각형 253"/>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25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0" name="TextBox 19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01" name="그룹 200"/>
            <p:cNvGrpSpPr/>
            <p:nvPr/>
          </p:nvGrpSpPr>
          <p:grpSpPr>
            <a:xfrm>
              <a:off x="632520" y="4723068"/>
              <a:ext cx="1332000" cy="180000"/>
              <a:chOff x="666428" y="4310612"/>
              <a:chExt cx="1332000" cy="180000"/>
            </a:xfrm>
          </p:grpSpPr>
          <p:sp>
            <p:nvSpPr>
              <p:cNvPr id="240" name="모서리가 둥근 직사각형 23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4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32520" y="2752353"/>
              <a:ext cx="1332000" cy="180000"/>
              <a:chOff x="666427" y="3266516"/>
              <a:chExt cx="1332000" cy="180000"/>
            </a:xfrm>
          </p:grpSpPr>
          <p:sp>
            <p:nvSpPr>
              <p:cNvPr id="234" name="모서리가 둥근 직사각형 23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3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2520" y="5005767"/>
              <a:ext cx="1332000" cy="180000"/>
              <a:chOff x="666428" y="4310612"/>
              <a:chExt cx="1332000" cy="180000"/>
            </a:xfrm>
          </p:grpSpPr>
          <p:sp>
            <p:nvSpPr>
              <p:cNvPr id="232" name="모서리가 둥근 직사각형 23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3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2520" y="6227787"/>
              <a:ext cx="1332000" cy="180000"/>
              <a:chOff x="666428" y="3785432"/>
              <a:chExt cx="1332000" cy="180000"/>
            </a:xfrm>
          </p:grpSpPr>
          <p:sp>
            <p:nvSpPr>
              <p:cNvPr id="230" name="모서리가 둥근 직사각형 22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2520" y="6487872"/>
              <a:ext cx="1332000" cy="180000"/>
              <a:chOff x="666428" y="4310612"/>
              <a:chExt cx="1332000" cy="180000"/>
            </a:xfrm>
          </p:grpSpPr>
          <p:sp>
            <p:nvSpPr>
              <p:cNvPr id="228" name="모서리가 둥근 직사각형 22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2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2520" y="6773828"/>
              <a:ext cx="1332000" cy="180000"/>
              <a:chOff x="666428" y="4570824"/>
              <a:chExt cx="1332000" cy="180000"/>
            </a:xfrm>
          </p:grpSpPr>
          <p:sp>
            <p:nvSpPr>
              <p:cNvPr id="226" name="모서리가 둥근 직사각형 22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32520" y="7053155"/>
              <a:ext cx="1332000" cy="180000"/>
              <a:chOff x="666428" y="3785432"/>
              <a:chExt cx="1332000" cy="180000"/>
            </a:xfrm>
          </p:grpSpPr>
          <p:sp>
            <p:nvSpPr>
              <p:cNvPr id="224" name="모서리가 둥근 직사각형 22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7303715"/>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2995" y="5922821"/>
              <a:ext cx="1332000" cy="180000"/>
              <a:chOff x="666427" y="3266516"/>
              <a:chExt cx="1332000" cy="180000"/>
            </a:xfrm>
          </p:grpSpPr>
          <p:sp>
            <p:nvSpPr>
              <p:cNvPr id="218" name="모서리가 둥근 직사각형 21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1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022469717"/>
      </p:ext>
    </p:extLst>
  </p:cSld>
  <p:clrMapOvr>
    <a:masterClrMapping/>
  </p:clrMapOvr>
  <p:transition>
    <p:wipe dir="r"/>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카드형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86796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663257335"/>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과제명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735434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33495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74" name="Group 37"/>
          <p:cNvGraphicFramePr>
            <a:graphicFrameLocks noGrp="1"/>
          </p:cNvGraphicFramePr>
          <p:nvPr>
            <p:extLst>
              <p:ext uri="{D42A27DB-BD31-4B8C-83A1-F6EECF244321}">
                <p14:modId xmlns:p14="http://schemas.microsoft.com/office/powerpoint/2010/main" val="4126778472"/>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과제명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79"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80" name="직사각형 379"/>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pic>
        <p:nvPicPr>
          <p:cNvPr id="383"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4"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91" name="그룹 390"/>
          <p:cNvGrpSpPr/>
          <p:nvPr/>
        </p:nvGrpSpPr>
        <p:grpSpPr>
          <a:xfrm>
            <a:off x="8535064" y="3654549"/>
            <a:ext cx="234360" cy="200055"/>
            <a:chOff x="1152270" y="11706839"/>
            <a:chExt cx="234360" cy="200055"/>
          </a:xfrm>
        </p:grpSpPr>
        <p:sp>
          <p:nvSpPr>
            <p:cNvPr id="392" name="모서리가 둥근 직사각형 3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3" name="직사각형 39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94" name="그룹 393"/>
          <p:cNvGrpSpPr/>
          <p:nvPr/>
        </p:nvGrpSpPr>
        <p:grpSpPr>
          <a:xfrm>
            <a:off x="8741563" y="3654549"/>
            <a:ext cx="234360" cy="200055"/>
            <a:chOff x="1152270" y="11706839"/>
            <a:chExt cx="234360" cy="200055"/>
          </a:xfrm>
        </p:grpSpPr>
        <p:sp>
          <p:nvSpPr>
            <p:cNvPr id="395" name="모서리가 둥근 직사각형 3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6" name="직사각형 39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397" name="직사각형 396"/>
          <p:cNvSpPr/>
          <p:nvPr/>
        </p:nvSpPr>
        <p:spPr>
          <a:xfrm>
            <a:off x="1968256" y="41109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98" name="직사각형 397"/>
          <p:cNvSpPr/>
          <p:nvPr/>
        </p:nvSpPr>
        <p:spPr>
          <a:xfrm>
            <a:off x="2037959" y="45431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00" name="모서리가 둥근 직사각형 399"/>
          <p:cNvSpPr/>
          <p:nvPr/>
        </p:nvSpPr>
        <p:spPr>
          <a:xfrm>
            <a:off x="2042520" y="4180555"/>
            <a:ext cx="54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과제</a:t>
            </a:r>
          </a:p>
        </p:txBody>
      </p:sp>
      <p:sp>
        <p:nvSpPr>
          <p:cNvPr id="401" name="직사각형 400"/>
          <p:cNvSpPr/>
          <p:nvPr/>
        </p:nvSpPr>
        <p:spPr>
          <a:xfrm>
            <a:off x="2047833" y="4327584"/>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일반과제일반과제</a:t>
            </a:r>
            <a:r>
              <a:rPr lang="en-US" altLang="ko-KR" sz="800" b="1" dirty="0" smtClean="0">
                <a:solidFill>
                  <a:schemeClr val="tx1">
                    <a:lumMod val="75000"/>
                    <a:lumOff val="25000"/>
                  </a:schemeClr>
                </a:solidFill>
                <a:latin typeface="+mn-ea"/>
                <a:ea typeface="+mn-ea"/>
              </a:rPr>
              <a:t>01</a:t>
            </a:r>
            <a:endParaRPr lang="ko-KR" altLang="en-US" sz="800" dirty="0">
              <a:solidFill>
                <a:schemeClr val="tx1">
                  <a:lumMod val="75000"/>
                  <a:lumOff val="25000"/>
                </a:schemeClr>
              </a:solidFill>
              <a:latin typeface="+mn-ea"/>
              <a:ea typeface="+mn-ea"/>
            </a:endParaRPr>
          </a:p>
        </p:txBody>
      </p:sp>
      <p:sp>
        <p:nvSpPr>
          <p:cNvPr id="402" name="직사각형 401"/>
          <p:cNvSpPr/>
          <p:nvPr/>
        </p:nvSpPr>
        <p:spPr>
          <a:xfrm>
            <a:off x="2044105" y="4778667"/>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제출기간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연장제출마감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2026.06.22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 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평가점수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0</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aphicFrame>
        <p:nvGraphicFramePr>
          <p:cNvPr id="403" name="Group 37"/>
          <p:cNvGraphicFramePr>
            <a:graphicFrameLocks noGrp="1"/>
          </p:cNvGraphicFramePr>
          <p:nvPr>
            <p:extLst>
              <p:ext uri="{D42A27DB-BD31-4B8C-83A1-F6EECF244321}">
                <p14:modId xmlns:p14="http://schemas.microsoft.com/office/powerpoint/2010/main" val="3342774157"/>
              </p:ext>
            </p:extLst>
          </p:nvPr>
        </p:nvGraphicFramePr>
        <p:xfrm>
          <a:off x="2079329" y="4600210"/>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제출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sp>
        <p:nvSpPr>
          <p:cNvPr id="405" name="직사각형 404"/>
          <p:cNvSpPr/>
          <p:nvPr/>
        </p:nvSpPr>
        <p:spPr>
          <a:xfrm>
            <a:off x="5728546" y="411098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06" name="직사각형 405"/>
          <p:cNvSpPr/>
          <p:nvPr/>
        </p:nvSpPr>
        <p:spPr>
          <a:xfrm>
            <a:off x="5798249" y="454314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08" name="모서리가 둥근 직사각형 407"/>
          <p:cNvSpPr/>
          <p:nvPr/>
        </p:nvSpPr>
        <p:spPr>
          <a:xfrm>
            <a:off x="5802810" y="4180556"/>
            <a:ext cx="54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과제</a:t>
            </a:r>
          </a:p>
        </p:txBody>
      </p:sp>
      <p:sp>
        <p:nvSpPr>
          <p:cNvPr id="409" name="직사각형 408"/>
          <p:cNvSpPr/>
          <p:nvPr/>
        </p:nvSpPr>
        <p:spPr>
          <a:xfrm>
            <a:off x="5808123" y="4327585"/>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일반과제팀일반과제</a:t>
            </a:r>
            <a:r>
              <a:rPr lang="en-US" altLang="ko-KR" sz="800" b="1" dirty="0" smtClean="0">
                <a:solidFill>
                  <a:schemeClr val="tx1">
                    <a:lumMod val="75000"/>
                    <a:lumOff val="25000"/>
                  </a:schemeClr>
                </a:solidFill>
                <a:latin typeface="+mn-ea"/>
                <a:ea typeface="+mn-ea"/>
              </a:rPr>
              <a:t>01 </a:t>
            </a:r>
            <a:endParaRPr lang="ko-KR" altLang="en-US" sz="800" dirty="0">
              <a:solidFill>
                <a:schemeClr val="tx1">
                  <a:lumMod val="75000"/>
                  <a:lumOff val="25000"/>
                </a:schemeClr>
              </a:solidFill>
              <a:latin typeface="+mn-ea"/>
              <a:ea typeface="+mn-ea"/>
            </a:endParaRPr>
          </a:p>
        </p:txBody>
      </p:sp>
      <p:sp>
        <p:nvSpPr>
          <p:cNvPr id="410" name="직사각형 409"/>
          <p:cNvSpPr/>
          <p:nvPr/>
        </p:nvSpPr>
        <p:spPr>
          <a:xfrm>
            <a:off x="5804395" y="4778668"/>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제출기간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연장제출마감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2026.06.22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 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1</a:t>
            </a:r>
            <a:endParaRPr lang="ko-KR" altLang="en-US" sz="800" dirty="0">
              <a:solidFill>
                <a:schemeClr val="tx1">
                  <a:lumMod val="75000"/>
                  <a:lumOff val="25000"/>
                </a:schemeClr>
              </a:solidFill>
              <a:latin typeface="+mn-ea"/>
              <a:ea typeface="+mn-ea"/>
            </a:endParaRPr>
          </a:p>
        </p:txBody>
      </p:sp>
      <p:graphicFrame>
        <p:nvGraphicFramePr>
          <p:cNvPr id="411" name="Group 37"/>
          <p:cNvGraphicFramePr>
            <a:graphicFrameLocks noGrp="1"/>
          </p:cNvGraphicFramePr>
          <p:nvPr>
            <p:extLst>
              <p:ext uri="{D42A27DB-BD31-4B8C-83A1-F6EECF244321}">
                <p14:modId xmlns:p14="http://schemas.microsoft.com/office/powerpoint/2010/main" val="2369484947"/>
              </p:ext>
            </p:extLst>
          </p:nvPr>
        </p:nvGraphicFramePr>
        <p:xfrm>
          <a:off x="5839619" y="460021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미제출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sp>
        <p:nvSpPr>
          <p:cNvPr id="413" name="직사각형 412"/>
          <p:cNvSpPr/>
          <p:nvPr/>
        </p:nvSpPr>
        <p:spPr>
          <a:xfrm>
            <a:off x="1962572" y="6120606"/>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14" name="직사각형 413"/>
          <p:cNvSpPr/>
          <p:nvPr/>
        </p:nvSpPr>
        <p:spPr>
          <a:xfrm>
            <a:off x="2032275" y="6552773"/>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16" name="모서리가 둥근 직사각형 415"/>
          <p:cNvSpPr/>
          <p:nvPr/>
        </p:nvSpPr>
        <p:spPr>
          <a:xfrm>
            <a:off x="2036836" y="6190182"/>
            <a:ext cx="54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실기과제</a:t>
            </a:r>
          </a:p>
        </p:txBody>
      </p:sp>
      <p:sp>
        <p:nvSpPr>
          <p:cNvPr id="417" name="직사각형 416"/>
          <p:cNvSpPr/>
          <p:nvPr/>
        </p:nvSpPr>
        <p:spPr>
          <a:xfrm>
            <a:off x="2042149" y="6337211"/>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실기과제팀실기과제</a:t>
            </a:r>
            <a:r>
              <a:rPr lang="en-US" altLang="ko-KR" sz="800" b="1" dirty="0" smtClean="0">
                <a:solidFill>
                  <a:schemeClr val="tx1">
                    <a:lumMod val="75000"/>
                    <a:lumOff val="25000"/>
                  </a:schemeClr>
                </a:solidFill>
                <a:latin typeface="+mn-ea"/>
                <a:ea typeface="+mn-ea"/>
              </a:rPr>
              <a:t>01 </a:t>
            </a:r>
            <a:endParaRPr lang="ko-KR" altLang="en-US" sz="800" dirty="0">
              <a:solidFill>
                <a:schemeClr val="tx1">
                  <a:lumMod val="75000"/>
                  <a:lumOff val="25000"/>
                </a:schemeClr>
              </a:solidFill>
              <a:latin typeface="+mn-ea"/>
              <a:ea typeface="+mn-ea"/>
            </a:endParaRPr>
          </a:p>
        </p:txBody>
      </p:sp>
      <p:sp>
        <p:nvSpPr>
          <p:cNvPr id="418" name="직사각형 417"/>
          <p:cNvSpPr/>
          <p:nvPr/>
        </p:nvSpPr>
        <p:spPr>
          <a:xfrm>
            <a:off x="2038421" y="6788294"/>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제출기간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연장제출마감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2026.06.22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 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0</a:t>
            </a:r>
            <a:endParaRPr lang="ko-KR" altLang="en-US" sz="800" b="1" dirty="0">
              <a:solidFill>
                <a:srgbClr val="0070C0"/>
              </a:solidFill>
              <a:latin typeface="+mn-ea"/>
              <a:ea typeface="+mn-ea"/>
            </a:endParaRPr>
          </a:p>
        </p:txBody>
      </p:sp>
      <p:graphicFrame>
        <p:nvGraphicFramePr>
          <p:cNvPr id="419" name="Group 37"/>
          <p:cNvGraphicFramePr>
            <a:graphicFrameLocks noGrp="1"/>
          </p:cNvGraphicFramePr>
          <p:nvPr>
            <p:extLst>
              <p:ext uri="{D42A27DB-BD31-4B8C-83A1-F6EECF244321}">
                <p14:modId xmlns:p14="http://schemas.microsoft.com/office/powerpoint/2010/main" val="2464209354"/>
              </p:ext>
            </p:extLst>
          </p:nvPr>
        </p:nvGraphicFramePr>
        <p:xfrm>
          <a:off x="2073645" y="6609837"/>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연장제출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sp>
        <p:nvSpPr>
          <p:cNvPr id="421" name="직사각형 420"/>
          <p:cNvSpPr/>
          <p:nvPr/>
        </p:nvSpPr>
        <p:spPr>
          <a:xfrm>
            <a:off x="5722862" y="6120607"/>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22" name="직사각형 421"/>
          <p:cNvSpPr/>
          <p:nvPr/>
        </p:nvSpPr>
        <p:spPr>
          <a:xfrm>
            <a:off x="5792565" y="6552774"/>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24" name="모서리가 둥근 직사각형 423"/>
          <p:cNvSpPr/>
          <p:nvPr/>
        </p:nvSpPr>
        <p:spPr>
          <a:xfrm>
            <a:off x="5797126" y="6190183"/>
            <a:ext cx="54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개별과제</a:t>
            </a:r>
          </a:p>
        </p:txBody>
      </p:sp>
      <p:sp>
        <p:nvSpPr>
          <p:cNvPr id="425" name="직사각형 424"/>
          <p:cNvSpPr/>
          <p:nvPr/>
        </p:nvSpPr>
        <p:spPr>
          <a:xfrm>
            <a:off x="5802439" y="6337212"/>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개별과제개별과제</a:t>
            </a:r>
            <a:r>
              <a:rPr lang="en-US" altLang="ko-KR" sz="800" b="1" dirty="0" smtClean="0">
                <a:solidFill>
                  <a:schemeClr val="tx1">
                    <a:lumMod val="75000"/>
                    <a:lumOff val="25000"/>
                  </a:schemeClr>
                </a:solidFill>
                <a:latin typeface="+mn-ea"/>
                <a:ea typeface="+mn-ea"/>
              </a:rPr>
              <a:t>01</a:t>
            </a:r>
            <a:endParaRPr lang="ko-KR" altLang="en-US" sz="800" dirty="0">
              <a:solidFill>
                <a:schemeClr val="tx1">
                  <a:lumMod val="75000"/>
                  <a:lumOff val="25000"/>
                </a:schemeClr>
              </a:solidFill>
              <a:latin typeface="+mn-ea"/>
              <a:ea typeface="+mn-ea"/>
            </a:endParaRPr>
          </a:p>
        </p:txBody>
      </p:sp>
      <p:sp>
        <p:nvSpPr>
          <p:cNvPr id="426" name="직사각형 425"/>
          <p:cNvSpPr/>
          <p:nvPr/>
        </p:nvSpPr>
        <p:spPr>
          <a:xfrm>
            <a:off x="5798711" y="6788295"/>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제출기간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연장제출마감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 반영 </a:t>
            </a:r>
            <a:r>
              <a:rPr lang="en-US" altLang="ko-KR" sz="800" dirty="0" smtClean="0">
                <a:solidFill>
                  <a:schemeClr val="tx1">
                    <a:lumMod val="75000"/>
                    <a:lumOff val="25000"/>
                  </a:schemeClr>
                </a:solidFill>
                <a:latin typeface="+mn-ea"/>
                <a:ea typeface="+mn-ea"/>
              </a:rPr>
              <a:t>: </a:t>
            </a:r>
            <a:r>
              <a:rPr lang="en-US" altLang="ko-KR" sz="800" dirty="0" smtClean="0">
                <a:solidFill>
                  <a:srgbClr val="FF0000"/>
                </a:solidFill>
                <a:latin typeface="+mn-ea"/>
                <a:ea typeface="+mn-ea"/>
              </a:rPr>
              <a:t>N</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a:t>
            </a:r>
            <a:endParaRPr lang="en-US" altLang="ko-KR" sz="800" dirty="0" smtClean="0">
              <a:solidFill>
                <a:srgbClr val="FF0000"/>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endParaRPr lang="ko-KR" altLang="en-US" sz="800" b="1" dirty="0">
              <a:solidFill>
                <a:srgbClr val="0070C0"/>
              </a:solidFill>
              <a:latin typeface="+mn-ea"/>
              <a:ea typeface="+mn-ea"/>
            </a:endParaRPr>
          </a:p>
        </p:txBody>
      </p:sp>
      <p:graphicFrame>
        <p:nvGraphicFramePr>
          <p:cNvPr id="427" name="Group 37"/>
          <p:cNvGraphicFramePr>
            <a:graphicFrameLocks noGrp="1"/>
          </p:cNvGraphicFramePr>
          <p:nvPr>
            <p:extLst>
              <p:ext uri="{D42A27DB-BD31-4B8C-83A1-F6EECF244321}">
                <p14:modId xmlns:p14="http://schemas.microsoft.com/office/powerpoint/2010/main" val="4055206799"/>
              </p:ext>
            </p:extLst>
          </p:nvPr>
        </p:nvGraphicFramePr>
        <p:xfrm>
          <a:off x="5833935" y="6609838"/>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연장미제출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sp>
        <p:nvSpPr>
          <p:cNvPr id="428" name="직사각형 427"/>
          <p:cNvSpPr/>
          <p:nvPr/>
        </p:nvSpPr>
        <p:spPr>
          <a:xfrm>
            <a:off x="1966764" y="813683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29" name="직사각형 428"/>
          <p:cNvSpPr/>
          <p:nvPr/>
        </p:nvSpPr>
        <p:spPr>
          <a:xfrm>
            <a:off x="2036467" y="856899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31" name="모서리가 둥근 직사각형 430"/>
          <p:cNvSpPr/>
          <p:nvPr/>
        </p:nvSpPr>
        <p:spPr>
          <a:xfrm>
            <a:off x="2041028" y="8206406"/>
            <a:ext cx="684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중간고사 대체</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432" name="직사각형 431"/>
          <p:cNvSpPr/>
          <p:nvPr/>
        </p:nvSpPr>
        <p:spPr>
          <a:xfrm>
            <a:off x="2046341" y="8353435"/>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중간고사 대체과제 </a:t>
            </a:r>
            <a:endParaRPr lang="ko-KR" altLang="en-US" sz="800" dirty="0">
              <a:solidFill>
                <a:schemeClr val="tx1">
                  <a:lumMod val="75000"/>
                  <a:lumOff val="25000"/>
                </a:schemeClr>
              </a:solidFill>
              <a:latin typeface="+mn-ea"/>
              <a:ea typeface="+mn-ea"/>
            </a:endParaRPr>
          </a:p>
        </p:txBody>
      </p:sp>
      <p:sp>
        <p:nvSpPr>
          <p:cNvPr id="433" name="직사각형 432"/>
          <p:cNvSpPr/>
          <p:nvPr/>
        </p:nvSpPr>
        <p:spPr>
          <a:xfrm>
            <a:off x="2042613" y="8804518"/>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제출기간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연장제출마감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 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80</a:t>
            </a:r>
            <a:r>
              <a:rPr lang="ko-KR" altLang="en-US" sz="800" dirty="0">
                <a:solidFill>
                  <a:schemeClr val="tx1">
                    <a:lumMod val="75000"/>
                    <a:lumOff val="25000"/>
                  </a:schemeClr>
                </a:solidFill>
                <a:latin typeface="+mn-ea"/>
                <a:ea typeface="+mn-ea"/>
              </a:rPr>
              <a:t>점</a:t>
            </a:r>
            <a:endParaRPr lang="en-US" altLang="ko-KR" sz="800" dirty="0" smtClean="0">
              <a:solidFill>
                <a:srgbClr val="DC8006"/>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0</a:t>
            </a:r>
            <a:endParaRPr lang="ko-KR" altLang="en-US" sz="800" b="1" dirty="0">
              <a:solidFill>
                <a:srgbClr val="0070C0"/>
              </a:solidFill>
              <a:latin typeface="+mn-ea"/>
              <a:ea typeface="+mn-ea"/>
            </a:endParaRPr>
          </a:p>
        </p:txBody>
      </p:sp>
      <p:sp>
        <p:nvSpPr>
          <p:cNvPr id="435" name="직사각형 434"/>
          <p:cNvSpPr/>
          <p:nvPr/>
        </p:nvSpPr>
        <p:spPr>
          <a:xfrm>
            <a:off x="5727054" y="8136831"/>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36" name="직사각형 435"/>
          <p:cNvSpPr/>
          <p:nvPr/>
        </p:nvSpPr>
        <p:spPr>
          <a:xfrm>
            <a:off x="5796757" y="8568998"/>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438" name="모서리가 둥근 직사각형 437"/>
          <p:cNvSpPr/>
          <p:nvPr/>
        </p:nvSpPr>
        <p:spPr>
          <a:xfrm>
            <a:off x="5801318" y="8206407"/>
            <a:ext cx="684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기말고사 대체</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439" name="직사각형 438"/>
          <p:cNvSpPr/>
          <p:nvPr/>
        </p:nvSpPr>
        <p:spPr>
          <a:xfrm>
            <a:off x="5806631" y="8353436"/>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기말고사 대체과제 </a:t>
            </a:r>
            <a:endParaRPr lang="ko-KR" altLang="en-US" sz="800" dirty="0">
              <a:solidFill>
                <a:schemeClr val="tx1">
                  <a:lumMod val="75000"/>
                  <a:lumOff val="25000"/>
                </a:schemeClr>
              </a:solidFill>
              <a:latin typeface="+mn-ea"/>
              <a:ea typeface="+mn-ea"/>
            </a:endParaRPr>
          </a:p>
        </p:txBody>
      </p:sp>
      <p:sp>
        <p:nvSpPr>
          <p:cNvPr id="440" name="직사각형 439"/>
          <p:cNvSpPr/>
          <p:nvPr/>
        </p:nvSpPr>
        <p:spPr>
          <a:xfrm>
            <a:off x="5802903" y="8804519"/>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제출기간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연장제출마감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 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a:solidFill>
                  <a:schemeClr val="tx1">
                    <a:lumMod val="75000"/>
                    <a:lumOff val="25000"/>
                  </a:schemeClr>
                </a:solidFill>
                <a:latin typeface="+mn-ea"/>
                <a:ea typeface="+mn-ea"/>
              </a:rPr>
              <a:t>점</a:t>
            </a:r>
            <a:endParaRPr lang="en-US" altLang="ko-KR" sz="800" dirty="0" smtClean="0">
              <a:solidFill>
                <a:srgbClr val="DC8006"/>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0</a:t>
            </a:r>
            <a:endParaRPr lang="ko-KR" altLang="en-US" sz="800" b="1" dirty="0">
              <a:solidFill>
                <a:srgbClr val="0070C0"/>
              </a:solidFill>
              <a:latin typeface="+mn-ea"/>
              <a:ea typeface="+mn-ea"/>
            </a:endParaRPr>
          </a:p>
        </p:txBody>
      </p:sp>
      <p:sp>
        <p:nvSpPr>
          <p:cNvPr id="454" name="모서리가 둥근 직사각형 453"/>
          <p:cNvSpPr/>
          <p:nvPr/>
        </p:nvSpPr>
        <p:spPr>
          <a:xfrm>
            <a:off x="6374110" y="4183004"/>
            <a:ext cx="18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sp>
        <p:nvSpPr>
          <p:cNvPr id="455" name="모서리가 둥근 직사각형 454"/>
          <p:cNvSpPr/>
          <p:nvPr/>
        </p:nvSpPr>
        <p:spPr>
          <a:xfrm>
            <a:off x="2607109" y="6192098"/>
            <a:ext cx="18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graphicFrame>
        <p:nvGraphicFramePr>
          <p:cNvPr id="464" name="Group 37"/>
          <p:cNvGraphicFramePr>
            <a:graphicFrameLocks noGrp="1"/>
          </p:cNvGraphicFramePr>
          <p:nvPr>
            <p:extLst>
              <p:ext uri="{D42A27DB-BD31-4B8C-83A1-F6EECF244321}">
                <p14:modId xmlns:p14="http://schemas.microsoft.com/office/powerpoint/2010/main" val="1290956969"/>
              </p:ext>
            </p:extLst>
          </p:nvPr>
        </p:nvGraphicFramePr>
        <p:xfrm>
          <a:off x="2077837" y="862606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응시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65" name="Group 37"/>
          <p:cNvGraphicFramePr>
            <a:graphicFrameLocks noGrp="1"/>
          </p:cNvGraphicFramePr>
          <p:nvPr>
            <p:extLst>
              <p:ext uri="{D42A27DB-BD31-4B8C-83A1-F6EECF244321}">
                <p14:modId xmlns:p14="http://schemas.microsoft.com/office/powerpoint/2010/main" val="971207848"/>
              </p:ext>
            </p:extLst>
          </p:nvPr>
        </p:nvGraphicFramePr>
        <p:xfrm>
          <a:off x="5838127" y="8626062"/>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미응시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pSp>
        <p:nvGrpSpPr>
          <p:cNvPr id="189" name="그룹 188"/>
          <p:cNvGrpSpPr/>
          <p:nvPr/>
        </p:nvGrpSpPr>
        <p:grpSpPr>
          <a:xfrm>
            <a:off x="6412210" y="5545807"/>
            <a:ext cx="234360" cy="200055"/>
            <a:chOff x="1152270" y="11706839"/>
            <a:chExt cx="234360" cy="200055"/>
          </a:xfrm>
        </p:grpSpPr>
        <p:sp>
          <p:nvSpPr>
            <p:cNvPr id="190" name="모서리가 둥근 직사각형 18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1" name="직사각형 19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192" name="그룹 191"/>
          <p:cNvGrpSpPr/>
          <p:nvPr/>
        </p:nvGrpSpPr>
        <p:grpSpPr>
          <a:xfrm>
            <a:off x="1854917" y="4320839"/>
            <a:ext cx="234360" cy="200055"/>
            <a:chOff x="1152270" y="11706839"/>
            <a:chExt cx="234360" cy="200055"/>
          </a:xfrm>
        </p:grpSpPr>
        <p:sp>
          <p:nvSpPr>
            <p:cNvPr id="193" name="모서리가 둥근 직사각형 19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4" name="직사각형 19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95" name="그룹 194"/>
          <p:cNvGrpSpPr/>
          <p:nvPr/>
        </p:nvGrpSpPr>
        <p:grpSpPr>
          <a:xfrm>
            <a:off x="579562" y="2166658"/>
            <a:ext cx="1386586" cy="5317057"/>
            <a:chOff x="579562" y="2166658"/>
            <a:chExt cx="1386586" cy="5317057"/>
          </a:xfrm>
        </p:grpSpPr>
        <p:grpSp>
          <p:nvGrpSpPr>
            <p:cNvPr id="196" name="그룹 195"/>
            <p:cNvGrpSpPr/>
            <p:nvPr/>
          </p:nvGrpSpPr>
          <p:grpSpPr>
            <a:xfrm>
              <a:off x="629956" y="3318264"/>
              <a:ext cx="1332000" cy="180000"/>
              <a:chOff x="666428" y="3785432"/>
              <a:chExt cx="1332000" cy="180000"/>
            </a:xfrm>
          </p:grpSpPr>
          <p:sp>
            <p:nvSpPr>
              <p:cNvPr id="327" name="모서리가 둥근 직사각형 32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4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29956" y="3568824"/>
              <a:ext cx="1332000" cy="180000"/>
              <a:chOff x="666428" y="4310612"/>
              <a:chExt cx="1332000" cy="180000"/>
            </a:xfrm>
          </p:grpSpPr>
          <p:sp>
            <p:nvSpPr>
              <p:cNvPr id="304" name="모서리가 둥근 직사각형 3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2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29955" y="3042501"/>
              <a:ext cx="1332000" cy="180000"/>
              <a:chOff x="666427" y="3266516"/>
              <a:chExt cx="1332000" cy="180000"/>
            </a:xfrm>
          </p:grpSpPr>
          <p:sp>
            <p:nvSpPr>
              <p:cNvPr id="261" name="모서리가 둥근 직사각형 26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0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29956" y="3854780"/>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6" y="5316875"/>
              <a:ext cx="1332000" cy="180000"/>
              <a:chOff x="666428" y="5096004"/>
              <a:chExt cx="1332000" cy="180000"/>
            </a:xfrm>
          </p:grpSpPr>
          <p:sp>
            <p:nvSpPr>
              <p:cNvPr id="257" name="모서리가 둥근 직사각형 25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8"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4148" y="5634789"/>
              <a:ext cx="1332000" cy="180000"/>
              <a:chOff x="666428" y="3785432"/>
              <a:chExt cx="1332000" cy="180000"/>
            </a:xfrm>
          </p:grpSpPr>
          <p:sp>
            <p:nvSpPr>
              <p:cNvPr id="255" name="모서리가 둥근 직사각형 25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31150" y="4135825"/>
              <a:ext cx="1332000" cy="180000"/>
              <a:chOff x="666428" y="4570824"/>
              <a:chExt cx="1332000" cy="180000"/>
            </a:xfrm>
          </p:grpSpPr>
          <p:sp>
            <p:nvSpPr>
              <p:cNvPr id="241" name="모서리가 둥근 직사각형 24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5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6" y="4423395"/>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24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4" name="TextBox 20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05" name="그룹 204"/>
            <p:cNvGrpSpPr/>
            <p:nvPr/>
          </p:nvGrpSpPr>
          <p:grpSpPr>
            <a:xfrm>
              <a:off x="632520" y="4723068"/>
              <a:ext cx="1332000" cy="180000"/>
              <a:chOff x="666428" y="4310612"/>
              <a:chExt cx="1332000" cy="180000"/>
            </a:xfrm>
          </p:grpSpPr>
          <p:sp>
            <p:nvSpPr>
              <p:cNvPr id="233" name="모서리가 둥근 직사각형 23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3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2520" y="2752353"/>
              <a:ext cx="1332000" cy="180000"/>
              <a:chOff x="666427" y="3266516"/>
              <a:chExt cx="1332000" cy="180000"/>
            </a:xfrm>
          </p:grpSpPr>
          <p:sp>
            <p:nvSpPr>
              <p:cNvPr id="231" name="모서리가 둥근 직사각형 23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3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2520" y="5005767"/>
              <a:ext cx="1332000" cy="180000"/>
              <a:chOff x="666428" y="4310612"/>
              <a:chExt cx="1332000" cy="180000"/>
            </a:xfrm>
          </p:grpSpPr>
          <p:sp>
            <p:nvSpPr>
              <p:cNvPr id="229" name="모서리가 둥근 직사각형 2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3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32520" y="6227787"/>
              <a:ext cx="1332000" cy="180000"/>
              <a:chOff x="666428" y="3785432"/>
              <a:chExt cx="1332000" cy="180000"/>
            </a:xfrm>
          </p:grpSpPr>
          <p:sp>
            <p:nvSpPr>
              <p:cNvPr id="227" name="모서리가 둥근 직사각형 22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2520" y="6487872"/>
              <a:ext cx="1332000" cy="180000"/>
              <a:chOff x="666428" y="4310612"/>
              <a:chExt cx="1332000" cy="180000"/>
            </a:xfrm>
          </p:grpSpPr>
          <p:sp>
            <p:nvSpPr>
              <p:cNvPr id="225" name="모서리가 둥근 직사각형 22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2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2520" y="6773828"/>
              <a:ext cx="1332000" cy="180000"/>
              <a:chOff x="666428" y="4570824"/>
              <a:chExt cx="1332000" cy="180000"/>
            </a:xfrm>
          </p:grpSpPr>
          <p:sp>
            <p:nvSpPr>
              <p:cNvPr id="223" name="모서리가 둥근 직사각형 22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2520" y="7053155"/>
              <a:ext cx="1332000" cy="180000"/>
              <a:chOff x="666428" y="3785432"/>
              <a:chExt cx="1332000" cy="180000"/>
            </a:xfrm>
          </p:grpSpPr>
          <p:sp>
            <p:nvSpPr>
              <p:cNvPr id="221" name="모서리가 둥근 직사각형 22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2520" y="7303715"/>
              <a:ext cx="1332000" cy="180000"/>
              <a:chOff x="666428" y="4310612"/>
              <a:chExt cx="1332000" cy="180000"/>
            </a:xfrm>
          </p:grpSpPr>
          <p:sp>
            <p:nvSpPr>
              <p:cNvPr id="219" name="모서리가 둥근 직사각형 21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22995" y="5922821"/>
              <a:ext cx="1332000" cy="180000"/>
              <a:chOff x="666427" y="3266516"/>
              <a:chExt cx="1332000" cy="180000"/>
            </a:xfrm>
          </p:grpSpPr>
          <p:sp>
            <p:nvSpPr>
              <p:cNvPr id="215" name="모서리가 둥근 직사각형 21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1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32113" y="4221088"/>
            <a:ext cx="360000" cy="144000"/>
          </a:xfrm>
          <a:prstGeom prst="round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강의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7" name="모서리가 둥근 직사각형 236"/>
          <p:cNvSpPr/>
          <p:nvPr/>
        </p:nvSpPr>
        <p:spPr>
          <a:xfrm>
            <a:off x="22744" y="4408749"/>
            <a:ext cx="36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과제</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8" name="모서리가 둥근 직사각형 237"/>
          <p:cNvSpPr/>
          <p:nvPr/>
        </p:nvSpPr>
        <p:spPr>
          <a:xfrm>
            <a:off x="22744" y="4597450"/>
            <a:ext cx="360000" cy="144000"/>
          </a:xfrm>
          <a:prstGeom prst="roundRect">
            <a:avLst/>
          </a:prstGeom>
          <a:solidFill>
            <a:srgbClr val="F8910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토론</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2" name="모서리가 둥근 직사각형 241"/>
          <p:cNvSpPr/>
          <p:nvPr/>
        </p:nvSpPr>
        <p:spPr>
          <a:xfrm>
            <a:off x="22684" y="4789091"/>
            <a:ext cx="360000" cy="144000"/>
          </a:xfrm>
          <a:prstGeom prst="roundRect">
            <a:avLst/>
          </a:prstGeom>
          <a:solidFill>
            <a:srgbClr val="8439BD"/>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3" name="모서리가 둥근 직사각형 242"/>
          <p:cNvSpPr/>
          <p:nvPr/>
        </p:nvSpPr>
        <p:spPr>
          <a:xfrm>
            <a:off x="18709" y="4979032"/>
            <a:ext cx="360000" cy="144000"/>
          </a:xfrm>
          <a:prstGeom prst="roundRect">
            <a:avLst/>
          </a:prstGeom>
          <a:solidFill>
            <a:srgbClr val="D6D1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설문</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4" name="모서리가 둥근 직사각형 243"/>
          <p:cNvSpPr/>
          <p:nvPr/>
        </p:nvSpPr>
        <p:spPr>
          <a:xfrm>
            <a:off x="22684" y="5168838"/>
            <a:ext cx="360000" cy="144000"/>
          </a:xfrm>
          <a:prstGeom prst="roundRect">
            <a:avLst/>
          </a:prstGeom>
          <a:solidFill>
            <a:srgbClr val="0070C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45" name="모서리가 둥근 직사각형 244"/>
          <p:cNvSpPr/>
          <p:nvPr/>
        </p:nvSpPr>
        <p:spPr>
          <a:xfrm>
            <a:off x="18356" y="5354182"/>
            <a:ext cx="360000" cy="144000"/>
          </a:xfrm>
          <a:prstGeom prst="roundRect">
            <a:avLst/>
          </a:prstGeom>
          <a:solidFill>
            <a:srgbClr val="1E04BC"/>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246" name="모서리가 둥근 직사각형 245"/>
          <p:cNvSpPr/>
          <p:nvPr/>
        </p:nvSpPr>
        <p:spPr>
          <a:xfrm>
            <a:off x="-58937" y="5529660"/>
            <a:ext cx="432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Tree>
    <p:extLst>
      <p:ext uri="{BB962C8B-B14F-4D97-AF65-F5344CB8AC3E}">
        <p14:creationId xmlns:p14="http://schemas.microsoft.com/office/powerpoint/2010/main" val="3907152703"/>
      </p:ext>
    </p:extLst>
  </p:cSld>
  <p:clrMapOvr>
    <a:masterClrMapping/>
  </p:clrMapOvr>
  <p:transition>
    <p:wipe dir="r"/>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과제정보 및 제출 </a:t>
            </a:r>
            <a:r>
              <a:rPr lang="en-US" altLang="ko-KR" sz="800" spc="-60" dirty="0" smtClean="0">
                <a:latin typeface="+mn-ea"/>
                <a:ea typeface="+mn-ea"/>
              </a:rPr>
              <a:t>: </a:t>
            </a:r>
            <a:r>
              <a:rPr lang="ko-KR" altLang="en-US" sz="800" spc="-60" dirty="0" smtClean="0">
                <a:latin typeface="+mn-ea"/>
                <a:ea typeface="+mn-ea"/>
              </a:rPr>
              <a:t>일반과</a:t>
            </a:r>
            <a:r>
              <a:rPr lang="ko-KR" altLang="en-US" sz="800" spc="-60" dirty="0">
                <a:latin typeface="+mn-ea"/>
                <a:ea typeface="+mn-ea"/>
              </a:rPr>
              <a:t>제</a:t>
            </a: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054174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831109053"/>
              </p:ext>
            </p:extLst>
          </p:nvPr>
        </p:nvGraphicFramePr>
        <p:xfrm>
          <a:off x="9499029" y="4875561"/>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과제정보 및 제출 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과제명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과제정보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접음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파일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과제제출 입력 폼으로 전환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교수 과제 </a:t>
                      </a:r>
                      <a:r>
                        <a:rPr lang="ko-KR" altLang="en-US" sz="800" kern="1200" dirty="0" err="1" smtClean="0">
                          <a:solidFill>
                            <a:schemeClr val="tx1">
                              <a:lumMod val="75000"/>
                              <a:lumOff val="25000"/>
                            </a:schemeClr>
                          </a:solidFill>
                          <a:latin typeface="+mn-ea"/>
                          <a:ea typeface="+mn-ea"/>
                          <a:cs typeface="+mn-cs"/>
                        </a:rPr>
                        <a:t>평가시</a:t>
                      </a:r>
                      <a:r>
                        <a:rPr lang="ko-KR" altLang="en-US" sz="800" kern="1200" dirty="0" smtClean="0">
                          <a:solidFill>
                            <a:schemeClr val="tx1">
                              <a:lumMod val="75000"/>
                              <a:lumOff val="25000"/>
                            </a:schemeClr>
                          </a:solidFill>
                          <a:latin typeface="+mn-ea"/>
                          <a:ea typeface="+mn-ea"/>
                          <a:cs typeface="+mn-cs"/>
                        </a:rPr>
                        <a:t> 선정한 우수과제 목록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99017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70" name="모서리가 둥근 직사각형 169"/>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과제정보 및 과제제출</a:t>
            </a:r>
            <a:endParaRPr lang="ko-KR" altLang="en-US" sz="800" dirty="0">
              <a:solidFill>
                <a:srgbClr val="FF0000"/>
              </a:solidFill>
              <a:latin typeface="+mn-ea"/>
              <a:ea typeface="+mn-ea"/>
            </a:endParaRPr>
          </a:p>
        </p:txBody>
      </p:sp>
      <p:cxnSp>
        <p:nvCxnSpPr>
          <p:cNvPr id="205" name="직선 연결선 20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6" name="직사각형 205"/>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과제정보 및 제출</a:t>
            </a:r>
          </a:p>
        </p:txBody>
      </p:sp>
      <p:grpSp>
        <p:nvGrpSpPr>
          <p:cNvPr id="219" name="그룹 218"/>
          <p:cNvGrpSpPr/>
          <p:nvPr/>
        </p:nvGrpSpPr>
        <p:grpSpPr>
          <a:xfrm>
            <a:off x="1929378" y="3419114"/>
            <a:ext cx="234360" cy="200055"/>
            <a:chOff x="1152270" y="11716364"/>
            <a:chExt cx="234360" cy="200055"/>
          </a:xfrm>
        </p:grpSpPr>
        <p:sp>
          <p:nvSpPr>
            <p:cNvPr id="220" name="모서리가 둥근 직사각형 2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1" name="직사각형 22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34" name="그룹 333"/>
          <p:cNvGrpSpPr/>
          <p:nvPr/>
        </p:nvGrpSpPr>
        <p:grpSpPr>
          <a:xfrm>
            <a:off x="416496" y="119911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241" name="Group 37"/>
          <p:cNvGraphicFramePr>
            <a:graphicFrameLocks noGrp="1"/>
          </p:cNvGraphicFramePr>
          <p:nvPr>
            <p:extLst>
              <p:ext uri="{D42A27DB-BD31-4B8C-83A1-F6EECF244321}">
                <p14:modId xmlns:p14="http://schemas.microsoft.com/office/powerpoint/2010/main" val="1793283667"/>
              </p:ext>
            </p:extLst>
          </p:nvPr>
        </p:nvGraphicFramePr>
        <p:xfrm>
          <a:off x="1972097" y="8945039"/>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제출 과제가 없습니다</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54" name="모서리가 둥근 직사각형 253"/>
          <p:cNvSpPr/>
          <p:nvPr/>
        </p:nvSpPr>
        <p:spPr>
          <a:xfrm>
            <a:off x="8498446" y="897573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6" name="모서리가 둥근 직사각형 255"/>
          <p:cNvSpPr/>
          <p:nvPr/>
        </p:nvSpPr>
        <p:spPr>
          <a:xfrm>
            <a:off x="5263312" y="956873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58" name="Group 37"/>
          <p:cNvGraphicFramePr>
            <a:graphicFrameLocks noGrp="1"/>
          </p:cNvGraphicFramePr>
          <p:nvPr>
            <p:extLst>
              <p:ext uri="{D42A27DB-BD31-4B8C-83A1-F6EECF244321}">
                <p14:modId xmlns:p14="http://schemas.microsoft.com/office/powerpoint/2010/main" val="1021714434"/>
              </p:ext>
            </p:extLst>
          </p:nvPr>
        </p:nvGraphicFramePr>
        <p:xfrm>
          <a:off x="1981623" y="9943626"/>
          <a:ext cx="7460827" cy="983732"/>
        </p:xfrm>
        <a:graphic>
          <a:graphicData uri="http://schemas.openxmlformats.org/drawingml/2006/table">
            <a:tbl>
              <a:tblPr/>
              <a:tblGrid>
                <a:gridCol w="316203"/>
                <a:gridCol w="862994"/>
                <a:gridCol w="6281630"/>
              </a:tblGrid>
              <a:tr h="24872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우수과제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r>
              <a:tr h="24500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제출과제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03" name="사각형 설명선 302"/>
          <p:cNvSpPr/>
          <p:nvPr/>
        </p:nvSpPr>
        <p:spPr>
          <a:xfrm>
            <a:off x="-69868" y="9837712"/>
            <a:ext cx="1764196" cy="490153"/>
          </a:xfrm>
          <a:prstGeom prst="wedgeRectCallout">
            <a:avLst>
              <a:gd name="adj1" fmla="val 70873"/>
              <a:gd name="adj2" fmla="val -3111"/>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일반과제</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읽기 허용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예</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인 경우 영역 노출</a:t>
            </a:r>
          </a:p>
        </p:txBody>
      </p:sp>
      <p:grpSp>
        <p:nvGrpSpPr>
          <p:cNvPr id="304" name="그룹 303"/>
          <p:cNvGrpSpPr/>
          <p:nvPr/>
        </p:nvGrpSpPr>
        <p:grpSpPr>
          <a:xfrm>
            <a:off x="8310271" y="8933898"/>
            <a:ext cx="234360" cy="200055"/>
            <a:chOff x="1152270" y="11716364"/>
            <a:chExt cx="234360" cy="200055"/>
          </a:xfrm>
        </p:grpSpPr>
        <p:sp>
          <p:nvSpPr>
            <p:cNvPr id="325" name="모서리가 둥근 직사각형 32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3" name="직사각형 34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54" name="그룹 353"/>
          <p:cNvGrpSpPr/>
          <p:nvPr/>
        </p:nvGrpSpPr>
        <p:grpSpPr>
          <a:xfrm>
            <a:off x="5069155" y="9536345"/>
            <a:ext cx="234360" cy="200055"/>
            <a:chOff x="1152270" y="11716364"/>
            <a:chExt cx="234360" cy="200055"/>
          </a:xfrm>
        </p:grpSpPr>
        <p:sp>
          <p:nvSpPr>
            <p:cNvPr id="362" name="모서리가 둥근 직사각형 3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3" name="직사각형 36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364" name="그룹 363"/>
          <p:cNvGrpSpPr/>
          <p:nvPr/>
        </p:nvGrpSpPr>
        <p:grpSpPr>
          <a:xfrm>
            <a:off x="2474117" y="9973235"/>
            <a:ext cx="234360" cy="200055"/>
            <a:chOff x="1152270" y="11716364"/>
            <a:chExt cx="234360" cy="200055"/>
          </a:xfrm>
        </p:grpSpPr>
        <p:sp>
          <p:nvSpPr>
            <p:cNvPr id="371" name="모서리가 둥근 직사각형 37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2" name="직사각형 37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aphicFrame>
        <p:nvGraphicFramePr>
          <p:cNvPr id="188" name="Group 37"/>
          <p:cNvGraphicFramePr>
            <a:graphicFrameLocks noGrp="1"/>
          </p:cNvGraphicFramePr>
          <p:nvPr>
            <p:extLst>
              <p:ext uri="{D42A27DB-BD31-4B8C-83A1-F6EECF244321}">
                <p14:modId xmlns:p14="http://schemas.microsoft.com/office/powerpoint/2010/main" val="3440037319"/>
              </p:ext>
            </p:extLst>
          </p:nvPr>
        </p:nvGraphicFramePr>
        <p:xfrm>
          <a:off x="1972097" y="4065463"/>
          <a:ext cx="7470353" cy="479299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일반과제일반과제</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9" name="직사각형 18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190" name="그룹 189"/>
          <p:cNvGrpSpPr/>
          <p:nvPr/>
        </p:nvGrpSpPr>
        <p:grpSpPr>
          <a:xfrm>
            <a:off x="3219475" y="4543465"/>
            <a:ext cx="6151862" cy="1148064"/>
            <a:chOff x="3229000" y="4452549"/>
            <a:chExt cx="6151862" cy="1148064"/>
          </a:xfrm>
        </p:grpSpPr>
        <p:sp>
          <p:nvSpPr>
            <p:cNvPr id="19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196"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2" name="직사각형 201"/>
          <p:cNvSpPr/>
          <p:nvPr/>
        </p:nvSpPr>
        <p:spPr>
          <a:xfrm>
            <a:off x="1966764" y="4276734"/>
            <a:ext cx="4397358"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제출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4" name="그룹 203"/>
          <p:cNvGrpSpPr/>
          <p:nvPr/>
        </p:nvGrpSpPr>
        <p:grpSpPr>
          <a:xfrm>
            <a:off x="3216263" y="7512322"/>
            <a:ext cx="2114928" cy="162000"/>
            <a:chOff x="3225788" y="7298382"/>
            <a:chExt cx="2114928" cy="162000"/>
          </a:xfrm>
        </p:grpSpPr>
        <p:sp>
          <p:nvSpPr>
            <p:cNvPr id="207" name="직사각형 20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8"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09" name="그룹 208"/>
          <p:cNvGrpSpPr/>
          <p:nvPr/>
        </p:nvGrpSpPr>
        <p:grpSpPr>
          <a:xfrm>
            <a:off x="1871514" y="4102566"/>
            <a:ext cx="234360" cy="200055"/>
            <a:chOff x="1152270" y="11716364"/>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72" name="그룹 171"/>
          <p:cNvGrpSpPr/>
          <p:nvPr/>
        </p:nvGrpSpPr>
        <p:grpSpPr>
          <a:xfrm>
            <a:off x="579562" y="2166658"/>
            <a:ext cx="1386586" cy="5317057"/>
            <a:chOff x="579562" y="2166658"/>
            <a:chExt cx="1386586" cy="5317057"/>
          </a:xfrm>
        </p:grpSpPr>
        <p:grpSp>
          <p:nvGrpSpPr>
            <p:cNvPr id="173" name="그룹 172"/>
            <p:cNvGrpSpPr/>
            <p:nvPr/>
          </p:nvGrpSpPr>
          <p:grpSpPr>
            <a:xfrm>
              <a:off x="629956" y="3318264"/>
              <a:ext cx="1332000" cy="180000"/>
              <a:chOff x="666428" y="3785432"/>
              <a:chExt cx="1332000" cy="180000"/>
            </a:xfrm>
          </p:grpSpPr>
          <p:sp>
            <p:nvSpPr>
              <p:cNvPr id="346" name="모서리가 둥근 직사각형 34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4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3568824"/>
              <a:ext cx="1332000" cy="180000"/>
              <a:chOff x="666428" y="4310612"/>
              <a:chExt cx="1332000" cy="180000"/>
            </a:xfrm>
          </p:grpSpPr>
          <p:sp>
            <p:nvSpPr>
              <p:cNvPr id="327" name="모서리가 둥근 직사각형 3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5" y="3042501"/>
              <a:ext cx="1332000" cy="180000"/>
              <a:chOff x="666427" y="3266516"/>
              <a:chExt cx="1332000" cy="180000"/>
            </a:xfrm>
          </p:grpSpPr>
          <p:sp>
            <p:nvSpPr>
              <p:cNvPr id="260" name="모서리가 둥근 직사각형 25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6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3854780"/>
              <a:ext cx="1332000" cy="180000"/>
              <a:chOff x="666428" y="4570824"/>
              <a:chExt cx="1332000" cy="180000"/>
            </a:xfrm>
          </p:grpSpPr>
          <p:sp>
            <p:nvSpPr>
              <p:cNvPr id="257" name="모서리가 둥근 직사각형 25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9"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29956" y="5316875"/>
              <a:ext cx="1332000" cy="180000"/>
              <a:chOff x="666428" y="5096004"/>
              <a:chExt cx="1332000" cy="180000"/>
            </a:xfrm>
          </p:grpSpPr>
          <p:sp>
            <p:nvSpPr>
              <p:cNvPr id="240" name="모서리가 둥근 직사각형 23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5"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4148" y="5634789"/>
              <a:ext cx="1332000" cy="180000"/>
              <a:chOff x="666428" y="3785432"/>
              <a:chExt cx="1332000" cy="180000"/>
            </a:xfrm>
          </p:grpSpPr>
          <p:sp>
            <p:nvSpPr>
              <p:cNvPr id="234" name="모서리가 둥근 직사각형 23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1150" y="4135825"/>
              <a:ext cx="1332000" cy="180000"/>
              <a:chOff x="666428" y="4570824"/>
              <a:chExt cx="1332000" cy="180000"/>
            </a:xfrm>
          </p:grpSpPr>
          <p:sp>
            <p:nvSpPr>
              <p:cNvPr id="232" name="모서리가 둥근 직사각형 23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3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29956" y="4423395"/>
              <a:ext cx="1332000" cy="180000"/>
              <a:chOff x="666428" y="4310612"/>
              <a:chExt cx="1332000" cy="180000"/>
            </a:xfrm>
          </p:grpSpPr>
          <p:sp>
            <p:nvSpPr>
              <p:cNvPr id="230" name="모서리가 둥근 직사각형 229"/>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23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1" name="TextBox 18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2" name="그룹 181"/>
            <p:cNvGrpSpPr/>
            <p:nvPr/>
          </p:nvGrpSpPr>
          <p:grpSpPr>
            <a:xfrm>
              <a:off x="632520" y="4723068"/>
              <a:ext cx="1332000" cy="180000"/>
              <a:chOff x="666428" y="4310612"/>
              <a:chExt cx="1332000" cy="180000"/>
            </a:xfrm>
          </p:grpSpPr>
          <p:sp>
            <p:nvSpPr>
              <p:cNvPr id="228" name="모서리가 둥근 직사각형 22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2752353"/>
              <a:ext cx="1332000" cy="180000"/>
              <a:chOff x="666427" y="3266516"/>
              <a:chExt cx="1332000" cy="180000"/>
            </a:xfrm>
          </p:grpSpPr>
          <p:sp>
            <p:nvSpPr>
              <p:cNvPr id="226" name="모서리가 둥근 직사각형 22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5005767"/>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6227787"/>
              <a:ext cx="1332000" cy="180000"/>
              <a:chOff x="666428" y="3785432"/>
              <a:chExt cx="1332000" cy="180000"/>
            </a:xfrm>
          </p:grpSpPr>
          <p:sp>
            <p:nvSpPr>
              <p:cNvPr id="222" name="모서리가 둥근 직사각형 22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6487872"/>
              <a:ext cx="1332000" cy="180000"/>
              <a:chOff x="666428" y="4310612"/>
              <a:chExt cx="1332000" cy="180000"/>
            </a:xfrm>
          </p:grpSpPr>
          <p:sp>
            <p:nvSpPr>
              <p:cNvPr id="217" name="모서리가 둥근 직사각형 21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2520" y="6773828"/>
              <a:ext cx="1332000" cy="180000"/>
              <a:chOff x="666428" y="4570824"/>
              <a:chExt cx="1332000" cy="180000"/>
            </a:xfrm>
          </p:grpSpPr>
          <p:sp>
            <p:nvSpPr>
              <p:cNvPr id="215" name="모서리가 둥근 직사각형 21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2520" y="7053155"/>
              <a:ext cx="1332000" cy="180000"/>
              <a:chOff x="666428" y="3785432"/>
              <a:chExt cx="1332000" cy="180000"/>
            </a:xfrm>
          </p:grpSpPr>
          <p:sp>
            <p:nvSpPr>
              <p:cNvPr id="213" name="모서리가 둥근 직사각형 21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1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2520" y="7303715"/>
              <a:ext cx="1332000" cy="180000"/>
              <a:chOff x="666428" y="4310612"/>
              <a:chExt cx="1332000" cy="180000"/>
            </a:xfrm>
          </p:grpSpPr>
          <p:sp>
            <p:nvSpPr>
              <p:cNvPr id="203" name="모서리가 둥근 직사각형 2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1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22995" y="5922821"/>
              <a:ext cx="1332000" cy="180000"/>
              <a:chOff x="666427" y="3266516"/>
              <a:chExt cx="1332000" cy="180000"/>
            </a:xfrm>
          </p:grpSpPr>
          <p:sp>
            <p:nvSpPr>
              <p:cNvPr id="198" name="모서리가 둥근 직사각형 19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19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67446767"/>
      </p:ext>
    </p:extLst>
  </p:cSld>
  <p:clrMapOvr>
    <a:masterClrMapping/>
  </p:clrMapOvr>
  <p:transition>
    <p:wipe dir="r"/>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과제정보 및 제출 </a:t>
            </a:r>
            <a:r>
              <a:rPr lang="en-US" altLang="ko-KR" sz="800" spc="-60" dirty="0" smtClean="0">
                <a:latin typeface="+mn-ea"/>
                <a:ea typeface="+mn-ea"/>
              </a:rPr>
              <a:t>: </a:t>
            </a:r>
            <a:r>
              <a:rPr lang="ko-KR" altLang="en-US" sz="800" spc="-60" dirty="0" err="1" smtClean="0">
                <a:latin typeface="+mn-ea"/>
                <a:ea typeface="+mn-ea"/>
              </a:rPr>
              <a:t>팀과제</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5589113"/>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771314983"/>
              </p:ext>
            </p:extLst>
          </p:nvPr>
        </p:nvGraphicFramePr>
        <p:xfrm>
          <a:off x="9499029" y="7783305"/>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실기과제</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err="1" smtClean="0">
                          <a:solidFill>
                            <a:schemeClr val="tx1">
                              <a:lumMod val="75000"/>
                              <a:lumOff val="25000"/>
                            </a:schemeClr>
                          </a:solidFill>
                          <a:latin typeface="+mn-lt"/>
                          <a:ea typeface="+mn-ea"/>
                          <a:cs typeface="+mn-cs"/>
                        </a:rPr>
                        <a:t>팀과제</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개별과제</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과제읽기 </a:t>
                      </a:r>
                      <a:r>
                        <a:rPr lang="en-US" altLang="ko-KR" sz="800" kern="1200" baseline="0" dirty="0" smtClean="0">
                          <a:solidFill>
                            <a:schemeClr val="tx1">
                              <a:lumMod val="75000"/>
                              <a:lumOff val="25000"/>
                            </a:schemeClr>
                          </a:solidFill>
                          <a:latin typeface="+mn-lt"/>
                          <a:ea typeface="+mn-ea"/>
                          <a:cs typeface="+mn-cs"/>
                        </a:rPr>
                        <a:t>“</a:t>
                      </a:r>
                      <a:r>
                        <a:rPr lang="ko-KR" altLang="en-US" sz="800" kern="1200" baseline="0" dirty="0" smtClean="0">
                          <a:solidFill>
                            <a:schemeClr val="tx1">
                              <a:lumMod val="75000"/>
                              <a:lumOff val="25000"/>
                            </a:schemeClr>
                          </a:solidFill>
                          <a:latin typeface="+mn-lt"/>
                          <a:ea typeface="+mn-ea"/>
                          <a:cs typeface="+mn-cs"/>
                        </a:rPr>
                        <a:t>예</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인 경우 예시</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학습그룹분류명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학습그룹별 과제 설정 사용여부 </a:t>
                      </a:r>
                      <a:endParaRPr lang="en-US" altLang="ko-KR" sz="800" kern="1200" dirty="0" smtClean="0">
                        <a:solidFill>
                          <a:schemeClr val="tx1">
                            <a:lumMod val="75000"/>
                            <a:lumOff val="25000"/>
                          </a:schemeClr>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사용 </a:t>
                      </a:r>
                      <a:r>
                        <a:rPr lang="en-US" altLang="ko-KR"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사용안함</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개별과제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예</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개별과제 대상자 목록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404837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70" name="모서리가 둥근 직사각형 169"/>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과제정보 및 과제제출</a:t>
            </a:r>
            <a:endParaRPr lang="ko-KR" altLang="en-US" sz="800" dirty="0">
              <a:solidFill>
                <a:srgbClr val="FF0000"/>
              </a:solidFill>
              <a:latin typeface="+mn-ea"/>
              <a:ea typeface="+mn-ea"/>
            </a:endParaRPr>
          </a:p>
        </p:txBody>
      </p:sp>
      <p:cxnSp>
        <p:nvCxnSpPr>
          <p:cNvPr id="205" name="직선 연결선 20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6" name="직사각형 205"/>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과제정보 및 제출</a:t>
            </a:r>
          </a:p>
        </p:txBody>
      </p:sp>
      <p:grpSp>
        <p:nvGrpSpPr>
          <p:cNvPr id="334" name="그룹 333"/>
          <p:cNvGrpSpPr/>
          <p:nvPr/>
        </p:nvGrpSpPr>
        <p:grpSpPr>
          <a:xfrm>
            <a:off x="416496" y="17038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258" name="Group 37"/>
          <p:cNvGraphicFramePr>
            <a:graphicFrameLocks noGrp="1"/>
          </p:cNvGraphicFramePr>
          <p:nvPr>
            <p:extLst>
              <p:ext uri="{D42A27DB-BD31-4B8C-83A1-F6EECF244321}">
                <p14:modId xmlns:p14="http://schemas.microsoft.com/office/powerpoint/2010/main" val="1580241378"/>
              </p:ext>
            </p:extLst>
          </p:nvPr>
        </p:nvGraphicFramePr>
        <p:xfrm>
          <a:off x="1981623" y="15599968"/>
          <a:ext cx="7460827" cy="983732"/>
        </p:xfrm>
        <a:graphic>
          <a:graphicData uri="http://schemas.openxmlformats.org/drawingml/2006/table">
            <a:tbl>
              <a:tblPr/>
              <a:tblGrid>
                <a:gridCol w="316203"/>
                <a:gridCol w="862994"/>
                <a:gridCol w="6281630"/>
              </a:tblGrid>
              <a:tr h="24872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우수과제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r>
              <a:tr h="24500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제출과제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188" name="Group 37"/>
          <p:cNvGraphicFramePr>
            <a:graphicFrameLocks noGrp="1"/>
          </p:cNvGraphicFramePr>
          <p:nvPr>
            <p:extLst>
              <p:ext uri="{D42A27DB-BD31-4B8C-83A1-F6EECF244321}">
                <p14:modId xmlns:p14="http://schemas.microsoft.com/office/powerpoint/2010/main" val="1000532317"/>
              </p:ext>
            </p:extLst>
          </p:nvPr>
        </p:nvGraphicFramePr>
        <p:xfrm>
          <a:off x="1972097" y="4065463"/>
          <a:ext cx="7470353" cy="1044561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일반과제일반과제</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556629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a:t>
                      </a:r>
                      <a:r>
                        <a:rPr lang="en-US" altLang="ko-KR" sz="800" b="0" dirty="0" smtClean="0">
                          <a:solidFill>
                            <a:schemeClr val="tx1">
                              <a:lumMod val="75000"/>
                              <a:lumOff val="25000"/>
                            </a:schemeClr>
                          </a:solidFill>
                          <a:latin typeface="+mn-ea"/>
                        </a:rPr>
                        <a:t>: </a:t>
                      </a:r>
                      <a:r>
                        <a:rPr lang="ko-KR" altLang="en-US" sz="800" b="0" dirty="0" smtClean="0">
                          <a:solidFill>
                            <a:schemeClr val="tx1">
                              <a:lumMod val="75000"/>
                              <a:lumOff val="25000"/>
                            </a:schemeClr>
                          </a:solidFill>
                          <a:latin typeface="+mn-ea"/>
                        </a:rPr>
                        <a:t>과제 학습그룹 </a:t>
                      </a:r>
                      <a:r>
                        <a:rPr lang="en-US" altLang="ko-KR" sz="800" b="0" dirty="0" smtClean="0">
                          <a:solidFill>
                            <a:schemeClr val="tx1">
                              <a:lumMod val="75000"/>
                              <a:lumOff val="25000"/>
                            </a:schemeClr>
                          </a:solidFill>
                          <a:latin typeface="+mn-ea"/>
                        </a:rPr>
                        <a:t>001</a:t>
                      </a: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64807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9" name="직사각형 18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190" name="그룹 189"/>
          <p:cNvGrpSpPr/>
          <p:nvPr/>
        </p:nvGrpSpPr>
        <p:grpSpPr>
          <a:xfrm>
            <a:off x="3219475" y="4543465"/>
            <a:ext cx="6151862" cy="1148064"/>
            <a:chOff x="3229000" y="4452549"/>
            <a:chExt cx="6151862" cy="1148064"/>
          </a:xfrm>
        </p:grpSpPr>
        <p:sp>
          <p:nvSpPr>
            <p:cNvPr id="19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196" name="Track"/>
            <p:cNvSpPr>
              <a:spLocks/>
            </p:cNvSpPr>
            <p:nvPr>
              <p:custDataLst>
                <p:tags r:id="rId5"/>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2" name="직사각형 201"/>
          <p:cNvSpPr/>
          <p:nvPr/>
        </p:nvSpPr>
        <p:spPr>
          <a:xfrm>
            <a:off x="1966764" y="4276734"/>
            <a:ext cx="4397358"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제출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4" name="그룹 203"/>
          <p:cNvGrpSpPr/>
          <p:nvPr/>
        </p:nvGrpSpPr>
        <p:grpSpPr>
          <a:xfrm>
            <a:off x="3216263" y="7512322"/>
            <a:ext cx="2114928" cy="162000"/>
            <a:chOff x="3225788" y="7298382"/>
            <a:chExt cx="2114928" cy="162000"/>
          </a:xfrm>
        </p:grpSpPr>
        <p:sp>
          <p:nvSpPr>
            <p:cNvPr id="207" name="직사각형 20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8"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424" name="Group 37"/>
          <p:cNvGraphicFramePr>
            <a:graphicFrameLocks noGrp="1"/>
          </p:cNvGraphicFramePr>
          <p:nvPr>
            <p:extLst>
              <p:ext uri="{D42A27DB-BD31-4B8C-83A1-F6EECF244321}">
                <p14:modId xmlns:p14="http://schemas.microsoft.com/office/powerpoint/2010/main" val="3804813531"/>
              </p:ext>
            </p:extLst>
          </p:nvPr>
        </p:nvGraphicFramePr>
        <p:xfrm>
          <a:off x="3253383" y="8244011"/>
          <a:ext cx="5741591" cy="5237534"/>
        </p:xfrm>
        <a:graphic>
          <a:graphicData uri="http://schemas.openxmlformats.org/drawingml/2006/table">
            <a:tbl>
              <a:tblPr/>
              <a:tblGrid>
                <a:gridCol w="345183"/>
                <a:gridCol w="715887"/>
                <a:gridCol w="3744417"/>
                <a:gridCol w="936104"/>
              </a:tblGrid>
              <a:tr h="287984">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학습그룹별 과제 설정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798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구성원</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19707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1</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493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25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76432">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2</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300028">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3</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4</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bl>
          </a:graphicData>
        </a:graphic>
      </p:graphicFrame>
      <p:grpSp>
        <p:nvGrpSpPr>
          <p:cNvPr id="425" name="그룹 424"/>
          <p:cNvGrpSpPr/>
          <p:nvPr/>
        </p:nvGrpSpPr>
        <p:grpSpPr>
          <a:xfrm>
            <a:off x="4349281" y="9061548"/>
            <a:ext cx="3663061" cy="600864"/>
            <a:chOff x="3229000" y="4452549"/>
            <a:chExt cx="3663061" cy="600864"/>
          </a:xfrm>
        </p:grpSpPr>
        <p:sp>
          <p:nvSpPr>
            <p:cNvPr id="426"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427" name="Track"/>
            <p:cNvSpPr>
              <a:spLocks/>
            </p:cNvSpPr>
            <p:nvPr>
              <p:custDataLst>
                <p:tags r:id="rId4"/>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428" name="그룹 427"/>
          <p:cNvGrpSpPr/>
          <p:nvPr/>
        </p:nvGrpSpPr>
        <p:grpSpPr>
          <a:xfrm>
            <a:off x="4357758" y="9762578"/>
            <a:ext cx="2114928" cy="162000"/>
            <a:chOff x="3225788" y="7298382"/>
            <a:chExt cx="2114928" cy="162000"/>
          </a:xfrm>
        </p:grpSpPr>
        <p:sp>
          <p:nvSpPr>
            <p:cNvPr id="429" name="직사각형 42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430"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31" name="그룹 430"/>
          <p:cNvGrpSpPr/>
          <p:nvPr/>
        </p:nvGrpSpPr>
        <p:grpSpPr>
          <a:xfrm>
            <a:off x="4348361" y="10231660"/>
            <a:ext cx="3663061" cy="600864"/>
            <a:chOff x="3229000" y="4452549"/>
            <a:chExt cx="3663061" cy="600864"/>
          </a:xfrm>
        </p:grpSpPr>
        <p:sp>
          <p:nvSpPr>
            <p:cNvPr id="432"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433" name="Track"/>
            <p:cNvSpPr>
              <a:spLocks/>
            </p:cNvSpPr>
            <p:nvPr>
              <p:custDataLst>
                <p:tags r:id="rId3"/>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434" name="그룹 433"/>
          <p:cNvGrpSpPr/>
          <p:nvPr/>
        </p:nvGrpSpPr>
        <p:grpSpPr>
          <a:xfrm>
            <a:off x="4356838" y="10932690"/>
            <a:ext cx="2114928" cy="162000"/>
            <a:chOff x="3225788" y="7298382"/>
            <a:chExt cx="2114928" cy="162000"/>
          </a:xfrm>
        </p:grpSpPr>
        <p:sp>
          <p:nvSpPr>
            <p:cNvPr id="435" name="직사각형 434"/>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436"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37" name="그룹 436"/>
          <p:cNvGrpSpPr/>
          <p:nvPr/>
        </p:nvGrpSpPr>
        <p:grpSpPr>
          <a:xfrm>
            <a:off x="4348361" y="11413429"/>
            <a:ext cx="3663061" cy="600864"/>
            <a:chOff x="3229000" y="4452549"/>
            <a:chExt cx="3663061" cy="600864"/>
          </a:xfrm>
        </p:grpSpPr>
        <p:sp>
          <p:nvSpPr>
            <p:cNvPr id="438"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439" name="Track"/>
            <p:cNvSpPr>
              <a:spLocks/>
            </p:cNvSpPr>
            <p:nvPr>
              <p:custDataLst>
                <p:tags r:id="rId2"/>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440" name="그룹 439"/>
          <p:cNvGrpSpPr/>
          <p:nvPr/>
        </p:nvGrpSpPr>
        <p:grpSpPr>
          <a:xfrm>
            <a:off x="4356838" y="12104934"/>
            <a:ext cx="2114928" cy="162000"/>
            <a:chOff x="3225788" y="7298382"/>
            <a:chExt cx="2114928" cy="162000"/>
          </a:xfrm>
        </p:grpSpPr>
        <p:sp>
          <p:nvSpPr>
            <p:cNvPr id="441" name="직사각형 44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442"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43" name="그룹 442"/>
          <p:cNvGrpSpPr/>
          <p:nvPr/>
        </p:nvGrpSpPr>
        <p:grpSpPr>
          <a:xfrm>
            <a:off x="4348361" y="12565557"/>
            <a:ext cx="3663061" cy="600864"/>
            <a:chOff x="3229000" y="4452549"/>
            <a:chExt cx="3663061" cy="600864"/>
          </a:xfrm>
        </p:grpSpPr>
        <p:sp>
          <p:nvSpPr>
            <p:cNvPr id="444"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445" name="Track"/>
            <p:cNvSpPr>
              <a:spLocks/>
            </p:cNvSpPr>
            <p:nvPr>
              <p:custDataLst>
                <p:tags r:id="rId1"/>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446" name="그룹 445"/>
          <p:cNvGrpSpPr/>
          <p:nvPr/>
        </p:nvGrpSpPr>
        <p:grpSpPr>
          <a:xfrm>
            <a:off x="4356838" y="13266587"/>
            <a:ext cx="2114928" cy="162000"/>
            <a:chOff x="3225788" y="7298382"/>
            <a:chExt cx="2114928" cy="162000"/>
          </a:xfrm>
        </p:grpSpPr>
        <p:sp>
          <p:nvSpPr>
            <p:cNvPr id="447" name="직사각형 44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448"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2" name="직사각형 451"/>
          <p:cNvSpPr/>
          <p:nvPr/>
        </p:nvSpPr>
        <p:spPr>
          <a:xfrm>
            <a:off x="3220616" y="13803908"/>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01 (97854214)</a:t>
            </a:r>
            <a:endParaRPr lang="ko-KR" altLang="en-US" sz="800" dirty="0">
              <a:solidFill>
                <a:schemeClr val="tx1">
                  <a:lumMod val="50000"/>
                  <a:lumOff val="50000"/>
                </a:schemeClr>
              </a:solidFill>
              <a:latin typeface="+mn-ea"/>
            </a:endParaRPr>
          </a:p>
        </p:txBody>
      </p:sp>
      <p:sp>
        <p:nvSpPr>
          <p:cNvPr id="453" name="직사각형 452"/>
          <p:cNvSpPr/>
          <p:nvPr/>
        </p:nvSpPr>
        <p:spPr>
          <a:xfrm>
            <a:off x="4413468" y="13801240"/>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02 (97854214)</a:t>
            </a:r>
            <a:endParaRPr lang="ko-KR" altLang="en-US" sz="800" dirty="0">
              <a:solidFill>
                <a:schemeClr val="tx1">
                  <a:lumMod val="50000"/>
                  <a:lumOff val="50000"/>
                </a:schemeClr>
              </a:solidFill>
              <a:latin typeface="+mn-ea"/>
            </a:endParaRPr>
          </a:p>
        </p:txBody>
      </p:sp>
      <p:sp>
        <p:nvSpPr>
          <p:cNvPr id="454" name="직사각형 453"/>
          <p:cNvSpPr/>
          <p:nvPr/>
        </p:nvSpPr>
        <p:spPr>
          <a:xfrm>
            <a:off x="5601072" y="13800268"/>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03 (97854214)</a:t>
            </a:r>
            <a:endParaRPr lang="ko-KR" altLang="en-US" sz="800" dirty="0">
              <a:solidFill>
                <a:schemeClr val="tx1">
                  <a:lumMod val="50000"/>
                  <a:lumOff val="50000"/>
                </a:schemeClr>
              </a:solidFill>
              <a:latin typeface="+mn-ea"/>
            </a:endParaRPr>
          </a:p>
        </p:txBody>
      </p:sp>
      <p:sp>
        <p:nvSpPr>
          <p:cNvPr id="455" name="직사각형 454"/>
          <p:cNvSpPr/>
          <p:nvPr/>
        </p:nvSpPr>
        <p:spPr>
          <a:xfrm>
            <a:off x="6793924" y="13797600"/>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04 (97854214)</a:t>
            </a:r>
            <a:endParaRPr lang="ko-KR" altLang="en-US" sz="800" dirty="0">
              <a:solidFill>
                <a:schemeClr val="tx1">
                  <a:lumMod val="50000"/>
                  <a:lumOff val="50000"/>
                </a:schemeClr>
              </a:solidFill>
              <a:latin typeface="+mn-ea"/>
            </a:endParaRPr>
          </a:p>
        </p:txBody>
      </p:sp>
      <p:sp>
        <p:nvSpPr>
          <p:cNvPr id="456" name="직사각형 455"/>
          <p:cNvSpPr/>
          <p:nvPr/>
        </p:nvSpPr>
        <p:spPr>
          <a:xfrm>
            <a:off x="7977665" y="13803281"/>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05 (97854214)</a:t>
            </a:r>
            <a:endParaRPr lang="ko-KR" altLang="en-US" sz="800" dirty="0">
              <a:solidFill>
                <a:schemeClr val="tx1">
                  <a:lumMod val="50000"/>
                  <a:lumOff val="50000"/>
                </a:schemeClr>
              </a:solidFill>
              <a:latin typeface="+mn-ea"/>
            </a:endParaRPr>
          </a:p>
        </p:txBody>
      </p:sp>
      <p:sp>
        <p:nvSpPr>
          <p:cNvPr id="458" name="직사각형 457"/>
          <p:cNvSpPr/>
          <p:nvPr/>
        </p:nvSpPr>
        <p:spPr>
          <a:xfrm>
            <a:off x="3215283" y="14009357"/>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06 (97854214)</a:t>
            </a:r>
            <a:endParaRPr lang="ko-KR" altLang="en-US" sz="800" dirty="0">
              <a:solidFill>
                <a:schemeClr val="tx1">
                  <a:lumMod val="50000"/>
                  <a:lumOff val="50000"/>
                </a:schemeClr>
              </a:solidFill>
              <a:latin typeface="+mn-ea"/>
            </a:endParaRPr>
          </a:p>
        </p:txBody>
      </p:sp>
      <p:sp>
        <p:nvSpPr>
          <p:cNvPr id="459" name="직사각형 458"/>
          <p:cNvSpPr/>
          <p:nvPr/>
        </p:nvSpPr>
        <p:spPr>
          <a:xfrm>
            <a:off x="4408135" y="14006689"/>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07 (97854214)</a:t>
            </a:r>
            <a:endParaRPr lang="ko-KR" altLang="en-US" sz="800" dirty="0">
              <a:solidFill>
                <a:schemeClr val="tx1">
                  <a:lumMod val="50000"/>
                  <a:lumOff val="50000"/>
                </a:schemeClr>
              </a:solidFill>
              <a:latin typeface="+mn-ea"/>
            </a:endParaRPr>
          </a:p>
        </p:txBody>
      </p:sp>
      <p:sp>
        <p:nvSpPr>
          <p:cNvPr id="460" name="직사각형 459"/>
          <p:cNvSpPr/>
          <p:nvPr/>
        </p:nvSpPr>
        <p:spPr>
          <a:xfrm>
            <a:off x="5595739" y="14015242"/>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08 (97854214)</a:t>
            </a:r>
            <a:endParaRPr lang="ko-KR" altLang="en-US" sz="800" dirty="0">
              <a:solidFill>
                <a:schemeClr val="tx1">
                  <a:lumMod val="50000"/>
                  <a:lumOff val="50000"/>
                </a:schemeClr>
              </a:solidFill>
              <a:latin typeface="+mn-ea"/>
            </a:endParaRPr>
          </a:p>
        </p:txBody>
      </p:sp>
      <p:sp>
        <p:nvSpPr>
          <p:cNvPr id="461" name="직사각형 460"/>
          <p:cNvSpPr/>
          <p:nvPr/>
        </p:nvSpPr>
        <p:spPr>
          <a:xfrm>
            <a:off x="6788591" y="14012574"/>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09 (97854214)</a:t>
            </a:r>
            <a:endParaRPr lang="ko-KR" altLang="en-US" sz="800" dirty="0">
              <a:solidFill>
                <a:schemeClr val="tx1">
                  <a:lumMod val="50000"/>
                  <a:lumOff val="50000"/>
                </a:schemeClr>
              </a:solidFill>
              <a:latin typeface="+mn-ea"/>
            </a:endParaRPr>
          </a:p>
        </p:txBody>
      </p:sp>
      <p:sp>
        <p:nvSpPr>
          <p:cNvPr id="462" name="직사각형 461"/>
          <p:cNvSpPr/>
          <p:nvPr/>
        </p:nvSpPr>
        <p:spPr>
          <a:xfrm>
            <a:off x="7972332" y="14008730"/>
            <a:ext cx="1152000"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학*자</a:t>
            </a:r>
            <a:r>
              <a:rPr lang="en-US" altLang="ko-KR" sz="800" dirty="0" smtClean="0">
                <a:solidFill>
                  <a:schemeClr val="tx1">
                    <a:lumMod val="50000"/>
                    <a:lumOff val="50000"/>
                  </a:schemeClr>
                </a:solidFill>
                <a:latin typeface="+mn-ea"/>
              </a:rPr>
              <a:t>10 (97854214)</a:t>
            </a:r>
            <a:endParaRPr lang="ko-KR" altLang="en-US" sz="800" dirty="0">
              <a:solidFill>
                <a:schemeClr val="tx1">
                  <a:lumMod val="50000"/>
                  <a:lumOff val="50000"/>
                </a:schemeClr>
              </a:solidFill>
              <a:latin typeface="+mn-ea"/>
            </a:endParaRPr>
          </a:p>
        </p:txBody>
      </p:sp>
      <p:sp>
        <p:nvSpPr>
          <p:cNvPr id="466" name="직사각형 465"/>
          <p:cNvSpPr/>
          <p:nvPr/>
        </p:nvSpPr>
        <p:spPr>
          <a:xfrm>
            <a:off x="1947714" y="7728842"/>
            <a:ext cx="7484640" cy="6501358"/>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grpSp>
        <p:nvGrpSpPr>
          <p:cNvPr id="467" name="그룹 466"/>
          <p:cNvGrpSpPr/>
          <p:nvPr/>
        </p:nvGrpSpPr>
        <p:grpSpPr>
          <a:xfrm>
            <a:off x="1855036" y="7647277"/>
            <a:ext cx="234360" cy="200055"/>
            <a:chOff x="1152270" y="11716364"/>
            <a:chExt cx="234360" cy="200055"/>
          </a:xfrm>
        </p:grpSpPr>
        <p:sp>
          <p:nvSpPr>
            <p:cNvPr id="468" name="모서리가 둥근 직사각형 46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9" name="직사각형 46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70" name="그룹 469"/>
          <p:cNvGrpSpPr/>
          <p:nvPr/>
        </p:nvGrpSpPr>
        <p:grpSpPr>
          <a:xfrm>
            <a:off x="4603199" y="8045648"/>
            <a:ext cx="234360" cy="200055"/>
            <a:chOff x="1152270" y="11716364"/>
            <a:chExt cx="234360" cy="200055"/>
          </a:xfrm>
        </p:grpSpPr>
        <p:sp>
          <p:nvSpPr>
            <p:cNvPr id="471" name="모서리가 둥근 직사각형 47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2" name="직사각형 47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73" name="그룹 472"/>
          <p:cNvGrpSpPr/>
          <p:nvPr/>
        </p:nvGrpSpPr>
        <p:grpSpPr>
          <a:xfrm>
            <a:off x="4554860" y="8312938"/>
            <a:ext cx="234360" cy="200055"/>
            <a:chOff x="1152270" y="11716364"/>
            <a:chExt cx="234360" cy="200055"/>
          </a:xfrm>
        </p:grpSpPr>
        <p:sp>
          <p:nvSpPr>
            <p:cNvPr id="474" name="모서리가 둥근 직사각형 47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5" name="직사각형 47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76" name="그룹 475"/>
          <p:cNvGrpSpPr/>
          <p:nvPr/>
        </p:nvGrpSpPr>
        <p:grpSpPr>
          <a:xfrm>
            <a:off x="3039182" y="13761163"/>
            <a:ext cx="234360" cy="200055"/>
            <a:chOff x="1152270" y="11716364"/>
            <a:chExt cx="234360" cy="200055"/>
          </a:xfrm>
        </p:grpSpPr>
        <p:sp>
          <p:nvSpPr>
            <p:cNvPr id="477" name="모서리가 둥근 직사각형 4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8" name="직사각형 4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aphicFrame>
        <p:nvGraphicFramePr>
          <p:cNvPr id="209" name="Group 37"/>
          <p:cNvGraphicFramePr>
            <a:graphicFrameLocks noGrp="1"/>
          </p:cNvGraphicFramePr>
          <p:nvPr>
            <p:extLst>
              <p:ext uri="{D42A27DB-BD31-4B8C-83A1-F6EECF244321}">
                <p14:modId xmlns:p14="http://schemas.microsoft.com/office/powerpoint/2010/main" val="589248984"/>
              </p:ext>
            </p:extLst>
          </p:nvPr>
        </p:nvGraphicFramePr>
        <p:xfrm>
          <a:off x="1972097" y="14601381"/>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제출 과제가 없습니다</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0" name="모서리가 둥근 직사각형 209"/>
          <p:cNvSpPr/>
          <p:nvPr/>
        </p:nvSpPr>
        <p:spPr>
          <a:xfrm>
            <a:off x="8498446" y="1463207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11" name="모서리가 둥근 직사각형 210"/>
          <p:cNvSpPr/>
          <p:nvPr/>
        </p:nvSpPr>
        <p:spPr>
          <a:xfrm>
            <a:off x="5263312" y="1522507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03" name="그룹 202"/>
          <p:cNvGrpSpPr/>
          <p:nvPr/>
        </p:nvGrpSpPr>
        <p:grpSpPr>
          <a:xfrm>
            <a:off x="579562" y="2166658"/>
            <a:ext cx="1386586" cy="5317057"/>
            <a:chOff x="579562" y="2166658"/>
            <a:chExt cx="1386586" cy="5317057"/>
          </a:xfrm>
        </p:grpSpPr>
        <p:grpSp>
          <p:nvGrpSpPr>
            <p:cNvPr id="212" name="그룹 211"/>
            <p:cNvGrpSpPr/>
            <p:nvPr/>
          </p:nvGrpSpPr>
          <p:grpSpPr>
            <a:xfrm>
              <a:off x="629956" y="3318264"/>
              <a:ext cx="1332000" cy="180000"/>
              <a:chOff x="666428" y="3785432"/>
              <a:chExt cx="1332000" cy="180000"/>
            </a:xfrm>
          </p:grpSpPr>
          <p:sp>
            <p:nvSpPr>
              <p:cNvPr id="376" name="모서리가 둥근 직사각형 37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7"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29956" y="3568824"/>
              <a:ext cx="1332000" cy="180000"/>
              <a:chOff x="666428" y="4310612"/>
              <a:chExt cx="1332000" cy="180000"/>
            </a:xfrm>
          </p:grpSpPr>
          <p:sp>
            <p:nvSpPr>
              <p:cNvPr id="372" name="모서리가 둥근 직사각형 37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7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29955" y="3042501"/>
              <a:ext cx="1332000" cy="180000"/>
              <a:chOff x="666427" y="3266516"/>
              <a:chExt cx="1332000" cy="180000"/>
            </a:xfrm>
          </p:grpSpPr>
          <p:sp>
            <p:nvSpPr>
              <p:cNvPr id="370" name="모서리가 둥근 직사각형 36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1"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29956" y="3854780"/>
              <a:ext cx="1332000" cy="180000"/>
              <a:chOff x="666428" y="4570824"/>
              <a:chExt cx="1332000" cy="180000"/>
            </a:xfrm>
          </p:grpSpPr>
          <p:sp>
            <p:nvSpPr>
              <p:cNvPr id="368" name="모서리가 둥근 직사각형 36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69"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29956" y="5316875"/>
              <a:ext cx="1332000" cy="180000"/>
              <a:chOff x="666428" y="5096004"/>
              <a:chExt cx="1332000" cy="180000"/>
            </a:xfrm>
          </p:grpSpPr>
          <p:sp>
            <p:nvSpPr>
              <p:cNvPr id="366" name="모서리가 둥근 직사각형 365"/>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67"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4148" y="5634789"/>
              <a:ext cx="1332000" cy="180000"/>
              <a:chOff x="666428" y="3785432"/>
              <a:chExt cx="1332000" cy="180000"/>
            </a:xfrm>
          </p:grpSpPr>
          <p:sp>
            <p:nvSpPr>
              <p:cNvPr id="363" name="모서리가 둥근 직사각형 36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6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1150" y="4135825"/>
              <a:ext cx="1332000" cy="180000"/>
              <a:chOff x="666428" y="4570824"/>
              <a:chExt cx="1332000" cy="180000"/>
            </a:xfrm>
          </p:grpSpPr>
          <p:sp>
            <p:nvSpPr>
              <p:cNvPr id="354" name="모서리가 둥근 직사각형 35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62"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4423395"/>
              <a:ext cx="1332000" cy="180000"/>
              <a:chOff x="666428" y="4310612"/>
              <a:chExt cx="1332000" cy="180000"/>
            </a:xfrm>
          </p:grpSpPr>
          <p:sp>
            <p:nvSpPr>
              <p:cNvPr id="346" name="모서리가 둥근 직사각형 345"/>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34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0" name="TextBox 21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1" name="그룹 220"/>
            <p:cNvGrpSpPr/>
            <p:nvPr/>
          </p:nvGrpSpPr>
          <p:grpSpPr>
            <a:xfrm>
              <a:off x="632520" y="4723068"/>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2520" y="2752353"/>
              <a:ext cx="1332000" cy="180000"/>
              <a:chOff x="666427" y="3266516"/>
              <a:chExt cx="1332000" cy="180000"/>
            </a:xfrm>
          </p:grpSpPr>
          <p:sp>
            <p:nvSpPr>
              <p:cNvPr id="325" name="모서리가 둥근 직사각형 3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27"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2520" y="5005767"/>
              <a:ext cx="1332000" cy="180000"/>
              <a:chOff x="666428" y="4310612"/>
              <a:chExt cx="1332000" cy="180000"/>
            </a:xfrm>
          </p:grpSpPr>
          <p:sp>
            <p:nvSpPr>
              <p:cNvPr id="303" name="모서리가 둥근 직사각형 3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04"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6227787"/>
              <a:ext cx="1332000" cy="180000"/>
              <a:chOff x="666428" y="3785432"/>
              <a:chExt cx="1332000" cy="180000"/>
            </a:xfrm>
          </p:grpSpPr>
          <p:sp>
            <p:nvSpPr>
              <p:cNvPr id="260" name="모서리가 둥근 직사각형 25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6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6487872"/>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6773828"/>
              <a:ext cx="1332000" cy="180000"/>
              <a:chOff x="666428" y="4570824"/>
              <a:chExt cx="1332000" cy="180000"/>
            </a:xfrm>
          </p:grpSpPr>
          <p:sp>
            <p:nvSpPr>
              <p:cNvPr id="255" name="모서리가 둥근 직사각형 25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6"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7053155"/>
              <a:ext cx="1332000" cy="180000"/>
              <a:chOff x="666428" y="3785432"/>
              <a:chExt cx="1332000" cy="180000"/>
            </a:xfrm>
          </p:grpSpPr>
          <p:sp>
            <p:nvSpPr>
              <p:cNvPr id="241" name="모서리가 둥근 직사각형 24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7303715"/>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22995" y="5922821"/>
              <a:ext cx="1332000" cy="180000"/>
              <a:chOff x="666427" y="3266516"/>
              <a:chExt cx="1332000" cy="180000"/>
            </a:xfrm>
          </p:grpSpPr>
          <p:sp>
            <p:nvSpPr>
              <p:cNvPr id="231" name="모서리가 둥근 직사각형 23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32"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7607771" y="378484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7" name="그룹 236"/>
          <p:cNvGrpSpPr/>
          <p:nvPr/>
        </p:nvGrpSpPr>
        <p:grpSpPr>
          <a:xfrm>
            <a:off x="9873927" y="4251526"/>
            <a:ext cx="2052001" cy="3560806"/>
            <a:chOff x="1100571" y="3012284"/>
            <a:chExt cx="2052001" cy="3560806"/>
          </a:xfrm>
        </p:grpSpPr>
        <p:sp>
          <p:nvSpPr>
            <p:cNvPr id="238" name="직사각형 237"/>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3" name="직사각형 242"/>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244" name="직사각형 243"/>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45" name="모서리가 둥근 직사각형 244"/>
          <p:cNvSpPr/>
          <p:nvPr/>
        </p:nvSpPr>
        <p:spPr>
          <a:xfrm>
            <a:off x="10489396" y="747662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46" name="Group 37"/>
          <p:cNvGraphicFramePr>
            <a:graphicFrameLocks noGrp="1"/>
          </p:cNvGraphicFramePr>
          <p:nvPr>
            <p:extLst>
              <p:ext uri="{D42A27DB-BD31-4B8C-83A1-F6EECF244321}">
                <p14:modId xmlns:p14="http://schemas.microsoft.com/office/powerpoint/2010/main" val="2212026166"/>
              </p:ext>
            </p:extLst>
          </p:nvPr>
        </p:nvGraphicFramePr>
        <p:xfrm>
          <a:off x="9945935" y="4548376"/>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247" name="꺾인 연결선 246"/>
          <p:cNvCxnSpPr>
            <a:stCxn id="236" idx="2"/>
            <a:endCxn id="242" idx="0"/>
          </p:cNvCxnSpPr>
          <p:nvPr/>
        </p:nvCxnSpPr>
        <p:spPr>
          <a:xfrm rot="16200000" flipH="1">
            <a:off x="9325786" y="2696832"/>
            <a:ext cx="306127" cy="2842157"/>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3179212"/>
      </p:ext>
    </p:extLst>
  </p:cSld>
  <p:clrMapOvr>
    <a:masterClrMapping/>
  </p:clrMapOvr>
  <p:transition>
    <p:wipe dir="r"/>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KNOU_UI_C02090000_05</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과제정보 및 제출 </a:t>
            </a:r>
            <a:r>
              <a:rPr lang="en-US" altLang="ko-KR" sz="800" spc="-60" dirty="0" smtClean="0">
                <a:latin typeface="+mn-ea"/>
                <a:ea typeface="+mn-ea"/>
              </a:rPr>
              <a:t>: </a:t>
            </a:r>
            <a:r>
              <a:rPr lang="ko-KR" altLang="en-US" sz="800" spc="-60" dirty="0" smtClean="0">
                <a:latin typeface="+mn-ea"/>
                <a:ea typeface="+mn-ea"/>
              </a:rPr>
              <a:t>과제 제출 </a:t>
            </a:r>
            <a:r>
              <a:rPr lang="ko-KR" altLang="en-US" sz="800" spc="-60" dirty="0" err="1" smtClean="0">
                <a:latin typeface="+mn-ea"/>
                <a:ea typeface="+mn-ea"/>
              </a:rPr>
              <a:t>입력폼</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054174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534488671"/>
              </p:ext>
            </p:extLst>
          </p:nvPr>
        </p:nvGraphicFramePr>
        <p:xfrm>
          <a:off x="9499029" y="4875561"/>
          <a:ext cx="1404156" cy="60262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제출한 파일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과제제출 이력 남김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저장 후 이전 화면으로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고정</a:t>
                      </a:r>
                      <a:r>
                        <a:rPr lang="en-US" altLang="ko-KR" sz="8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수정불가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자동 입력</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수정불가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자동 입력</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수정불가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현재 일시 자동입력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학생 본인 이름</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학생 본인 핸드폰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학생 본인 </a:t>
                      </a:r>
                      <a:r>
                        <a:rPr lang="ko-KR" altLang="en-US" sz="800" kern="1200" dirty="0" err="1" smtClean="0">
                          <a:solidFill>
                            <a:schemeClr val="tx1">
                              <a:lumMod val="75000"/>
                              <a:lumOff val="25000"/>
                            </a:schemeClr>
                          </a:solidFill>
                          <a:latin typeface="+mn-ea"/>
                          <a:ea typeface="+mn-ea"/>
                          <a:cs typeface="+mn-cs"/>
                        </a:rPr>
                        <a:t>이메일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과제 제출 저장</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baseline="0" dirty="0" smtClean="0">
                          <a:solidFill>
                            <a:srgbClr val="0070C0"/>
                          </a:solidFill>
                          <a:latin typeface="+mn-ea"/>
                          <a:ea typeface="+mn-ea"/>
                          <a:cs typeface="+mn-cs"/>
                        </a:rPr>
                        <a:t>Alert “</a:t>
                      </a:r>
                      <a:r>
                        <a:rPr lang="ko-KR" altLang="en-US" sz="800" kern="1200" baseline="0" dirty="0" smtClean="0">
                          <a:solidFill>
                            <a:srgbClr val="0070C0"/>
                          </a:solidFill>
                          <a:latin typeface="+mn-ea"/>
                          <a:ea typeface="+mn-ea"/>
                          <a:cs typeface="+mn-cs"/>
                        </a:rPr>
                        <a:t>정상적으로 저장되었습니다</a:t>
                      </a:r>
                      <a:r>
                        <a:rPr lang="en-US" altLang="ko-KR" sz="800" kern="1200" baseline="0" dirty="0" smtClean="0">
                          <a:solidFill>
                            <a:srgbClr val="0070C0"/>
                          </a:solidFill>
                          <a:latin typeface="+mn-ea"/>
                          <a:ea typeface="+mn-ea"/>
                          <a:cs typeface="+mn-cs"/>
                        </a:rPr>
                        <a:t>.”</a:t>
                      </a:r>
                    </a:p>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ea"/>
                          <a:ea typeface="+mn-ea"/>
                          <a:cs typeface="+mn-cs"/>
                        </a:rPr>
                        <a:t>팝업창</a:t>
                      </a:r>
                      <a:r>
                        <a:rPr lang="ko-KR" altLang="en-US" sz="800" kern="1200" baseline="0" dirty="0" smtClean="0">
                          <a:solidFill>
                            <a:schemeClr val="tx1">
                              <a:lumMod val="75000"/>
                              <a:lumOff val="25000"/>
                            </a:schemeClr>
                          </a:solidFill>
                          <a:latin typeface="+mn-ea"/>
                          <a:ea typeface="+mn-ea"/>
                          <a:cs typeface="+mn-cs"/>
                        </a:rPr>
                        <a:t> 닫음</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baseline="0" dirty="0" smtClean="0">
                          <a:solidFill>
                            <a:schemeClr val="tx1">
                              <a:lumMod val="75000"/>
                              <a:lumOff val="25000"/>
                            </a:schemeClr>
                          </a:solidFill>
                          <a:latin typeface="+mn-ea"/>
                          <a:ea typeface="+mn-ea"/>
                          <a:cs typeface="+mn-cs"/>
                        </a:rPr>
                        <a:t>PUSH, </a:t>
                      </a:r>
                      <a:r>
                        <a:rPr lang="ko-KR" altLang="en-US" sz="800" kern="1200" baseline="0" dirty="0" err="1" smtClean="0">
                          <a:solidFill>
                            <a:schemeClr val="tx1">
                              <a:lumMod val="75000"/>
                              <a:lumOff val="25000"/>
                            </a:schemeClr>
                          </a:solidFill>
                          <a:latin typeface="+mn-ea"/>
                          <a:ea typeface="+mn-ea"/>
                          <a:cs typeface="+mn-cs"/>
                        </a:rPr>
                        <a:t>이메일</a:t>
                      </a:r>
                      <a:r>
                        <a:rPr lang="ko-KR" altLang="en-US" sz="800" kern="1200" baseline="0" dirty="0" smtClean="0">
                          <a:solidFill>
                            <a:schemeClr val="tx1">
                              <a:lumMod val="75000"/>
                              <a:lumOff val="25000"/>
                            </a:schemeClr>
                          </a:solidFill>
                          <a:latin typeface="+mn-ea"/>
                          <a:ea typeface="+mn-ea"/>
                          <a:cs typeface="+mn-cs"/>
                        </a:rPr>
                        <a:t> 발송</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첨부파일 같이 발송</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99017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70" name="모서리가 둥근 직사각형 169"/>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과제정보 및 과제제출</a:t>
            </a:r>
            <a:endParaRPr lang="ko-KR" altLang="en-US" sz="800" dirty="0">
              <a:solidFill>
                <a:srgbClr val="FF0000"/>
              </a:solidFill>
              <a:latin typeface="+mn-ea"/>
              <a:ea typeface="+mn-ea"/>
            </a:endParaRPr>
          </a:p>
        </p:txBody>
      </p:sp>
      <p:graphicFrame>
        <p:nvGraphicFramePr>
          <p:cNvPr id="192" name="Group 37"/>
          <p:cNvGraphicFramePr>
            <a:graphicFrameLocks noGrp="1"/>
          </p:cNvGraphicFramePr>
          <p:nvPr>
            <p:extLst>
              <p:ext uri="{D42A27DB-BD31-4B8C-83A1-F6EECF244321}">
                <p14:modId xmlns:p14="http://schemas.microsoft.com/office/powerpoint/2010/main" val="2457674479"/>
              </p:ext>
            </p:extLst>
          </p:nvPr>
        </p:nvGraphicFramePr>
        <p:xfrm>
          <a:off x="1972097" y="4065463"/>
          <a:ext cx="7470353" cy="479299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일반과제일반과제</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4" name="직사각형 19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195" name="그룹 194"/>
          <p:cNvGrpSpPr/>
          <p:nvPr/>
        </p:nvGrpSpPr>
        <p:grpSpPr>
          <a:xfrm>
            <a:off x="3219475" y="4543465"/>
            <a:ext cx="6151862" cy="1148064"/>
            <a:chOff x="3229000" y="4452549"/>
            <a:chExt cx="6151862" cy="1148064"/>
          </a:xfrm>
        </p:grpSpPr>
        <p:sp>
          <p:nvSpPr>
            <p:cNvPr id="197"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198"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199" name="직사각형 198"/>
          <p:cNvSpPr/>
          <p:nvPr/>
        </p:nvSpPr>
        <p:spPr>
          <a:xfrm>
            <a:off x="1966764" y="4276734"/>
            <a:ext cx="4397358"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제출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0" name="그룹 199"/>
          <p:cNvGrpSpPr/>
          <p:nvPr/>
        </p:nvGrpSpPr>
        <p:grpSpPr>
          <a:xfrm>
            <a:off x="3216263" y="7512322"/>
            <a:ext cx="2114928" cy="162000"/>
            <a:chOff x="3225788" y="7298382"/>
            <a:chExt cx="2114928" cy="162000"/>
          </a:xfrm>
        </p:grpSpPr>
        <p:sp>
          <p:nvSpPr>
            <p:cNvPr id="201" name="직사각형 20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3"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205" name="직선 연결선 20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6" name="직사각형 205"/>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과제정보 및 제출</a:t>
            </a:r>
          </a:p>
        </p:txBody>
      </p:sp>
      <p:grpSp>
        <p:nvGrpSpPr>
          <p:cNvPr id="334" name="그룹 333"/>
          <p:cNvGrpSpPr/>
          <p:nvPr/>
        </p:nvGrpSpPr>
        <p:grpSpPr>
          <a:xfrm>
            <a:off x="416496" y="119911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241" name="Group 37"/>
          <p:cNvGraphicFramePr>
            <a:graphicFrameLocks noGrp="1"/>
          </p:cNvGraphicFramePr>
          <p:nvPr>
            <p:extLst>
              <p:ext uri="{D42A27DB-BD31-4B8C-83A1-F6EECF244321}">
                <p14:modId xmlns:p14="http://schemas.microsoft.com/office/powerpoint/2010/main" val="312006858"/>
              </p:ext>
            </p:extLst>
          </p:nvPr>
        </p:nvGraphicFramePr>
        <p:xfrm>
          <a:off x="1972097" y="8945039"/>
          <a:ext cx="7470353" cy="91172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66299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54" name="모서리가 둥근 직사각형 253"/>
          <p:cNvSpPr/>
          <p:nvPr/>
        </p:nvSpPr>
        <p:spPr>
          <a:xfrm>
            <a:off x="8498446" y="897573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58" name="Group 37"/>
          <p:cNvGraphicFramePr>
            <a:graphicFrameLocks noGrp="1"/>
          </p:cNvGraphicFramePr>
          <p:nvPr>
            <p:extLst>
              <p:ext uri="{D42A27DB-BD31-4B8C-83A1-F6EECF244321}">
                <p14:modId xmlns:p14="http://schemas.microsoft.com/office/powerpoint/2010/main" val="3979232764"/>
              </p:ext>
            </p:extLst>
          </p:nvPr>
        </p:nvGraphicFramePr>
        <p:xfrm>
          <a:off x="1981623" y="10294140"/>
          <a:ext cx="7460827" cy="983732"/>
        </p:xfrm>
        <a:graphic>
          <a:graphicData uri="http://schemas.openxmlformats.org/drawingml/2006/table">
            <a:tbl>
              <a:tblPr/>
              <a:tblGrid>
                <a:gridCol w="316203"/>
                <a:gridCol w="862994"/>
                <a:gridCol w="6281630"/>
              </a:tblGrid>
              <a:tr h="24872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우수과제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r>
              <a:tr h="24500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제출과제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03" name="사각형 설명선 302"/>
          <p:cNvSpPr/>
          <p:nvPr/>
        </p:nvSpPr>
        <p:spPr>
          <a:xfrm>
            <a:off x="-69868" y="10188226"/>
            <a:ext cx="1764196" cy="490153"/>
          </a:xfrm>
          <a:prstGeom prst="wedgeRectCallout">
            <a:avLst>
              <a:gd name="adj1" fmla="val 70873"/>
              <a:gd name="adj2" fmla="val -3111"/>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일반과제</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읽기 허용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예</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인 경우 영역 노출</a:t>
            </a:r>
          </a:p>
        </p:txBody>
      </p:sp>
      <p:grpSp>
        <p:nvGrpSpPr>
          <p:cNvPr id="182" name="그룹 181"/>
          <p:cNvGrpSpPr/>
          <p:nvPr/>
        </p:nvGrpSpPr>
        <p:grpSpPr>
          <a:xfrm>
            <a:off x="2048297" y="9252873"/>
            <a:ext cx="7315718" cy="324262"/>
            <a:chOff x="1202386" y="5786120"/>
            <a:chExt cx="7315718" cy="324262"/>
          </a:xfrm>
        </p:grpSpPr>
        <p:sp>
          <p:nvSpPr>
            <p:cNvPr id="183" name="직사각형 182"/>
            <p:cNvSpPr/>
            <p:nvPr/>
          </p:nvSpPr>
          <p:spPr>
            <a:xfrm>
              <a:off x="1202386" y="5786120"/>
              <a:ext cx="7315718"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184"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512750"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5" name="Rectangle 122"/>
            <p:cNvSpPr>
              <a:spLocks noChangeArrowheads="1"/>
            </p:cNvSpPr>
            <p:nvPr/>
          </p:nvSpPr>
          <p:spPr bwMode="auto">
            <a:xfrm>
              <a:off x="3748464"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186" name="TextBox 185"/>
            <p:cNvSpPr txBox="1"/>
            <p:nvPr/>
          </p:nvSpPr>
          <p:spPr>
            <a:xfrm>
              <a:off x="4657175"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sp>
        <p:nvSpPr>
          <p:cNvPr id="190" name="모서리가 둥근 직사각형 189"/>
          <p:cNvSpPr/>
          <p:nvPr/>
        </p:nvSpPr>
        <p:spPr>
          <a:xfrm>
            <a:off x="5272837" y="992877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93" name="그룹 192"/>
          <p:cNvGrpSpPr/>
          <p:nvPr/>
        </p:nvGrpSpPr>
        <p:grpSpPr>
          <a:xfrm>
            <a:off x="4141862" y="9584699"/>
            <a:ext cx="234360" cy="200055"/>
            <a:chOff x="1152270" y="11716364"/>
            <a:chExt cx="234360" cy="200055"/>
          </a:xfrm>
        </p:grpSpPr>
        <p:sp>
          <p:nvSpPr>
            <p:cNvPr id="196" name="모서리가 둥근 직사각형 19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2" name="직사각형 20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04" name="그룹 203"/>
          <p:cNvGrpSpPr/>
          <p:nvPr/>
        </p:nvGrpSpPr>
        <p:grpSpPr>
          <a:xfrm>
            <a:off x="5087306" y="9888833"/>
            <a:ext cx="234360" cy="200055"/>
            <a:chOff x="1152270" y="11716364"/>
            <a:chExt cx="234360" cy="200055"/>
          </a:xfrm>
        </p:grpSpPr>
        <p:sp>
          <p:nvSpPr>
            <p:cNvPr id="207" name="모서리가 둥근 직사각형 2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8" name="직사각형 20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09" name="그룹 208"/>
          <p:cNvGrpSpPr/>
          <p:nvPr/>
        </p:nvGrpSpPr>
        <p:grpSpPr>
          <a:xfrm>
            <a:off x="2044105" y="9622754"/>
            <a:ext cx="2114928" cy="162000"/>
            <a:chOff x="3225788" y="7298382"/>
            <a:chExt cx="2114928" cy="162000"/>
          </a:xfrm>
        </p:grpSpPr>
        <p:sp>
          <p:nvSpPr>
            <p:cNvPr id="210" name="직사각형 209"/>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제출과</a:t>
              </a:r>
              <a:r>
                <a:rPr lang="ko-KR" altLang="en-US" sz="800" dirty="0">
                  <a:solidFill>
                    <a:schemeClr val="tx1">
                      <a:lumMod val="75000"/>
                      <a:lumOff val="25000"/>
                    </a:schemeClr>
                  </a:solidFill>
                  <a:latin typeface="+mn-ea"/>
                </a:rPr>
                <a:t>제</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1"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72" name="그룹 171"/>
          <p:cNvGrpSpPr/>
          <p:nvPr/>
        </p:nvGrpSpPr>
        <p:grpSpPr>
          <a:xfrm>
            <a:off x="579562" y="2166658"/>
            <a:ext cx="1386586" cy="5317057"/>
            <a:chOff x="579562" y="2166658"/>
            <a:chExt cx="1386586" cy="5317057"/>
          </a:xfrm>
        </p:grpSpPr>
        <p:grpSp>
          <p:nvGrpSpPr>
            <p:cNvPr id="173" name="그룹 172"/>
            <p:cNvGrpSpPr/>
            <p:nvPr/>
          </p:nvGrpSpPr>
          <p:grpSpPr>
            <a:xfrm>
              <a:off x="629956" y="3318264"/>
              <a:ext cx="1332000" cy="180000"/>
              <a:chOff x="666428" y="3785432"/>
              <a:chExt cx="1332000" cy="180000"/>
            </a:xfrm>
          </p:grpSpPr>
          <p:sp>
            <p:nvSpPr>
              <p:cNvPr id="364" name="모서리가 둥근 직사각형 36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6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3568824"/>
              <a:ext cx="1332000" cy="180000"/>
              <a:chOff x="666428" y="4310612"/>
              <a:chExt cx="1332000" cy="180000"/>
            </a:xfrm>
          </p:grpSpPr>
          <p:sp>
            <p:nvSpPr>
              <p:cNvPr id="362" name="모서리가 둥근 직사각형 36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6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5" y="3042501"/>
              <a:ext cx="1332000" cy="180000"/>
              <a:chOff x="666427" y="3266516"/>
              <a:chExt cx="1332000" cy="180000"/>
            </a:xfrm>
          </p:grpSpPr>
          <p:sp>
            <p:nvSpPr>
              <p:cNvPr id="347" name="모서리가 둥근 직사각형 34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5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3854780"/>
              <a:ext cx="1332000" cy="180000"/>
              <a:chOff x="666428" y="4570824"/>
              <a:chExt cx="1332000" cy="180000"/>
            </a:xfrm>
          </p:grpSpPr>
          <p:sp>
            <p:nvSpPr>
              <p:cNvPr id="345" name="모서리가 둥근 직사각형 34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4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29956" y="5316875"/>
              <a:ext cx="1332000" cy="180000"/>
              <a:chOff x="666428" y="5096004"/>
              <a:chExt cx="1332000" cy="180000"/>
            </a:xfrm>
          </p:grpSpPr>
          <p:sp>
            <p:nvSpPr>
              <p:cNvPr id="327" name="모서리가 둥근 직사각형 32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43"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4148" y="5634789"/>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1150" y="4135825"/>
              <a:ext cx="1332000" cy="180000"/>
              <a:chOff x="666428" y="4570824"/>
              <a:chExt cx="1332000" cy="180000"/>
            </a:xfrm>
          </p:grpSpPr>
          <p:sp>
            <p:nvSpPr>
              <p:cNvPr id="260" name="모서리가 둥근 직사각형 25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6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29956" y="4423395"/>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25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1" name="TextBox 18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7" name="그룹 186"/>
            <p:cNvGrpSpPr/>
            <p:nvPr/>
          </p:nvGrpSpPr>
          <p:grpSpPr>
            <a:xfrm>
              <a:off x="632520" y="4723068"/>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2520" y="2752353"/>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2520" y="5005767"/>
              <a:ext cx="1332000" cy="180000"/>
              <a:chOff x="666428" y="4310612"/>
              <a:chExt cx="1332000" cy="180000"/>
            </a:xfrm>
          </p:grpSpPr>
          <p:sp>
            <p:nvSpPr>
              <p:cNvPr id="233" name="모서리가 둥근 직사각형 23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3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2520" y="6227787"/>
              <a:ext cx="1332000" cy="180000"/>
              <a:chOff x="666428" y="3785432"/>
              <a:chExt cx="1332000" cy="180000"/>
            </a:xfrm>
          </p:grpSpPr>
          <p:sp>
            <p:nvSpPr>
              <p:cNvPr id="231" name="모서리가 둥근 직사각형 23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6487872"/>
              <a:ext cx="1332000" cy="180000"/>
              <a:chOff x="666428" y="4310612"/>
              <a:chExt cx="1332000" cy="180000"/>
            </a:xfrm>
          </p:grpSpPr>
          <p:sp>
            <p:nvSpPr>
              <p:cNvPr id="229" name="모서리가 둥근 직사각형 2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3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6773828"/>
              <a:ext cx="1332000" cy="180000"/>
              <a:chOff x="666428" y="4570824"/>
              <a:chExt cx="1332000" cy="180000"/>
            </a:xfrm>
          </p:grpSpPr>
          <p:sp>
            <p:nvSpPr>
              <p:cNvPr id="227" name="모서리가 둥근 직사각형 22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8"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7053155"/>
              <a:ext cx="1332000" cy="180000"/>
              <a:chOff x="666428" y="3785432"/>
              <a:chExt cx="1332000" cy="180000"/>
            </a:xfrm>
          </p:grpSpPr>
          <p:sp>
            <p:nvSpPr>
              <p:cNvPr id="225" name="모서리가 둥근 직사각형 22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7303715"/>
              <a:ext cx="1332000" cy="180000"/>
              <a:chOff x="666428" y="4310612"/>
              <a:chExt cx="1332000" cy="180000"/>
            </a:xfrm>
          </p:grpSpPr>
          <p:sp>
            <p:nvSpPr>
              <p:cNvPr id="223" name="모서리가 둥근 직사각형 2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2995" y="5922821"/>
              <a:ext cx="1332000" cy="180000"/>
              <a:chOff x="666427" y="3266516"/>
              <a:chExt cx="1332000" cy="180000"/>
            </a:xfrm>
          </p:grpSpPr>
          <p:sp>
            <p:nvSpPr>
              <p:cNvPr id="219" name="모서리가 둥근 직사각형 21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2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36" name="그룹 235"/>
          <p:cNvGrpSpPr/>
          <p:nvPr/>
        </p:nvGrpSpPr>
        <p:grpSpPr>
          <a:xfrm>
            <a:off x="2959063" y="4031563"/>
            <a:ext cx="6170401" cy="4654021"/>
            <a:chOff x="1100571" y="3168288"/>
            <a:chExt cx="6170401" cy="4654021"/>
          </a:xfrm>
        </p:grpSpPr>
        <p:sp>
          <p:nvSpPr>
            <p:cNvPr id="237" name="직사각형 236"/>
            <p:cNvSpPr/>
            <p:nvPr/>
          </p:nvSpPr>
          <p:spPr>
            <a:xfrm>
              <a:off x="1100571" y="3176973"/>
              <a:ext cx="6170400" cy="464533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8" name="직사각형 237"/>
            <p:cNvSpPr/>
            <p:nvPr/>
          </p:nvSpPr>
          <p:spPr>
            <a:xfrm>
              <a:off x="1100572" y="3168288"/>
              <a:ext cx="61704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9761" y="3201232"/>
              <a:ext cx="976549" cy="215444"/>
            </a:xfrm>
            <a:prstGeom prst="rect">
              <a:avLst/>
            </a:prstGeom>
          </p:spPr>
          <p:txBody>
            <a:bodyPr wrap="none">
              <a:spAutoFit/>
            </a:bodyPr>
            <a:lstStyle/>
            <a:p>
              <a:r>
                <a:rPr lang="ko-KR" altLang="en-US" sz="800" b="1" dirty="0" smtClean="0">
                  <a:solidFill>
                    <a:schemeClr val="bg1"/>
                  </a:solidFill>
                  <a:latin typeface="+mn-ea"/>
                  <a:ea typeface="+mn-ea"/>
                </a:rPr>
                <a:t>과제 제출 </a:t>
              </a:r>
              <a:r>
                <a:rPr lang="ko-KR" altLang="en-US" sz="800" b="1" dirty="0" err="1" smtClean="0">
                  <a:solidFill>
                    <a:schemeClr val="bg1"/>
                  </a:solidFill>
                  <a:latin typeface="+mn-ea"/>
                  <a:ea typeface="+mn-ea"/>
                </a:rPr>
                <a:t>알림창</a:t>
              </a:r>
              <a:endParaRPr lang="ko-KR" altLang="en-US" sz="800" b="1" dirty="0">
                <a:solidFill>
                  <a:schemeClr val="bg1"/>
                </a:solidFill>
                <a:latin typeface="+mn-ea"/>
                <a:ea typeface="+mn-ea"/>
              </a:endParaRPr>
            </a:p>
          </p:txBody>
        </p:sp>
        <p:sp>
          <p:nvSpPr>
            <p:cNvPr id="243" name="직사각형 242"/>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aphicFrame>
        <p:nvGraphicFramePr>
          <p:cNvPr id="244" name="Group 37"/>
          <p:cNvGraphicFramePr>
            <a:graphicFrameLocks noGrp="1"/>
          </p:cNvGraphicFramePr>
          <p:nvPr>
            <p:extLst>
              <p:ext uri="{D42A27DB-BD31-4B8C-83A1-F6EECF244321}">
                <p14:modId xmlns:p14="http://schemas.microsoft.com/office/powerpoint/2010/main" val="75081566"/>
              </p:ext>
            </p:extLst>
          </p:nvPr>
        </p:nvGraphicFramePr>
        <p:xfrm>
          <a:off x="3040494" y="4346473"/>
          <a:ext cx="6016962" cy="842628"/>
        </p:xfrm>
        <a:graphic>
          <a:graphicData uri="http://schemas.openxmlformats.org/drawingml/2006/table">
            <a:tbl>
              <a:tblPr/>
              <a:tblGrid>
                <a:gridCol w="1203774"/>
                <a:gridCol w="4813188"/>
              </a:tblGrid>
              <a:tr h="28087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과제 제출 내용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 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첨부 파일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rPr>
                        <a:t>제출과제</a:t>
                      </a:r>
                      <a:r>
                        <a:rPr lang="en-US" altLang="ko-KR" sz="800" dirty="0" smtClean="0">
                          <a:solidFill>
                            <a:schemeClr val="tx1">
                              <a:lumMod val="75000"/>
                              <a:lumOff val="25000"/>
                            </a:schemeClr>
                          </a:solidFill>
                          <a:latin typeface="+mn-ea"/>
                        </a:rPr>
                        <a:t>_202654541.pdf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245" name="Group 37"/>
          <p:cNvGraphicFramePr>
            <a:graphicFrameLocks noGrp="1"/>
          </p:cNvGraphicFramePr>
          <p:nvPr>
            <p:extLst>
              <p:ext uri="{D42A27DB-BD31-4B8C-83A1-F6EECF244321}">
                <p14:modId xmlns:p14="http://schemas.microsoft.com/office/powerpoint/2010/main" val="774002402"/>
              </p:ext>
            </p:extLst>
          </p:nvPr>
        </p:nvGraphicFramePr>
        <p:xfrm>
          <a:off x="3044071" y="5297825"/>
          <a:ext cx="6013386" cy="2791181"/>
        </p:xfrm>
        <a:graphic>
          <a:graphicData uri="http://schemas.openxmlformats.org/drawingml/2006/table">
            <a:tbl>
              <a:tblPr/>
              <a:tblGrid>
                <a:gridCol w="1188849"/>
                <a:gridCol w="4824537"/>
              </a:tblGrid>
              <a:tr h="283309">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알림 발송 내용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알림 구분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a:t>
                      </a:r>
                      <a:r>
                        <a:rPr lang="ko-KR" altLang="en-US" sz="800" b="0" dirty="0" smtClean="0">
                          <a:solidFill>
                            <a:schemeClr val="tx1">
                              <a:lumMod val="75000"/>
                              <a:lumOff val="25000"/>
                            </a:schemeClr>
                          </a:solidFill>
                          <a:latin typeface="+mn-ea"/>
                        </a:rPr>
                        <a:t>일반과제일반과제</a:t>
                      </a:r>
                      <a:r>
                        <a:rPr lang="en-US" altLang="ko-KR" sz="800" b="0" dirty="0" smtClean="0">
                          <a:solidFill>
                            <a:schemeClr val="tx1">
                              <a:lumMod val="75000"/>
                              <a:lumOff val="25000"/>
                            </a:schemeClr>
                          </a:solidFill>
                          <a:latin typeface="+mn-ea"/>
                        </a:rPr>
                        <a:t>01] </a:t>
                      </a:r>
                      <a:r>
                        <a:rPr lang="ko-KR" altLang="en-US" sz="800" b="0" dirty="0" smtClean="0">
                          <a:solidFill>
                            <a:schemeClr val="tx1">
                              <a:lumMod val="75000"/>
                              <a:lumOff val="25000"/>
                            </a:schemeClr>
                          </a:solidFill>
                          <a:latin typeface="+mn-ea"/>
                        </a:rPr>
                        <a:t>과제 제출 내용</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내용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 </a:t>
                      </a:r>
                      <a:r>
                        <a:rPr lang="ko-KR" altLang="en-US" sz="800" b="0" dirty="0" smtClean="0">
                          <a:solidFill>
                            <a:schemeClr val="tx1">
                              <a:lumMod val="75000"/>
                              <a:lumOff val="25000"/>
                            </a:schemeClr>
                          </a:solidFill>
                          <a:latin typeface="+mn-ea"/>
                        </a:rPr>
                        <a:t>과목 </a:t>
                      </a:r>
                      <a:r>
                        <a:rPr lang="en-US" altLang="ko-KR" sz="800" b="0" dirty="0" smtClean="0">
                          <a:solidFill>
                            <a:schemeClr val="tx1">
                              <a:lumMod val="75000"/>
                              <a:lumOff val="25000"/>
                            </a:schemeClr>
                          </a:solidFill>
                          <a:latin typeface="+mn-ea"/>
                        </a:rPr>
                        <a:t>: </a:t>
                      </a:r>
                      <a:r>
                        <a:rPr lang="ko-KR" altLang="en-US" sz="800" b="0" dirty="0" smtClean="0">
                          <a:solidFill>
                            <a:schemeClr val="tx1">
                              <a:lumMod val="75000"/>
                              <a:lumOff val="25000"/>
                            </a:schemeClr>
                          </a:solidFill>
                          <a:latin typeface="+mn-ea"/>
                        </a:rPr>
                        <a:t>데이터베이스의 이해 활용 </a:t>
                      </a:r>
                      <a:r>
                        <a:rPr lang="en-US" altLang="ko-KR" sz="800" b="0" dirty="0" smtClean="0">
                          <a:solidFill>
                            <a:schemeClr val="tx1">
                              <a:lumMod val="75000"/>
                              <a:lumOff val="25000"/>
                            </a:schemeClr>
                          </a:solidFill>
                          <a:latin typeface="+mn-ea"/>
                        </a:rPr>
                        <a:t>1</a:t>
                      </a:r>
                      <a:r>
                        <a:rPr lang="ko-KR" altLang="en-US" sz="800" b="0" dirty="0" smtClean="0">
                          <a:solidFill>
                            <a:schemeClr val="tx1">
                              <a:lumMod val="75000"/>
                              <a:lumOff val="25000"/>
                            </a:schemeClr>
                          </a:solidFill>
                          <a:latin typeface="+mn-ea"/>
                        </a:rPr>
                        <a:t>반</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 </a:t>
                      </a:r>
                      <a:r>
                        <a:rPr lang="ko-KR" altLang="en-US" sz="800" b="0" dirty="0" smtClean="0">
                          <a:solidFill>
                            <a:schemeClr val="tx1">
                              <a:lumMod val="75000"/>
                              <a:lumOff val="25000"/>
                            </a:schemeClr>
                          </a:solidFill>
                          <a:latin typeface="+mn-ea"/>
                        </a:rPr>
                        <a:t>제출 일시 </a:t>
                      </a:r>
                      <a:r>
                        <a:rPr lang="en-US" altLang="ko-KR" sz="800" b="0" dirty="0" smtClean="0">
                          <a:solidFill>
                            <a:schemeClr val="tx1">
                              <a:lumMod val="75000"/>
                              <a:lumOff val="25000"/>
                            </a:schemeClr>
                          </a:solidFill>
                          <a:latin typeface="+mn-ea"/>
                        </a:rPr>
                        <a:t>: </a:t>
                      </a:r>
                      <a:r>
                        <a:rPr lang="en-US" altLang="ko-KR" sz="800" dirty="0" smtClean="0">
                          <a:solidFill>
                            <a:schemeClr val="tx1">
                              <a:lumMod val="75000"/>
                              <a:lumOff val="25000"/>
                            </a:schemeClr>
                          </a:solidFill>
                          <a:latin typeface="+mn-ea"/>
                          <a:ea typeface="+mn-ea"/>
                        </a:rPr>
                        <a:t>2026.09.30 10:00</a:t>
                      </a:r>
                    </a:p>
                    <a:p>
                      <a:pPr marL="0" marR="0" indent="0" algn="l" defTabSz="914400" rtl="0" eaLnBrk="1" fontAlgn="auto" latinLnBrk="1" hangingPunct="1">
                        <a:lnSpc>
                          <a:spcPct val="15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 </a:t>
                      </a:r>
                      <a:r>
                        <a:rPr lang="ko-KR" altLang="en-US" sz="800" b="0" dirty="0" smtClean="0">
                          <a:solidFill>
                            <a:schemeClr val="tx1">
                              <a:lumMod val="75000"/>
                              <a:lumOff val="25000"/>
                            </a:schemeClr>
                          </a:solidFill>
                          <a:latin typeface="+mn-ea"/>
                          <a:ea typeface="+mn-ea"/>
                        </a:rPr>
                        <a:t>첨부 파일 </a:t>
                      </a:r>
                      <a:r>
                        <a:rPr lang="en-US" altLang="ko-KR" sz="800" b="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rPr>
                        <a:t>제출과제</a:t>
                      </a:r>
                      <a:r>
                        <a:rPr lang="en-US" altLang="ko-KR" sz="800" dirty="0" smtClean="0">
                          <a:solidFill>
                            <a:schemeClr val="tx1">
                              <a:lumMod val="75000"/>
                              <a:lumOff val="25000"/>
                            </a:schemeClr>
                          </a:solidFill>
                          <a:latin typeface="+mn-ea"/>
                        </a:rPr>
                        <a:t>_202654541.pdf </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 제출하였습니다</a:t>
                      </a:r>
                      <a:r>
                        <a:rPr lang="en-US" altLang="ko-KR" sz="800" b="0" dirty="0" smtClean="0">
                          <a:solidFill>
                            <a:schemeClr val="tx1">
                              <a:lumMod val="75000"/>
                              <a:lumOff val="25000"/>
                            </a:schemeClr>
                          </a:solidFill>
                          <a:latin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발신일시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2026.09.30</a:t>
                      </a:r>
                      <a:r>
                        <a:rPr lang="en-US" altLang="ko-KR" sz="800" b="0" baseline="0" dirty="0" smtClean="0">
                          <a:solidFill>
                            <a:schemeClr val="tx1">
                              <a:lumMod val="75000"/>
                              <a:lumOff val="25000"/>
                            </a:schemeClr>
                          </a:solidFill>
                          <a:latin typeface="+mn-ea"/>
                        </a:rPr>
                        <a:t> 12:25</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발신자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학*자</a:t>
                      </a:r>
                      <a:r>
                        <a:rPr lang="en-US" altLang="ko-KR" sz="800" b="0" dirty="0" smtClean="0">
                          <a:solidFill>
                            <a:schemeClr val="tx1">
                              <a:lumMod val="75000"/>
                              <a:lumOff val="25000"/>
                            </a:schemeClr>
                          </a:solidFill>
                          <a:latin typeface="+mn-ea"/>
                        </a:rPr>
                        <a:t>01</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수신자 번호 </a:t>
                      </a:r>
                      <a:r>
                        <a:rPr lang="en-US" altLang="ko-KR" sz="800" b="0" dirty="0" smtClean="0">
                          <a:solidFill>
                            <a:srgbClr val="FF0000"/>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010-1243-85**</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30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수신자 </a:t>
                      </a:r>
                      <a:r>
                        <a:rPr lang="ko-KR" altLang="en-US" sz="800" b="0" dirty="0" err="1" smtClean="0">
                          <a:solidFill>
                            <a:schemeClr val="tx1">
                              <a:lumMod val="75000"/>
                              <a:lumOff val="25000"/>
                            </a:schemeClr>
                          </a:solidFill>
                          <a:latin typeface="+mn-ea"/>
                          <a:ea typeface="+mn-ea"/>
                        </a:rPr>
                        <a:t>이메일</a:t>
                      </a:r>
                      <a:r>
                        <a:rPr lang="ko-KR" altLang="en-US" sz="800" b="0" dirty="0" smtClean="0">
                          <a:solidFill>
                            <a:schemeClr val="tx1">
                              <a:lumMod val="75000"/>
                              <a:lumOff val="25000"/>
                            </a:schemeClr>
                          </a:solidFill>
                          <a:latin typeface="+mn-ea"/>
                          <a:ea typeface="+mn-ea"/>
                        </a:rPr>
                        <a:t> </a:t>
                      </a:r>
                      <a:r>
                        <a:rPr lang="en-US" altLang="ko-KR" sz="800" b="0" dirty="0" smtClean="0">
                          <a:solidFill>
                            <a:srgbClr val="FF0000"/>
                          </a:solidFill>
                          <a:latin typeface="+mn-ea"/>
                          <a:ea typeface="+mn-ea"/>
                        </a:rPr>
                        <a:t>*</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testm**l@konu.ac.kr</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3" name="그룹 2"/>
          <p:cNvGrpSpPr/>
          <p:nvPr/>
        </p:nvGrpSpPr>
        <p:grpSpPr>
          <a:xfrm>
            <a:off x="4323978" y="5623728"/>
            <a:ext cx="1595856" cy="224969"/>
            <a:chOff x="3086125" y="5332105"/>
            <a:chExt cx="1595856" cy="224969"/>
          </a:xfrm>
        </p:grpSpPr>
        <p:grpSp>
          <p:nvGrpSpPr>
            <p:cNvPr id="246" name="그룹 245"/>
            <p:cNvGrpSpPr/>
            <p:nvPr/>
          </p:nvGrpSpPr>
          <p:grpSpPr>
            <a:xfrm>
              <a:off x="3086125" y="5332105"/>
              <a:ext cx="1595856" cy="224969"/>
              <a:chOff x="2188121" y="2968377"/>
              <a:chExt cx="1595856" cy="224969"/>
            </a:xfrm>
          </p:grpSpPr>
          <p:grpSp>
            <p:nvGrpSpPr>
              <p:cNvPr id="247" name="그룹 246"/>
              <p:cNvGrpSpPr/>
              <p:nvPr/>
            </p:nvGrpSpPr>
            <p:grpSpPr>
              <a:xfrm>
                <a:off x="2188121" y="2968377"/>
                <a:ext cx="1025125" cy="215444"/>
                <a:chOff x="944935" y="5265784"/>
                <a:chExt cx="1025125" cy="215444"/>
              </a:xfrm>
            </p:grpSpPr>
            <p:sp>
              <p:nvSpPr>
                <p:cNvPr id="263" name="직사각형 262"/>
                <p:cNvSpPr/>
                <p:nvPr/>
              </p:nvSpPr>
              <p:spPr>
                <a:xfrm>
                  <a:off x="1025569" y="5265784"/>
                  <a:ext cx="944491" cy="215444"/>
                </a:xfrm>
                <a:prstGeom prst="rect">
                  <a:avLst/>
                </a:prstGeom>
              </p:spPr>
              <p:txBody>
                <a:bodyPr wrap="square">
                  <a:spAutoFit/>
                </a:bodyPr>
                <a:lstStyle/>
                <a:p>
                  <a:r>
                    <a:rPr lang="en-US" altLang="ko-KR" sz="800" dirty="0" smtClean="0">
                      <a:solidFill>
                        <a:schemeClr val="tx1">
                          <a:lumMod val="75000"/>
                          <a:lumOff val="25000"/>
                        </a:schemeClr>
                      </a:solidFill>
                      <a:latin typeface="+mn-ea"/>
                      <a:ea typeface="+mn-ea"/>
                    </a:rPr>
                    <a:t>PUSH</a:t>
                  </a:r>
                  <a:endParaRPr lang="ko-KR" altLang="en-US" sz="800" dirty="0">
                    <a:solidFill>
                      <a:srgbClr val="FF0000"/>
                    </a:solidFill>
                    <a:latin typeface="+mn-ea"/>
                    <a:ea typeface="+mn-ea"/>
                  </a:endParaRPr>
                </a:p>
              </p:txBody>
            </p:sp>
            <p:sp>
              <p:nvSpPr>
                <p:cNvPr id="264" name="직사각형 263"/>
                <p:cNvSpPr/>
                <p:nvPr/>
              </p:nvSpPr>
              <p:spPr>
                <a:xfrm>
                  <a:off x="944935" y="5311325"/>
                  <a:ext cx="116381" cy="108000"/>
                </a:xfrm>
                <a:prstGeom prst="rect">
                  <a:avLst/>
                </a:prstGeom>
                <a:solidFill>
                  <a:schemeClr val="bg1">
                    <a:lumMod val="8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nvGrpSpPr>
              <p:cNvPr id="248" name="그룹 247"/>
              <p:cNvGrpSpPr/>
              <p:nvPr/>
            </p:nvGrpSpPr>
            <p:grpSpPr>
              <a:xfrm>
                <a:off x="2758852" y="2977902"/>
                <a:ext cx="1025125" cy="215444"/>
                <a:chOff x="944935" y="5275309"/>
                <a:chExt cx="1025125" cy="215444"/>
              </a:xfrm>
            </p:grpSpPr>
            <p:sp>
              <p:nvSpPr>
                <p:cNvPr id="253" name="직사각형 252"/>
                <p:cNvSpPr/>
                <p:nvPr/>
              </p:nvSpPr>
              <p:spPr>
                <a:xfrm>
                  <a:off x="1025569" y="5275309"/>
                  <a:ext cx="944491" cy="215444"/>
                </a:xfrm>
                <a:prstGeom prst="rect">
                  <a:avLst/>
                </a:prstGeom>
              </p:spPr>
              <p:txBody>
                <a:bodyPr wrap="square">
                  <a:spAutoFit/>
                </a:bodyPr>
                <a:lstStyle/>
                <a:p>
                  <a:r>
                    <a:rPr lang="ko-KR" altLang="en-US" sz="800" dirty="0" err="1" smtClean="0">
                      <a:solidFill>
                        <a:schemeClr val="tx1">
                          <a:lumMod val="75000"/>
                          <a:lumOff val="25000"/>
                        </a:schemeClr>
                      </a:solidFill>
                      <a:latin typeface="+mn-ea"/>
                      <a:ea typeface="+mn-ea"/>
                    </a:rPr>
                    <a:t>이메일</a:t>
                  </a:r>
                  <a:endParaRPr lang="ko-KR" altLang="en-US" sz="800" dirty="0">
                    <a:solidFill>
                      <a:srgbClr val="FF0000"/>
                    </a:solidFill>
                    <a:latin typeface="+mn-ea"/>
                    <a:ea typeface="+mn-ea"/>
                  </a:endParaRPr>
                </a:p>
              </p:txBody>
            </p:sp>
            <p:sp>
              <p:nvSpPr>
                <p:cNvPr id="262" name="직사각형 261"/>
                <p:cNvSpPr/>
                <p:nvPr/>
              </p:nvSpPr>
              <p:spPr>
                <a:xfrm>
                  <a:off x="944935" y="5311325"/>
                  <a:ext cx="116381" cy="108000"/>
                </a:xfrm>
                <a:prstGeom prst="rect">
                  <a:avLst/>
                </a:prstGeom>
                <a:solidFill>
                  <a:schemeClr val="bg1">
                    <a:lumMod val="8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pSp>
        <p:sp>
          <p:nvSpPr>
            <p:cNvPr id="265" name="1/2 액자 264"/>
            <p:cNvSpPr>
              <a:spLocks noChangeAspect="1"/>
            </p:cNvSpPr>
            <p:nvPr/>
          </p:nvSpPr>
          <p:spPr bwMode="auto">
            <a:xfrm rot="13500000">
              <a:off x="3126339" y="5380925"/>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err="1">
                <a:solidFill>
                  <a:srgbClr val="000000"/>
                </a:solidFill>
                <a:latin typeface="+mn-ea"/>
                <a:ea typeface="+mn-ea"/>
                <a:cs typeface="Arial" charset="0"/>
              </a:endParaRPr>
            </a:p>
          </p:txBody>
        </p:sp>
        <p:sp>
          <p:nvSpPr>
            <p:cNvPr id="266" name="1/2 액자 265"/>
            <p:cNvSpPr>
              <a:spLocks noChangeAspect="1"/>
            </p:cNvSpPr>
            <p:nvPr/>
          </p:nvSpPr>
          <p:spPr bwMode="auto">
            <a:xfrm rot="13500000">
              <a:off x="3701752" y="5383985"/>
              <a:ext cx="40796" cy="90000"/>
            </a:xfrm>
            <a:prstGeom prst="halfFram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600" kern="0" dirty="0" err="1">
                <a:solidFill>
                  <a:srgbClr val="000000"/>
                </a:solidFill>
                <a:latin typeface="+mn-ea"/>
                <a:ea typeface="+mn-ea"/>
                <a:cs typeface="Arial" charset="0"/>
              </a:endParaRPr>
            </a:p>
          </p:txBody>
        </p:sp>
      </p:grpSp>
      <p:grpSp>
        <p:nvGrpSpPr>
          <p:cNvPr id="267" name="그룹 266"/>
          <p:cNvGrpSpPr/>
          <p:nvPr/>
        </p:nvGrpSpPr>
        <p:grpSpPr>
          <a:xfrm>
            <a:off x="4057788" y="5642056"/>
            <a:ext cx="234360" cy="200055"/>
            <a:chOff x="1152270" y="11716364"/>
            <a:chExt cx="234360" cy="200055"/>
          </a:xfrm>
        </p:grpSpPr>
        <p:sp>
          <p:nvSpPr>
            <p:cNvPr id="268" name="모서리가 둥근 직사각형 26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9" name="직사각형 26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70" name="그룹 269"/>
          <p:cNvGrpSpPr/>
          <p:nvPr/>
        </p:nvGrpSpPr>
        <p:grpSpPr>
          <a:xfrm>
            <a:off x="4061043" y="5883716"/>
            <a:ext cx="234360" cy="200055"/>
            <a:chOff x="1152270" y="11716364"/>
            <a:chExt cx="234360" cy="200055"/>
          </a:xfrm>
        </p:grpSpPr>
        <p:sp>
          <p:nvSpPr>
            <p:cNvPr id="271" name="모서리가 둥근 직사각형 27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2" name="직사각형 27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73" name="그룹 272"/>
          <p:cNvGrpSpPr/>
          <p:nvPr/>
        </p:nvGrpSpPr>
        <p:grpSpPr>
          <a:xfrm>
            <a:off x="4061043" y="6181273"/>
            <a:ext cx="234360" cy="200055"/>
            <a:chOff x="1152270" y="11716364"/>
            <a:chExt cx="234360" cy="200055"/>
          </a:xfrm>
        </p:grpSpPr>
        <p:sp>
          <p:nvSpPr>
            <p:cNvPr id="274" name="모서리가 둥근 직사각형 27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5" name="직사각형 27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76" name="그룹 275"/>
          <p:cNvGrpSpPr/>
          <p:nvPr/>
        </p:nvGrpSpPr>
        <p:grpSpPr>
          <a:xfrm>
            <a:off x="4060329" y="7000825"/>
            <a:ext cx="234360" cy="200055"/>
            <a:chOff x="1152270" y="11716364"/>
            <a:chExt cx="234360" cy="200055"/>
          </a:xfrm>
        </p:grpSpPr>
        <p:sp>
          <p:nvSpPr>
            <p:cNvPr id="277" name="모서리가 둥근 직사각형 2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8" name="직사각형 2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79" name="그룹 278"/>
          <p:cNvGrpSpPr/>
          <p:nvPr/>
        </p:nvGrpSpPr>
        <p:grpSpPr>
          <a:xfrm>
            <a:off x="4061043" y="7289968"/>
            <a:ext cx="234360" cy="200055"/>
            <a:chOff x="1152270" y="11716364"/>
            <a:chExt cx="234360" cy="200055"/>
          </a:xfrm>
        </p:grpSpPr>
        <p:sp>
          <p:nvSpPr>
            <p:cNvPr id="280" name="모서리가 둥근 직사각형 2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81" name="직사각형 28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282" name="그룹 281"/>
          <p:cNvGrpSpPr/>
          <p:nvPr/>
        </p:nvGrpSpPr>
        <p:grpSpPr>
          <a:xfrm>
            <a:off x="4060329" y="7558950"/>
            <a:ext cx="234360" cy="200055"/>
            <a:chOff x="1152270" y="11716364"/>
            <a:chExt cx="234360" cy="200055"/>
          </a:xfrm>
        </p:grpSpPr>
        <p:sp>
          <p:nvSpPr>
            <p:cNvPr id="283" name="모서리가 둥근 직사각형 28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84" name="직사각형 28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285" name="그룹 284"/>
          <p:cNvGrpSpPr/>
          <p:nvPr/>
        </p:nvGrpSpPr>
        <p:grpSpPr>
          <a:xfrm>
            <a:off x="4061043" y="7856507"/>
            <a:ext cx="234360" cy="200055"/>
            <a:chOff x="1152270" y="11716364"/>
            <a:chExt cx="234360" cy="200055"/>
          </a:xfrm>
        </p:grpSpPr>
        <p:sp>
          <p:nvSpPr>
            <p:cNvPr id="286" name="모서리가 둥근 직사각형 2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87" name="직사각형 28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cxnSp>
        <p:nvCxnSpPr>
          <p:cNvPr id="288" name="꺾인 연결선 287"/>
          <p:cNvCxnSpPr>
            <a:stCxn id="190" idx="0"/>
            <a:endCxn id="237" idx="2"/>
          </p:cNvCxnSpPr>
          <p:nvPr/>
        </p:nvCxnSpPr>
        <p:spPr>
          <a:xfrm rot="5400000" flipH="1" flipV="1">
            <a:off x="5261957" y="9146464"/>
            <a:ext cx="1243186" cy="32142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289" name="모서리가 둥근 직사각형 288"/>
          <p:cNvSpPr/>
          <p:nvPr/>
        </p:nvSpPr>
        <p:spPr>
          <a:xfrm>
            <a:off x="5584218" y="8295107"/>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제출완료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90" name="그룹 289"/>
          <p:cNvGrpSpPr/>
          <p:nvPr/>
        </p:nvGrpSpPr>
        <p:grpSpPr>
          <a:xfrm>
            <a:off x="5360453" y="8265527"/>
            <a:ext cx="284052" cy="200055"/>
            <a:chOff x="1128554" y="11716364"/>
            <a:chExt cx="284052" cy="200055"/>
          </a:xfrm>
        </p:grpSpPr>
        <p:sp>
          <p:nvSpPr>
            <p:cNvPr id="291" name="모서리가 둥근 직사각형 29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92" name="직사각형 291"/>
            <p:cNvSpPr/>
            <p:nvPr/>
          </p:nvSpPr>
          <p:spPr>
            <a:xfrm>
              <a:off x="1128554"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305942944"/>
      </p:ext>
    </p:extLst>
  </p:cSld>
  <p:clrMapOvr>
    <a:masterClrMapping/>
  </p:clrMapOvr>
  <p:transition>
    <p:wipe dir="r"/>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KNOU_UI_C02090000_06</a:t>
            </a:r>
            <a:endParaRPr lang="ko-KR" altLang="en-US" sz="800" spc="-60" dirty="0">
              <a:latin typeface="+mn-ea"/>
            </a:endParaRPr>
          </a:p>
        </p:txBody>
      </p:sp>
      <p:sp>
        <p:nvSpPr>
          <p:cNvPr id="86" name="TextBox 85"/>
          <p:cNvSpPr txBox="1"/>
          <p:nvPr/>
        </p:nvSpPr>
        <p:spPr>
          <a:xfrm>
            <a:off x="2248412" y="1086644"/>
            <a:ext cx="360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과제정보 및 제출 </a:t>
            </a:r>
            <a:r>
              <a:rPr lang="en-US" altLang="ko-KR" sz="800" spc="-60" dirty="0" smtClean="0">
                <a:latin typeface="+mn-ea"/>
                <a:ea typeface="+mn-ea"/>
              </a:rPr>
              <a:t>: </a:t>
            </a:r>
            <a:r>
              <a:rPr lang="ko-KR" altLang="en-US" sz="800" spc="-60" dirty="0" smtClean="0">
                <a:latin typeface="+mn-ea"/>
                <a:ea typeface="+mn-ea"/>
              </a:rPr>
              <a:t>일반과제 </a:t>
            </a:r>
            <a:r>
              <a:rPr lang="en-US" altLang="ko-KR" sz="800" spc="-60" dirty="0" smtClean="0">
                <a:latin typeface="+mn-ea"/>
                <a:ea typeface="+mn-ea"/>
              </a:rPr>
              <a:t>: </a:t>
            </a:r>
            <a:r>
              <a:rPr lang="ko-KR" altLang="en-US" sz="800" spc="-60" dirty="0" smtClean="0">
                <a:latin typeface="+mn-ea"/>
                <a:ea typeface="+mn-ea"/>
              </a:rPr>
              <a:t>과제 제출 후 </a:t>
            </a:r>
            <a:r>
              <a:rPr lang="en-US" altLang="ko-KR" sz="800" spc="-60" dirty="0" smtClean="0">
                <a:latin typeface="+mn-ea"/>
                <a:ea typeface="+mn-ea"/>
              </a:rPr>
              <a:t>&amp; </a:t>
            </a:r>
            <a:r>
              <a:rPr lang="ko-KR" altLang="en-US" sz="800" spc="-60" dirty="0">
                <a:latin typeface="+mn-ea"/>
                <a:ea typeface="+mn-ea"/>
              </a:rPr>
              <a:t>마감 전 </a:t>
            </a:r>
            <a:r>
              <a:rPr lang="en-US" altLang="ko-KR" sz="800" spc="-60" dirty="0">
                <a:latin typeface="+mn-ea"/>
                <a:ea typeface="+mn-ea"/>
              </a:rPr>
              <a:t>&amp; </a:t>
            </a:r>
            <a:r>
              <a:rPr lang="ko-KR" altLang="en-US" sz="800" spc="-60" dirty="0">
                <a:latin typeface="+mn-ea"/>
                <a:ea typeface="+mn-ea"/>
              </a:rPr>
              <a:t>평가 전 화면</a:t>
            </a: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054174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124678849"/>
              </p:ext>
            </p:extLst>
          </p:nvPr>
        </p:nvGraphicFramePr>
        <p:xfrm>
          <a:off x="9499029" y="4875561"/>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제출한 과제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마지막 제출 과제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평가대상</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99017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70" name="모서리가 둥근 직사각형 169"/>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과제정보 및 과제제출</a:t>
            </a:r>
            <a:endParaRPr lang="ko-KR" altLang="en-US" sz="800" dirty="0">
              <a:solidFill>
                <a:srgbClr val="FF0000"/>
              </a:solidFill>
              <a:latin typeface="+mn-ea"/>
              <a:ea typeface="+mn-ea"/>
            </a:endParaRPr>
          </a:p>
        </p:txBody>
      </p:sp>
      <p:cxnSp>
        <p:nvCxnSpPr>
          <p:cNvPr id="205" name="직선 연결선 20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6" name="직사각형 205"/>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과제정보 및 제출</a:t>
            </a:r>
          </a:p>
        </p:txBody>
      </p:sp>
      <p:grpSp>
        <p:nvGrpSpPr>
          <p:cNvPr id="334" name="그룹 333"/>
          <p:cNvGrpSpPr/>
          <p:nvPr/>
        </p:nvGrpSpPr>
        <p:grpSpPr>
          <a:xfrm>
            <a:off x="416496" y="119911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258" name="Group 37"/>
          <p:cNvGraphicFramePr>
            <a:graphicFrameLocks noGrp="1"/>
          </p:cNvGraphicFramePr>
          <p:nvPr>
            <p:extLst>
              <p:ext uri="{D42A27DB-BD31-4B8C-83A1-F6EECF244321}">
                <p14:modId xmlns:p14="http://schemas.microsoft.com/office/powerpoint/2010/main" val="3506460959"/>
              </p:ext>
            </p:extLst>
          </p:nvPr>
        </p:nvGraphicFramePr>
        <p:xfrm>
          <a:off x="1981623" y="10222132"/>
          <a:ext cx="7460827" cy="983732"/>
        </p:xfrm>
        <a:graphic>
          <a:graphicData uri="http://schemas.openxmlformats.org/drawingml/2006/table">
            <a:tbl>
              <a:tblPr/>
              <a:tblGrid>
                <a:gridCol w="316203"/>
                <a:gridCol w="862994"/>
                <a:gridCol w="6281630"/>
              </a:tblGrid>
              <a:tr h="24872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우수과제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r>
              <a:tr h="24500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제출과제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03" name="사각형 설명선 302"/>
          <p:cNvSpPr/>
          <p:nvPr/>
        </p:nvSpPr>
        <p:spPr>
          <a:xfrm>
            <a:off x="-69868" y="10116218"/>
            <a:ext cx="1764196" cy="490153"/>
          </a:xfrm>
          <a:prstGeom prst="wedgeRectCallout">
            <a:avLst>
              <a:gd name="adj1" fmla="val 70873"/>
              <a:gd name="adj2" fmla="val -3111"/>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일반과제</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읽기 허용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예</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인 경우 영역 노출</a:t>
            </a:r>
          </a:p>
        </p:txBody>
      </p:sp>
      <p:graphicFrame>
        <p:nvGraphicFramePr>
          <p:cNvPr id="188" name="Group 37"/>
          <p:cNvGraphicFramePr>
            <a:graphicFrameLocks noGrp="1"/>
          </p:cNvGraphicFramePr>
          <p:nvPr>
            <p:extLst>
              <p:ext uri="{D42A27DB-BD31-4B8C-83A1-F6EECF244321}">
                <p14:modId xmlns:p14="http://schemas.microsoft.com/office/powerpoint/2010/main" val="180901518"/>
              </p:ext>
            </p:extLst>
          </p:nvPr>
        </p:nvGraphicFramePr>
        <p:xfrm>
          <a:off x="1972097" y="4065463"/>
          <a:ext cx="7470353" cy="479299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일반과제일반과제</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9" name="직사각형 18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190" name="그룹 189"/>
          <p:cNvGrpSpPr/>
          <p:nvPr/>
        </p:nvGrpSpPr>
        <p:grpSpPr>
          <a:xfrm>
            <a:off x="3219475" y="4543465"/>
            <a:ext cx="6151862" cy="1148064"/>
            <a:chOff x="3229000" y="4452549"/>
            <a:chExt cx="6151862" cy="1148064"/>
          </a:xfrm>
        </p:grpSpPr>
        <p:sp>
          <p:nvSpPr>
            <p:cNvPr id="19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196"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2" name="직사각형 201"/>
          <p:cNvSpPr/>
          <p:nvPr/>
        </p:nvSpPr>
        <p:spPr>
          <a:xfrm>
            <a:off x="1966764" y="4276734"/>
            <a:ext cx="4397358"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제출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4" name="그룹 203"/>
          <p:cNvGrpSpPr/>
          <p:nvPr/>
        </p:nvGrpSpPr>
        <p:grpSpPr>
          <a:xfrm>
            <a:off x="3216263" y="7512322"/>
            <a:ext cx="2114928" cy="162000"/>
            <a:chOff x="3225788" y="7298382"/>
            <a:chExt cx="2114928" cy="162000"/>
          </a:xfrm>
        </p:grpSpPr>
        <p:sp>
          <p:nvSpPr>
            <p:cNvPr id="207" name="직사각형 20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8"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75" name="Group 37"/>
          <p:cNvGraphicFramePr>
            <a:graphicFrameLocks noGrp="1"/>
          </p:cNvGraphicFramePr>
          <p:nvPr>
            <p:extLst>
              <p:ext uri="{D42A27DB-BD31-4B8C-83A1-F6EECF244321}">
                <p14:modId xmlns:p14="http://schemas.microsoft.com/office/powerpoint/2010/main" val="3450467459"/>
              </p:ext>
            </p:extLst>
          </p:nvPr>
        </p:nvGraphicFramePr>
        <p:xfrm>
          <a:off x="1972097" y="8945039"/>
          <a:ext cx="7470353" cy="816540"/>
        </p:xfrm>
        <a:graphic>
          <a:graphicData uri="http://schemas.openxmlformats.org/drawingml/2006/table">
            <a:tbl>
              <a:tblPr/>
              <a:tblGrid>
                <a:gridCol w="460623"/>
                <a:gridCol w="4519612"/>
                <a:gridCol w="1245059"/>
                <a:gridCol w="1245059"/>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rPr>
                        <a:t>제출과제</a:t>
                      </a:r>
                      <a:r>
                        <a:rPr lang="en-US" altLang="ko-KR" sz="800" dirty="0" smtClean="0">
                          <a:solidFill>
                            <a:schemeClr val="tx1">
                              <a:lumMod val="75000"/>
                              <a:lumOff val="25000"/>
                            </a:schemeClr>
                          </a:solidFill>
                          <a:latin typeface="+mn-ea"/>
                        </a:rPr>
                        <a:t>_202654542.pdf</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2026.03.12 15:25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평가대상</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rPr>
                        <a:t>제출과제</a:t>
                      </a:r>
                      <a:r>
                        <a:rPr lang="en-US" altLang="ko-KR" sz="800" dirty="0" smtClean="0">
                          <a:solidFill>
                            <a:schemeClr val="tx1">
                              <a:lumMod val="75000"/>
                              <a:lumOff val="25000"/>
                            </a:schemeClr>
                          </a:solidFill>
                          <a:latin typeface="+mn-ea"/>
                        </a:rPr>
                        <a:t>_202654541.pdf</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2026.03.10 16:38</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6" name="모서리가 둥근 직사각형 175"/>
          <p:cNvSpPr/>
          <p:nvPr/>
        </p:nvSpPr>
        <p:spPr>
          <a:xfrm>
            <a:off x="8498446" y="897573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7" name="모서리가 둥근 직사각형 176"/>
          <p:cNvSpPr/>
          <p:nvPr/>
        </p:nvSpPr>
        <p:spPr>
          <a:xfrm>
            <a:off x="5263312" y="984723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1" name="그룹 180"/>
          <p:cNvGrpSpPr/>
          <p:nvPr/>
        </p:nvGrpSpPr>
        <p:grpSpPr>
          <a:xfrm>
            <a:off x="3683616" y="9242598"/>
            <a:ext cx="234360" cy="200055"/>
            <a:chOff x="1152270" y="11716364"/>
            <a:chExt cx="234360" cy="200055"/>
          </a:xfrm>
        </p:grpSpPr>
        <p:sp>
          <p:nvSpPr>
            <p:cNvPr id="182" name="모서리가 둥근 직사각형 18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3" name="직사각형 18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59" name="그룹 158"/>
          <p:cNvGrpSpPr/>
          <p:nvPr/>
        </p:nvGrpSpPr>
        <p:grpSpPr>
          <a:xfrm>
            <a:off x="579562" y="2166658"/>
            <a:ext cx="1386586" cy="5317057"/>
            <a:chOff x="579562" y="2166658"/>
            <a:chExt cx="1386586" cy="5317057"/>
          </a:xfrm>
        </p:grpSpPr>
        <p:grpSp>
          <p:nvGrpSpPr>
            <p:cNvPr id="160" name="그룹 159"/>
            <p:cNvGrpSpPr/>
            <p:nvPr/>
          </p:nvGrpSpPr>
          <p:grpSpPr>
            <a:xfrm>
              <a:off x="629956" y="3318264"/>
              <a:ext cx="1332000" cy="180000"/>
              <a:chOff x="666428" y="3785432"/>
              <a:chExt cx="1332000" cy="180000"/>
            </a:xfrm>
          </p:grpSpPr>
          <p:sp>
            <p:nvSpPr>
              <p:cNvPr id="233" name="모서리가 둥근 직사각형 23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1" name="그룹 160"/>
            <p:cNvGrpSpPr/>
            <p:nvPr/>
          </p:nvGrpSpPr>
          <p:grpSpPr>
            <a:xfrm>
              <a:off x="629956" y="3568824"/>
              <a:ext cx="1332000" cy="180000"/>
              <a:chOff x="666428" y="4310612"/>
              <a:chExt cx="1332000" cy="180000"/>
            </a:xfrm>
          </p:grpSpPr>
          <p:sp>
            <p:nvSpPr>
              <p:cNvPr id="231" name="모서리가 둥근 직사각형 2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2" name="그룹 161"/>
            <p:cNvGrpSpPr/>
            <p:nvPr/>
          </p:nvGrpSpPr>
          <p:grpSpPr>
            <a:xfrm>
              <a:off x="629955" y="3042501"/>
              <a:ext cx="1332000" cy="180000"/>
              <a:chOff x="666427" y="3266516"/>
              <a:chExt cx="1332000" cy="180000"/>
            </a:xfrm>
          </p:grpSpPr>
          <p:sp>
            <p:nvSpPr>
              <p:cNvPr id="229" name="모서리가 둥근 직사각형 22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3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3" name="그룹 162"/>
            <p:cNvGrpSpPr/>
            <p:nvPr/>
          </p:nvGrpSpPr>
          <p:grpSpPr>
            <a:xfrm>
              <a:off x="629956" y="3854780"/>
              <a:ext cx="1332000" cy="180000"/>
              <a:chOff x="666428" y="4570824"/>
              <a:chExt cx="1332000" cy="180000"/>
            </a:xfrm>
          </p:grpSpPr>
          <p:sp>
            <p:nvSpPr>
              <p:cNvPr id="227" name="모서리가 둥근 직사각형 22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28"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4" name="그룹 163"/>
            <p:cNvGrpSpPr/>
            <p:nvPr/>
          </p:nvGrpSpPr>
          <p:grpSpPr>
            <a:xfrm>
              <a:off x="629956" y="5316875"/>
              <a:ext cx="1332000" cy="180000"/>
              <a:chOff x="666428" y="5096004"/>
              <a:chExt cx="1332000" cy="180000"/>
            </a:xfrm>
          </p:grpSpPr>
          <p:sp>
            <p:nvSpPr>
              <p:cNvPr id="225" name="모서리가 둥근 직사각형 224"/>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26"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5" name="그룹 164"/>
            <p:cNvGrpSpPr/>
            <p:nvPr/>
          </p:nvGrpSpPr>
          <p:grpSpPr>
            <a:xfrm>
              <a:off x="634148" y="5634789"/>
              <a:ext cx="1332000" cy="180000"/>
              <a:chOff x="666428" y="3785432"/>
              <a:chExt cx="1332000" cy="180000"/>
            </a:xfrm>
          </p:grpSpPr>
          <p:sp>
            <p:nvSpPr>
              <p:cNvPr id="223" name="모서리가 둥근 직사각형 22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31150" y="4135825"/>
              <a:ext cx="1332000" cy="180000"/>
              <a:chOff x="666428" y="4570824"/>
              <a:chExt cx="1332000" cy="180000"/>
            </a:xfrm>
          </p:grpSpPr>
          <p:sp>
            <p:nvSpPr>
              <p:cNvPr id="221" name="모서리가 둥근 직사각형 22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2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29956" y="4423395"/>
              <a:ext cx="1332000" cy="180000"/>
              <a:chOff x="666428" y="4310612"/>
              <a:chExt cx="1332000" cy="180000"/>
            </a:xfrm>
          </p:grpSpPr>
          <p:sp>
            <p:nvSpPr>
              <p:cNvPr id="219" name="모서리가 둥근 직사각형 218"/>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22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68" name="TextBox 16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69" name="그룹 168"/>
            <p:cNvGrpSpPr/>
            <p:nvPr/>
          </p:nvGrpSpPr>
          <p:grpSpPr>
            <a:xfrm>
              <a:off x="632520" y="4723068"/>
              <a:ext cx="1332000" cy="180000"/>
              <a:chOff x="666428" y="4310612"/>
              <a:chExt cx="1332000" cy="180000"/>
            </a:xfrm>
          </p:grpSpPr>
          <p:sp>
            <p:nvSpPr>
              <p:cNvPr id="217" name="모서리가 둥근 직사각형 21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1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32520" y="2752353"/>
              <a:ext cx="1332000" cy="180000"/>
              <a:chOff x="666427" y="3266516"/>
              <a:chExt cx="1332000" cy="180000"/>
            </a:xfrm>
          </p:grpSpPr>
          <p:sp>
            <p:nvSpPr>
              <p:cNvPr id="215" name="모서리가 둥근 직사각형 21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1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2520" y="5005767"/>
              <a:ext cx="1332000" cy="180000"/>
              <a:chOff x="666428" y="4310612"/>
              <a:chExt cx="1332000" cy="180000"/>
            </a:xfrm>
          </p:grpSpPr>
          <p:sp>
            <p:nvSpPr>
              <p:cNvPr id="213" name="모서리가 둥근 직사각형 21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2520" y="6227787"/>
              <a:ext cx="1332000" cy="180000"/>
              <a:chOff x="666428" y="3785432"/>
              <a:chExt cx="1332000" cy="180000"/>
            </a:xfrm>
          </p:grpSpPr>
          <p:sp>
            <p:nvSpPr>
              <p:cNvPr id="211" name="모서리가 둥근 직사각형 21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2520" y="6487872"/>
              <a:ext cx="1332000" cy="180000"/>
              <a:chOff x="666428" y="4310612"/>
              <a:chExt cx="1332000" cy="180000"/>
            </a:xfrm>
          </p:grpSpPr>
          <p:sp>
            <p:nvSpPr>
              <p:cNvPr id="209" name="모서리가 둥근 직사각형 20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2520" y="6773828"/>
              <a:ext cx="1332000" cy="180000"/>
              <a:chOff x="666428" y="4570824"/>
              <a:chExt cx="1332000" cy="180000"/>
            </a:xfrm>
          </p:grpSpPr>
          <p:sp>
            <p:nvSpPr>
              <p:cNvPr id="201" name="모서리가 둥근 직사각형 20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2520" y="7053155"/>
              <a:ext cx="1332000" cy="180000"/>
              <a:chOff x="666428" y="3785432"/>
              <a:chExt cx="1332000" cy="180000"/>
            </a:xfrm>
          </p:grpSpPr>
          <p:sp>
            <p:nvSpPr>
              <p:cNvPr id="199" name="모서리가 둥근 직사각형 19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7303715"/>
              <a:ext cx="1332000" cy="180000"/>
              <a:chOff x="666428" y="4310612"/>
              <a:chExt cx="1332000" cy="180000"/>
            </a:xfrm>
          </p:grpSpPr>
          <p:sp>
            <p:nvSpPr>
              <p:cNvPr id="197" name="모서리가 둥근 직사각형 19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9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22995" y="5922821"/>
              <a:ext cx="1332000" cy="180000"/>
              <a:chOff x="666427" y="3266516"/>
              <a:chExt cx="1332000" cy="180000"/>
            </a:xfrm>
          </p:grpSpPr>
          <p:sp>
            <p:nvSpPr>
              <p:cNvPr id="187" name="모서리가 둥근 직사각형 18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19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761972081"/>
      </p:ext>
    </p:extLst>
  </p:cSld>
  <p:clrMapOvr>
    <a:masterClrMapping/>
  </p:clrMapOvr>
  <p:transition>
    <p:wipe dir="r"/>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KNOU_UI_C02090000_07</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과제정보 및 제출 </a:t>
            </a:r>
            <a:r>
              <a:rPr lang="en-US" altLang="ko-KR" sz="800" spc="-60" dirty="0" smtClean="0">
                <a:latin typeface="+mn-ea"/>
                <a:ea typeface="+mn-ea"/>
              </a:rPr>
              <a:t>: </a:t>
            </a:r>
            <a:r>
              <a:rPr lang="ko-KR" altLang="en-US" sz="800" spc="-60" dirty="0" smtClean="0">
                <a:latin typeface="+mn-ea"/>
                <a:ea typeface="+mn-ea"/>
              </a:rPr>
              <a:t>과제 제출 입력 폼</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054174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243749602"/>
              </p:ext>
            </p:extLst>
          </p:nvPr>
        </p:nvGraphicFramePr>
        <p:xfrm>
          <a:off x="9499029" y="4875561"/>
          <a:ext cx="1404156" cy="65749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제출과제파일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다시 제출 가능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이전 제출과제파일은 보존</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 제출 이력 남김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이후 </a:t>
                      </a: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평가완료 되었습니다</a:t>
                      </a:r>
                      <a:r>
                        <a:rPr lang="en-US" altLang="ko-KR" sz="800" kern="1200" dirty="0" smtClean="0">
                          <a:solidFill>
                            <a:srgbClr val="0070C0"/>
                          </a:solidFill>
                          <a:latin typeface="+mn-ea"/>
                          <a:ea typeface="+mn-ea"/>
                          <a:cs typeface="+mn-cs"/>
                        </a:rPr>
                        <a:t>. </a:t>
                      </a:r>
                      <a:r>
                        <a:rPr lang="ko-KR" altLang="en-US" sz="800" kern="1200" dirty="0" smtClean="0">
                          <a:solidFill>
                            <a:srgbClr val="0070C0"/>
                          </a:solidFill>
                          <a:latin typeface="+mn-ea"/>
                          <a:ea typeface="+mn-ea"/>
                          <a:cs typeface="+mn-cs"/>
                        </a:rPr>
                        <a:t>과제 제출 불가 합니다</a:t>
                      </a:r>
                      <a:r>
                        <a:rPr lang="en-US" altLang="ko-KR" sz="800" kern="120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99017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70" name="모서리가 둥근 직사각형 169"/>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과제정보 및 과제제출</a:t>
            </a:r>
            <a:endParaRPr lang="ko-KR" altLang="en-US" sz="800" dirty="0">
              <a:solidFill>
                <a:srgbClr val="FF0000"/>
              </a:solidFill>
              <a:latin typeface="+mn-ea"/>
              <a:ea typeface="+mn-ea"/>
            </a:endParaRPr>
          </a:p>
        </p:txBody>
      </p:sp>
      <p:graphicFrame>
        <p:nvGraphicFramePr>
          <p:cNvPr id="192" name="Group 37"/>
          <p:cNvGraphicFramePr>
            <a:graphicFrameLocks noGrp="1"/>
          </p:cNvGraphicFramePr>
          <p:nvPr>
            <p:extLst>
              <p:ext uri="{D42A27DB-BD31-4B8C-83A1-F6EECF244321}">
                <p14:modId xmlns:p14="http://schemas.microsoft.com/office/powerpoint/2010/main" val="765742846"/>
              </p:ext>
            </p:extLst>
          </p:nvPr>
        </p:nvGraphicFramePr>
        <p:xfrm>
          <a:off x="1972097" y="4065463"/>
          <a:ext cx="7470353" cy="479299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일반과제일반과제</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4" name="직사각형 19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195" name="그룹 194"/>
          <p:cNvGrpSpPr/>
          <p:nvPr/>
        </p:nvGrpSpPr>
        <p:grpSpPr>
          <a:xfrm>
            <a:off x="3219475" y="4543465"/>
            <a:ext cx="6151862" cy="1148064"/>
            <a:chOff x="3229000" y="4452549"/>
            <a:chExt cx="6151862" cy="1148064"/>
          </a:xfrm>
        </p:grpSpPr>
        <p:sp>
          <p:nvSpPr>
            <p:cNvPr id="197"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198"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199" name="직사각형 198"/>
          <p:cNvSpPr/>
          <p:nvPr/>
        </p:nvSpPr>
        <p:spPr>
          <a:xfrm>
            <a:off x="1966764" y="4276734"/>
            <a:ext cx="4397358"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제출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0" name="그룹 199"/>
          <p:cNvGrpSpPr/>
          <p:nvPr/>
        </p:nvGrpSpPr>
        <p:grpSpPr>
          <a:xfrm>
            <a:off x="3216263" y="7512322"/>
            <a:ext cx="2114928" cy="162000"/>
            <a:chOff x="3225788" y="7298382"/>
            <a:chExt cx="2114928" cy="162000"/>
          </a:xfrm>
        </p:grpSpPr>
        <p:sp>
          <p:nvSpPr>
            <p:cNvPr id="201" name="직사각형 20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3"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205" name="직선 연결선 20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6" name="직사각형 205"/>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과제정보 및 제출</a:t>
            </a:r>
          </a:p>
        </p:txBody>
      </p:sp>
      <p:grpSp>
        <p:nvGrpSpPr>
          <p:cNvPr id="334" name="그룹 333"/>
          <p:cNvGrpSpPr/>
          <p:nvPr/>
        </p:nvGrpSpPr>
        <p:grpSpPr>
          <a:xfrm>
            <a:off x="416496" y="119911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241" name="Group 37"/>
          <p:cNvGraphicFramePr>
            <a:graphicFrameLocks noGrp="1"/>
          </p:cNvGraphicFramePr>
          <p:nvPr>
            <p:extLst>
              <p:ext uri="{D42A27DB-BD31-4B8C-83A1-F6EECF244321}">
                <p14:modId xmlns:p14="http://schemas.microsoft.com/office/powerpoint/2010/main" val="1621770844"/>
              </p:ext>
            </p:extLst>
          </p:nvPr>
        </p:nvGraphicFramePr>
        <p:xfrm>
          <a:off x="1972097" y="8945039"/>
          <a:ext cx="7470354" cy="1252713"/>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 파일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30500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bl>
          </a:graphicData>
        </a:graphic>
      </p:graphicFrame>
      <p:sp>
        <p:nvSpPr>
          <p:cNvPr id="254" name="모서리가 둥근 직사각형 253"/>
          <p:cNvSpPr/>
          <p:nvPr/>
        </p:nvSpPr>
        <p:spPr>
          <a:xfrm>
            <a:off x="8498446" y="897573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6" name="모서리가 둥근 직사각형 255"/>
          <p:cNvSpPr/>
          <p:nvPr/>
        </p:nvSpPr>
        <p:spPr>
          <a:xfrm>
            <a:off x="5263312" y="995526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58" name="Group 37"/>
          <p:cNvGraphicFramePr>
            <a:graphicFrameLocks noGrp="1"/>
          </p:cNvGraphicFramePr>
          <p:nvPr>
            <p:extLst>
              <p:ext uri="{D42A27DB-BD31-4B8C-83A1-F6EECF244321}">
                <p14:modId xmlns:p14="http://schemas.microsoft.com/office/powerpoint/2010/main" val="555972648"/>
              </p:ext>
            </p:extLst>
          </p:nvPr>
        </p:nvGraphicFramePr>
        <p:xfrm>
          <a:off x="1981623" y="10284615"/>
          <a:ext cx="7460827" cy="983732"/>
        </p:xfrm>
        <a:graphic>
          <a:graphicData uri="http://schemas.openxmlformats.org/drawingml/2006/table">
            <a:tbl>
              <a:tblPr/>
              <a:tblGrid>
                <a:gridCol w="316203"/>
                <a:gridCol w="862994"/>
                <a:gridCol w="6281630"/>
              </a:tblGrid>
              <a:tr h="24872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우수과제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r>
              <a:tr h="24500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제출과제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03" name="사각형 설명선 302"/>
          <p:cNvSpPr/>
          <p:nvPr/>
        </p:nvSpPr>
        <p:spPr>
          <a:xfrm>
            <a:off x="-69868" y="10178701"/>
            <a:ext cx="1764196" cy="490153"/>
          </a:xfrm>
          <a:prstGeom prst="wedgeRectCallout">
            <a:avLst>
              <a:gd name="adj1" fmla="val 70873"/>
              <a:gd name="adj2" fmla="val -3111"/>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일반과제</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읽기 허용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예</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인 경우 영역 노출</a:t>
            </a:r>
          </a:p>
        </p:txBody>
      </p:sp>
      <p:grpSp>
        <p:nvGrpSpPr>
          <p:cNvPr id="354" name="그룹 353"/>
          <p:cNvGrpSpPr/>
          <p:nvPr/>
        </p:nvGrpSpPr>
        <p:grpSpPr>
          <a:xfrm>
            <a:off x="5069155" y="9922884"/>
            <a:ext cx="234360" cy="200055"/>
            <a:chOff x="1152270" y="11716364"/>
            <a:chExt cx="234360" cy="200055"/>
          </a:xfrm>
        </p:grpSpPr>
        <p:sp>
          <p:nvSpPr>
            <p:cNvPr id="362" name="모서리가 둥근 직사각형 3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3" name="직사각형 36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75" name="그룹 174"/>
          <p:cNvGrpSpPr/>
          <p:nvPr/>
        </p:nvGrpSpPr>
        <p:grpSpPr>
          <a:xfrm>
            <a:off x="3196233" y="9459688"/>
            <a:ext cx="2114928" cy="162000"/>
            <a:chOff x="3225788" y="7298382"/>
            <a:chExt cx="2114928" cy="162000"/>
          </a:xfrm>
        </p:grpSpPr>
        <p:sp>
          <p:nvSpPr>
            <p:cNvPr id="176" name="직사각형 175"/>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제출과</a:t>
              </a:r>
              <a:r>
                <a:rPr lang="ko-KR" altLang="en-US" sz="800" dirty="0">
                  <a:solidFill>
                    <a:schemeClr val="tx1">
                      <a:lumMod val="75000"/>
                      <a:lumOff val="25000"/>
                    </a:schemeClr>
                  </a:solidFill>
                  <a:latin typeface="+mn-ea"/>
                </a:rPr>
                <a:t>제</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77"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78" name="그룹 177"/>
          <p:cNvGrpSpPr/>
          <p:nvPr/>
        </p:nvGrpSpPr>
        <p:grpSpPr>
          <a:xfrm>
            <a:off x="5284465" y="9428326"/>
            <a:ext cx="234360" cy="200055"/>
            <a:chOff x="1152270" y="11716364"/>
            <a:chExt cx="234360" cy="200055"/>
          </a:xfrm>
        </p:grpSpPr>
        <p:sp>
          <p:nvSpPr>
            <p:cNvPr id="179" name="모서리가 둥근 직사각형 17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0" name="직사각형 17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5" name="그룹 164"/>
          <p:cNvGrpSpPr/>
          <p:nvPr/>
        </p:nvGrpSpPr>
        <p:grpSpPr>
          <a:xfrm>
            <a:off x="3452941" y="9673174"/>
            <a:ext cx="234360" cy="200055"/>
            <a:chOff x="1152270" y="11716364"/>
            <a:chExt cx="234360" cy="200055"/>
          </a:xfrm>
        </p:grpSpPr>
        <p:sp>
          <p:nvSpPr>
            <p:cNvPr id="166" name="모서리가 둥근 직사각형 1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67" name="직사각형 1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68" name="그룹 167"/>
          <p:cNvGrpSpPr/>
          <p:nvPr/>
        </p:nvGrpSpPr>
        <p:grpSpPr>
          <a:xfrm>
            <a:off x="579562" y="2166658"/>
            <a:ext cx="1386586" cy="5317057"/>
            <a:chOff x="579562" y="2166658"/>
            <a:chExt cx="1386586" cy="5317057"/>
          </a:xfrm>
        </p:grpSpPr>
        <p:grpSp>
          <p:nvGrpSpPr>
            <p:cNvPr id="169" name="그룹 168"/>
            <p:cNvGrpSpPr/>
            <p:nvPr/>
          </p:nvGrpSpPr>
          <p:grpSpPr>
            <a:xfrm>
              <a:off x="629956" y="3318264"/>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3568824"/>
              <a:ext cx="1332000" cy="180000"/>
              <a:chOff x="666428" y="4310612"/>
              <a:chExt cx="1332000" cy="180000"/>
            </a:xfrm>
          </p:grpSpPr>
          <p:sp>
            <p:nvSpPr>
              <p:cNvPr id="260" name="모서리가 둥근 직사각형 25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6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29955" y="3042501"/>
              <a:ext cx="1332000" cy="180000"/>
              <a:chOff x="666427" y="3266516"/>
              <a:chExt cx="1332000" cy="180000"/>
            </a:xfrm>
          </p:grpSpPr>
          <p:sp>
            <p:nvSpPr>
              <p:cNvPr id="257" name="모서리가 둥근 직사각형 25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5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3854780"/>
              <a:ext cx="1332000" cy="180000"/>
              <a:chOff x="666428" y="4570824"/>
              <a:chExt cx="1332000" cy="180000"/>
            </a:xfrm>
          </p:grpSpPr>
          <p:sp>
            <p:nvSpPr>
              <p:cNvPr id="240" name="모서리가 둥근 직사각형 23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29956" y="5316875"/>
              <a:ext cx="1332000" cy="180000"/>
              <a:chOff x="666428" y="5096004"/>
              <a:chExt cx="1332000" cy="180000"/>
            </a:xfrm>
          </p:grpSpPr>
          <p:sp>
            <p:nvSpPr>
              <p:cNvPr id="234" name="모서리가 둥근 직사각형 233"/>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39"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4148" y="5634789"/>
              <a:ext cx="1332000" cy="180000"/>
              <a:chOff x="666428" y="3785432"/>
              <a:chExt cx="1332000" cy="180000"/>
            </a:xfrm>
          </p:grpSpPr>
          <p:sp>
            <p:nvSpPr>
              <p:cNvPr id="232" name="모서리가 둥근 직사각형 23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1150" y="4135825"/>
              <a:ext cx="1332000" cy="180000"/>
              <a:chOff x="666428" y="4570824"/>
              <a:chExt cx="1332000" cy="180000"/>
            </a:xfrm>
          </p:grpSpPr>
          <p:sp>
            <p:nvSpPr>
              <p:cNvPr id="230" name="모서리가 둥근 직사각형 22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31"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29956" y="4423395"/>
              <a:ext cx="1332000" cy="180000"/>
              <a:chOff x="666428" y="4310612"/>
              <a:chExt cx="1332000" cy="180000"/>
            </a:xfrm>
          </p:grpSpPr>
          <p:sp>
            <p:nvSpPr>
              <p:cNvPr id="228" name="모서리가 둥근 직사각형 227"/>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22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5" name="TextBox 18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6" name="그룹 185"/>
            <p:cNvGrpSpPr/>
            <p:nvPr/>
          </p:nvGrpSpPr>
          <p:grpSpPr>
            <a:xfrm>
              <a:off x="632520" y="4723068"/>
              <a:ext cx="1332000" cy="180000"/>
              <a:chOff x="666428" y="4310612"/>
              <a:chExt cx="1332000" cy="180000"/>
            </a:xfrm>
          </p:grpSpPr>
          <p:sp>
            <p:nvSpPr>
              <p:cNvPr id="226" name="모서리가 둥근 직사각형 22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2520" y="2752353"/>
              <a:ext cx="1332000" cy="180000"/>
              <a:chOff x="666427" y="3266516"/>
              <a:chExt cx="1332000" cy="180000"/>
            </a:xfrm>
          </p:grpSpPr>
          <p:sp>
            <p:nvSpPr>
              <p:cNvPr id="224" name="모서리가 둥근 직사각형 22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2520" y="5005767"/>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2520" y="6227787"/>
              <a:ext cx="1332000" cy="180000"/>
              <a:chOff x="666428" y="3785432"/>
              <a:chExt cx="1332000" cy="180000"/>
            </a:xfrm>
          </p:grpSpPr>
          <p:sp>
            <p:nvSpPr>
              <p:cNvPr id="220" name="모서리가 둥근 직사각형 21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2520" y="6487872"/>
              <a:ext cx="1332000" cy="180000"/>
              <a:chOff x="666428" y="4310612"/>
              <a:chExt cx="1332000" cy="180000"/>
            </a:xfrm>
          </p:grpSpPr>
          <p:sp>
            <p:nvSpPr>
              <p:cNvPr id="218" name="모서리가 둥근 직사각형 21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6773828"/>
              <a:ext cx="1332000" cy="180000"/>
              <a:chOff x="666428" y="4570824"/>
              <a:chExt cx="1332000" cy="180000"/>
            </a:xfrm>
          </p:grpSpPr>
          <p:sp>
            <p:nvSpPr>
              <p:cNvPr id="216" name="모서리가 둥근 직사각형 21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7053155"/>
              <a:ext cx="1332000" cy="180000"/>
              <a:chOff x="666428" y="3785432"/>
              <a:chExt cx="1332000" cy="180000"/>
            </a:xfrm>
          </p:grpSpPr>
          <p:sp>
            <p:nvSpPr>
              <p:cNvPr id="214" name="모서리가 둥근 직사각형 21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1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32520" y="7303715"/>
              <a:ext cx="1332000" cy="180000"/>
              <a:chOff x="666428" y="4310612"/>
              <a:chExt cx="1332000" cy="180000"/>
            </a:xfrm>
          </p:grpSpPr>
          <p:sp>
            <p:nvSpPr>
              <p:cNvPr id="212" name="모서리가 둥근 직사각형 21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1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2995" y="5922821"/>
              <a:ext cx="1332000" cy="180000"/>
              <a:chOff x="666427" y="3266516"/>
              <a:chExt cx="1332000" cy="180000"/>
            </a:xfrm>
          </p:grpSpPr>
          <p:sp>
            <p:nvSpPr>
              <p:cNvPr id="208" name="모서리가 둥근 직사각형 20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0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604042003"/>
      </p:ext>
    </p:extLst>
  </p:cSld>
  <p:clrMapOvr>
    <a:masterClrMapping/>
  </p:clrMapOvr>
  <p:transition>
    <p:wipe dir="r"/>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KNOU_UI_C02090000_08</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과제 </a:t>
            </a:r>
            <a:r>
              <a:rPr lang="en-US" altLang="ko-KR" sz="800" spc="-60" dirty="0" smtClean="0">
                <a:latin typeface="+mn-ea"/>
                <a:ea typeface="+mn-ea"/>
              </a:rPr>
              <a:t>&gt; </a:t>
            </a:r>
            <a:r>
              <a:rPr lang="ko-KR" altLang="en-US" sz="800" spc="-60" dirty="0" smtClean="0">
                <a:latin typeface="+mn-ea"/>
                <a:ea typeface="+mn-ea"/>
              </a:rPr>
              <a:t>과제정보 및 제출 </a:t>
            </a:r>
            <a:r>
              <a:rPr lang="en-US" altLang="ko-KR" sz="800" spc="-60" dirty="0" smtClean="0">
                <a:latin typeface="+mn-ea"/>
                <a:ea typeface="+mn-ea"/>
              </a:rPr>
              <a:t>: </a:t>
            </a:r>
            <a:r>
              <a:rPr lang="ko-KR" altLang="en-US" sz="800" spc="-60" dirty="0" smtClean="0">
                <a:latin typeface="+mn-ea"/>
                <a:ea typeface="+mn-ea"/>
              </a:rPr>
              <a:t>피드백</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129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054174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과제</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과제</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732841756"/>
              </p:ext>
            </p:extLst>
          </p:nvPr>
        </p:nvGraphicFramePr>
        <p:xfrm>
          <a:off x="9499029" y="4875561"/>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평가전 상태표시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파일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과제</a:t>
                </a:r>
                <a:endParaRPr kumimoji="1" lang="ko-KR" altLang="en-US" sz="800" dirty="0">
                  <a:solidFill>
                    <a:schemeClr val="tx1">
                      <a:lumMod val="75000"/>
                      <a:lumOff val="25000"/>
                    </a:schemeClr>
                  </a:solidFill>
                  <a:latin typeface="+mn-ea"/>
                  <a:ea typeface="+mn-ea"/>
                  <a:cs typeface="Calibri" pitchFamily="34" charset="0"/>
                </a:endParaRPr>
              </a:p>
            </p:txBody>
          </p:sp>
          <p:pic>
            <p:nvPicPr>
              <p:cNvPr id="28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과제</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99017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170" name="모서리가 둥근 직사각형 169"/>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과제정보 및 과제제출</a:t>
            </a:r>
            <a:endParaRPr lang="ko-KR" altLang="en-US" sz="800" dirty="0">
              <a:solidFill>
                <a:srgbClr val="FF0000"/>
              </a:solidFill>
              <a:latin typeface="+mn-ea"/>
              <a:ea typeface="+mn-ea"/>
            </a:endParaRPr>
          </a:p>
        </p:txBody>
      </p:sp>
      <p:graphicFrame>
        <p:nvGraphicFramePr>
          <p:cNvPr id="192" name="Group 37"/>
          <p:cNvGraphicFramePr>
            <a:graphicFrameLocks noGrp="1"/>
          </p:cNvGraphicFramePr>
          <p:nvPr>
            <p:extLst>
              <p:ext uri="{D42A27DB-BD31-4B8C-83A1-F6EECF244321}">
                <p14:modId xmlns:p14="http://schemas.microsoft.com/office/powerpoint/2010/main" val="3818832698"/>
              </p:ext>
            </p:extLst>
          </p:nvPr>
        </p:nvGraphicFramePr>
        <p:xfrm>
          <a:off x="1972097" y="4065463"/>
          <a:ext cx="7470353" cy="4792999"/>
        </p:xfrm>
        <a:graphic>
          <a:graphicData uri="http://schemas.openxmlformats.org/drawingml/2006/table">
            <a:tbl>
              <a:tblPr/>
              <a:tblGrid>
                <a:gridCol w="1203774"/>
                <a:gridCol w="2569217"/>
                <a:gridCol w="1152128"/>
                <a:gridCol w="2545234"/>
              </a:tblGrid>
              <a:tr h="407665">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일반과제일반과제</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성적반영비율</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25%</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94" name="직사각형 19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195" name="그룹 194"/>
          <p:cNvGrpSpPr/>
          <p:nvPr/>
        </p:nvGrpSpPr>
        <p:grpSpPr>
          <a:xfrm>
            <a:off x="3219475" y="4543465"/>
            <a:ext cx="6151862" cy="1148064"/>
            <a:chOff x="3229000" y="4452549"/>
            <a:chExt cx="6151862" cy="1148064"/>
          </a:xfrm>
        </p:grpSpPr>
        <p:sp>
          <p:nvSpPr>
            <p:cNvPr id="197"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198"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199" name="직사각형 198"/>
          <p:cNvSpPr/>
          <p:nvPr/>
        </p:nvSpPr>
        <p:spPr>
          <a:xfrm>
            <a:off x="1966764" y="4276734"/>
            <a:ext cx="4397358"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제출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0" name="그룹 199"/>
          <p:cNvGrpSpPr/>
          <p:nvPr/>
        </p:nvGrpSpPr>
        <p:grpSpPr>
          <a:xfrm>
            <a:off x="3216263" y="7512322"/>
            <a:ext cx="2114928" cy="162000"/>
            <a:chOff x="3225788" y="7298382"/>
            <a:chExt cx="2114928" cy="162000"/>
          </a:xfrm>
        </p:grpSpPr>
        <p:sp>
          <p:nvSpPr>
            <p:cNvPr id="201" name="직사각형 20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3" name="Picture 2"/>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205" name="직선 연결선 20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6" name="직사각형 205"/>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과제정보 및 제출</a:t>
            </a:r>
          </a:p>
        </p:txBody>
      </p:sp>
      <p:grpSp>
        <p:nvGrpSpPr>
          <p:cNvPr id="334" name="그룹 333"/>
          <p:cNvGrpSpPr/>
          <p:nvPr/>
        </p:nvGrpSpPr>
        <p:grpSpPr>
          <a:xfrm>
            <a:off x="416496" y="119911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241" name="Group 37"/>
          <p:cNvGraphicFramePr>
            <a:graphicFrameLocks noGrp="1"/>
          </p:cNvGraphicFramePr>
          <p:nvPr>
            <p:extLst>
              <p:ext uri="{D42A27DB-BD31-4B8C-83A1-F6EECF244321}">
                <p14:modId xmlns:p14="http://schemas.microsoft.com/office/powerpoint/2010/main" val="872388080"/>
              </p:ext>
            </p:extLst>
          </p:nvPr>
        </p:nvGraphicFramePr>
        <p:xfrm>
          <a:off x="1972097" y="8945039"/>
          <a:ext cx="7470353" cy="91172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66299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54" name="모서리가 둥근 직사각형 253"/>
          <p:cNvSpPr/>
          <p:nvPr/>
        </p:nvSpPr>
        <p:spPr>
          <a:xfrm>
            <a:off x="8498446" y="897573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3</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6" name="모서리가 둥근 직사각형 255"/>
          <p:cNvSpPr/>
          <p:nvPr/>
        </p:nvSpPr>
        <p:spPr>
          <a:xfrm>
            <a:off x="5263312" y="956873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7" name="직사각형 256"/>
          <p:cNvSpPr/>
          <p:nvPr/>
        </p:nvSpPr>
        <p:spPr>
          <a:xfrm>
            <a:off x="3215283" y="9290803"/>
            <a:ext cx="4995031" cy="215444"/>
          </a:xfrm>
          <a:prstGeom prst="rect">
            <a:avLst/>
          </a:prstGeom>
        </p:spPr>
        <p:txBody>
          <a:bodyPr wrap="square">
            <a:spAutoFit/>
          </a:bodyPr>
          <a:lstStyle/>
          <a:p>
            <a:pPr algn="ctr"/>
            <a:r>
              <a:rPr lang="ko-KR" altLang="en-US" sz="800" dirty="0" smtClean="0">
                <a:solidFill>
                  <a:schemeClr val="tx1">
                    <a:lumMod val="75000"/>
                    <a:lumOff val="25000"/>
                  </a:schemeClr>
                </a:solidFill>
                <a:latin typeface="+mn-ea"/>
                <a:ea typeface="+mn-ea"/>
              </a:rPr>
              <a:t>제출 과제가 없습니다</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aphicFrame>
        <p:nvGraphicFramePr>
          <p:cNvPr id="258" name="Group 37"/>
          <p:cNvGraphicFramePr>
            <a:graphicFrameLocks noGrp="1"/>
          </p:cNvGraphicFramePr>
          <p:nvPr>
            <p:extLst>
              <p:ext uri="{D42A27DB-BD31-4B8C-83A1-F6EECF244321}">
                <p14:modId xmlns:p14="http://schemas.microsoft.com/office/powerpoint/2010/main" val="3022213461"/>
              </p:ext>
            </p:extLst>
          </p:nvPr>
        </p:nvGraphicFramePr>
        <p:xfrm>
          <a:off x="1981623" y="9943626"/>
          <a:ext cx="7460827" cy="983732"/>
        </p:xfrm>
        <a:graphic>
          <a:graphicData uri="http://schemas.openxmlformats.org/drawingml/2006/table">
            <a:tbl>
              <a:tblPr/>
              <a:tblGrid>
                <a:gridCol w="316203"/>
                <a:gridCol w="862994"/>
                <a:gridCol w="6281630"/>
              </a:tblGrid>
              <a:tr h="24872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우수과제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r>
              <a:tr h="24500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제출과제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45002">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제출과제명제출과제명제출과제명제출과제명</a:t>
                      </a:r>
                      <a:r>
                        <a:rPr lang="en-US" altLang="ko-KR" sz="800" b="0" dirty="0" smtClean="0">
                          <a:solidFill>
                            <a:schemeClr val="tx1">
                              <a:lumMod val="75000"/>
                              <a:lumOff val="25000"/>
                            </a:schemeClr>
                          </a:solidFill>
                          <a:latin typeface="+mn-ea"/>
                          <a:ea typeface="+mn-ea"/>
                        </a:rPr>
                        <a:t>002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345" name="그룹 344"/>
          <p:cNvGrpSpPr/>
          <p:nvPr/>
        </p:nvGrpSpPr>
        <p:grpSpPr>
          <a:xfrm>
            <a:off x="9026602" y="8822339"/>
            <a:ext cx="234360" cy="200055"/>
            <a:chOff x="1152270" y="11716364"/>
            <a:chExt cx="234360" cy="200055"/>
          </a:xfrm>
        </p:grpSpPr>
        <p:sp>
          <p:nvSpPr>
            <p:cNvPr id="346" name="모서리가 둥근 직사각형 34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7" name="직사각형 34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78" name="그룹 177"/>
          <p:cNvGrpSpPr/>
          <p:nvPr/>
        </p:nvGrpSpPr>
        <p:grpSpPr>
          <a:xfrm>
            <a:off x="2307635" y="5003942"/>
            <a:ext cx="6170401" cy="3681642"/>
            <a:chOff x="1100571" y="3168288"/>
            <a:chExt cx="6170401" cy="3681642"/>
          </a:xfrm>
        </p:grpSpPr>
        <p:sp>
          <p:nvSpPr>
            <p:cNvPr id="179" name="직사각형 178"/>
            <p:cNvSpPr/>
            <p:nvPr/>
          </p:nvSpPr>
          <p:spPr>
            <a:xfrm>
              <a:off x="1100571" y="3176974"/>
              <a:ext cx="6170400" cy="367295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0" name="직사각형 179"/>
            <p:cNvSpPr/>
            <p:nvPr/>
          </p:nvSpPr>
          <p:spPr>
            <a:xfrm>
              <a:off x="1100572" y="3168288"/>
              <a:ext cx="61704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1" name="직사각형 180"/>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피드백</a:t>
              </a:r>
              <a:endParaRPr lang="ko-KR" altLang="en-US" sz="800" b="1" dirty="0">
                <a:solidFill>
                  <a:schemeClr val="bg1"/>
                </a:solidFill>
                <a:latin typeface="+mn-ea"/>
                <a:ea typeface="+mn-ea"/>
              </a:endParaRPr>
            </a:p>
          </p:txBody>
        </p:sp>
        <p:sp>
          <p:nvSpPr>
            <p:cNvPr id="182" name="직사각형 181"/>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3" name="모서리가 둥근 직사각형 182"/>
          <p:cNvSpPr/>
          <p:nvPr/>
        </p:nvSpPr>
        <p:spPr>
          <a:xfrm>
            <a:off x="4917096" y="834075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4" name="그룹 183"/>
          <p:cNvGrpSpPr/>
          <p:nvPr/>
        </p:nvGrpSpPr>
        <p:grpSpPr>
          <a:xfrm>
            <a:off x="2288704" y="5275599"/>
            <a:ext cx="6249838" cy="304407"/>
            <a:chOff x="2288704" y="6797001"/>
            <a:chExt cx="6249838" cy="304407"/>
          </a:xfrm>
        </p:grpSpPr>
        <p:sp>
          <p:nvSpPr>
            <p:cNvPr id="185" name="직사각형 184"/>
            <p:cNvSpPr/>
            <p:nvPr/>
          </p:nvSpPr>
          <p:spPr>
            <a:xfrm>
              <a:off x="2288704" y="6853163"/>
              <a:ext cx="1439818" cy="246221"/>
            </a:xfrm>
            <a:prstGeom prst="rect">
              <a:avLst/>
            </a:prstGeom>
          </p:spPr>
          <p:txBody>
            <a:bodyPr wrap="none">
              <a:spAutoFit/>
            </a:bodyPr>
            <a:lstStyle/>
            <a:p>
              <a:r>
                <a:rPr lang="ko-KR" altLang="en-US" sz="1000" b="1" dirty="0" smtClean="0">
                  <a:solidFill>
                    <a:schemeClr val="tx1">
                      <a:lumMod val="75000"/>
                      <a:lumOff val="25000"/>
                    </a:schemeClr>
                  </a:solidFill>
                  <a:latin typeface="+mn-ea"/>
                  <a:ea typeface="+mn-ea"/>
                </a:rPr>
                <a:t>일한 번역연습</a:t>
              </a:r>
              <a:r>
                <a:rPr lang="en-US" altLang="ko-KR" sz="1000" b="1" dirty="0" smtClean="0">
                  <a:solidFill>
                    <a:schemeClr val="tx1">
                      <a:lumMod val="75000"/>
                      <a:lumOff val="25000"/>
                    </a:schemeClr>
                  </a:solidFill>
                  <a:latin typeface="+mn-ea"/>
                  <a:ea typeface="+mn-ea"/>
                </a:rPr>
                <a:t>01 1</a:t>
              </a:r>
              <a:r>
                <a:rPr lang="ko-KR" altLang="en-US" sz="1000" b="1" dirty="0" smtClean="0">
                  <a:solidFill>
                    <a:schemeClr val="tx1">
                      <a:lumMod val="75000"/>
                      <a:lumOff val="25000"/>
                    </a:schemeClr>
                  </a:solidFill>
                  <a:latin typeface="+mn-ea"/>
                  <a:ea typeface="+mn-ea"/>
                </a:rPr>
                <a:t>반</a:t>
              </a:r>
              <a:endParaRPr lang="ko-KR" altLang="en-US" sz="1000" dirty="0">
                <a:latin typeface="+mn-ea"/>
                <a:ea typeface="+mn-ea"/>
              </a:endParaRPr>
            </a:p>
          </p:txBody>
        </p:sp>
        <p:grpSp>
          <p:nvGrpSpPr>
            <p:cNvPr id="186" name="그룹 185"/>
            <p:cNvGrpSpPr/>
            <p:nvPr/>
          </p:nvGrpSpPr>
          <p:grpSpPr>
            <a:xfrm>
              <a:off x="6607370" y="6797001"/>
              <a:ext cx="1931172" cy="304407"/>
              <a:chOff x="5407617" y="2286397"/>
              <a:chExt cx="1931172" cy="304407"/>
            </a:xfrm>
          </p:grpSpPr>
          <p:sp>
            <p:nvSpPr>
              <p:cNvPr id="188" name="직사각형 187"/>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189" name="직사각형 188"/>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grpSp>
      <p:grpSp>
        <p:nvGrpSpPr>
          <p:cNvPr id="190" name="그룹 189"/>
          <p:cNvGrpSpPr/>
          <p:nvPr/>
        </p:nvGrpSpPr>
        <p:grpSpPr>
          <a:xfrm>
            <a:off x="2298230" y="5589240"/>
            <a:ext cx="6093761" cy="1061425"/>
            <a:chOff x="2298230" y="7158203"/>
            <a:chExt cx="6093761" cy="1061425"/>
          </a:xfrm>
        </p:grpSpPr>
        <p:sp>
          <p:nvSpPr>
            <p:cNvPr id="193" name="TextBox 192"/>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02" name="직사각형 201"/>
            <p:cNvSpPr/>
            <p:nvPr/>
          </p:nvSpPr>
          <p:spPr>
            <a:xfrm>
              <a:off x="2387191" y="7388631"/>
              <a:ext cx="6004800" cy="830997"/>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04" name="직사각형 203"/>
            <p:cNvSpPr/>
            <p:nvPr/>
          </p:nvSpPr>
          <p:spPr>
            <a:xfrm>
              <a:off x="2506824" y="7453919"/>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nvGrpSpPr>
            <p:cNvPr id="207" name="그룹 206"/>
            <p:cNvGrpSpPr/>
            <p:nvPr/>
          </p:nvGrpSpPr>
          <p:grpSpPr>
            <a:xfrm>
              <a:off x="2523778" y="7977358"/>
              <a:ext cx="1800000" cy="180000"/>
              <a:chOff x="1388604" y="4041068"/>
              <a:chExt cx="1800000" cy="180000"/>
            </a:xfrm>
          </p:grpSpPr>
          <p:sp>
            <p:nvSpPr>
              <p:cNvPr id="208" name="직사각형 207"/>
              <p:cNvSpPr/>
              <p:nvPr/>
            </p:nvSpPr>
            <p:spPr>
              <a:xfrm>
                <a:off x="1388604" y="4041068"/>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209"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415896" y="4069062"/>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212" name="그룹 211"/>
          <p:cNvGrpSpPr/>
          <p:nvPr/>
        </p:nvGrpSpPr>
        <p:grpSpPr>
          <a:xfrm>
            <a:off x="2298229" y="6722673"/>
            <a:ext cx="6093761" cy="876759"/>
            <a:chOff x="2298230" y="7158203"/>
            <a:chExt cx="6093761" cy="876759"/>
          </a:xfrm>
        </p:grpSpPr>
        <p:sp>
          <p:nvSpPr>
            <p:cNvPr id="213" name="TextBox 212"/>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2026.05.06 13:35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15" name="직사각형 214"/>
            <p:cNvSpPr/>
            <p:nvPr/>
          </p:nvSpPr>
          <p:spPr>
            <a:xfrm>
              <a:off x="2387191" y="7388631"/>
              <a:ext cx="6004800" cy="64633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16" name="직사각형 215"/>
            <p:cNvSpPr/>
            <p:nvPr/>
          </p:nvSpPr>
          <p:spPr>
            <a:xfrm>
              <a:off x="2506824" y="7482494"/>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grpSp>
        <p:nvGrpSpPr>
          <p:cNvPr id="228" name="그룹 227"/>
          <p:cNvGrpSpPr/>
          <p:nvPr/>
        </p:nvGrpSpPr>
        <p:grpSpPr>
          <a:xfrm>
            <a:off x="2298229" y="7658422"/>
            <a:ext cx="6093761" cy="483639"/>
            <a:chOff x="2298230" y="7158203"/>
            <a:chExt cx="6093761" cy="483639"/>
          </a:xfrm>
        </p:grpSpPr>
        <p:sp>
          <p:nvSpPr>
            <p:cNvPr id="229" name="TextBox 228"/>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31" name="직사각형 230"/>
            <p:cNvSpPr/>
            <p:nvPr/>
          </p:nvSpPr>
          <p:spPr>
            <a:xfrm>
              <a:off x="2387191" y="7388631"/>
              <a:ext cx="6004800" cy="25321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232" name="그룹 231"/>
            <p:cNvGrpSpPr/>
            <p:nvPr/>
          </p:nvGrpSpPr>
          <p:grpSpPr>
            <a:xfrm>
              <a:off x="2523778" y="7437065"/>
              <a:ext cx="1800000" cy="180000"/>
              <a:chOff x="1388604" y="3500775"/>
              <a:chExt cx="1800000" cy="180000"/>
            </a:xfrm>
          </p:grpSpPr>
          <p:sp>
            <p:nvSpPr>
              <p:cNvPr id="233" name="직사각형 232"/>
              <p:cNvSpPr/>
              <p:nvPr/>
            </p:nvSpPr>
            <p:spPr>
              <a:xfrm>
                <a:off x="1388604" y="3500775"/>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234"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415896" y="3528769"/>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cxnSp>
        <p:nvCxnSpPr>
          <p:cNvPr id="255" name="꺾인 연결선 254"/>
          <p:cNvCxnSpPr>
            <a:stCxn id="254" idx="0"/>
            <a:endCxn id="215" idx="3"/>
          </p:cNvCxnSpPr>
          <p:nvPr/>
        </p:nvCxnSpPr>
        <p:spPr>
          <a:xfrm rot="16200000" flipV="1">
            <a:off x="7820486" y="7847772"/>
            <a:ext cx="1699465" cy="556456"/>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259" name="그룹 258"/>
          <p:cNvGrpSpPr/>
          <p:nvPr/>
        </p:nvGrpSpPr>
        <p:grpSpPr>
          <a:xfrm>
            <a:off x="4284414" y="6395730"/>
            <a:ext cx="234360" cy="200055"/>
            <a:chOff x="1152270" y="11716364"/>
            <a:chExt cx="234360" cy="200055"/>
          </a:xfrm>
        </p:grpSpPr>
        <p:sp>
          <p:nvSpPr>
            <p:cNvPr id="260" name="모서리가 둥근 직사각형 25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1" name="직사각형 26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27" name="그룹 326"/>
          <p:cNvGrpSpPr/>
          <p:nvPr/>
        </p:nvGrpSpPr>
        <p:grpSpPr>
          <a:xfrm>
            <a:off x="7968794" y="5252330"/>
            <a:ext cx="234360" cy="200055"/>
            <a:chOff x="1152270" y="11716364"/>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2949485764"/>
      </p:ext>
    </p:extLst>
  </p:cSld>
  <p:clrMapOvr>
    <a:masterClrMapping/>
  </p:clrMapOvr>
  <p:transition>
    <p:wipe dir="r"/>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퀴즈</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998745188"/>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리스트형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84302572"/>
              </p:ext>
            </p:extLst>
          </p:nvPr>
        </p:nvGraphicFramePr>
        <p:xfrm>
          <a:off x="9499029" y="1484784"/>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응시결과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2100785957"/>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퀴즈명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4168729405"/>
              </p:ext>
            </p:extLst>
          </p:nvPr>
        </p:nvGraphicFramePr>
        <p:xfrm>
          <a:off x="1975898" y="4120856"/>
          <a:ext cx="7484564" cy="1642702"/>
        </p:xfrm>
        <a:graphic>
          <a:graphicData uri="http://schemas.openxmlformats.org/drawingml/2006/table">
            <a:tbl>
              <a:tblPr/>
              <a:tblGrid>
                <a:gridCol w="252112">
                  <a:extLst>
                    <a:ext uri="{9D8B030D-6E8A-4147-A177-3AD203B41FA5}">
                      <a16:colId xmlns:a16="http://schemas.microsoft.com/office/drawing/2014/main" xmlns="" val="20001"/>
                    </a:ext>
                  </a:extLst>
                </a:gridCol>
                <a:gridCol w="734091"/>
                <a:gridCol w="1038399"/>
                <a:gridCol w="526369"/>
                <a:gridCol w="1832741"/>
                <a:gridCol w="526369"/>
                <a:gridCol w="526369"/>
                <a:gridCol w="517885"/>
                <a:gridCol w="526369"/>
                <a:gridCol w="415698"/>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퀴즈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퀴즈시간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응시기간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응시여부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일반퀴즈일반퀴즈</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응시완료</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 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일반퀴즈팀일반</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10</a:t>
                      </a:r>
                      <a:r>
                        <a:rPr lang="ko-KR" altLang="en-US" sz="800" b="0" kern="120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중간고사퀴즈</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기말고사퀴즈</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FF0000"/>
                          </a:solidFill>
                          <a:latin typeface="+mn-ea"/>
                          <a:ea typeface="+mn-ea"/>
                          <a:cs typeface="+mn-cs"/>
                        </a:rPr>
                        <a:t>재미응시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중간고사대체</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대체퀴즈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rgbClr val="0070C0"/>
                          </a:solidFill>
                          <a:latin typeface="+mn-ea"/>
                          <a:ea typeface="+mn-ea"/>
                          <a:cs typeface="+mn-cs"/>
                        </a:rPr>
                        <a:t>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기말고사대체</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대체퀴즈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858222"/>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87" name="그룹 186"/>
          <p:cNvGrpSpPr/>
          <p:nvPr/>
        </p:nvGrpSpPr>
        <p:grpSpPr>
          <a:xfrm>
            <a:off x="2947015" y="4197595"/>
            <a:ext cx="234360" cy="200055"/>
            <a:chOff x="1152270" y="11706839"/>
            <a:chExt cx="234360" cy="200055"/>
          </a:xfrm>
        </p:grpSpPr>
        <p:sp>
          <p:nvSpPr>
            <p:cNvPr id="188" name="모서리가 둥근 직사각형 1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9" name="직사각형 1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9" name="그룹 208"/>
          <p:cNvGrpSpPr/>
          <p:nvPr/>
        </p:nvGrpSpPr>
        <p:grpSpPr>
          <a:xfrm>
            <a:off x="8535064" y="3654549"/>
            <a:ext cx="234360" cy="200055"/>
            <a:chOff x="1152270"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2" name="그룹 211"/>
          <p:cNvGrpSpPr/>
          <p:nvPr/>
        </p:nvGrpSpPr>
        <p:grpSpPr>
          <a:xfrm>
            <a:off x="8741563" y="3654549"/>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27" name="그룹 326"/>
          <p:cNvGrpSpPr/>
          <p:nvPr/>
        </p:nvGrpSpPr>
        <p:grpSpPr>
          <a:xfrm>
            <a:off x="7939236" y="4330279"/>
            <a:ext cx="234360" cy="200055"/>
            <a:chOff x="1152270" y="11706839"/>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68" name="그룹 367"/>
          <p:cNvGrpSpPr/>
          <p:nvPr/>
        </p:nvGrpSpPr>
        <p:grpSpPr>
          <a:xfrm>
            <a:off x="8650505" y="4571603"/>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퀴즈응시</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2" name="Rectangle 122"/>
          <p:cNvSpPr>
            <a:spLocks noChangeArrowheads="1"/>
          </p:cNvSpPr>
          <p:nvPr/>
        </p:nvSpPr>
        <p:spPr bwMode="auto">
          <a:xfrm>
            <a:off x="8896426" y="50856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3" name="Rectangle 122"/>
          <p:cNvSpPr>
            <a:spLocks noChangeArrowheads="1"/>
          </p:cNvSpPr>
          <p:nvPr/>
        </p:nvSpPr>
        <p:spPr bwMode="auto">
          <a:xfrm>
            <a:off x="8894510" y="53202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4" name="Rectangle 122"/>
          <p:cNvSpPr>
            <a:spLocks noChangeArrowheads="1"/>
          </p:cNvSpPr>
          <p:nvPr/>
        </p:nvSpPr>
        <p:spPr bwMode="auto">
          <a:xfrm>
            <a:off x="8896546" y="5565331"/>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a:t>
            </a:r>
            <a:r>
              <a:rPr lang="ko-KR" altLang="en-US" sz="800" kern="0" dirty="0">
                <a:solidFill>
                  <a:schemeClr val="tx1">
                    <a:lumMod val="75000"/>
                    <a:lumOff val="25000"/>
                  </a:schemeClr>
                </a:solidFill>
                <a:latin typeface="+mn-ea"/>
                <a:ea typeface="+mn-ea"/>
              </a:rPr>
              <a:t>가</a:t>
            </a:r>
            <a:r>
              <a:rPr lang="ko-KR" altLang="en-US" sz="800" kern="0" dirty="0" smtClean="0">
                <a:solidFill>
                  <a:schemeClr val="tx1">
                    <a:lumMod val="75000"/>
                    <a:lumOff val="25000"/>
                  </a:schemeClr>
                </a:solidFill>
                <a:latin typeface="+mn-ea"/>
                <a:ea typeface="+mn-ea"/>
              </a:rPr>
              <a:t>시험지</a:t>
            </a:r>
            <a:endParaRPr lang="ko-KR" altLang="en-US" sz="800" kern="0" dirty="0">
              <a:solidFill>
                <a:schemeClr val="tx1">
                  <a:lumMod val="75000"/>
                  <a:lumOff val="25000"/>
                </a:schemeClr>
              </a:solidFill>
              <a:latin typeface="+mn-ea"/>
              <a:ea typeface="+mn-ea"/>
            </a:endParaRPr>
          </a:p>
        </p:txBody>
      </p:sp>
      <p:sp>
        <p:nvSpPr>
          <p:cNvPr id="195" name="사각형 설명선 194"/>
          <p:cNvSpPr/>
          <p:nvPr/>
        </p:nvSpPr>
        <p:spPr>
          <a:xfrm>
            <a:off x="7161148" y="6165304"/>
            <a:ext cx="3120444" cy="648072"/>
          </a:xfrm>
          <a:prstGeom prst="wedgeRectCallout">
            <a:avLst>
              <a:gd name="adj1" fmla="val 12744"/>
              <a:gd name="adj2" fmla="val -122688"/>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마감 </a:t>
            </a:r>
            <a:r>
              <a:rPr lang="ko-KR" altLang="en-US" sz="800" dirty="0">
                <a:solidFill>
                  <a:schemeClr val="tx1">
                    <a:lumMod val="75000"/>
                    <a:lumOff val="25000"/>
                  </a:schemeClr>
                </a:solidFill>
                <a:latin typeface="+mn-ea"/>
              </a:rPr>
              <a:t>후 버튼 표시</a:t>
            </a:r>
          </a:p>
          <a:p>
            <a:pPr>
              <a:lnSpc>
                <a:spcPct val="150000"/>
              </a:lnSpc>
            </a:pPr>
            <a:r>
              <a:rPr lang="ko-KR" altLang="en-US" sz="800" dirty="0">
                <a:solidFill>
                  <a:schemeClr val="tx1">
                    <a:lumMod val="75000"/>
                    <a:lumOff val="25000"/>
                  </a:schemeClr>
                </a:solidFill>
                <a:latin typeface="+mn-ea"/>
              </a:rPr>
              <a:t>단</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퀴즈 </a:t>
            </a:r>
            <a:r>
              <a:rPr lang="ko-KR" altLang="en-US" sz="800" dirty="0" err="1">
                <a:solidFill>
                  <a:schemeClr val="tx1">
                    <a:lumMod val="75000"/>
                    <a:lumOff val="25000"/>
                  </a:schemeClr>
                </a:solidFill>
                <a:latin typeface="+mn-ea"/>
              </a:rPr>
              <a:t>종료일시</a:t>
            </a:r>
            <a:r>
              <a:rPr lang="ko-KR" altLang="en-US" sz="800" dirty="0">
                <a:solidFill>
                  <a:schemeClr val="tx1">
                    <a:lumMod val="75000"/>
                    <a:lumOff val="25000"/>
                  </a:schemeClr>
                </a:solidFill>
                <a:latin typeface="+mn-ea"/>
              </a:rPr>
              <a:t> 전이거나 성적공개 </a:t>
            </a:r>
            <a:r>
              <a:rPr lang="en-US" altLang="ko-KR" sz="800" dirty="0">
                <a:solidFill>
                  <a:schemeClr val="tx1">
                    <a:lumMod val="75000"/>
                    <a:lumOff val="25000"/>
                  </a:schemeClr>
                </a:solidFill>
                <a:latin typeface="+mn-ea"/>
              </a:rPr>
              <a:t>off</a:t>
            </a:r>
            <a:r>
              <a:rPr lang="ko-KR" altLang="en-US" sz="800" dirty="0">
                <a:solidFill>
                  <a:schemeClr val="tx1">
                    <a:lumMod val="75000"/>
                    <a:lumOff val="25000"/>
                  </a:schemeClr>
                </a:solidFill>
                <a:latin typeface="+mn-ea"/>
              </a:rPr>
              <a:t>이면 </a:t>
            </a:r>
            <a:r>
              <a:rPr lang="en-US" altLang="ko-KR" sz="800" dirty="0">
                <a:solidFill>
                  <a:schemeClr val="tx1">
                    <a:lumMod val="75000"/>
                    <a:lumOff val="25000"/>
                  </a:schemeClr>
                </a:solidFill>
                <a:latin typeface="+mn-ea"/>
              </a:rPr>
              <a:t>alert </a:t>
            </a:r>
            <a:r>
              <a:rPr lang="ko-KR" altLang="en-US" sz="800" dirty="0">
                <a:solidFill>
                  <a:schemeClr val="tx1">
                    <a:lumMod val="75000"/>
                    <a:lumOff val="25000"/>
                  </a:schemeClr>
                </a:solidFill>
                <a:latin typeface="+mn-ea"/>
              </a:rPr>
              <a:t>띄움</a:t>
            </a:r>
          </a:p>
          <a:p>
            <a:pPr>
              <a:lnSpc>
                <a:spcPct val="150000"/>
              </a:lnSpc>
            </a:pPr>
            <a:r>
              <a:rPr lang="en-US" altLang="ko-KR" sz="800" dirty="0">
                <a:solidFill>
                  <a:schemeClr val="tx1">
                    <a:lumMod val="75000"/>
                    <a:lumOff val="25000"/>
                  </a:schemeClr>
                </a:solidFill>
                <a:latin typeface="+mn-ea"/>
              </a:rPr>
              <a:t>"</a:t>
            </a: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진행 중이거나 </a:t>
            </a:r>
            <a:r>
              <a:rPr lang="ko-KR" altLang="en-US" sz="800" dirty="0">
                <a:solidFill>
                  <a:schemeClr val="tx1">
                    <a:lumMod val="75000"/>
                    <a:lumOff val="25000"/>
                  </a:schemeClr>
                </a:solidFill>
                <a:latin typeface="+mn-ea"/>
              </a:rPr>
              <a:t>성적공개 전입니다</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추후에 확인해 주세요</a:t>
            </a:r>
            <a:r>
              <a:rPr lang="en-US" altLang="ko-KR" sz="800" dirty="0">
                <a:solidFill>
                  <a:schemeClr val="tx1">
                    <a:lumMod val="75000"/>
                    <a:lumOff val="25000"/>
                  </a:schemeClr>
                </a:solidFill>
                <a:latin typeface="+mn-ea"/>
              </a:rPr>
              <a:t>" </a:t>
            </a:r>
            <a:endParaRPr lang="ko-KR" altLang="en-US" sz="800" dirty="0">
              <a:solidFill>
                <a:schemeClr val="tx1">
                  <a:lumMod val="75000"/>
                  <a:lumOff val="25000"/>
                </a:schemeClr>
              </a:solidFill>
              <a:latin typeface="+mn-ea"/>
            </a:endParaRPr>
          </a:p>
        </p:txBody>
      </p:sp>
      <p:grpSp>
        <p:nvGrpSpPr>
          <p:cNvPr id="197" name="그룹 196"/>
          <p:cNvGrpSpPr/>
          <p:nvPr/>
        </p:nvGrpSpPr>
        <p:grpSpPr>
          <a:xfrm>
            <a:off x="9370585" y="4556745"/>
            <a:ext cx="234360" cy="200055"/>
            <a:chOff x="1152270" y="11706839"/>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00" name="그룹 199"/>
          <p:cNvGrpSpPr/>
          <p:nvPr/>
        </p:nvGrpSpPr>
        <p:grpSpPr>
          <a:xfrm>
            <a:off x="9383588" y="4794071"/>
            <a:ext cx="234360" cy="200055"/>
            <a:chOff x="1152270" y="11706839"/>
            <a:chExt cx="234360" cy="200055"/>
          </a:xfrm>
        </p:grpSpPr>
        <p:sp>
          <p:nvSpPr>
            <p:cNvPr id="201" name="모서리가 둥근 직사각형 2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3" name="직사각형 20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204" name="사각형 설명선 203"/>
          <p:cNvSpPr/>
          <p:nvPr/>
        </p:nvSpPr>
        <p:spPr bwMode="auto">
          <a:xfrm>
            <a:off x="4736976" y="6329895"/>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grpSp>
        <p:nvGrpSpPr>
          <p:cNvPr id="205" name="그룹 204"/>
          <p:cNvGrpSpPr/>
          <p:nvPr/>
        </p:nvGrpSpPr>
        <p:grpSpPr>
          <a:xfrm>
            <a:off x="579562" y="2166658"/>
            <a:ext cx="1386586" cy="5317057"/>
            <a:chOff x="579562" y="2166658"/>
            <a:chExt cx="1386586" cy="5317057"/>
          </a:xfrm>
        </p:grpSpPr>
        <p:grpSp>
          <p:nvGrpSpPr>
            <p:cNvPr id="206" name="그룹 205"/>
            <p:cNvGrpSpPr/>
            <p:nvPr/>
          </p:nvGrpSpPr>
          <p:grpSpPr>
            <a:xfrm>
              <a:off x="629956" y="3318264"/>
              <a:ext cx="1332000" cy="180000"/>
              <a:chOff x="666428" y="3785432"/>
              <a:chExt cx="1332000" cy="180000"/>
            </a:xfrm>
          </p:grpSpPr>
          <p:sp>
            <p:nvSpPr>
              <p:cNvPr id="381" name="모서리가 둥근 직사각형 38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6" y="3568824"/>
              <a:ext cx="1332000" cy="180000"/>
              <a:chOff x="666428" y="4310612"/>
              <a:chExt cx="1332000" cy="180000"/>
            </a:xfrm>
          </p:grpSpPr>
          <p:sp>
            <p:nvSpPr>
              <p:cNvPr id="379" name="모서리가 둥근 직사각형 3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29955" y="3042501"/>
              <a:ext cx="1332000" cy="180000"/>
              <a:chOff x="666427" y="3266516"/>
              <a:chExt cx="1332000" cy="180000"/>
            </a:xfrm>
          </p:grpSpPr>
          <p:sp>
            <p:nvSpPr>
              <p:cNvPr id="377" name="모서리가 둥근 직사각형 37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8"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29956" y="3854780"/>
              <a:ext cx="1332000" cy="180000"/>
              <a:chOff x="666428" y="4570824"/>
              <a:chExt cx="1332000" cy="180000"/>
            </a:xfrm>
          </p:grpSpPr>
          <p:sp>
            <p:nvSpPr>
              <p:cNvPr id="375" name="모서리가 둥근 직사각형 3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7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29956" y="5316875"/>
              <a:ext cx="1332000" cy="180000"/>
              <a:chOff x="666428" y="5096004"/>
              <a:chExt cx="1332000" cy="180000"/>
            </a:xfrm>
          </p:grpSpPr>
          <p:sp>
            <p:nvSpPr>
              <p:cNvPr id="371" name="모서리가 둥근 직사각형 37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2"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4148" y="5634789"/>
              <a:ext cx="1332000" cy="180000"/>
              <a:chOff x="666428" y="3785432"/>
              <a:chExt cx="1332000" cy="180000"/>
            </a:xfrm>
          </p:grpSpPr>
          <p:sp>
            <p:nvSpPr>
              <p:cNvPr id="363" name="모서리가 둥근 직사각형 36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6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1150" y="4135825"/>
              <a:ext cx="1332000" cy="180000"/>
              <a:chOff x="666428" y="4570824"/>
              <a:chExt cx="1332000" cy="180000"/>
            </a:xfrm>
          </p:grpSpPr>
          <p:sp>
            <p:nvSpPr>
              <p:cNvPr id="354" name="모서리가 둥근 직사각형 35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6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4423395"/>
              <a:ext cx="1332000" cy="180000"/>
              <a:chOff x="666428" y="4310612"/>
              <a:chExt cx="1332000" cy="180000"/>
            </a:xfrm>
          </p:grpSpPr>
          <p:sp>
            <p:nvSpPr>
              <p:cNvPr id="346" name="모서리가 둥근 직사각형 34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4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0" name="TextBox 21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1" name="그룹 220"/>
            <p:cNvGrpSpPr/>
            <p:nvPr/>
          </p:nvGrpSpPr>
          <p:grpSpPr>
            <a:xfrm>
              <a:off x="632520" y="4723068"/>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2520" y="2752353"/>
              <a:ext cx="1332000" cy="180000"/>
              <a:chOff x="666427" y="3266516"/>
              <a:chExt cx="1332000" cy="180000"/>
            </a:xfrm>
          </p:grpSpPr>
          <p:sp>
            <p:nvSpPr>
              <p:cNvPr id="304" name="모서리가 둥근 직사각형 30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2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2520" y="5005767"/>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6227787"/>
              <a:ext cx="1332000" cy="180000"/>
              <a:chOff x="666428" y="3785432"/>
              <a:chExt cx="1332000" cy="180000"/>
            </a:xfrm>
          </p:grpSpPr>
          <p:sp>
            <p:nvSpPr>
              <p:cNvPr id="259" name="모서리가 둥근 직사각형 25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6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6487872"/>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6773828"/>
              <a:ext cx="1332000" cy="180000"/>
              <a:chOff x="666428" y="4570824"/>
              <a:chExt cx="1332000" cy="180000"/>
            </a:xfrm>
          </p:grpSpPr>
          <p:sp>
            <p:nvSpPr>
              <p:cNvPr id="255" name="모서리가 둥근 직사각형 25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7053155"/>
              <a:ext cx="1332000" cy="180000"/>
              <a:chOff x="666428" y="3785432"/>
              <a:chExt cx="1332000" cy="180000"/>
            </a:xfrm>
          </p:grpSpPr>
          <p:sp>
            <p:nvSpPr>
              <p:cNvPr id="241" name="모서리가 둥근 직사각형 24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7303715"/>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22995" y="5922821"/>
              <a:ext cx="1332000" cy="180000"/>
              <a:chOff x="666427" y="3266516"/>
              <a:chExt cx="1332000" cy="180000"/>
            </a:xfrm>
          </p:grpSpPr>
          <p:sp>
            <p:nvSpPr>
              <p:cNvPr id="231" name="모서리가 둥근 직사각형 23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3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410918908"/>
      </p:ext>
    </p:extLst>
  </p:cSld>
  <p:clrMapOvr>
    <a:masterClrMapping/>
  </p:clrMapOvr>
  <p:transition>
    <p:wipe dir="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카드형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88555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500389442"/>
              </p:ext>
            </p:extLst>
          </p:nvPr>
        </p:nvGraphicFramePr>
        <p:xfrm>
          <a:off x="9499029" y="3456291"/>
          <a:ext cx="1404156" cy="54776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퀴즈명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상세화면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 응시완료 상태표시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채점결과 평가시험지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33495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74" name="Group 37"/>
          <p:cNvGraphicFramePr>
            <a:graphicFrameLocks noGrp="1"/>
          </p:cNvGraphicFramePr>
          <p:nvPr>
            <p:extLst>
              <p:ext uri="{D42A27DB-BD31-4B8C-83A1-F6EECF244321}">
                <p14:modId xmlns:p14="http://schemas.microsoft.com/office/powerpoint/2010/main" val="4031222468"/>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퀴즈명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4" name="직사각형 203"/>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sp>
        <p:nvSpPr>
          <p:cNvPr id="205" name="직사각형 204"/>
          <p:cNvSpPr/>
          <p:nvPr/>
        </p:nvSpPr>
        <p:spPr>
          <a:xfrm>
            <a:off x="1968256" y="41109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06" name="직사각형 205"/>
          <p:cNvSpPr/>
          <p:nvPr/>
        </p:nvSpPr>
        <p:spPr>
          <a:xfrm>
            <a:off x="2037959" y="45431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08" name="모서리가 둥근 직사각형 207"/>
          <p:cNvSpPr/>
          <p:nvPr/>
        </p:nvSpPr>
        <p:spPr>
          <a:xfrm>
            <a:off x="2042520" y="4180555"/>
            <a:ext cx="540000" cy="144000"/>
          </a:xfrm>
          <a:prstGeom prst="roundRect">
            <a:avLst/>
          </a:prstGeom>
          <a:solidFill>
            <a:srgbClr val="7030A0"/>
          </a:solidFill>
          <a:ln w="31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퀴즈</a:t>
            </a:r>
          </a:p>
        </p:txBody>
      </p:sp>
      <p:sp>
        <p:nvSpPr>
          <p:cNvPr id="215" name="직사각형 214"/>
          <p:cNvSpPr/>
          <p:nvPr/>
        </p:nvSpPr>
        <p:spPr>
          <a:xfrm>
            <a:off x="2047833" y="4327584"/>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일반퀴즈일반퀴즈</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16" name="직사각형 215"/>
          <p:cNvSpPr/>
          <p:nvPr/>
        </p:nvSpPr>
        <p:spPr>
          <a:xfrm>
            <a:off x="2044105" y="4778667"/>
            <a:ext cx="3542109" cy="1180699"/>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응시기간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재응시기간</a:t>
            </a:r>
            <a:r>
              <a:rPr lang="ko-KR" altLang="en-US"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2026.06.22 22:00</a:t>
            </a:r>
            <a:r>
              <a:rPr lang="en-US" altLang="ko-KR" sz="800" dirty="0">
                <a:solidFill>
                  <a:schemeClr val="tx1">
                    <a:lumMod val="75000"/>
                    <a:lumOff val="25000"/>
                  </a:schemeClr>
                </a:solidFill>
                <a:latin typeface="+mn-ea"/>
                <a:ea typeface="+mn-ea"/>
              </a:rPr>
              <a:t> ~ </a:t>
            </a:r>
            <a:r>
              <a:rPr lang="en-US" altLang="ko-KR" sz="800" dirty="0" smtClean="0">
                <a:solidFill>
                  <a:schemeClr val="tx1">
                    <a:lumMod val="75000"/>
                    <a:lumOff val="25000"/>
                  </a:schemeClr>
                </a:solidFill>
                <a:latin typeface="+mn-ea"/>
                <a:ea typeface="+mn-ea"/>
              </a:rPr>
              <a:t>2026.06.24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퀴즈시간 </a:t>
            </a:r>
            <a:r>
              <a:rPr lang="en-US" altLang="ko-KR" sz="800" dirty="0" smtClean="0">
                <a:solidFill>
                  <a:schemeClr val="tx1">
                    <a:lumMod val="75000"/>
                    <a:lumOff val="25000"/>
                  </a:schemeClr>
                </a:solidFill>
                <a:latin typeface="+mn-ea"/>
                <a:ea typeface="+mn-ea"/>
              </a:rPr>
              <a:t>: 10</a:t>
            </a:r>
            <a:r>
              <a:rPr lang="ko-KR" altLang="en-US" sz="800" dirty="0" smtClean="0">
                <a:solidFill>
                  <a:schemeClr val="tx1">
                    <a:lumMod val="75000"/>
                    <a:lumOff val="25000"/>
                  </a:schemeClr>
                </a:solidFill>
                <a:latin typeface="+mn-ea"/>
                <a:ea typeface="+mn-ea"/>
              </a:rPr>
              <a:t>분</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평가점수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a:t>
            </a:r>
            <a:r>
              <a:rPr lang="ko-KR" altLang="en-US" sz="800" dirty="0">
                <a:solidFill>
                  <a:schemeClr val="tx1">
                    <a:lumMod val="75000"/>
                    <a:lumOff val="25000"/>
                  </a:schemeClr>
                </a:solidFill>
                <a:latin typeface="+mn-ea"/>
                <a:ea typeface="+mn-ea"/>
              </a:rPr>
              <a:t>백</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0</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9" name="직사각형 218"/>
          <p:cNvSpPr/>
          <p:nvPr/>
        </p:nvSpPr>
        <p:spPr>
          <a:xfrm>
            <a:off x="5728546" y="411098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20" name="직사각형 219"/>
          <p:cNvSpPr/>
          <p:nvPr/>
        </p:nvSpPr>
        <p:spPr>
          <a:xfrm>
            <a:off x="5798249" y="454314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2" name="모서리가 둥근 직사각형 221"/>
          <p:cNvSpPr/>
          <p:nvPr/>
        </p:nvSpPr>
        <p:spPr>
          <a:xfrm>
            <a:off x="5802810" y="4180556"/>
            <a:ext cx="540000" cy="144000"/>
          </a:xfrm>
          <a:prstGeom prst="roundRect">
            <a:avLst/>
          </a:prstGeom>
          <a:solidFill>
            <a:srgbClr val="7030A0"/>
          </a:solidFill>
          <a:ln w="31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퀴즈</a:t>
            </a:r>
          </a:p>
        </p:txBody>
      </p:sp>
      <p:sp>
        <p:nvSpPr>
          <p:cNvPr id="223" name="직사각형 222"/>
          <p:cNvSpPr/>
          <p:nvPr/>
        </p:nvSpPr>
        <p:spPr>
          <a:xfrm>
            <a:off x="5808123" y="4327585"/>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일반퀴즈팀일반퀴즈</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24" name="직사각형 223"/>
          <p:cNvSpPr/>
          <p:nvPr/>
        </p:nvSpPr>
        <p:spPr>
          <a:xfrm>
            <a:off x="5804395" y="4778668"/>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응시기간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재응시기간</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2026.06.22 22:00 ~ 2026.06.24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퀴즈시간 </a:t>
            </a:r>
            <a:r>
              <a:rPr lang="en-US" altLang="ko-KR" sz="800" dirty="0">
                <a:solidFill>
                  <a:schemeClr val="tx1">
                    <a:lumMod val="75000"/>
                    <a:lumOff val="25000"/>
                  </a:schemeClr>
                </a:solidFill>
                <a:latin typeface="+mn-ea"/>
                <a:ea typeface="+mn-ea"/>
              </a:rPr>
              <a:t>: 10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1</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27" name="직사각형 226"/>
          <p:cNvSpPr/>
          <p:nvPr/>
        </p:nvSpPr>
        <p:spPr>
          <a:xfrm>
            <a:off x="1962572" y="6120606"/>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28" name="직사각형 227"/>
          <p:cNvSpPr/>
          <p:nvPr/>
        </p:nvSpPr>
        <p:spPr>
          <a:xfrm>
            <a:off x="2032275" y="6552773"/>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30" name="모서리가 둥근 직사각형 229"/>
          <p:cNvSpPr/>
          <p:nvPr/>
        </p:nvSpPr>
        <p:spPr>
          <a:xfrm>
            <a:off x="2036836" y="6190182"/>
            <a:ext cx="684000" cy="144000"/>
          </a:xfrm>
          <a:prstGeom prst="roundRect">
            <a:avLst/>
          </a:prstGeom>
          <a:solidFill>
            <a:srgbClr val="7030A0"/>
          </a:solidFill>
          <a:ln w="31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중간고사퀴즈</a:t>
            </a:r>
          </a:p>
        </p:txBody>
      </p:sp>
      <p:sp>
        <p:nvSpPr>
          <p:cNvPr id="231" name="직사각형 230"/>
          <p:cNvSpPr/>
          <p:nvPr/>
        </p:nvSpPr>
        <p:spPr>
          <a:xfrm>
            <a:off x="2042149" y="6337211"/>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중간고사퀴즈</a:t>
            </a:r>
            <a:endParaRPr lang="ko-KR" altLang="en-US" sz="800" b="1" dirty="0">
              <a:solidFill>
                <a:schemeClr val="tx1">
                  <a:lumMod val="75000"/>
                  <a:lumOff val="25000"/>
                </a:schemeClr>
              </a:solidFill>
              <a:latin typeface="+mn-ea"/>
              <a:ea typeface="+mn-ea"/>
            </a:endParaRPr>
          </a:p>
        </p:txBody>
      </p:sp>
      <p:sp>
        <p:nvSpPr>
          <p:cNvPr id="232" name="직사각형 231"/>
          <p:cNvSpPr/>
          <p:nvPr/>
        </p:nvSpPr>
        <p:spPr>
          <a:xfrm>
            <a:off x="2038421" y="6788294"/>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응시기간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재응시기간</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2026.06.22 22:00 ~ 2026.06.24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퀴즈시간 </a:t>
            </a:r>
            <a:r>
              <a:rPr lang="en-US" altLang="ko-KR" sz="800" dirty="0">
                <a:solidFill>
                  <a:schemeClr val="tx1">
                    <a:lumMod val="75000"/>
                    <a:lumOff val="25000"/>
                  </a:schemeClr>
                </a:solidFill>
                <a:latin typeface="+mn-ea"/>
                <a:ea typeface="+mn-ea"/>
              </a:rPr>
              <a:t>: 10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34" name="직사각형 233"/>
          <p:cNvSpPr/>
          <p:nvPr/>
        </p:nvSpPr>
        <p:spPr>
          <a:xfrm>
            <a:off x="5722862" y="6120607"/>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39" name="직사각형 238"/>
          <p:cNvSpPr/>
          <p:nvPr/>
        </p:nvSpPr>
        <p:spPr>
          <a:xfrm>
            <a:off x="5792565" y="6552774"/>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41" name="모서리가 둥근 직사각형 240"/>
          <p:cNvSpPr/>
          <p:nvPr/>
        </p:nvSpPr>
        <p:spPr>
          <a:xfrm>
            <a:off x="5797126" y="6190183"/>
            <a:ext cx="684000" cy="144000"/>
          </a:xfrm>
          <a:prstGeom prst="roundRect">
            <a:avLst/>
          </a:prstGeom>
          <a:solidFill>
            <a:srgbClr val="7030A0"/>
          </a:solidFill>
          <a:ln w="31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기말고사퀴즈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54" name="직사각형 253"/>
          <p:cNvSpPr/>
          <p:nvPr/>
        </p:nvSpPr>
        <p:spPr>
          <a:xfrm>
            <a:off x="5802439" y="6337212"/>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기말고사퀴즈</a:t>
            </a:r>
            <a:endParaRPr lang="ko-KR" altLang="en-US" sz="800" b="1" dirty="0">
              <a:solidFill>
                <a:schemeClr val="tx1">
                  <a:lumMod val="75000"/>
                  <a:lumOff val="25000"/>
                </a:schemeClr>
              </a:solidFill>
              <a:latin typeface="+mn-ea"/>
              <a:ea typeface="+mn-ea"/>
            </a:endParaRPr>
          </a:p>
        </p:txBody>
      </p:sp>
      <p:sp>
        <p:nvSpPr>
          <p:cNvPr id="255" name="직사각형 254"/>
          <p:cNvSpPr/>
          <p:nvPr/>
        </p:nvSpPr>
        <p:spPr>
          <a:xfrm>
            <a:off x="5798711" y="6788295"/>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응시기간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재응시기간</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2026.06.22 22:00 ~ 2026.06.24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퀴즈시간 </a:t>
            </a:r>
            <a:r>
              <a:rPr lang="en-US" altLang="ko-KR" sz="800" dirty="0">
                <a:solidFill>
                  <a:schemeClr val="tx1">
                    <a:lumMod val="75000"/>
                    <a:lumOff val="25000"/>
                  </a:schemeClr>
                </a:solidFill>
                <a:latin typeface="+mn-ea"/>
                <a:ea typeface="+mn-ea"/>
              </a:rPr>
              <a:t>: 10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57" name="직사각형 256"/>
          <p:cNvSpPr/>
          <p:nvPr/>
        </p:nvSpPr>
        <p:spPr>
          <a:xfrm>
            <a:off x="1966764" y="813683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58" name="직사각형 257"/>
          <p:cNvSpPr/>
          <p:nvPr/>
        </p:nvSpPr>
        <p:spPr>
          <a:xfrm>
            <a:off x="2036467" y="856899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259"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84722" y="8216796"/>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0" name="모서리가 둥근 직사각형 259"/>
          <p:cNvSpPr/>
          <p:nvPr/>
        </p:nvSpPr>
        <p:spPr>
          <a:xfrm>
            <a:off x="2041028" y="8206406"/>
            <a:ext cx="684000" cy="144000"/>
          </a:xfrm>
          <a:prstGeom prst="roundRect">
            <a:avLst/>
          </a:prstGeom>
          <a:solidFill>
            <a:srgbClr val="7030A0"/>
          </a:solidFill>
          <a:ln w="31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중간고사대체</a:t>
            </a:r>
          </a:p>
        </p:txBody>
      </p:sp>
      <p:sp>
        <p:nvSpPr>
          <p:cNvPr id="261" name="직사각형 260"/>
          <p:cNvSpPr/>
          <p:nvPr/>
        </p:nvSpPr>
        <p:spPr>
          <a:xfrm>
            <a:off x="2046341" y="8353435"/>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중간고사대체퀴즈</a:t>
            </a:r>
            <a:endParaRPr lang="ko-KR" altLang="en-US" sz="800" b="1" dirty="0">
              <a:solidFill>
                <a:schemeClr val="tx1">
                  <a:lumMod val="75000"/>
                  <a:lumOff val="25000"/>
                </a:schemeClr>
              </a:solidFill>
              <a:latin typeface="+mn-ea"/>
              <a:ea typeface="+mn-ea"/>
            </a:endParaRPr>
          </a:p>
        </p:txBody>
      </p:sp>
      <p:sp>
        <p:nvSpPr>
          <p:cNvPr id="303" name="직사각형 302"/>
          <p:cNvSpPr/>
          <p:nvPr/>
        </p:nvSpPr>
        <p:spPr>
          <a:xfrm>
            <a:off x="2042613" y="8804518"/>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응시기간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재응시기간</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2026.06.22 22:00 ~ 2026.06.24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퀴즈시간 </a:t>
            </a:r>
            <a:r>
              <a:rPr lang="en-US" altLang="ko-KR" sz="800" dirty="0">
                <a:solidFill>
                  <a:schemeClr val="tx1">
                    <a:lumMod val="75000"/>
                    <a:lumOff val="25000"/>
                  </a:schemeClr>
                </a:solidFill>
                <a:latin typeface="+mn-ea"/>
                <a:ea typeface="+mn-ea"/>
              </a:rPr>
              <a:t>: 10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25" name="직사각형 324"/>
          <p:cNvSpPr/>
          <p:nvPr/>
        </p:nvSpPr>
        <p:spPr>
          <a:xfrm>
            <a:off x="5727054" y="8136831"/>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43" name="직사각형 342"/>
          <p:cNvSpPr/>
          <p:nvPr/>
        </p:nvSpPr>
        <p:spPr>
          <a:xfrm>
            <a:off x="5796757" y="8568998"/>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346" name="모서리가 둥근 직사각형 345"/>
          <p:cNvSpPr/>
          <p:nvPr/>
        </p:nvSpPr>
        <p:spPr>
          <a:xfrm>
            <a:off x="5801318" y="8206407"/>
            <a:ext cx="684000" cy="144000"/>
          </a:xfrm>
          <a:prstGeom prst="roundRect">
            <a:avLst/>
          </a:prstGeom>
          <a:solidFill>
            <a:srgbClr val="7030A0"/>
          </a:solidFill>
          <a:ln w="31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기말고사대체</a:t>
            </a:r>
          </a:p>
        </p:txBody>
      </p:sp>
      <p:sp>
        <p:nvSpPr>
          <p:cNvPr id="347" name="직사각형 346"/>
          <p:cNvSpPr/>
          <p:nvPr/>
        </p:nvSpPr>
        <p:spPr>
          <a:xfrm>
            <a:off x="5806631" y="8353436"/>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기말고사대체퀴즈</a:t>
            </a:r>
            <a:endParaRPr lang="ko-KR" altLang="en-US" sz="800" b="1" dirty="0">
              <a:solidFill>
                <a:schemeClr val="tx1">
                  <a:lumMod val="75000"/>
                  <a:lumOff val="25000"/>
                </a:schemeClr>
              </a:solidFill>
              <a:latin typeface="+mn-ea"/>
              <a:ea typeface="+mn-ea"/>
            </a:endParaRPr>
          </a:p>
        </p:txBody>
      </p:sp>
      <p:sp>
        <p:nvSpPr>
          <p:cNvPr id="354" name="직사각형 353"/>
          <p:cNvSpPr/>
          <p:nvPr/>
        </p:nvSpPr>
        <p:spPr>
          <a:xfrm>
            <a:off x="5802903" y="8804519"/>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응시기간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재응시기간</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2026.06.22 22:00 ~ 2026.06.24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퀴즈시간 </a:t>
            </a:r>
            <a:r>
              <a:rPr lang="en-US" altLang="ko-KR" sz="800" dirty="0">
                <a:solidFill>
                  <a:schemeClr val="tx1">
                    <a:lumMod val="75000"/>
                    <a:lumOff val="25000"/>
                  </a:schemeClr>
                </a:solidFill>
                <a:latin typeface="+mn-ea"/>
                <a:ea typeface="+mn-ea"/>
              </a:rPr>
              <a:t>: 10</a:t>
            </a:r>
            <a:r>
              <a:rPr lang="ko-KR" altLang="en-US" sz="800" dirty="0" smtClean="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1</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63" name="그룹 362"/>
          <p:cNvGrpSpPr/>
          <p:nvPr/>
        </p:nvGrpSpPr>
        <p:grpSpPr>
          <a:xfrm>
            <a:off x="2985510" y="4321760"/>
            <a:ext cx="234360" cy="200055"/>
            <a:chOff x="1152270" y="11706839"/>
            <a:chExt cx="234360" cy="200055"/>
          </a:xfrm>
        </p:grpSpPr>
        <p:sp>
          <p:nvSpPr>
            <p:cNvPr id="364" name="모서리가 둥근 직사각형 36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1" name="직사각형 37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83" name="모서리가 둥근 직사각형 382"/>
          <p:cNvSpPr/>
          <p:nvPr/>
        </p:nvSpPr>
        <p:spPr>
          <a:xfrm>
            <a:off x="6374110" y="4183004"/>
            <a:ext cx="180000" cy="144000"/>
          </a:xfrm>
          <a:prstGeom prst="roundRect">
            <a:avLst/>
          </a:prstGeom>
          <a:solidFill>
            <a:srgbClr val="7030A0"/>
          </a:solidFill>
          <a:ln w="31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sp>
        <p:nvSpPr>
          <p:cNvPr id="390"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b="1" kern="0" dirty="0" smtClean="0">
                <a:solidFill>
                  <a:schemeClr val="tx1">
                    <a:lumMod val="75000"/>
                    <a:lumOff val="25000"/>
                  </a:schemeClr>
                </a:solidFill>
                <a:latin typeface="+mn-ea"/>
                <a:ea typeface="+mn-ea"/>
              </a:rPr>
              <a:t>10 </a:t>
            </a:r>
            <a:r>
              <a:rPr lang="ko-KR" altLang="en-US" sz="800" b="1" kern="0" dirty="0" smtClean="0">
                <a:solidFill>
                  <a:schemeClr val="tx1">
                    <a:lumMod val="75000"/>
                    <a:lumOff val="25000"/>
                  </a:schemeClr>
                </a:solidFill>
                <a:latin typeface="+mn-ea"/>
                <a:ea typeface="+mn-ea"/>
              </a:rPr>
              <a:t>▼ </a:t>
            </a:r>
            <a:endParaRPr lang="ko-KR" altLang="en-US" sz="800" b="1" kern="0" dirty="0">
              <a:solidFill>
                <a:schemeClr val="tx1">
                  <a:lumMod val="75000"/>
                  <a:lumOff val="25000"/>
                </a:schemeClr>
              </a:solidFill>
              <a:latin typeface="+mn-ea"/>
              <a:ea typeface="+mn-ea"/>
            </a:endParaRPr>
          </a:p>
        </p:txBody>
      </p:sp>
      <p:pic>
        <p:nvPicPr>
          <p:cNvPr id="393"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4" name="Picture 3"/>
          <p:cNvPicPr preferRelativeResize="0">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01" name="그룹 400"/>
          <p:cNvGrpSpPr/>
          <p:nvPr/>
        </p:nvGrpSpPr>
        <p:grpSpPr>
          <a:xfrm>
            <a:off x="8535064" y="3654549"/>
            <a:ext cx="235962" cy="200055"/>
            <a:chOff x="1152270" y="11706839"/>
            <a:chExt cx="235962" cy="200055"/>
          </a:xfrm>
        </p:grpSpPr>
        <p:sp>
          <p:nvSpPr>
            <p:cNvPr id="402" name="모서리가 둥근 직사각형 40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3" name="직사각형 402"/>
            <p:cNvSpPr/>
            <p:nvPr/>
          </p:nvSpPr>
          <p:spPr>
            <a:xfrm>
              <a:off x="1152270" y="11706839"/>
              <a:ext cx="235962" cy="200055"/>
            </a:xfrm>
            <a:prstGeom prst="rect">
              <a:avLst/>
            </a:prstGeom>
          </p:spPr>
          <p:txBody>
            <a:bodyPr wrap="none">
              <a:spAutoFit/>
            </a:bodyPr>
            <a:lstStyle/>
            <a:p>
              <a:r>
                <a:rPr lang="en-US" altLang="ko-KR" sz="700" b="1" dirty="0" smtClean="0">
                  <a:solidFill>
                    <a:schemeClr val="bg1"/>
                  </a:solidFill>
                  <a:latin typeface="+mn-ea"/>
                  <a:ea typeface="+mn-ea"/>
                </a:rPr>
                <a:t>1</a:t>
              </a:r>
              <a:endParaRPr lang="ko-KR" altLang="en-US" sz="700" b="1" dirty="0">
                <a:solidFill>
                  <a:schemeClr val="bg1"/>
                </a:solidFill>
                <a:latin typeface="+mn-ea"/>
                <a:ea typeface="+mn-ea"/>
              </a:endParaRPr>
            </a:p>
          </p:txBody>
        </p:sp>
      </p:grpSp>
      <p:grpSp>
        <p:nvGrpSpPr>
          <p:cNvPr id="404" name="그룹 403"/>
          <p:cNvGrpSpPr/>
          <p:nvPr/>
        </p:nvGrpSpPr>
        <p:grpSpPr>
          <a:xfrm>
            <a:off x="8741563" y="3654549"/>
            <a:ext cx="235962" cy="200055"/>
            <a:chOff x="1152270" y="11706839"/>
            <a:chExt cx="235962" cy="200055"/>
          </a:xfrm>
        </p:grpSpPr>
        <p:sp>
          <p:nvSpPr>
            <p:cNvPr id="405" name="모서리가 둥근 직사각형 4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6" name="직사각형 405"/>
            <p:cNvSpPr/>
            <p:nvPr/>
          </p:nvSpPr>
          <p:spPr>
            <a:xfrm>
              <a:off x="1152270" y="11706839"/>
              <a:ext cx="235962" cy="200055"/>
            </a:xfrm>
            <a:prstGeom prst="rect">
              <a:avLst/>
            </a:prstGeom>
          </p:spPr>
          <p:txBody>
            <a:bodyPr wrap="none">
              <a:spAutoFit/>
            </a:bodyPr>
            <a:lstStyle/>
            <a:p>
              <a:r>
                <a:rPr lang="en-US" altLang="ko-KR" sz="700" b="1" dirty="0" smtClean="0">
                  <a:solidFill>
                    <a:schemeClr val="bg1"/>
                  </a:solidFill>
                  <a:latin typeface="+mn-ea"/>
                  <a:ea typeface="+mn-ea"/>
                </a:rPr>
                <a:t>2</a:t>
              </a:r>
              <a:endParaRPr lang="ko-KR" altLang="en-US" sz="700" b="1" dirty="0">
                <a:solidFill>
                  <a:schemeClr val="bg1"/>
                </a:solidFill>
                <a:latin typeface="+mn-ea"/>
                <a:ea typeface="+mn-ea"/>
              </a:endParaRPr>
            </a:p>
          </p:txBody>
        </p:sp>
      </p:grpSp>
      <p:graphicFrame>
        <p:nvGraphicFramePr>
          <p:cNvPr id="422" name="Group 37"/>
          <p:cNvGraphicFramePr>
            <a:graphicFrameLocks noGrp="1"/>
          </p:cNvGraphicFramePr>
          <p:nvPr>
            <p:extLst>
              <p:ext uri="{D42A27DB-BD31-4B8C-83A1-F6EECF244321}">
                <p14:modId xmlns:p14="http://schemas.microsoft.com/office/powerpoint/2010/main" val="3678644270"/>
              </p:ext>
            </p:extLst>
          </p:nvPr>
        </p:nvGraphicFramePr>
        <p:xfrm>
          <a:off x="2079329" y="4600210"/>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응시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3" name="Group 37"/>
          <p:cNvGraphicFramePr>
            <a:graphicFrameLocks noGrp="1"/>
          </p:cNvGraphicFramePr>
          <p:nvPr>
            <p:extLst>
              <p:ext uri="{D42A27DB-BD31-4B8C-83A1-F6EECF244321}">
                <p14:modId xmlns:p14="http://schemas.microsoft.com/office/powerpoint/2010/main" val="732807709"/>
              </p:ext>
            </p:extLst>
          </p:nvPr>
        </p:nvGraphicFramePr>
        <p:xfrm>
          <a:off x="5839619" y="460021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미응시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4" name="Group 37"/>
          <p:cNvGraphicFramePr>
            <a:graphicFrameLocks noGrp="1"/>
          </p:cNvGraphicFramePr>
          <p:nvPr>
            <p:extLst>
              <p:ext uri="{D42A27DB-BD31-4B8C-83A1-F6EECF244321}">
                <p14:modId xmlns:p14="http://schemas.microsoft.com/office/powerpoint/2010/main" val="2543645717"/>
              </p:ext>
            </p:extLst>
          </p:nvPr>
        </p:nvGraphicFramePr>
        <p:xfrm>
          <a:off x="2073645" y="6609837"/>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chemeClr val="bg1"/>
                          </a:solidFill>
                          <a:latin typeface="+mn-ea"/>
                          <a:ea typeface="+mn-ea"/>
                        </a:rPr>
                        <a:t>재응시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5" name="Group 37"/>
          <p:cNvGraphicFramePr>
            <a:graphicFrameLocks noGrp="1"/>
          </p:cNvGraphicFramePr>
          <p:nvPr>
            <p:extLst>
              <p:ext uri="{D42A27DB-BD31-4B8C-83A1-F6EECF244321}">
                <p14:modId xmlns:p14="http://schemas.microsoft.com/office/powerpoint/2010/main" val="2309286606"/>
              </p:ext>
            </p:extLst>
          </p:nvPr>
        </p:nvGraphicFramePr>
        <p:xfrm>
          <a:off x="5833935" y="6609838"/>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smtClean="0">
                          <a:solidFill>
                            <a:srgbClr val="FF0000"/>
                          </a:solidFill>
                          <a:latin typeface="+mn-ea"/>
                          <a:ea typeface="+mn-ea"/>
                        </a:rPr>
                        <a:t>재미응시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6" name="Group 37"/>
          <p:cNvGraphicFramePr>
            <a:graphicFrameLocks noGrp="1"/>
          </p:cNvGraphicFramePr>
          <p:nvPr>
            <p:extLst>
              <p:ext uri="{D42A27DB-BD31-4B8C-83A1-F6EECF244321}">
                <p14:modId xmlns:p14="http://schemas.microsoft.com/office/powerpoint/2010/main" val="705914278"/>
              </p:ext>
            </p:extLst>
          </p:nvPr>
        </p:nvGraphicFramePr>
        <p:xfrm>
          <a:off x="2077837" y="862606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응시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27" name="Group 37"/>
          <p:cNvGraphicFramePr>
            <a:graphicFrameLocks noGrp="1"/>
          </p:cNvGraphicFramePr>
          <p:nvPr>
            <p:extLst>
              <p:ext uri="{D42A27DB-BD31-4B8C-83A1-F6EECF244321}">
                <p14:modId xmlns:p14="http://schemas.microsoft.com/office/powerpoint/2010/main" val="2501214978"/>
              </p:ext>
            </p:extLst>
          </p:nvPr>
        </p:nvGraphicFramePr>
        <p:xfrm>
          <a:off x="5838127" y="8626062"/>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미응시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sp>
        <p:nvSpPr>
          <p:cNvPr id="429" name="모서리가 둥근 직사각형 428"/>
          <p:cNvSpPr/>
          <p:nvPr/>
        </p:nvSpPr>
        <p:spPr>
          <a:xfrm>
            <a:off x="8436979" y="573431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퀴즈응시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1" name="모서리가 둥근 직사각형 430"/>
          <p:cNvSpPr/>
          <p:nvPr/>
        </p:nvSpPr>
        <p:spPr>
          <a:xfrm>
            <a:off x="8436275"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퀴즈응시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2" name="모서리가 둥근 직사각형 431"/>
          <p:cNvSpPr/>
          <p:nvPr/>
        </p:nvSpPr>
        <p:spPr>
          <a:xfrm>
            <a:off x="4674493"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3" name="모서리가 둥근 직사각형 432"/>
          <p:cNvSpPr/>
          <p:nvPr/>
        </p:nvSpPr>
        <p:spPr>
          <a:xfrm>
            <a:off x="8436275"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4" name="모서리가 둥근 직사각형 433"/>
          <p:cNvSpPr/>
          <p:nvPr/>
        </p:nvSpPr>
        <p:spPr>
          <a:xfrm>
            <a:off x="4675197" y="5734314"/>
            <a:ext cx="900000" cy="180000"/>
          </a:xfrm>
          <a:prstGeom prst="roundRect">
            <a:avLst/>
          </a:prstGeom>
          <a:solidFill>
            <a:schemeClr val="bg1"/>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smtClean="0">
                <a:solidFill>
                  <a:schemeClr val="tx1">
                    <a:lumMod val="75000"/>
                    <a:lumOff val="25000"/>
                  </a:schemeClr>
                </a:solidFill>
                <a:latin typeface="맑은 고딕" panose="020B0503020000020004" pitchFamily="50" charset="-127"/>
                <a:ea typeface="맑은 고딕" panose="020B0503020000020004" pitchFamily="50" charset="-127"/>
              </a:rPr>
              <a:t>응시완료</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435" name="모서리가 둥근 직사각형 434"/>
          <p:cNvSpPr/>
          <p:nvPr/>
        </p:nvSpPr>
        <p:spPr>
          <a:xfrm>
            <a:off x="4670301" y="7747404"/>
            <a:ext cx="900000" cy="180000"/>
          </a:xfrm>
          <a:prstGeom prst="roundRect">
            <a:avLst/>
          </a:prstGeom>
          <a:solidFill>
            <a:schemeClr val="bg1"/>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응시완료</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198" name="그룹 197"/>
          <p:cNvGrpSpPr/>
          <p:nvPr/>
        </p:nvGrpSpPr>
        <p:grpSpPr>
          <a:xfrm>
            <a:off x="8768798" y="5566048"/>
            <a:ext cx="234360" cy="200055"/>
            <a:chOff x="1152270" y="11706839"/>
            <a:chExt cx="234360" cy="200055"/>
          </a:xfrm>
        </p:grpSpPr>
        <p:sp>
          <p:nvSpPr>
            <p:cNvPr id="199" name="모서리가 둥근 직사각형 19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0" name="직사각형 19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01" name="그룹 200"/>
          <p:cNvGrpSpPr/>
          <p:nvPr/>
        </p:nvGrpSpPr>
        <p:grpSpPr>
          <a:xfrm>
            <a:off x="8749890" y="9592148"/>
            <a:ext cx="234360" cy="200055"/>
            <a:chOff x="1152270" y="11706839"/>
            <a:chExt cx="234360" cy="200055"/>
          </a:xfrm>
        </p:grpSpPr>
        <p:sp>
          <p:nvSpPr>
            <p:cNvPr id="202" name="모서리가 둥근 직사각형 20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3" name="직사각형 20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207" name="그룹 206"/>
          <p:cNvGrpSpPr/>
          <p:nvPr/>
        </p:nvGrpSpPr>
        <p:grpSpPr>
          <a:xfrm>
            <a:off x="5008017" y="5552251"/>
            <a:ext cx="234360" cy="200055"/>
            <a:chOff x="1152270" y="11706839"/>
            <a:chExt cx="234360" cy="200055"/>
          </a:xfrm>
        </p:grpSpPr>
        <p:sp>
          <p:nvSpPr>
            <p:cNvPr id="209" name="모서리가 둥근 직사각형 2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0" name="직사각형 20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11" name="그룹 210"/>
          <p:cNvGrpSpPr/>
          <p:nvPr/>
        </p:nvGrpSpPr>
        <p:grpSpPr>
          <a:xfrm>
            <a:off x="6412210" y="5728270"/>
            <a:ext cx="234360" cy="200055"/>
            <a:chOff x="1152270" y="11706839"/>
            <a:chExt cx="234360" cy="200055"/>
          </a:xfrm>
        </p:grpSpPr>
        <p:sp>
          <p:nvSpPr>
            <p:cNvPr id="212" name="모서리가 둥근 직사각형 21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3" name="직사각형 21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14" name="그룹 213"/>
          <p:cNvGrpSpPr/>
          <p:nvPr/>
        </p:nvGrpSpPr>
        <p:grpSpPr>
          <a:xfrm>
            <a:off x="579562" y="2166658"/>
            <a:ext cx="1386586" cy="5317057"/>
            <a:chOff x="579562" y="2166658"/>
            <a:chExt cx="1386586" cy="5317057"/>
          </a:xfrm>
        </p:grpSpPr>
        <p:grpSp>
          <p:nvGrpSpPr>
            <p:cNvPr id="217" name="그룹 216"/>
            <p:cNvGrpSpPr/>
            <p:nvPr/>
          </p:nvGrpSpPr>
          <p:grpSpPr>
            <a:xfrm>
              <a:off x="629956" y="3318264"/>
              <a:ext cx="1332000" cy="180000"/>
              <a:chOff x="666428" y="3785432"/>
              <a:chExt cx="1332000" cy="180000"/>
            </a:xfrm>
          </p:grpSpPr>
          <p:sp>
            <p:nvSpPr>
              <p:cNvPr id="419" name="모서리가 둥근 직사각형 41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2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6" y="3568824"/>
              <a:ext cx="1332000" cy="180000"/>
              <a:chOff x="666428" y="4310612"/>
              <a:chExt cx="1332000" cy="180000"/>
            </a:xfrm>
          </p:grpSpPr>
          <p:sp>
            <p:nvSpPr>
              <p:cNvPr id="417" name="모서리가 둥근 직사각형 41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1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5" y="3042501"/>
              <a:ext cx="1332000" cy="180000"/>
              <a:chOff x="666427" y="3266516"/>
              <a:chExt cx="1332000" cy="180000"/>
            </a:xfrm>
          </p:grpSpPr>
          <p:sp>
            <p:nvSpPr>
              <p:cNvPr id="415" name="모서리가 둥근 직사각형 41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1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29956" y="3854780"/>
              <a:ext cx="1332000" cy="180000"/>
              <a:chOff x="666428" y="4570824"/>
              <a:chExt cx="1332000" cy="180000"/>
            </a:xfrm>
          </p:grpSpPr>
          <p:sp>
            <p:nvSpPr>
              <p:cNvPr id="413" name="모서리가 둥근 직사각형 41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14"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29956" y="5316875"/>
              <a:ext cx="1332000" cy="180000"/>
              <a:chOff x="666428" y="5096004"/>
              <a:chExt cx="1332000" cy="180000"/>
            </a:xfrm>
          </p:grpSpPr>
          <p:sp>
            <p:nvSpPr>
              <p:cNvPr id="411" name="모서리가 둥근 직사각형 41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12"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4148" y="5634789"/>
              <a:ext cx="1332000" cy="180000"/>
              <a:chOff x="666428" y="3785432"/>
              <a:chExt cx="1332000" cy="180000"/>
            </a:xfrm>
          </p:grpSpPr>
          <p:sp>
            <p:nvSpPr>
              <p:cNvPr id="409" name="모서리가 둥근 직사각형 40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1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1150" y="4135825"/>
              <a:ext cx="1332000" cy="180000"/>
              <a:chOff x="666428" y="4570824"/>
              <a:chExt cx="1332000" cy="180000"/>
            </a:xfrm>
          </p:grpSpPr>
          <p:sp>
            <p:nvSpPr>
              <p:cNvPr id="407" name="모서리가 둥근 직사각형 40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08"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29956" y="4423395"/>
              <a:ext cx="1332000" cy="180000"/>
              <a:chOff x="666428" y="4310612"/>
              <a:chExt cx="1332000" cy="180000"/>
            </a:xfrm>
          </p:grpSpPr>
          <p:sp>
            <p:nvSpPr>
              <p:cNvPr id="399" name="모서리가 둥근 직사각형 3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0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6" name="TextBox 25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04" name="그룹 303"/>
            <p:cNvGrpSpPr/>
            <p:nvPr/>
          </p:nvGrpSpPr>
          <p:grpSpPr>
            <a:xfrm>
              <a:off x="632520" y="4723068"/>
              <a:ext cx="1332000" cy="180000"/>
              <a:chOff x="666428" y="4310612"/>
              <a:chExt cx="1332000" cy="180000"/>
            </a:xfrm>
          </p:grpSpPr>
          <p:sp>
            <p:nvSpPr>
              <p:cNvPr id="397" name="모서리가 둥근 직사각형 39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39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2752353"/>
              <a:ext cx="1332000" cy="180000"/>
              <a:chOff x="666427" y="3266516"/>
              <a:chExt cx="1332000" cy="180000"/>
            </a:xfrm>
          </p:grpSpPr>
          <p:sp>
            <p:nvSpPr>
              <p:cNvPr id="395" name="모서리가 둥근 직사각형 39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9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5" name="그룹 344"/>
            <p:cNvGrpSpPr/>
            <p:nvPr/>
          </p:nvGrpSpPr>
          <p:grpSpPr>
            <a:xfrm>
              <a:off x="632520" y="5005767"/>
              <a:ext cx="1332000" cy="180000"/>
              <a:chOff x="666428" y="4310612"/>
              <a:chExt cx="1332000" cy="180000"/>
            </a:xfrm>
          </p:grpSpPr>
          <p:sp>
            <p:nvSpPr>
              <p:cNvPr id="391" name="모서리가 둥근 직사각형 39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9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32520" y="6227787"/>
              <a:ext cx="1332000" cy="180000"/>
              <a:chOff x="666428" y="3785432"/>
              <a:chExt cx="1332000" cy="180000"/>
            </a:xfrm>
          </p:grpSpPr>
          <p:sp>
            <p:nvSpPr>
              <p:cNvPr id="388" name="모서리가 둥근 직사각형 38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8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32520" y="6487872"/>
              <a:ext cx="1332000" cy="180000"/>
              <a:chOff x="666428" y="4310612"/>
              <a:chExt cx="1332000" cy="180000"/>
            </a:xfrm>
          </p:grpSpPr>
          <p:sp>
            <p:nvSpPr>
              <p:cNvPr id="386" name="모서리가 둥근 직사각형 38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8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7" name="그룹 366"/>
            <p:cNvGrpSpPr/>
            <p:nvPr/>
          </p:nvGrpSpPr>
          <p:grpSpPr>
            <a:xfrm>
              <a:off x="632520" y="6773828"/>
              <a:ext cx="1332000" cy="180000"/>
              <a:chOff x="666428" y="4570824"/>
              <a:chExt cx="1332000" cy="180000"/>
            </a:xfrm>
          </p:grpSpPr>
          <p:sp>
            <p:nvSpPr>
              <p:cNvPr id="384" name="모서리가 둥근 직사각형 38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8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8" name="그룹 367"/>
            <p:cNvGrpSpPr/>
            <p:nvPr/>
          </p:nvGrpSpPr>
          <p:grpSpPr>
            <a:xfrm>
              <a:off x="632520" y="7053155"/>
              <a:ext cx="1332000" cy="180000"/>
              <a:chOff x="666428" y="3785432"/>
              <a:chExt cx="1332000" cy="180000"/>
            </a:xfrm>
          </p:grpSpPr>
          <p:sp>
            <p:nvSpPr>
              <p:cNvPr id="381" name="모서리가 둥근 직사각형 38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8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632520" y="7303715"/>
              <a:ext cx="1332000" cy="180000"/>
              <a:chOff x="666428" y="4310612"/>
              <a:chExt cx="1332000" cy="180000"/>
            </a:xfrm>
          </p:grpSpPr>
          <p:sp>
            <p:nvSpPr>
              <p:cNvPr id="379" name="모서리가 둥근 직사각형 3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8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2" name="그룹 371"/>
            <p:cNvGrpSpPr/>
            <p:nvPr/>
          </p:nvGrpSpPr>
          <p:grpSpPr>
            <a:xfrm>
              <a:off x="622995" y="5922821"/>
              <a:ext cx="1332000" cy="180000"/>
              <a:chOff x="666427" y="3266516"/>
              <a:chExt cx="1332000" cy="180000"/>
            </a:xfrm>
          </p:grpSpPr>
          <p:sp>
            <p:nvSpPr>
              <p:cNvPr id="375" name="모서리가 둥근 직사각형 37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7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32113" y="4221088"/>
            <a:ext cx="360000" cy="144000"/>
          </a:xfrm>
          <a:prstGeom prst="round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강의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7" name="모서리가 둥근 직사각형 236"/>
          <p:cNvSpPr/>
          <p:nvPr/>
        </p:nvSpPr>
        <p:spPr>
          <a:xfrm>
            <a:off x="22744" y="4408749"/>
            <a:ext cx="36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과제</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8" name="모서리가 둥근 직사각형 237"/>
          <p:cNvSpPr/>
          <p:nvPr/>
        </p:nvSpPr>
        <p:spPr>
          <a:xfrm>
            <a:off x="22744" y="4597450"/>
            <a:ext cx="360000" cy="144000"/>
          </a:xfrm>
          <a:prstGeom prst="roundRect">
            <a:avLst/>
          </a:prstGeom>
          <a:solidFill>
            <a:srgbClr val="F8910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토론</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2" name="모서리가 둥근 직사각형 241"/>
          <p:cNvSpPr/>
          <p:nvPr/>
        </p:nvSpPr>
        <p:spPr>
          <a:xfrm>
            <a:off x="22684" y="4789091"/>
            <a:ext cx="360000" cy="144000"/>
          </a:xfrm>
          <a:prstGeom prst="roundRect">
            <a:avLst/>
          </a:prstGeom>
          <a:solidFill>
            <a:srgbClr val="8439BD"/>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3" name="모서리가 둥근 직사각형 242"/>
          <p:cNvSpPr/>
          <p:nvPr/>
        </p:nvSpPr>
        <p:spPr>
          <a:xfrm>
            <a:off x="18709" y="4979032"/>
            <a:ext cx="360000" cy="144000"/>
          </a:xfrm>
          <a:prstGeom prst="roundRect">
            <a:avLst/>
          </a:prstGeom>
          <a:solidFill>
            <a:srgbClr val="D6D1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설문</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4" name="모서리가 둥근 직사각형 243"/>
          <p:cNvSpPr/>
          <p:nvPr/>
        </p:nvSpPr>
        <p:spPr>
          <a:xfrm>
            <a:off x="22684" y="5168838"/>
            <a:ext cx="360000" cy="144000"/>
          </a:xfrm>
          <a:prstGeom prst="roundRect">
            <a:avLst/>
          </a:prstGeom>
          <a:solidFill>
            <a:srgbClr val="0070C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45" name="모서리가 둥근 직사각형 244"/>
          <p:cNvSpPr/>
          <p:nvPr/>
        </p:nvSpPr>
        <p:spPr>
          <a:xfrm>
            <a:off x="18356" y="5354182"/>
            <a:ext cx="360000" cy="144000"/>
          </a:xfrm>
          <a:prstGeom prst="roundRect">
            <a:avLst/>
          </a:prstGeom>
          <a:solidFill>
            <a:srgbClr val="1E04BC"/>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246" name="모서리가 둥근 직사각형 245"/>
          <p:cNvSpPr/>
          <p:nvPr/>
        </p:nvSpPr>
        <p:spPr>
          <a:xfrm>
            <a:off x="-58937" y="5529660"/>
            <a:ext cx="432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Tree>
    <p:extLst>
      <p:ext uri="{BB962C8B-B14F-4D97-AF65-F5344CB8AC3E}">
        <p14:creationId xmlns:p14="http://schemas.microsoft.com/office/powerpoint/2010/main" val="3150325928"/>
      </p:ext>
    </p:extLst>
  </p:cSld>
  <p:clrMapOvr>
    <a:masterClrMapping/>
  </p:clrMapOvr>
  <p:transition>
    <p:wipe dir="r"/>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퀴즈정보 및 응시 </a:t>
            </a:r>
            <a:r>
              <a:rPr lang="en-US" altLang="ko-KR" sz="800" spc="-60" dirty="0" smtClean="0">
                <a:latin typeface="+mn-ea"/>
                <a:ea typeface="+mn-ea"/>
              </a:rPr>
              <a:t>: </a:t>
            </a:r>
            <a:r>
              <a:rPr lang="ko-KR" altLang="en-US" sz="800" spc="-60" dirty="0" smtClean="0">
                <a:latin typeface="+mn-ea"/>
                <a:ea typeface="+mn-ea"/>
              </a:rPr>
              <a:t>퀴즈 </a:t>
            </a:r>
            <a:r>
              <a:rPr lang="ko-KR" altLang="en-US" sz="800" spc="-60" dirty="0" err="1" smtClean="0">
                <a:latin typeface="+mn-ea"/>
                <a:ea typeface="+mn-ea"/>
              </a:rPr>
              <a:t>미응시</a:t>
            </a:r>
            <a:r>
              <a:rPr lang="ko-KR" altLang="en-US" sz="800" spc="-60" dirty="0" smtClean="0">
                <a:latin typeface="+mn-ea"/>
                <a:ea typeface="+mn-ea"/>
              </a:rPr>
              <a:t> </a:t>
            </a:r>
            <a:r>
              <a:rPr lang="en-US" altLang="ko-KR" sz="800" spc="-60" dirty="0" smtClean="0">
                <a:latin typeface="+mn-ea"/>
                <a:ea typeface="+mn-ea"/>
              </a:rPr>
              <a:t>: </a:t>
            </a:r>
            <a:r>
              <a:rPr lang="ko-KR" altLang="en-US" sz="800" spc="-60" dirty="0" smtClean="0">
                <a:latin typeface="+mn-ea"/>
                <a:ea typeface="+mn-ea"/>
              </a:rPr>
              <a:t>일반퀴즈</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88555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480455593"/>
              </p:ext>
            </p:extLst>
          </p:nvPr>
        </p:nvGraphicFramePr>
        <p:xfrm>
          <a:off x="9499029" y="3456291"/>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퀴즈정보 및 응시 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퀴즈명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접음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파일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카운트</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미응시</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응시하기</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 버튼</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69499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2" name="모서리가 둥근 직사각형 191"/>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4" name="직사각형 193"/>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퀴즈정보 및 응</a:t>
            </a:r>
            <a:r>
              <a:rPr lang="ko-KR" altLang="en-US" sz="800" dirty="0">
                <a:solidFill>
                  <a:schemeClr val="tx1">
                    <a:lumMod val="75000"/>
                    <a:lumOff val="25000"/>
                  </a:schemeClr>
                </a:solidFill>
                <a:latin typeface="+mn-ea"/>
                <a:ea typeface="+mn-ea"/>
              </a:rPr>
              <a:t>시</a:t>
            </a:r>
            <a:endParaRPr lang="ko-KR" altLang="en-US" sz="800" dirty="0">
              <a:solidFill>
                <a:srgbClr val="FF0000"/>
              </a:solidFill>
              <a:latin typeface="+mn-ea"/>
              <a:ea typeface="+mn-ea"/>
            </a:endParaRPr>
          </a:p>
        </p:txBody>
      </p:sp>
      <p:cxnSp>
        <p:nvCxnSpPr>
          <p:cNvPr id="196" name="직선 연결선 195"/>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퀴즈정보 및 응시</a:t>
            </a:r>
          </a:p>
        </p:txBody>
      </p:sp>
      <p:graphicFrame>
        <p:nvGraphicFramePr>
          <p:cNvPr id="198" name="Group 37"/>
          <p:cNvGraphicFramePr>
            <a:graphicFrameLocks noGrp="1"/>
          </p:cNvGraphicFramePr>
          <p:nvPr>
            <p:extLst>
              <p:ext uri="{D42A27DB-BD31-4B8C-83A1-F6EECF244321}">
                <p14:modId xmlns:p14="http://schemas.microsoft.com/office/powerpoint/2010/main" val="808586938"/>
              </p:ext>
            </p:extLst>
          </p:nvPr>
        </p:nvGraphicFramePr>
        <p:xfrm>
          <a:off x="1972097" y="4065463"/>
          <a:ext cx="7470353" cy="485638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일반퀴즈일반퀴즈</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기간 </a:t>
                      </a:r>
                      <a:r>
                        <a:rPr lang="en-US" altLang="ko-KR" sz="800" b="0" dirty="0" smtClean="0">
                          <a:solidFill>
                            <a:schemeClr val="tx1">
                              <a:lumMod val="75000"/>
                              <a:lumOff val="25000"/>
                            </a:schemeClr>
                          </a:solidFill>
                          <a:latin typeface="+mn-ea"/>
                        </a:rPr>
                        <a:t>: </a:t>
                      </a: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a:t>
                      </a:r>
                      <a:r>
                        <a:rPr lang="ko-KR" altLang="en-US" sz="800" b="0" dirty="0" err="1" smtClean="0">
                          <a:solidFill>
                            <a:schemeClr val="tx1">
                              <a:lumMod val="75000"/>
                              <a:lumOff val="25000"/>
                            </a:schemeClr>
                          </a:solidFill>
                          <a:latin typeface="+mn-ea"/>
                        </a:rPr>
                        <a:t>적용율</a:t>
                      </a:r>
                      <a:r>
                        <a:rPr lang="ko-KR" altLang="en-US" sz="800" b="0" dirty="0" smtClean="0">
                          <a:solidFill>
                            <a:schemeClr val="tx1">
                              <a:lumMod val="75000"/>
                              <a:lumOff val="25000"/>
                            </a:schemeClr>
                          </a:solidFill>
                          <a:latin typeface="+mn-ea"/>
                        </a:rPr>
                        <a:t> </a:t>
                      </a:r>
                      <a:r>
                        <a:rPr lang="en-US" altLang="ko-KR" sz="800" b="0" dirty="0" smtClean="0">
                          <a:solidFill>
                            <a:schemeClr val="tx1">
                              <a:lumMod val="75000"/>
                              <a:lumOff val="25000"/>
                            </a:schemeClr>
                          </a:solidFill>
                          <a:latin typeface="+mn-ea"/>
                        </a:rPr>
                        <a:t>: 80%</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9" name="직사각형 19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0" name="그룹 199"/>
          <p:cNvGrpSpPr/>
          <p:nvPr/>
        </p:nvGrpSpPr>
        <p:grpSpPr>
          <a:xfrm>
            <a:off x="3219475" y="4543465"/>
            <a:ext cx="6151862" cy="1148064"/>
            <a:chOff x="3229000" y="4452549"/>
            <a:chExt cx="6151862" cy="1148064"/>
          </a:xfrm>
        </p:grpSpPr>
        <p:sp>
          <p:nvSpPr>
            <p:cNvPr id="2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0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3" name="직사각형 20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응</a:t>
            </a:r>
            <a:r>
              <a:rPr lang="ko-KR" altLang="en-US" sz="800" dirty="0">
                <a:solidFill>
                  <a:schemeClr val="tx1">
                    <a:lumMod val="75000"/>
                    <a:lumOff val="25000"/>
                  </a:schemeClr>
                </a:solidFill>
                <a:latin typeface="+mn-ea"/>
                <a:ea typeface="+mn-ea"/>
              </a:rPr>
              <a:t>시</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7" name="그룹 206"/>
          <p:cNvGrpSpPr/>
          <p:nvPr/>
        </p:nvGrpSpPr>
        <p:grpSpPr>
          <a:xfrm>
            <a:off x="3216263" y="7794002"/>
            <a:ext cx="2114928" cy="162000"/>
            <a:chOff x="3225788" y="7298382"/>
            <a:chExt cx="2114928" cy="162000"/>
          </a:xfrm>
        </p:grpSpPr>
        <p:sp>
          <p:nvSpPr>
            <p:cNvPr id="209" name="직사각형 20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0"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11" name="그룹 210"/>
          <p:cNvGrpSpPr/>
          <p:nvPr/>
        </p:nvGrpSpPr>
        <p:grpSpPr>
          <a:xfrm>
            <a:off x="1872228" y="4110380"/>
            <a:ext cx="234360" cy="200055"/>
            <a:chOff x="1152270" y="11716364"/>
            <a:chExt cx="234360" cy="200055"/>
          </a:xfrm>
        </p:grpSpPr>
        <p:sp>
          <p:nvSpPr>
            <p:cNvPr id="212" name="모서리가 둥근 직사각형 21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3" name="직사각형 21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14" name="그룹 213"/>
          <p:cNvGrpSpPr/>
          <p:nvPr/>
        </p:nvGrpSpPr>
        <p:grpSpPr>
          <a:xfrm>
            <a:off x="4960656" y="7784499"/>
            <a:ext cx="234360" cy="200055"/>
            <a:chOff x="1152270" y="11716364"/>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26" name="그룹 225"/>
          <p:cNvGrpSpPr/>
          <p:nvPr/>
        </p:nvGrpSpPr>
        <p:grpSpPr>
          <a:xfrm>
            <a:off x="1928664" y="3429000"/>
            <a:ext cx="234360" cy="200055"/>
            <a:chOff x="1152270" y="11716364"/>
            <a:chExt cx="234360" cy="200055"/>
          </a:xfrm>
        </p:grpSpPr>
        <p:sp>
          <p:nvSpPr>
            <p:cNvPr id="229" name="모서리가 둥근 직사각형 22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3" name="직사각형 23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79" name="그룹 378"/>
          <p:cNvGrpSpPr/>
          <p:nvPr/>
        </p:nvGrpSpPr>
        <p:grpSpPr>
          <a:xfrm>
            <a:off x="5069155" y="9594144"/>
            <a:ext cx="234360" cy="200055"/>
            <a:chOff x="1152270" y="11716364"/>
            <a:chExt cx="234360" cy="200055"/>
          </a:xfrm>
        </p:grpSpPr>
        <p:sp>
          <p:nvSpPr>
            <p:cNvPr id="380" name="모서리가 둥근 직사각형 3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1" name="직사각형 38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aphicFrame>
        <p:nvGraphicFramePr>
          <p:cNvPr id="173" name="Group 37"/>
          <p:cNvGraphicFramePr>
            <a:graphicFrameLocks noGrp="1"/>
          </p:cNvGraphicFramePr>
          <p:nvPr>
            <p:extLst>
              <p:ext uri="{D42A27DB-BD31-4B8C-83A1-F6EECF244321}">
                <p14:modId xmlns:p14="http://schemas.microsoft.com/office/powerpoint/2010/main" val="1903025202"/>
              </p:ext>
            </p:extLst>
          </p:nvPr>
        </p:nvGraphicFramePr>
        <p:xfrm>
          <a:off x="1972097" y="9002191"/>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4" name="모서리가 둥근 직사각형 173"/>
          <p:cNvSpPr/>
          <p:nvPr/>
        </p:nvSpPr>
        <p:spPr>
          <a:xfrm>
            <a:off x="8498446" y="903288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5" name="모서리가 둥근 직사각형 174"/>
          <p:cNvSpPr/>
          <p:nvPr/>
        </p:nvSpPr>
        <p:spPr>
          <a:xfrm>
            <a:off x="5263312" y="962588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70" name="그룹 369"/>
          <p:cNvGrpSpPr/>
          <p:nvPr/>
        </p:nvGrpSpPr>
        <p:grpSpPr>
          <a:xfrm>
            <a:off x="8308801" y="9013834"/>
            <a:ext cx="234360" cy="200055"/>
            <a:chOff x="1152270" y="11716364"/>
            <a:chExt cx="234360" cy="200055"/>
          </a:xfrm>
        </p:grpSpPr>
        <p:sp>
          <p:nvSpPr>
            <p:cNvPr id="372" name="모서리가 둥근 직사각형 3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5" name="직사각형 37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76" name="그룹 375"/>
          <p:cNvGrpSpPr/>
          <p:nvPr/>
        </p:nvGrpSpPr>
        <p:grpSpPr>
          <a:xfrm>
            <a:off x="9034657" y="8892750"/>
            <a:ext cx="234360" cy="200055"/>
            <a:chOff x="1152270" y="11716364"/>
            <a:chExt cx="234360" cy="200055"/>
          </a:xfrm>
        </p:grpSpPr>
        <p:sp>
          <p:nvSpPr>
            <p:cNvPr id="377" name="모서리가 둥근 직사각형 3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8" name="직사각형 3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47" name="그룹 346"/>
          <p:cNvGrpSpPr/>
          <p:nvPr/>
        </p:nvGrpSpPr>
        <p:grpSpPr>
          <a:xfrm>
            <a:off x="579562" y="2166658"/>
            <a:ext cx="1386586" cy="5317057"/>
            <a:chOff x="579562" y="2166658"/>
            <a:chExt cx="1386586" cy="5317057"/>
          </a:xfrm>
        </p:grpSpPr>
        <p:grpSp>
          <p:nvGrpSpPr>
            <p:cNvPr id="354" name="그룹 353"/>
            <p:cNvGrpSpPr/>
            <p:nvPr/>
          </p:nvGrpSpPr>
          <p:grpSpPr>
            <a:xfrm>
              <a:off x="629956" y="3318264"/>
              <a:ext cx="1332000" cy="180000"/>
              <a:chOff x="666428" y="3785432"/>
              <a:chExt cx="1332000" cy="180000"/>
            </a:xfrm>
          </p:grpSpPr>
          <p:sp>
            <p:nvSpPr>
              <p:cNvPr id="426" name="모서리가 둥근 직사각형 42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2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29956" y="3568824"/>
              <a:ext cx="1332000" cy="180000"/>
              <a:chOff x="666428" y="4310612"/>
              <a:chExt cx="1332000" cy="180000"/>
            </a:xfrm>
          </p:grpSpPr>
          <p:sp>
            <p:nvSpPr>
              <p:cNvPr id="424" name="모서리가 둥근 직사각형 4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2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29955" y="3042501"/>
              <a:ext cx="1332000" cy="180000"/>
              <a:chOff x="666427" y="3266516"/>
              <a:chExt cx="1332000" cy="180000"/>
            </a:xfrm>
          </p:grpSpPr>
          <p:sp>
            <p:nvSpPr>
              <p:cNvPr id="422" name="모서리가 둥근 직사각형 42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2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4" name="그룹 363"/>
            <p:cNvGrpSpPr/>
            <p:nvPr/>
          </p:nvGrpSpPr>
          <p:grpSpPr>
            <a:xfrm>
              <a:off x="629956" y="3854780"/>
              <a:ext cx="1332000" cy="180000"/>
              <a:chOff x="666428" y="4570824"/>
              <a:chExt cx="1332000" cy="180000"/>
            </a:xfrm>
          </p:grpSpPr>
          <p:sp>
            <p:nvSpPr>
              <p:cNvPr id="420" name="모서리가 둥근 직사각형 41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21"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29956" y="5316875"/>
              <a:ext cx="1332000" cy="180000"/>
              <a:chOff x="666428" y="5096004"/>
              <a:chExt cx="1332000" cy="180000"/>
            </a:xfrm>
          </p:grpSpPr>
          <p:sp>
            <p:nvSpPr>
              <p:cNvPr id="418" name="모서리가 둥근 직사각형 417"/>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19"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7" name="그룹 366"/>
            <p:cNvGrpSpPr/>
            <p:nvPr/>
          </p:nvGrpSpPr>
          <p:grpSpPr>
            <a:xfrm>
              <a:off x="634148" y="5634789"/>
              <a:ext cx="1332000" cy="180000"/>
              <a:chOff x="666428" y="3785432"/>
              <a:chExt cx="1332000" cy="180000"/>
            </a:xfrm>
          </p:grpSpPr>
          <p:sp>
            <p:nvSpPr>
              <p:cNvPr id="416" name="모서리가 둥근 직사각형 41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1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8" name="그룹 367"/>
            <p:cNvGrpSpPr/>
            <p:nvPr/>
          </p:nvGrpSpPr>
          <p:grpSpPr>
            <a:xfrm>
              <a:off x="631150" y="4135825"/>
              <a:ext cx="1332000" cy="180000"/>
              <a:chOff x="666428" y="4570824"/>
              <a:chExt cx="1332000" cy="180000"/>
            </a:xfrm>
          </p:grpSpPr>
          <p:sp>
            <p:nvSpPr>
              <p:cNvPr id="414" name="모서리가 둥근 직사각형 41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1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629956" y="4423395"/>
              <a:ext cx="1332000" cy="180000"/>
              <a:chOff x="666428" y="4310612"/>
              <a:chExt cx="1332000" cy="180000"/>
            </a:xfrm>
          </p:grpSpPr>
          <p:sp>
            <p:nvSpPr>
              <p:cNvPr id="412" name="모서리가 둥근 직사각형 41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1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71" name="TextBox 37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82" name="그룹 381"/>
            <p:cNvGrpSpPr/>
            <p:nvPr/>
          </p:nvGrpSpPr>
          <p:grpSpPr>
            <a:xfrm>
              <a:off x="632520" y="4723068"/>
              <a:ext cx="1332000" cy="180000"/>
              <a:chOff x="666428" y="4310612"/>
              <a:chExt cx="1332000" cy="180000"/>
            </a:xfrm>
          </p:grpSpPr>
          <p:sp>
            <p:nvSpPr>
              <p:cNvPr id="410" name="모서리가 둥근 직사각형 409"/>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41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3" name="그룹 382"/>
            <p:cNvGrpSpPr/>
            <p:nvPr/>
          </p:nvGrpSpPr>
          <p:grpSpPr>
            <a:xfrm>
              <a:off x="632520" y="2752353"/>
              <a:ext cx="1332000" cy="180000"/>
              <a:chOff x="666427" y="3266516"/>
              <a:chExt cx="1332000" cy="180000"/>
            </a:xfrm>
          </p:grpSpPr>
          <p:sp>
            <p:nvSpPr>
              <p:cNvPr id="408" name="모서리가 둥근 직사각형 40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0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4" name="그룹 383"/>
            <p:cNvGrpSpPr/>
            <p:nvPr/>
          </p:nvGrpSpPr>
          <p:grpSpPr>
            <a:xfrm>
              <a:off x="632520" y="5005767"/>
              <a:ext cx="1332000" cy="180000"/>
              <a:chOff x="666428" y="4310612"/>
              <a:chExt cx="1332000" cy="180000"/>
            </a:xfrm>
          </p:grpSpPr>
          <p:sp>
            <p:nvSpPr>
              <p:cNvPr id="406" name="모서리가 둥근 직사각형 40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0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5" name="그룹 384"/>
            <p:cNvGrpSpPr/>
            <p:nvPr/>
          </p:nvGrpSpPr>
          <p:grpSpPr>
            <a:xfrm>
              <a:off x="632520" y="6227787"/>
              <a:ext cx="1332000" cy="180000"/>
              <a:chOff x="666428" y="3785432"/>
              <a:chExt cx="1332000" cy="180000"/>
            </a:xfrm>
          </p:grpSpPr>
          <p:sp>
            <p:nvSpPr>
              <p:cNvPr id="404" name="모서리가 둥근 직사각형 4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0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6" name="그룹 385"/>
            <p:cNvGrpSpPr/>
            <p:nvPr/>
          </p:nvGrpSpPr>
          <p:grpSpPr>
            <a:xfrm>
              <a:off x="632520" y="6487872"/>
              <a:ext cx="1332000" cy="180000"/>
              <a:chOff x="666428" y="4310612"/>
              <a:chExt cx="1332000" cy="180000"/>
            </a:xfrm>
          </p:grpSpPr>
          <p:sp>
            <p:nvSpPr>
              <p:cNvPr id="402" name="모서리가 둥근 직사각형 40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7" name="그룹 386"/>
            <p:cNvGrpSpPr/>
            <p:nvPr/>
          </p:nvGrpSpPr>
          <p:grpSpPr>
            <a:xfrm>
              <a:off x="632520" y="6773828"/>
              <a:ext cx="1332000" cy="180000"/>
              <a:chOff x="666428" y="4570824"/>
              <a:chExt cx="1332000" cy="180000"/>
            </a:xfrm>
          </p:grpSpPr>
          <p:sp>
            <p:nvSpPr>
              <p:cNvPr id="400" name="모서리가 둥근 직사각형 39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01"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8" name="그룹 387"/>
            <p:cNvGrpSpPr/>
            <p:nvPr/>
          </p:nvGrpSpPr>
          <p:grpSpPr>
            <a:xfrm>
              <a:off x="632520" y="7053155"/>
              <a:ext cx="1332000" cy="180000"/>
              <a:chOff x="666428" y="3785432"/>
              <a:chExt cx="1332000" cy="180000"/>
            </a:xfrm>
          </p:grpSpPr>
          <p:sp>
            <p:nvSpPr>
              <p:cNvPr id="398" name="모서리가 둥근 직사각형 39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9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9" name="그룹 388"/>
            <p:cNvGrpSpPr/>
            <p:nvPr/>
          </p:nvGrpSpPr>
          <p:grpSpPr>
            <a:xfrm>
              <a:off x="632520" y="7303715"/>
              <a:ext cx="1332000" cy="180000"/>
              <a:chOff x="666428" y="4310612"/>
              <a:chExt cx="1332000" cy="180000"/>
            </a:xfrm>
          </p:grpSpPr>
          <p:sp>
            <p:nvSpPr>
              <p:cNvPr id="396" name="모서리가 둥근 직사각형 39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9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1" name="그룹 390"/>
            <p:cNvGrpSpPr/>
            <p:nvPr/>
          </p:nvGrpSpPr>
          <p:grpSpPr>
            <a:xfrm>
              <a:off x="622995" y="5922821"/>
              <a:ext cx="1332000" cy="180000"/>
              <a:chOff x="666427" y="3266516"/>
              <a:chExt cx="1332000" cy="180000"/>
            </a:xfrm>
          </p:grpSpPr>
          <p:sp>
            <p:nvSpPr>
              <p:cNvPr id="392" name="모서리가 둥근 직사각형 39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9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404438095"/>
      </p:ext>
    </p:extLst>
  </p:cSld>
  <p:clrMapOvr>
    <a:masterClrMapping/>
  </p:clrMapOvr>
  <p:transition>
    <p:wipe dir="r"/>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퀴즈정보 및 응시 </a:t>
            </a:r>
            <a:r>
              <a:rPr lang="en-US" altLang="ko-KR" sz="800" spc="-60" dirty="0" smtClean="0">
                <a:latin typeface="+mn-ea"/>
                <a:ea typeface="+mn-ea"/>
              </a:rPr>
              <a:t>: </a:t>
            </a:r>
            <a:r>
              <a:rPr lang="ko-KR" altLang="en-US" sz="800" spc="-60" dirty="0" smtClean="0">
                <a:latin typeface="+mn-ea"/>
                <a:ea typeface="+mn-ea"/>
              </a:rPr>
              <a:t>퀴즈 </a:t>
            </a:r>
            <a:r>
              <a:rPr lang="ko-KR" altLang="en-US" sz="800" spc="-60" dirty="0" err="1" smtClean="0">
                <a:latin typeface="+mn-ea"/>
                <a:ea typeface="+mn-ea"/>
              </a:rPr>
              <a:t>미응시</a:t>
            </a:r>
            <a:r>
              <a:rPr lang="ko-KR" altLang="en-US" sz="800" spc="-60" dirty="0" smtClean="0">
                <a:latin typeface="+mn-ea"/>
                <a:ea typeface="+mn-ea"/>
              </a:rPr>
              <a:t> </a:t>
            </a:r>
            <a:r>
              <a:rPr lang="en-US" altLang="ko-KR" sz="800" spc="-60" dirty="0" smtClean="0">
                <a:latin typeface="+mn-ea"/>
                <a:ea typeface="+mn-ea"/>
              </a:rPr>
              <a:t>: </a:t>
            </a:r>
            <a:r>
              <a:rPr lang="ko-KR" altLang="en-US" sz="800" spc="-60" dirty="0" err="1" smtClean="0">
                <a:latin typeface="+mn-ea"/>
                <a:ea typeface="+mn-ea"/>
              </a:rPr>
              <a:t>팀퀴즈</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414895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792773063"/>
              </p:ext>
            </p:extLst>
          </p:nvPr>
        </p:nvGraphicFramePr>
        <p:xfrm>
          <a:off x="9499029" y="7855313"/>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lt"/>
                          <a:ea typeface="+mn-ea"/>
                          <a:cs typeface="+mn-cs"/>
                        </a:rPr>
                        <a:t>팀퀴즈</a:t>
                      </a:r>
                      <a:r>
                        <a:rPr lang="ko-KR" altLang="en-US" sz="800" kern="1200" baseline="0" dirty="0" smtClean="0">
                          <a:solidFill>
                            <a:schemeClr val="tx1">
                              <a:lumMod val="75000"/>
                              <a:lumOff val="25000"/>
                            </a:schemeClr>
                          </a:solidFill>
                          <a:latin typeface="+mn-lt"/>
                          <a:ea typeface="+mn-ea"/>
                          <a:cs typeface="+mn-cs"/>
                        </a:rPr>
                        <a:t> </a:t>
                      </a:r>
                      <a:r>
                        <a:rPr lang="en-US" altLang="ko-KR" sz="800" kern="1200" baseline="0" dirty="0" smtClean="0">
                          <a:solidFill>
                            <a:schemeClr val="tx1">
                              <a:lumMod val="75000"/>
                              <a:lumOff val="25000"/>
                            </a:schemeClr>
                          </a:solidFill>
                          <a:latin typeface="+mn-lt"/>
                          <a:ea typeface="+mn-ea"/>
                          <a:cs typeface="+mn-cs"/>
                        </a:rPr>
                        <a:t>“</a:t>
                      </a:r>
                      <a:r>
                        <a:rPr lang="ko-KR" altLang="en-US" sz="800" kern="1200" baseline="0" dirty="0" smtClean="0">
                          <a:solidFill>
                            <a:schemeClr val="tx1">
                              <a:lumMod val="75000"/>
                              <a:lumOff val="25000"/>
                            </a:schemeClr>
                          </a:solidFill>
                          <a:latin typeface="+mn-lt"/>
                          <a:ea typeface="+mn-ea"/>
                          <a:cs typeface="+mn-cs"/>
                        </a:rPr>
                        <a:t>예</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인 경우</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학습그룹분류명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학습그룹별 </a:t>
                      </a:r>
                      <a:r>
                        <a:rPr lang="ko-KR" altLang="en-US" sz="800" kern="1200" dirty="0" err="1" smtClean="0">
                          <a:solidFill>
                            <a:schemeClr val="tx1">
                              <a:lumMod val="75000"/>
                              <a:lumOff val="25000"/>
                            </a:schemeClr>
                          </a:solidFill>
                          <a:latin typeface="+mn-lt"/>
                          <a:ea typeface="+mn-ea"/>
                          <a:cs typeface="+mn-cs"/>
                        </a:rPr>
                        <a:t>부주제</a:t>
                      </a:r>
                      <a:r>
                        <a:rPr lang="ko-KR" altLang="en-US" sz="800" kern="1200" dirty="0" smtClean="0">
                          <a:solidFill>
                            <a:schemeClr val="tx1">
                              <a:lumMod val="75000"/>
                              <a:lumOff val="25000"/>
                            </a:schemeClr>
                          </a:solidFill>
                          <a:latin typeface="+mn-lt"/>
                          <a:ea typeface="+mn-ea"/>
                          <a:cs typeface="+mn-cs"/>
                        </a:rPr>
                        <a:t> 설정 사용여부 </a:t>
                      </a:r>
                      <a:endParaRPr lang="en-US" altLang="ko-KR" sz="800" kern="1200" dirty="0" smtClean="0">
                        <a:solidFill>
                          <a:schemeClr val="tx1">
                            <a:lumMod val="75000"/>
                            <a:lumOff val="25000"/>
                          </a:schemeClr>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사용 </a:t>
                      </a:r>
                      <a:r>
                        <a:rPr lang="en-US" altLang="ko-KR"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사용안함</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260821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559835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2" name="모서리가 둥근 직사각형 191"/>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4" name="직사각형 193"/>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퀴즈정보 및 응</a:t>
            </a:r>
            <a:r>
              <a:rPr lang="ko-KR" altLang="en-US" sz="800" dirty="0">
                <a:solidFill>
                  <a:schemeClr val="tx1">
                    <a:lumMod val="75000"/>
                    <a:lumOff val="25000"/>
                  </a:schemeClr>
                </a:solidFill>
                <a:latin typeface="+mn-ea"/>
                <a:ea typeface="+mn-ea"/>
              </a:rPr>
              <a:t>시</a:t>
            </a:r>
            <a:endParaRPr lang="ko-KR" altLang="en-US" sz="800" dirty="0">
              <a:solidFill>
                <a:srgbClr val="FF0000"/>
              </a:solidFill>
              <a:latin typeface="+mn-ea"/>
              <a:ea typeface="+mn-ea"/>
            </a:endParaRPr>
          </a:p>
        </p:txBody>
      </p:sp>
      <p:cxnSp>
        <p:nvCxnSpPr>
          <p:cNvPr id="196" name="직선 연결선 195"/>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퀴즈정보 및 응시</a:t>
            </a:r>
          </a:p>
        </p:txBody>
      </p:sp>
      <p:graphicFrame>
        <p:nvGraphicFramePr>
          <p:cNvPr id="198" name="Group 37"/>
          <p:cNvGraphicFramePr>
            <a:graphicFrameLocks noGrp="1"/>
          </p:cNvGraphicFramePr>
          <p:nvPr>
            <p:extLst>
              <p:ext uri="{D42A27DB-BD31-4B8C-83A1-F6EECF244321}">
                <p14:modId xmlns:p14="http://schemas.microsoft.com/office/powerpoint/2010/main" val="646586204"/>
              </p:ext>
            </p:extLst>
          </p:nvPr>
        </p:nvGraphicFramePr>
        <p:xfrm>
          <a:off x="1972097" y="4065463"/>
          <a:ext cx="7470353" cy="1014180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일반퀴즈일반퀴즈</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556629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a:t>
                      </a:r>
                      <a:r>
                        <a:rPr lang="en-US" altLang="ko-KR" sz="800" b="0" dirty="0" smtClean="0">
                          <a:solidFill>
                            <a:schemeClr val="tx1">
                              <a:lumMod val="75000"/>
                              <a:lumOff val="25000"/>
                            </a:schemeClr>
                          </a:solidFill>
                          <a:latin typeface="+mn-ea"/>
                        </a:rPr>
                        <a:t>: </a:t>
                      </a:r>
                      <a:r>
                        <a:rPr lang="ko-KR" altLang="en-US" sz="800" b="0" dirty="0" smtClean="0">
                          <a:solidFill>
                            <a:schemeClr val="tx1">
                              <a:lumMod val="75000"/>
                              <a:lumOff val="25000"/>
                            </a:schemeClr>
                          </a:solidFill>
                          <a:latin typeface="+mn-ea"/>
                        </a:rPr>
                        <a:t>과제 학습그룹 </a:t>
                      </a:r>
                      <a:r>
                        <a:rPr lang="en-US" altLang="ko-KR" sz="800" b="0" dirty="0" smtClean="0">
                          <a:solidFill>
                            <a:schemeClr val="tx1">
                              <a:lumMod val="75000"/>
                              <a:lumOff val="25000"/>
                            </a:schemeClr>
                          </a:solidFill>
                          <a:latin typeface="+mn-ea"/>
                        </a:rPr>
                        <a:t>001</a:t>
                      </a: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기간 </a:t>
                      </a:r>
                      <a:r>
                        <a:rPr lang="en-US" altLang="ko-KR" sz="800" b="0" dirty="0" smtClean="0">
                          <a:solidFill>
                            <a:schemeClr val="tx1">
                              <a:lumMod val="75000"/>
                              <a:lumOff val="25000"/>
                            </a:schemeClr>
                          </a:solidFill>
                          <a:latin typeface="+mn-ea"/>
                        </a:rPr>
                        <a:t>: </a:t>
                      </a: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a:t>
                      </a:r>
                      <a:r>
                        <a:rPr lang="ko-KR" altLang="en-US" sz="800" b="0" dirty="0" err="1" smtClean="0">
                          <a:solidFill>
                            <a:schemeClr val="tx1">
                              <a:lumMod val="75000"/>
                              <a:lumOff val="25000"/>
                            </a:schemeClr>
                          </a:solidFill>
                          <a:latin typeface="+mn-ea"/>
                        </a:rPr>
                        <a:t>적용율</a:t>
                      </a:r>
                      <a:r>
                        <a:rPr lang="ko-KR" altLang="en-US" sz="800" b="0" dirty="0" smtClean="0">
                          <a:solidFill>
                            <a:schemeClr val="tx1">
                              <a:lumMod val="75000"/>
                              <a:lumOff val="25000"/>
                            </a:schemeClr>
                          </a:solidFill>
                          <a:latin typeface="+mn-ea"/>
                        </a:rPr>
                        <a:t> </a:t>
                      </a:r>
                      <a:r>
                        <a:rPr lang="en-US" altLang="ko-KR" sz="800" b="0" dirty="0" smtClean="0">
                          <a:solidFill>
                            <a:schemeClr val="tx1">
                              <a:lumMod val="75000"/>
                              <a:lumOff val="25000"/>
                            </a:schemeClr>
                          </a:solidFill>
                          <a:latin typeface="+mn-ea"/>
                        </a:rPr>
                        <a:t>: 80%</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9" name="직사각형 19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0" name="그룹 199"/>
          <p:cNvGrpSpPr/>
          <p:nvPr/>
        </p:nvGrpSpPr>
        <p:grpSpPr>
          <a:xfrm>
            <a:off x="3219475" y="4543465"/>
            <a:ext cx="6151862" cy="1148064"/>
            <a:chOff x="3229000" y="4452549"/>
            <a:chExt cx="6151862" cy="1148064"/>
          </a:xfrm>
        </p:grpSpPr>
        <p:sp>
          <p:nvSpPr>
            <p:cNvPr id="2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02" name="Track"/>
            <p:cNvSpPr>
              <a:spLocks/>
            </p:cNvSpPr>
            <p:nvPr>
              <p:custDataLst>
                <p:tags r:id="rId5"/>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3" name="직사각형 20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응</a:t>
            </a:r>
            <a:r>
              <a:rPr lang="ko-KR" altLang="en-US" sz="800" dirty="0">
                <a:solidFill>
                  <a:schemeClr val="tx1">
                    <a:lumMod val="75000"/>
                    <a:lumOff val="25000"/>
                  </a:schemeClr>
                </a:solidFill>
                <a:latin typeface="+mn-ea"/>
                <a:ea typeface="+mn-ea"/>
              </a:rPr>
              <a:t>시</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7" name="그룹 206"/>
          <p:cNvGrpSpPr/>
          <p:nvPr/>
        </p:nvGrpSpPr>
        <p:grpSpPr>
          <a:xfrm>
            <a:off x="3216263" y="7794002"/>
            <a:ext cx="2114928" cy="162000"/>
            <a:chOff x="3225788" y="7298382"/>
            <a:chExt cx="2114928" cy="162000"/>
          </a:xfrm>
        </p:grpSpPr>
        <p:sp>
          <p:nvSpPr>
            <p:cNvPr id="209" name="직사각형 20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0"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73" name="Group 37"/>
          <p:cNvGraphicFramePr>
            <a:graphicFrameLocks noGrp="1"/>
          </p:cNvGraphicFramePr>
          <p:nvPr>
            <p:extLst>
              <p:ext uri="{D42A27DB-BD31-4B8C-83A1-F6EECF244321}">
                <p14:modId xmlns:p14="http://schemas.microsoft.com/office/powerpoint/2010/main" val="311181790"/>
              </p:ext>
            </p:extLst>
          </p:nvPr>
        </p:nvGraphicFramePr>
        <p:xfrm>
          <a:off x="3253383" y="8244011"/>
          <a:ext cx="5741591" cy="5237534"/>
        </p:xfrm>
        <a:graphic>
          <a:graphicData uri="http://schemas.openxmlformats.org/drawingml/2006/table">
            <a:tbl>
              <a:tblPr/>
              <a:tblGrid>
                <a:gridCol w="345183"/>
                <a:gridCol w="715887"/>
                <a:gridCol w="3744417"/>
                <a:gridCol w="936104"/>
              </a:tblGrid>
              <a:tr h="287984">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학습그룹별 퀴즈 설정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798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구성원</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19707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1</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493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25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76432">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2</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300028">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3</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4</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bl>
          </a:graphicData>
        </a:graphic>
      </p:graphicFrame>
      <p:grpSp>
        <p:nvGrpSpPr>
          <p:cNvPr id="174" name="그룹 173"/>
          <p:cNvGrpSpPr/>
          <p:nvPr/>
        </p:nvGrpSpPr>
        <p:grpSpPr>
          <a:xfrm>
            <a:off x="4349281" y="9061548"/>
            <a:ext cx="3663061" cy="600864"/>
            <a:chOff x="3229000" y="4452549"/>
            <a:chExt cx="3663061" cy="600864"/>
          </a:xfrm>
        </p:grpSpPr>
        <p:sp>
          <p:nvSpPr>
            <p:cNvPr id="175"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76" name="Track"/>
            <p:cNvSpPr>
              <a:spLocks/>
            </p:cNvSpPr>
            <p:nvPr>
              <p:custDataLst>
                <p:tags r:id="rId4"/>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77" name="그룹 176"/>
          <p:cNvGrpSpPr/>
          <p:nvPr/>
        </p:nvGrpSpPr>
        <p:grpSpPr>
          <a:xfrm>
            <a:off x="4357758" y="9762578"/>
            <a:ext cx="2114928" cy="162000"/>
            <a:chOff x="3225788" y="7298382"/>
            <a:chExt cx="2114928" cy="162000"/>
          </a:xfrm>
        </p:grpSpPr>
        <p:sp>
          <p:nvSpPr>
            <p:cNvPr id="178" name="직사각형 177"/>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79"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80" name="그룹 179"/>
          <p:cNvGrpSpPr/>
          <p:nvPr/>
        </p:nvGrpSpPr>
        <p:grpSpPr>
          <a:xfrm>
            <a:off x="4348361" y="10231660"/>
            <a:ext cx="3663061" cy="600864"/>
            <a:chOff x="3229000" y="4452549"/>
            <a:chExt cx="3663061" cy="600864"/>
          </a:xfrm>
        </p:grpSpPr>
        <p:sp>
          <p:nvSpPr>
            <p:cNvPr id="181"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82" name="Track"/>
            <p:cNvSpPr>
              <a:spLocks/>
            </p:cNvSpPr>
            <p:nvPr>
              <p:custDataLst>
                <p:tags r:id="rId3"/>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3" name="그룹 182"/>
          <p:cNvGrpSpPr/>
          <p:nvPr/>
        </p:nvGrpSpPr>
        <p:grpSpPr>
          <a:xfrm>
            <a:off x="4356838" y="10932690"/>
            <a:ext cx="2114928" cy="162000"/>
            <a:chOff x="3225788" y="7298382"/>
            <a:chExt cx="2114928" cy="162000"/>
          </a:xfrm>
        </p:grpSpPr>
        <p:sp>
          <p:nvSpPr>
            <p:cNvPr id="184" name="직사각형 183"/>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5"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86" name="그룹 185"/>
          <p:cNvGrpSpPr/>
          <p:nvPr/>
        </p:nvGrpSpPr>
        <p:grpSpPr>
          <a:xfrm>
            <a:off x="4348361" y="11413429"/>
            <a:ext cx="3663061" cy="600864"/>
            <a:chOff x="3229000" y="4452549"/>
            <a:chExt cx="3663061" cy="600864"/>
          </a:xfrm>
        </p:grpSpPr>
        <p:sp>
          <p:nvSpPr>
            <p:cNvPr id="187"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88" name="Track"/>
            <p:cNvSpPr>
              <a:spLocks/>
            </p:cNvSpPr>
            <p:nvPr>
              <p:custDataLst>
                <p:tags r:id="rId2"/>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9" name="그룹 188"/>
          <p:cNvGrpSpPr/>
          <p:nvPr/>
        </p:nvGrpSpPr>
        <p:grpSpPr>
          <a:xfrm>
            <a:off x="4356838" y="12104934"/>
            <a:ext cx="2114928" cy="162000"/>
            <a:chOff x="3225788" y="7298382"/>
            <a:chExt cx="2114928" cy="162000"/>
          </a:xfrm>
        </p:grpSpPr>
        <p:sp>
          <p:nvSpPr>
            <p:cNvPr id="190" name="직사각형 189"/>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91"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93" name="그룹 192"/>
          <p:cNvGrpSpPr/>
          <p:nvPr/>
        </p:nvGrpSpPr>
        <p:grpSpPr>
          <a:xfrm>
            <a:off x="4348361" y="12565557"/>
            <a:ext cx="3663061" cy="600864"/>
            <a:chOff x="3229000" y="4452549"/>
            <a:chExt cx="3663061" cy="600864"/>
          </a:xfrm>
        </p:grpSpPr>
        <p:sp>
          <p:nvSpPr>
            <p:cNvPr id="195"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204" name="Track"/>
            <p:cNvSpPr>
              <a:spLocks/>
            </p:cNvSpPr>
            <p:nvPr>
              <p:custDataLst>
                <p:tags r:id="rId1"/>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05" name="그룹 204"/>
          <p:cNvGrpSpPr/>
          <p:nvPr/>
        </p:nvGrpSpPr>
        <p:grpSpPr>
          <a:xfrm>
            <a:off x="4356838" y="13266587"/>
            <a:ext cx="2114928" cy="162000"/>
            <a:chOff x="3225788" y="7298382"/>
            <a:chExt cx="2114928" cy="162000"/>
          </a:xfrm>
        </p:grpSpPr>
        <p:sp>
          <p:nvSpPr>
            <p:cNvPr id="206" name="직사각형 205"/>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8"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15" name="그룹 214"/>
          <p:cNvGrpSpPr/>
          <p:nvPr/>
        </p:nvGrpSpPr>
        <p:grpSpPr>
          <a:xfrm>
            <a:off x="4592960" y="8284363"/>
            <a:ext cx="234360" cy="200055"/>
            <a:chOff x="1152270" y="11716364"/>
            <a:chExt cx="234360" cy="200055"/>
          </a:xfrm>
        </p:grpSpPr>
        <p:sp>
          <p:nvSpPr>
            <p:cNvPr id="216" name="모서리가 둥근 직사각형 21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9" name="직사각형 21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20" name="그룹 219"/>
          <p:cNvGrpSpPr/>
          <p:nvPr/>
        </p:nvGrpSpPr>
        <p:grpSpPr>
          <a:xfrm>
            <a:off x="4603199" y="8017073"/>
            <a:ext cx="234360" cy="200055"/>
            <a:chOff x="1152270" y="11716364"/>
            <a:chExt cx="234360" cy="200055"/>
          </a:xfrm>
        </p:grpSpPr>
        <p:sp>
          <p:nvSpPr>
            <p:cNvPr id="221" name="모서리가 둥근 직사각형 2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2" name="직사각형 22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27" name="직사각형 226"/>
          <p:cNvSpPr/>
          <p:nvPr/>
        </p:nvSpPr>
        <p:spPr>
          <a:xfrm>
            <a:off x="1947714" y="7997824"/>
            <a:ext cx="7484640" cy="5584304"/>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grpSp>
        <p:nvGrpSpPr>
          <p:cNvPr id="228" name="그룹 227"/>
          <p:cNvGrpSpPr/>
          <p:nvPr/>
        </p:nvGrpSpPr>
        <p:grpSpPr>
          <a:xfrm>
            <a:off x="1878542" y="7939818"/>
            <a:ext cx="234360" cy="200055"/>
            <a:chOff x="1152270" y="11716364"/>
            <a:chExt cx="234360" cy="200055"/>
          </a:xfrm>
        </p:grpSpPr>
        <p:sp>
          <p:nvSpPr>
            <p:cNvPr id="230" name="모서리가 둥근 직사각형 22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1" name="직사각형 23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1" name="그룹 210"/>
          <p:cNvGrpSpPr/>
          <p:nvPr/>
        </p:nvGrpSpPr>
        <p:grpSpPr>
          <a:xfrm>
            <a:off x="5069155" y="14882558"/>
            <a:ext cx="234360" cy="200055"/>
            <a:chOff x="1152270" y="11716364"/>
            <a:chExt cx="234360" cy="200055"/>
          </a:xfrm>
        </p:grpSpPr>
        <p:sp>
          <p:nvSpPr>
            <p:cNvPr id="212" name="모서리가 둥근 직사각형 21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3" name="직사각형 21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aphicFrame>
        <p:nvGraphicFramePr>
          <p:cNvPr id="214" name="Group 37"/>
          <p:cNvGraphicFramePr>
            <a:graphicFrameLocks noGrp="1"/>
          </p:cNvGraphicFramePr>
          <p:nvPr>
            <p:extLst>
              <p:ext uri="{D42A27DB-BD31-4B8C-83A1-F6EECF244321}">
                <p14:modId xmlns:p14="http://schemas.microsoft.com/office/powerpoint/2010/main" val="2258865111"/>
              </p:ext>
            </p:extLst>
          </p:nvPr>
        </p:nvGraphicFramePr>
        <p:xfrm>
          <a:off x="1972097" y="14290605"/>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7" name="모서리가 둥근 직사각형 216"/>
          <p:cNvSpPr/>
          <p:nvPr/>
        </p:nvSpPr>
        <p:spPr>
          <a:xfrm>
            <a:off x="8498446" y="1432129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18" name="모서리가 둥근 직사각형 217"/>
          <p:cNvSpPr/>
          <p:nvPr/>
        </p:nvSpPr>
        <p:spPr>
          <a:xfrm>
            <a:off x="5263312" y="1491429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23" name="그룹 222"/>
          <p:cNvGrpSpPr/>
          <p:nvPr/>
        </p:nvGrpSpPr>
        <p:grpSpPr>
          <a:xfrm>
            <a:off x="8308801" y="14302248"/>
            <a:ext cx="234360" cy="200055"/>
            <a:chOff x="1152270" y="11716364"/>
            <a:chExt cx="234360" cy="200055"/>
          </a:xfrm>
        </p:grpSpPr>
        <p:sp>
          <p:nvSpPr>
            <p:cNvPr id="224" name="모서리가 둥근 직사각형 22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5" name="직사각형 22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26" name="그룹 225"/>
          <p:cNvGrpSpPr/>
          <p:nvPr/>
        </p:nvGrpSpPr>
        <p:grpSpPr>
          <a:xfrm>
            <a:off x="9034657" y="14181164"/>
            <a:ext cx="234360" cy="200055"/>
            <a:chOff x="1152270" y="11716364"/>
            <a:chExt cx="234360" cy="200055"/>
          </a:xfrm>
        </p:grpSpPr>
        <p:sp>
          <p:nvSpPr>
            <p:cNvPr id="229" name="모서리가 둥근 직사각형 22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2" name="직사각형 23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99" name="그룹 398"/>
          <p:cNvGrpSpPr/>
          <p:nvPr/>
        </p:nvGrpSpPr>
        <p:grpSpPr>
          <a:xfrm>
            <a:off x="579562" y="2166658"/>
            <a:ext cx="1386586" cy="5317057"/>
            <a:chOff x="579562" y="2166658"/>
            <a:chExt cx="1386586" cy="5317057"/>
          </a:xfrm>
        </p:grpSpPr>
        <p:grpSp>
          <p:nvGrpSpPr>
            <p:cNvPr id="400" name="그룹 399"/>
            <p:cNvGrpSpPr/>
            <p:nvPr/>
          </p:nvGrpSpPr>
          <p:grpSpPr>
            <a:xfrm>
              <a:off x="629956" y="3318264"/>
              <a:ext cx="1332000" cy="180000"/>
              <a:chOff x="666428" y="3785432"/>
              <a:chExt cx="1332000" cy="180000"/>
            </a:xfrm>
          </p:grpSpPr>
          <p:sp>
            <p:nvSpPr>
              <p:cNvPr id="453" name="모서리가 둥근 직사각형 45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5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1" name="그룹 400"/>
            <p:cNvGrpSpPr/>
            <p:nvPr/>
          </p:nvGrpSpPr>
          <p:grpSpPr>
            <a:xfrm>
              <a:off x="629956" y="3568824"/>
              <a:ext cx="1332000" cy="180000"/>
              <a:chOff x="666428" y="4310612"/>
              <a:chExt cx="1332000" cy="180000"/>
            </a:xfrm>
          </p:grpSpPr>
          <p:sp>
            <p:nvSpPr>
              <p:cNvPr id="451" name="모서리가 둥근 직사각형 45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52"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2" name="그룹 401"/>
            <p:cNvGrpSpPr/>
            <p:nvPr/>
          </p:nvGrpSpPr>
          <p:grpSpPr>
            <a:xfrm>
              <a:off x="629955" y="3042501"/>
              <a:ext cx="1332000" cy="180000"/>
              <a:chOff x="666427" y="3266516"/>
              <a:chExt cx="1332000" cy="180000"/>
            </a:xfrm>
          </p:grpSpPr>
          <p:sp>
            <p:nvSpPr>
              <p:cNvPr id="449" name="모서리가 둥근 직사각형 44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50"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3" name="그룹 402"/>
            <p:cNvGrpSpPr/>
            <p:nvPr/>
          </p:nvGrpSpPr>
          <p:grpSpPr>
            <a:xfrm>
              <a:off x="629956" y="3854780"/>
              <a:ext cx="1332000" cy="180000"/>
              <a:chOff x="666428" y="4570824"/>
              <a:chExt cx="1332000" cy="180000"/>
            </a:xfrm>
          </p:grpSpPr>
          <p:sp>
            <p:nvSpPr>
              <p:cNvPr id="447" name="모서리가 둥근 직사각형 44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48"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4" name="그룹 403"/>
            <p:cNvGrpSpPr/>
            <p:nvPr/>
          </p:nvGrpSpPr>
          <p:grpSpPr>
            <a:xfrm>
              <a:off x="629956" y="5316875"/>
              <a:ext cx="1332000" cy="180000"/>
              <a:chOff x="666428" y="5096004"/>
              <a:chExt cx="1332000" cy="180000"/>
            </a:xfrm>
          </p:grpSpPr>
          <p:sp>
            <p:nvSpPr>
              <p:cNvPr id="445" name="모서리가 둥근 직사각형 444"/>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46"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5" name="그룹 404"/>
            <p:cNvGrpSpPr/>
            <p:nvPr/>
          </p:nvGrpSpPr>
          <p:grpSpPr>
            <a:xfrm>
              <a:off x="634148" y="5634789"/>
              <a:ext cx="1332000" cy="180000"/>
              <a:chOff x="666428" y="3785432"/>
              <a:chExt cx="1332000" cy="180000"/>
            </a:xfrm>
          </p:grpSpPr>
          <p:sp>
            <p:nvSpPr>
              <p:cNvPr id="443" name="모서리가 둥근 직사각형 44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4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6" name="그룹 405"/>
            <p:cNvGrpSpPr/>
            <p:nvPr/>
          </p:nvGrpSpPr>
          <p:grpSpPr>
            <a:xfrm>
              <a:off x="631150" y="4135825"/>
              <a:ext cx="1332000" cy="180000"/>
              <a:chOff x="666428" y="4570824"/>
              <a:chExt cx="1332000" cy="180000"/>
            </a:xfrm>
          </p:grpSpPr>
          <p:sp>
            <p:nvSpPr>
              <p:cNvPr id="441" name="모서리가 둥근 직사각형 44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42"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7" name="그룹 406"/>
            <p:cNvGrpSpPr/>
            <p:nvPr/>
          </p:nvGrpSpPr>
          <p:grpSpPr>
            <a:xfrm>
              <a:off x="629956" y="4423395"/>
              <a:ext cx="1332000" cy="180000"/>
              <a:chOff x="666428" y="4310612"/>
              <a:chExt cx="1332000" cy="180000"/>
            </a:xfrm>
          </p:grpSpPr>
          <p:sp>
            <p:nvSpPr>
              <p:cNvPr id="439" name="모서리가 둥근 직사각형 4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4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08" name="TextBox 40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09" name="그룹 408"/>
            <p:cNvGrpSpPr/>
            <p:nvPr/>
          </p:nvGrpSpPr>
          <p:grpSpPr>
            <a:xfrm>
              <a:off x="632520" y="4723068"/>
              <a:ext cx="1332000" cy="180000"/>
              <a:chOff x="666428" y="4310612"/>
              <a:chExt cx="1332000" cy="180000"/>
            </a:xfrm>
          </p:grpSpPr>
          <p:sp>
            <p:nvSpPr>
              <p:cNvPr id="437" name="모서리가 둥근 직사각형 43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43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0" name="그룹 409"/>
            <p:cNvGrpSpPr/>
            <p:nvPr/>
          </p:nvGrpSpPr>
          <p:grpSpPr>
            <a:xfrm>
              <a:off x="632520" y="2752353"/>
              <a:ext cx="1332000" cy="180000"/>
              <a:chOff x="666427" y="3266516"/>
              <a:chExt cx="1332000" cy="180000"/>
            </a:xfrm>
          </p:grpSpPr>
          <p:sp>
            <p:nvSpPr>
              <p:cNvPr id="435" name="모서리가 둥근 직사각형 43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36"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1" name="그룹 410"/>
            <p:cNvGrpSpPr/>
            <p:nvPr/>
          </p:nvGrpSpPr>
          <p:grpSpPr>
            <a:xfrm>
              <a:off x="632520" y="5005767"/>
              <a:ext cx="1332000" cy="180000"/>
              <a:chOff x="666428" y="4310612"/>
              <a:chExt cx="1332000" cy="180000"/>
            </a:xfrm>
          </p:grpSpPr>
          <p:sp>
            <p:nvSpPr>
              <p:cNvPr id="433" name="모서리가 둥근 직사각형 43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34"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2" name="그룹 411"/>
            <p:cNvGrpSpPr/>
            <p:nvPr/>
          </p:nvGrpSpPr>
          <p:grpSpPr>
            <a:xfrm>
              <a:off x="632520" y="6227787"/>
              <a:ext cx="1332000" cy="180000"/>
              <a:chOff x="666428" y="3785432"/>
              <a:chExt cx="1332000" cy="180000"/>
            </a:xfrm>
          </p:grpSpPr>
          <p:sp>
            <p:nvSpPr>
              <p:cNvPr id="431" name="모서리가 둥근 직사각형 43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32"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3" name="그룹 412"/>
            <p:cNvGrpSpPr/>
            <p:nvPr/>
          </p:nvGrpSpPr>
          <p:grpSpPr>
            <a:xfrm>
              <a:off x="632520" y="6487872"/>
              <a:ext cx="1332000" cy="180000"/>
              <a:chOff x="666428" y="4310612"/>
              <a:chExt cx="1332000" cy="180000"/>
            </a:xfrm>
          </p:grpSpPr>
          <p:sp>
            <p:nvSpPr>
              <p:cNvPr id="429" name="모서리가 둥근 직사각형 4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3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4" name="그룹 413"/>
            <p:cNvGrpSpPr/>
            <p:nvPr/>
          </p:nvGrpSpPr>
          <p:grpSpPr>
            <a:xfrm>
              <a:off x="632520" y="6773828"/>
              <a:ext cx="1332000" cy="180000"/>
              <a:chOff x="666428" y="4570824"/>
              <a:chExt cx="1332000" cy="180000"/>
            </a:xfrm>
          </p:grpSpPr>
          <p:sp>
            <p:nvSpPr>
              <p:cNvPr id="427" name="모서리가 둥근 직사각형 42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28"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5" name="그룹 414"/>
            <p:cNvGrpSpPr/>
            <p:nvPr/>
          </p:nvGrpSpPr>
          <p:grpSpPr>
            <a:xfrm>
              <a:off x="632520" y="7053155"/>
              <a:ext cx="1332000" cy="180000"/>
              <a:chOff x="666428" y="3785432"/>
              <a:chExt cx="1332000" cy="180000"/>
            </a:xfrm>
          </p:grpSpPr>
          <p:sp>
            <p:nvSpPr>
              <p:cNvPr id="425" name="모서리가 둥근 직사각형 42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26"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6" name="그룹 415"/>
            <p:cNvGrpSpPr/>
            <p:nvPr/>
          </p:nvGrpSpPr>
          <p:grpSpPr>
            <a:xfrm>
              <a:off x="632520" y="7303715"/>
              <a:ext cx="1332000" cy="180000"/>
              <a:chOff x="666428" y="4310612"/>
              <a:chExt cx="1332000" cy="180000"/>
            </a:xfrm>
          </p:grpSpPr>
          <p:sp>
            <p:nvSpPr>
              <p:cNvPr id="423" name="모서리가 둥근 직사각형 4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24"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8" name="그룹 417"/>
            <p:cNvGrpSpPr/>
            <p:nvPr/>
          </p:nvGrpSpPr>
          <p:grpSpPr>
            <a:xfrm>
              <a:off x="622995" y="5922821"/>
              <a:ext cx="1332000" cy="180000"/>
              <a:chOff x="666427" y="3266516"/>
              <a:chExt cx="1332000" cy="180000"/>
            </a:xfrm>
          </p:grpSpPr>
          <p:sp>
            <p:nvSpPr>
              <p:cNvPr id="419" name="모서리가 둥근 직사각형 41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420"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3" name="모서리가 둥근 직사각형 232"/>
          <p:cNvSpPr/>
          <p:nvPr/>
        </p:nvSpPr>
        <p:spPr>
          <a:xfrm>
            <a:off x="7607771" y="378484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4" name="그룹 233"/>
          <p:cNvGrpSpPr/>
          <p:nvPr/>
        </p:nvGrpSpPr>
        <p:grpSpPr>
          <a:xfrm>
            <a:off x="9873927" y="4251526"/>
            <a:ext cx="2052001" cy="3560806"/>
            <a:chOff x="1100571" y="3012284"/>
            <a:chExt cx="2052001" cy="3560806"/>
          </a:xfrm>
        </p:grpSpPr>
        <p:sp>
          <p:nvSpPr>
            <p:cNvPr id="236" name="직사각형 235"/>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7" name="직사각형 236"/>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8" name="직사각형 237"/>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239" name="직사각형 238"/>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40" name="모서리가 둥근 직사각형 239"/>
          <p:cNvSpPr/>
          <p:nvPr/>
        </p:nvSpPr>
        <p:spPr>
          <a:xfrm>
            <a:off x="10489396" y="747662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41" name="Group 37"/>
          <p:cNvGraphicFramePr>
            <a:graphicFrameLocks noGrp="1"/>
          </p:cNvGraphicFramePr>
          <p:nvPr>
            <p:extLst>
              <p:ext uri="{D42A27DB-BD31-4B8C-83A1-F6EECF244321}">
                <p14:modId xmlns:p14="http://schemas.microsoft.com/office/powerpoint/2010/main" val="243961499"/>
              </p:ext>
            </p:extLst>
          </p:nvPr>
        </p:nvGraphicFramePr>
        <p:xfrm>
          <a:off x="9945935" y="4548376"/>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242" name="꺾인 연결선 241"/>
          <p:cNvCxnSpPr>
            <a:stCxn id="233" idx="2"/>
            <a:endCxn id="237" idx="0"/>
          </p:cNvCxnSpPr>
          <p:nvPr/>
        </p:nvCxnSpPr>
        <p:spPr>
          <a:xfrm rot="16200000" flipH="1">
            <a:off x="9325786" y="2696832"/>
            <a:ext cx="306127" cy="2842157"/>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8324494"/>
      </p:ext>
    </p:extLst>
  </p:cSld>
  <p:clrMapOvr>
    <a:masterClrMapping/>
  </p:clrMapOvr>
  <p:transition>
    <p:wipe dir="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KNOU_UI_C02100000_05</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퀴즈정보 및 응시 </a:t>
            </a:r>
            <a:r>
              <a:rPr lang="en-US" altLang="ko-KR" sz="800" spc="-60" dirty="0" smtClean="0">
                <a:latin typeface="+mn-ea"/>
                <a:ea typeface="+mn-ea"/>
              </a:rPr>
              <a:t>: </a:t>
            </a:r>
            <a:r>
              <a:rPr lang="ko-KR" altLang="en-US" sz="800" spc="-60" dirty="0" smtClean="0">
                <a:latin typeface="+mn-ea"/>
                <a:ea typeface="+mn-ea"/>
              </a:rPr>
              <a:t>퀴즈 응시 후 </a:t>
            </a:r>
            <a:r>
              <a:rPr lang="en-US" altLang="ko-KR" sz="800" spc="-60" dirty="0" smtClean="0">
                <a:latin typeface="+mn-ea"/>
                <a:ea typeface="+mn-ea"/>
              </a:rPr>
              <a:t>&amp; </a:t>
            </a:r>
            <a:r>
              <a:rPr lang="ko-KR" altLang="en-US" sz="800" spc="-60" dirty="0" smtClean="0">
                <a:latin typeface="+mn-ea"/>
                <a:ea typeface="+mn-ea"/>
              </a:rPr>
              <a:t>평가 전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88555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908052404"/>
              </p:ext>
            </p:extLst>
          </p:nvPr>
        </p:nvGraphicFramePr>
        <p:xfrm>
          <a:off x="9499029" y="3456291"/>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응시기록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 전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 후 </a:t>
                      </a:r>
                      <a:r>
                        <a:rPr lang="en-US" altLang="ko-KR" sz="800" kern="1200" dirty="0" smtClean="0">
                          <a:solidFill>
                            <a:schemeClr val="tx1">
                              <a:lumMod val="75000"/>
                              <a:lumOff val="25000"/>
                            </a:schemeClr>
                          </a:solidFill>
                          <a:latin typeface="+mn-ea"/>
                          <a:ea typeface="+mn-ea"/>
                          <a:cs typeface="+mn-cs"/>
                        </a:rPr>
                        <a:t>:</a:t>
                      </a:r>
                      <a:r>
                        <a:rPr lang="en-US" altLang="ko-KR" sz="800" kern="1200" dirty="0" smtClean="0">
                          <a:solidFill>
                            <a:srgbClr val="0070C0"/>
                          </a:solidFill>
                          <a:latin typeface="+mn-ea"/>
                          <a:ea typeface="+mn-ea"/>
                          <a:cs typeface="+mn-cs"/>
                        </a:rPr>
                        <a:t> alert “</a:t>
                      </a:r>
                      <a:r>
                        <a:rPr lang="ko-KR" altLang="en-US" sz="800" kern="1200" dirty="0" err="1" smtClean="0">
                          <a:solidFill>
                            <a:srgbClr val="0070C0"/>
                          </a:solidFill>
                          <a:latin typeface="+mn-ea"/>
                          <a:ea typeface="+mn-ea"/>
                          <a:cs typeface="+mn-cs"/>
                        </a:rPr>
                        <a:t>쿠지</a:t>
                      </a:r>
                      <a:r>
                        <a:rPr lang="ko-KR" altLang="en-US" sz="800" kern="1200" dirty="0" smtClean="0">
                          <a:solidFill>
                            <a:srgbClr val="0070C0"/>
                          </a:solidFill>
                          <a:latin typeface="+mn-ea"/>
                          <a:ea typeface="+mn-ea"/>
                          <a:cs typeface="+mn-cs"/>
                        </a:rPr>
                        <a:t> 시험 응시 완료했습니다</a:t>
                      </a:r>
                      <a:r>
                        <a:rPr lang="en-US" altLang="ko-KR" sz="800" kern="120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69499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2" name="모서리가 둥근 직사각형 191"/>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4" name="직사각형 193"/>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퀴즈정보 및 응</a:t>
            </a:r>
            <a:r>
              <a:rPr lang="ko-KR" altLang="en-US" sz="800" dirty="0">
                <a:solidFill>
                  <a:schemeClr val="tx1">
                    <a:lumMod val="75000"/>
                    <a:lumOff val="25000"/>
                  </a:schemeClr>
                </a:solidFill>
                <a:latin typeface="+mn-ea"/>
                <a:ea typeface="+mn-ea"/>
              </a:rPr>
              <a:t>시</a:t>
            </a:r>
            <a:endParaRPr lang="ko-KR" altLang="en-US" sz="800" dirty="0">
              <a:solidFill>
                <a:srgbClr val="FF0000"/>
              </a:solidFill>
              <a:latin typeface="+mn-ea"/>
              <a:ea typeface="+mn-ea"/>
            </a:endParaRPr>
          </a:p>
        </p:txBody>
      </p:sp>
      <p:cxnSp>
        <p:nvCxnSpPr>
          <p:cNvPr id="196" name="직선 연결선 195"/>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퀴즈정보 및 응시</a:t>
            </a:r>
          </a:p>
        </p:txBody>
      </p:sp>
      <p:graphicFrame>
        <p:nvGraphicFramePr>
          <p:cNvPr id="198" name="Group 37"/>
          <p:cNvGraphicFramePr>
            <a:graphicFrameLocks noGrp="1"/>
          </p:cNvGraphicFramePr>
          <p:nvPr>
            <p:extLst>
              <p:ext uri="{D42A27DB-BD31-4B8C-83A1-F6EECF244321}">
                <p14:modId xmlns:p14="http://schemas.microsoft.com/office/powerpoint/2010/main" val="3503285932"/>
              </p:ext>
            </p:extLst>
          </p:nvPr>
        </p:nvGraphicFramePr>
        <p:xfrm>
          <a:off x="1972097" y="4065463"/>
          <a:ext cx="7470353" cy="485638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일반퀴즈일반퀴즈</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기간 </a:t>
                      </a:r>
                      <a:r>
                        <a:rPr lang="en-US" altLang="ko-KR" sz="800" b="0" dirty="0" smtClean="0">
                          <a:solidFill>
                            <a:schemeClr val="tx1">
                              <a:lumMod val="75000"/>
                              <a:lumOff val="25000"/>
                            </a:schemeClr>
                          </a:solidFill>
                          <a:latin typeface="+mn-ea"/>
                        </a:rPr>
                        <a:t>: </a:t>
                      </a: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a:t>
                      </a:r>
                      <a:r>
                        <a:rPr lang="ko-KR" altLang="en-US" sz="800" b="0" dirty="0" err="1" smtClean="0">
                          <a:solidFill>
                            <a:schemeClr val="tx1">
                              <a:lumMod val="75000"/>
                              <a:lumOff val="25000"/>
                            </a:schemeClr>
                          </a:solidFill>
                          <a:latin typeface="+mn-ea"/>
                        </a:rPr>
                        <a:t>적용율</a:t>
                      </a:r>
                      <a:r>
                        <a:rPr lang="ko-KR" altLang="en-US" sz="800" b="0" dirty="0" smtClean="0">
                          <a:solidFill>
                            <a:schemeClr val="tx1">
                              <a:lumMod val="75000"/>
                              <a:lumOff val="25000"/>
                            </a:schemeClr>
                          </a:solidFill>
                          <a:latin typeface="+mn-ea"/>
                        </a:rPr>
                        <a:t> </a:t>
                      </a:r>
                      <a:r>
                        <a:rPr lang="en-US" altLang="ko-KR" sz="800" b="0" dirty="0" smtClean="0">
                          <a:solidFill>
                            <a:schemeClr val="tx1">
                              <a:lumMod val="75000"/>
                              <a:lumOff val="25000"/>
                            </a:schemeClr>
                          </a:solidFill>
                          <a:latin typeface="+mn-ea"/>
                        </a:rPr>
                        <a:t>: 80%</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9" name="직사각형 19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0" name="그룹 199"/>
          <p:cNvGrpSpPr/>
          <p:nvPr/>
        </p:nvGrpSpPr>
        <p:grpSpPr>
          <a:xfrm>
            <a:off x="3219475" y="4543465"/>
            <a:ext cx="6151862" cy="1148064"/>
            <a:chOff x="3229000" y="4452549"/>
            <a:chExt cx="6151862" cy="1148064"/>
          </a:xfrm>
        </p:grpSpPr>
        <p:sp>
          <p:nvSpPr>
            <p:cNvPr id="2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0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3" name="직사각형 20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응</a:t>
            </a:r>
            <a:r>
              <a:rPr lang="ko-KR" altLang="en-US" sz="800" dirty="0">
                <a:solidFill>
                  <a:schemeClr val="tx1">
                    <a:lumMod val="75000"/>
                    <a:lumOff val="25000"/>
                  </a:schemeClr>
                </a:solidFill>
                <a:latin typeface="+mn-ea"/>
                <a:ea typeface="+mn-ea"/>
              </a:rPr>
              <a:t>시</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7" name="그룹 206"/>
          <p:cNvGrpSpPr/>
          <p:nvPr/>
        </p:nvGrpSpPr>
        <p:grpSpPr>
          <a:xfrm>
            <a:off x="3216263" y="7794002"/>
            <a:ext cx="2114928" cy="162000"/>
            <a:chOff x="3225788" y="7298382"/>
            <a:chExt cx="2114928" cy="162000"/>
          </a:xfrm>
        </p:grpSpPr>
        <p:sp>
          <p:nvSpPr>
            <p:cNvPr id="209" name="직사각형 20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0"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14" name="그룹 213"/>
          <p:cNvGrpSpPr/>
          <p:nvPr/>
        </p:nvGrpSpPr>
        <p:grpSpPr>
          <a:xfrm>
            <a:off x="5084775" y="9658284"/>
            <a:ext cx="234360" cy="200055"/>
            <a:chOff x="1152270" y="11716364"/>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172" name="Group 37"/>
          <p:cNvGraphicFramePr>
            <a:graphicFrameLocks noGrp="1"/>
          </p:cNvGraphicFramePr>
          <p:nvPr>
            <p:extLst>
              <p:ext uri="{D42A27DB-BD31-4B8C-83A1-F6EECF244321}">
                <p14:modId xmlns:p14="http://schemas.microsoft.com/office/powerpoint/2010/main" val="837482441"/>
              </p:ext>
            </p:extLst>
          </p:nvPr>
        </p:nvGraphicFramePr>
        <p:xfrm>
          <a:off x="1972097" y="9002191"/>
          <a:ext cx="7470354" cy="532633"/>
        </p:xfrm>
        <a:graphic>
          <a:graphicData uri="http://schemas.openxmlformats.org/drawingml/2006/table">
            <a:tbl>
              <a:tblPr/>
              <a:tblGrid>
                <a:gridCol w="460623"/>
                <a:gridCol w="2336577"/>
                <a:gridCol w="2336577"/>
                <a:gridCol w="2336577"/>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6" name="모서리가 둥근 직사각형 175"/>
          <p:cNvSpPr/>
          <p:nvPr/>
        </p:nvSpPr>
        <p:spPr>
          <a:xfrm>
            <a:off x="8498446" y="903288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7" name="모서리가 둥근 직사각형 176"/>
          <p:cNvSpPr/>
          <p:nvPr/>
        </p:nvSpPr>
        <p:spPr>
          <a:xfrm>
            <a:off x="5263312" y="969369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76" name="그룹 375"/>
          <p:cNvGrpSpPr/>
          <p:nvPr/>
        </p:nvGrpSpPr>
        <p:grpSpPr>
          <a:xfrm>
            <a:off x="1825201" y="9280698"/>
            <a:ext cx="234360" cy="200055"/>
            <a:chOff x="1152270" y="11716364"/>
            <a:chExt cx="234360" cy="200055"/>
          </a:xfrm>
        </p:grpSpPr>
        <p:sp>
          <p:nvSpPr>
            <p:cNvPr id="377" name="모서리가 둥근 직사각형 3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8" name="직사각형 3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40" name="그룹 239"/>
          <p:cNvGrpSpPr/>
          <p:nvPr/>
        </p:nvGrpSpPr>
        <p:grpSpPr>
          <a:xfrm>
            <a:off x="579562" y="2166658"/>
            <a:ext cx="1386586" cy="5317057"/>
            <a:chOff x="579562" y="2166658"/>
            <a:chExt cx="1386586" cy="5317057"/>
          </a:xfrm>
        </p:grpSpPr>
        <p:grpSp>
          <p:nvGrpSpPr>
            <p:cNvPr id="241" name="그룹 240"/>
            <p:cNvGrpSpPr/>
            <p:nvPr/>
          </p:nvGrpSpPr>
          <p:grpSpPr>
            <a:xfrm>
              <a:off x="629956" y="3318264"/>
              <a:ext cx="1332000" cy="180000"/>
              <a:chOff x="666428" y="3785432"/>
              <a:chExt cx="1332000" cy="180000"/>
            </a:xfrm>
          </p:grpSpPr>
          <p:sp>
            <p:nvSpPr>
              <p:cNvPr id="403" name="모서리가 둥근 직사각형 40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0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29956" y="3568824"/>
              <a:ext cx="1332000" cy="180000"/>
              <a:chOff x="666428" y="4310612"/>
              <a:chExt cx="1332000" cy="180000"/>
            </a:xfrm>
          </p:grpSpPr>
          <p:sp>
            <p:nvSpPr>
              <p:cNvPr id="401" name="모서리가 둥근 직사각형 40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0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29955" y="3042501"/>
              <a:ext cx="1332000" cy="180000"/>
              <a:chOff x="666427" y="3266516"/>
              <a:chExt cx="1332000" cy="180000"/>
            </a:xfrm>
          </p:grpSpPr>
          <p:sp>
            <p:nvSpPr>
              <p:cNvPr id="399" name="모서리가 둥근 직사각형 39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0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29956" y="3854780"/>
              <a:ext cx="1332000" cy="180000"/>
              <a:chOff x="666428" y="4570824"/>
              <a:chExt cx="1332000" cy="180000"/>
            </a:xfrm>
          </p:grpSpPr>
          <p:sp>
            <p:nvSpPr>
              <p:cNvPr id="397" name="모서리가 둥근 직사각형 39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98"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29956" y="5316875"/>
              <a:ext cx="1332000" cy="180000"/>
              <a:chOff x="666428" y="5096004"/>
              <a:chExt cx="1332000" cy="180000"/>
            </a:xfrm>
          </p:grpSpPr>
          <p:sp>
            <p:nvSpPr>
              <p:cNvPr id="395" name="모서리가 둥근 직사각형 394"/>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96"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4148" y="5634789"/>
              <a:ext cx="1332000" cy="180000"/>
              <a:chOff x="666428" y="3785432"/>
              <a:chExt cx="1332000" cy="180000"/>
            </a:xfrm>
          </p:grpSpPr>
          <p:sp>
            <p:nvSpPr>
              <p:cNvPr id="393" name="모서리가 둥근 직사각형 39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9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1150" y="4135825"/>
              <a:ext cx="1332000" cy="180000"/>
              <a:chOff x="666428" y="4570824"/>
              <a:chExt cx="1332000" cy="180000"/>
            </a:xfrm>
          </p:grpSpPr>
          <p:sp>
            <p:nvSpPr>
              <p:cNvPr id="391" name="모서리가 둥근 직사각형 3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9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29956" y="4423395"/>
              <a:ext cx="1332000" cy="180000"/>
              <a:chOff x="666428" y="4310612"/>
              <a:chExt cx="1332000" cy="180000"/>
            </a:xfrm>
          </p:grpSpPr>
          <p:sp>
            <p:nvSpPr>
              <p:cNvPr id="389" name="모서리가 둥근 직사각형 38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9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1" name="TextBox 26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03" name="그룹 302"/>
            <p:cNvGrpSpPr/>
            <p:nvPr/>
          </p:nvGrpSpPr>
          <p:grpSpPr>
            <a:xfrm>
              <a:off x="632520" y="4723068"/>
              <a:ext cx="1332000" cy="180000"/>
              <a:chOff x="666428" y="4310612"/>
              <a:chExt cx="1332000" cy="180000"/>
            </a:xfrm>
          </p:grpSpPr>
          <p:sp>
            <p:nvSpPr>
              <p:cNvPr id="387" name="모서리가 둥근 직사각형 38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38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4" name="그룹 303"/>
            <p:cNvGrpSpPr/>
            <p:nvPr/>
          </p:nvGrpSpPr>
          <p:grpSpPr>
            <a:xfrm>
              <a:off x="632520" y="2752353"/>
              <a:ext cx="1332000" cy="180000"/>
              <a:chOff x="666427" y="3266516"/>
              <a:chExt cx="1332000" cy="180000"/>
            </a:xfrm>
          </p:grpSpPr>
          <p:sp>
            <p:nvSpPr>
              <p:cNvPr id="385" name="모서리가 둥근 직사각형 38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8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5" name="그룹 324"/>
            <p:cNvGrpSpPr/>
            <p:nvPr/>
          </p:nvGrpSpPr>
          <p:grpSpPr>
            <a:xfrm>
              <a:off x="632520" y="5005767"/>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6227787"/>
              <a:ext cx="1332000" cy="180000"/>
              <a:chOff x="666428" y="3785432"/>
              <a:chExt cx="1332000" cy="180000"/>
            </a:xfrm>
          </p:grpSpPr>
          <p:sp>
            <p:nvSpPr>
              <p:cNvPr id="381" name="모서리가 둥근 직사각형 38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8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3" name="그룹 342"/>
            <p:cNvGrpSpPr/>
            <p:nvPr/>
          </p:nvGrpSpPr>
          <p:grpSpPr>
            <a:xfrm>
              <a:off x="632520" y="6487872"/>
              <a:ext cx="1332000" cy="180000"/>
              <a:chOff x="666428" y="4310612"/>
              <a:chExt cx="1332000" cy="180000"/>
            </a:xfrm>
          </p:grpSpPr>
          <p:sp>
            <p:nvSpPr>
              <p:cNvPr id="379" name="모서리가 둥근 직사각형 3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8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5" name="그룹 344"/>
            <p:cNvGrpSpPr/>
            <p:nvPr/>
          </p:nvGrpSpPr>
          <p:grpSpPr>
            <a:xfrm>
              <a:off x="632520" y="6773828"/>
              <a:ext cx="1332000" cy="180000"/>
              <a:chOff x="666428" y="4570824"/>
              <a:chExt cx="1332000" cy="180000"/>
            </a:xfrm>
          </p:grpSpPr>
          <p:sp>
            <p:nvSpPr>
              <p:cNvPr id="372" name="모서리가 둥근 직사각형 37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7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32520" y="7053155"/>
              <a:ext cx="1332000" cy="180000"/>
              <a:chOff x="666428" y="3785432"/>
              <a:chExt cx="1332000" cy="180000"/>
            </a:xfrm>
          </p:grpSpPr>
          <p:sp>
            <p:nvSpPr>
              <p:cNvPr id="370" name="모서리가 둥근 직사각형 36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7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32520" y="7303715"/>
              <a:ext cx="1332000" cy="180000"/>
              <a:chOff x="666428" y="4310612"/>
              <a:chExt cx="1332000" cy="180000"/>
            </a:xfrm>
          </p:grpSpPr>
          <p:sp>
            <p:nvSpPr>
              <p:cNvPr id="368" name="모서리가 둥근 직사각형 36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6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22995" y="5922821"/>
              <a:ext cx="1332000" cy="180000"/>
              <a:chOff x="666427" y="3266516"/>
              <a:chExt cx="1332000" cy="180000"/>
            </a:xfrm>
          </p:grpSpPr>
          <p:sp>
            <p:nvSpPr>
              <p:cNvPr id="363" name="모서리가 둥근 직사각형 36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64"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784632808"/>
      </p:ext>
    </p:extLst>
  </p:cSld>
  <p:clrMapOvr>
    <a:masterClrMapping/>
  </p:clrMapOvr>
  <p:transition>
    <p:wipe dir="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KNOU_UI_C02100000_06</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퀴즈정보 및 응시 </a:t>
            </a:r>
            <a:r>
              <a:rPr lang="en-US" altLang="ko-KR" sz="800" spc="-60" dirty="0" smtClean="0">
                <a:latin typeface="+mn-ea"/>
                <a:ea typeface="+mn-ea"/>
              </a:rPr>
              <a:t>: </a:t>
            </a:r>
            <a:r>
              <a:rPr lang="ko-KR" altLang="en-US" sz="800" spc="-60" dirty="0" smtClean="0">
                <a:latin typeface="+mn-ea"/>
                <a:ea typeface="+mn-ea"/>
              </a:rPr>
              <a:t>퀴즈 응시완료</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88555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698900747"/>
              </p:ext>
            </p:extLst>
          </p:nvPr>
        </p:nvGraphicFramePr>
        <p:xfrm>
          <a:off x="9499029" y="3456291"/>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채점결과 </a:t>
                      </a:r>
                      <a:r>
                        <a:rPr lang="ko-KR" altLang="en-US" sz="800" kern="1200" dirty="0" err="1" smtClean="0">
                          <a:solidFill>
                            <a:schemeClr val="tx1">
                              <a:lumMod val="75000"/>
                              <a:lumOff val="25000"/>
                            </a:schemeClr>
                          </a:solidFill>
                          <a:latin typeface="+mn-ea"/>
                          <a:ea typeface="+mn-ea"/>
                          <a:cs typeface="+mn-cs"/>
                        </a:rPr>
                        <a:t>평가시험지레이어팝업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69499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2" name="모서리가 둥근 직사각형 191"/>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4" name="직사각형 193"/>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퀴즈정보 및 응</a:t>
            </a:r>
            <a:r>
              <a:rPr lang="ko-KR" altLang="en-US" sz="800" dirty="0">
                <a:solidFill>
                  <a:schemeClr val="tx1">
                    <a:lumMod val="75000"/>
                    <a:lumOff val="25000"/>
                  </a:schemeClr>
                </a:solidFill>
                <a:latin typeface="+mn-ea"/>
                <a:ea typeface="+mn-ea"/>
              </a:rPr>
              <a:t>시</a:t>
            </a:r>
            <a:endParaRPr lang="ko-KR" altLang="en-US" sz="800" dirty="0">
              <a:solidFill>
                <a:srgbClr val="FF0000"/>
              </a:solidFill>
              <a:latin typeface="+mn-ea"/>
              <a:ea typeface="+mn-ea"/>
            </a:endParaRPr>
          </a:p>
        </p:txBody>
      </p:sp>
      <p:cxnSp>
        <p:nvCxnSpPr>
          <p:cNvPr id="196" name="직선 연결선 195"/>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퀴즈정보 및 응시</a:t>
            </a:r>
          </a:p>
        </p:txBody>
      </p:sp>
      <p:graphicFrame>
        <p:nvGraphicFramePr>
          <p:cNvPr id="198" name="Group 37"/>
          <p:cNvGraphicFramePr>
            <a:graphicFrameLocks noGrp="1"/>
          </p:cNvGraphicFramePr>
          <p:nvPr>
            <p:extLst>
              <p:ext uri="{D42A27DB-BD31-4B8C-83A1-F6EECF244321}">
                <p14:modId xmlns:p14="http://schemas.microsoft.com/office/powerpoint/2010/main" val="1091169448"/>
              </p:ext>
            </p:extLst>
          </p:nvPr>
        </p:nvGraphicFramePr>
        <p:xfrm>
          <a:off x="1972097" y="4065463"/>
          <a:ext cx="7470353" cy="485638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일반퀴즈일반퀴즈</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기간 </a:t>
                      </a:r>
                      <a:r>
                        <a:rPr lang="en-US" altLang="ko-KR" sz="800" b="0" dirty="0" smtClean="0">
                          <a:solidFill>
                            <a:schemeClr val="tx1">
                              <a:lumMod val="75000"/>
                              <a:lumOff val="25000"/>
                            </a:schemeClr>
                          </a:solidFill>
                          <a:latin typeface="+mn-ea"/>
                        </a:rPr>
                        <a:t>: </a:t>
                      </a: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a:t>
                      </a:r>
                      <a:r>
                        <a:rPr lang="ko-KR" altLang="en-US" sz="800" b="0" dirty="0" err="1" smtClean="0">
                          <a:solidFill>
                            <a:schemeClr val="tx1">
                              <a:lumMod val="75000"/>
                              <a:lumOff val="25000"/>
                            </a:schemeClr>
                          </a:solidFill>
                          <a:latin typeface="+mn-ea"/>
                        </a:rPr>
                        <a:t>적용율</a:t>
                      </a:r>
                      <a:r>
                        <a:rPr lang="ko-KR" altLang="en-US" sz="800" b="0" dirty="0" smtClean="0">
                          <a:solidFill>
                            <a:schemeClr val="tx1">
                              <a:lumMod val="75000"/>
                              <a:lumOff val="25000"/>
                            </a:schemeClr>
                          </a:solidFill>
                          <a:latin typeface="+mn-ea"/>
                        </a:rPr>
                        <a:t> </a:t>
                      </a:r>
                      <a:r>
                        <a:rPr lang="en-US" altLang="ko-KR" sz="800" b="0" dirty="0" smtClean="0">
                          <a:solidFill>
                            <a:schemeClr val="tx1">
                              <a:lumMod val="75000"/>
                              <a:lumOff val="25000"/>
                            </a:schemeClr>
                          </a:solidFill>
                          <a:latin typeface="+mn-ea"/>
                        </a:rPr>
                        <a:t>: 80%</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9" name="직사각형 19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0" name="그룹 199"/>
          <p:cNvGrpSpPr/>
          <p:nvPr/>
        </p:nvGrpSpPr>
        <p:grpSpPr>
          <a:xfrm>
            <a:off x="3219475" y="4543465"/>
            <a:ext cx="6151862" cy="1148064"/>
            <a:chOff x="3229000" y="4452549"/>
            <a:chExt cx="6151862" cy="1148064"/>
          </a:xfrm>
        </p:grpSpPr>
        <p:sp>
          <p:nvSpPr>
            <p:cNvPr id="2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0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3" name="직사각형 20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응</a:t>
            </a:r>
            <a:r>
              <a:rPr lang="ko-KR" altLang="en-US" sz="800" dirty="0">
                <a:solidFill>
                  <a:schemeClr val="tx1">
                    <a:lumMod val="75000"/>
                    <a:lumOff val="25000"/>
                  </a:schemeClr>
                </a:solidFill>
                <a:latin typeface="+mn-ea"/>
                <a:ea typeface="+mn-ea"/>
              </a:rPr>
              <a:t>시</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7" name="그룹 206"/>
          <p:cNvGrpSpPr/>
          <p:nvPr/>
        </p:nvGrpSpPr>
        <p:grpSpPr>
          <a:xfrm>
            <a:off x="3216263" y="7794002"/>
            <a:ext cx="2114928" cy="162000"/>
            <a:chOff x="3225788" y="7298382"/>
            <a:chExt cx="2114928" cy="162000"/>
          </a:xfrm>
        </p:grpSpPr>
        <p:sp>
          <p:nvSpPr>
            <p:cNvPr id="209" name="직사각형 20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0"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73" name="Group 37"/>
          <p:cNvGraphicFramePr>
            <a:graphicFrameLocks noGrp="1"/>
          </p:cNvGraphicFramePr>
          <p:nvPr>
            <p:extLst>
              <p:ext uri="{D42A27DB-BD31-4B8C-83A1-F6EECF244321}">
                <p14:modId xmlns:p14="http://schemas.microsoft.com/office/powerpoint/2010/main" val="1321440660"/>
              </p:ext>
            </p:extLst>
          </p:nvPr>
        </p:nvGraphicFramePr>
        <p:xfrm>
          <a:off x="1972097" y="9007522"/>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평가시험지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4" name="모서리가 둥근 직사각형 173"/>
          <p:cNvSpPr/>
          <p:nvPr/>
        </p:nvSpPr>
        <p:spPr>
          <a:xfrm>
            <a:off x="8498446" y="903821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5" name="모서리가 둥근 직사각형 184"/>
          <p:cNvSpPr/>
          <p:nvPr/>
        </p:nvSpPr>
        <p:spPr>
          <a:xfrm>
            <a:off x="3216024" y="951158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6" name="그룹 185"/>
          <p:cNvGrpSpPr/>
          <p:nvPr/>
        </p:nvGrpSpPr>
        <p:grpSpPr>
          <a:xfrm>
            <a:off x="4088904" y="9477672"/>
            <a:ext cx="234360" cy="200055"/>
            <a:chOff x="1152270" y="11716364"/>
            <a:chExt cx="234360" cy="200055"/>
          </a:xfrm>
        </p:grpSpPr>
        <p:sp>
          <p:nvSpPr>
            <p:cNvPr id="187" name="모서리가 둥근 직사각형 18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8" name="직사각형 18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89" name="사각형 설명선 188"/>
          <p:cNvSpPr/>
          <p:nvPr/>
        </p:nvSpPr>
        <p:spPr>
          <a:xfrm>
            <a:off x="3968521" y="9837712"/>
            <a:ext cx="3120444" cy="648072"/>
          </a:xfrm>
          <a:prstGeom prst="wedgeRectCallout">
            <a:avLst>
              <a:gd name="adj1" fmla="val -50137"/>
              <a:gd name="adj2" fmla="val -84475"/>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마감 </a:t>
            </a:r>
            <a:r>
              <a:rPr lang="ko-KR" altLang="en-US" sz="800" dirty="0">
                <a:solidFill>
                  <a:schemeClr val="tx1">
                    <a:lumMod val="75000"/>
                    <a:lumOff val="25000"/>
                  </a:schemeClr>
                </a:solidFill>
                <a:latin typeface="+mn-ea"/>
              </a:rPr>
              <a:t>후 버튼 표시</a:t>
            </a:r>
          </a:p>
          <a:p>
            <a:pPr>
              <a:lnSpc>
                <a:spcPct val="150000"/>
              </a:lnSpc>
            </a:pPr>
            <a:r>
              <a:rPr lang="ko-KR" altLang="en-US" sz="800" dirty="0">
                <a:solidFill>
                  <a:schemeClr val="tx1">
                    <a:lumMod val="75000"/>
                    <a:lumOff val="25000"/>
                  </a:schemeClr>
                </a:solidFill>
                <a:latin typeface="+mn-ea"/>
              </a:rPr>
              <a:t>단</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퀴즈 </a:t>
            </a:r>
            <a:r>
              <a:rPr lang="ko-KR" altLang="en-US" sz="800" dirty="0" err="1">
                <a:solidFill>
                  <a:schemeClr val="tx1">
                    <a:lumMod val="75000"/>
                    <a:lumOff val="25000"/>
                  </a:schemeClr>
                </a:solidFill>
                <a:latin typeface="+mn-ea"/>
              </a:rPr>
              <a:t>종료일시</a:t>
            </a:r>
            <a:r>
              <a:rPr lang="ko-KR" altLang="en-US" sz="800" dirty="0">
                <a:solidFill>
                  <a:schemeClr val="tx1">
                    <a:lumMod val="75000"/>
                    <a:lumOff val="25000"/>
                  </a:schemeClr>
                </a:solidFill>
                <a:latin typeface="+mn-ea"/>
              </a:rPr>
              <a:t> 전이거나 성적공개 </a:t>
            </a:r>
            <a:r>
              <a:rPr lang="en-US" altLang="ko-KR" sz="800" dirty="0">
                <a:solidFill>
                  <a:schemeClr val="tx1">
                    <a:lumMod val="75000"/>
                    <a:lumOff val="25000"/>
                  </a:schemeClr>
                </a:solidFill>
                <a:latin typeface="+mn-ea"/>
              </a:rPr>
              <a:t>off</a:t>
            </a:r>
            <a:r>
              <a:rPr lang="ko-KR" altLang="en-US" sz="800" dirty="0">
                <a:solidFill>
                  <a:schemeClr val="tx1">
                    <a:lumMod val="75000"/>
                    <a:lumOff val="25000"/>
                  </a:schemeClr>
                </a:solidFill>
                <a:latin typeface="+mn-ea"/>
              </a:rPr>
              <a:t>이면 </a:t>
            </a:r>
            <a:r>
              <a:rPr lang="en-US" altLang="ko-KR" sz="800" dirty="0">
                <a:solidFill>
                  <a:schemeClr val="tx1">
                    <a:lumMod val="75000"/>
                    <a:lumOff val="25000"/>
                  </a:schemeClr>
                </a:solidFill>
                <a:latin typeface="+mn-ea"/>
              </a:rPr>
              <a:t>alert </a:t>
            </a:r>
            <a:r>
              <a:rPr lang="ko-KR" altLang="en-US" sz="800" dirty="0">
                <a:solidFill>
                  <a:schemeClr val="tx1">
                    <a:lumMod val="75000"/>
                    <a:lumOff val="25000"/>
                  </a:schemeClr>
                </a:solidFill>
                <a:latin typeface="+mn-ea"/>
              </a:rPr>
              <a:t>띄움</a:t>
            </a:r>
          </a:p>
          <a:p>
            <a:pPr>
              <a:lnSpc>
                <a:spcPct val="150000"/>
              </a:lnSpc>
            </a:pPr>
            <a:r>
              <a:rPr lang="en-US" altLang="ko-KR" sz="800" dirty="0">
                <a:solidFill>
                  <a:schemeClr val="tx1">
                    <a:lumMod val="75000"/>
                    <a:lumOff val="25000"/>
                  </a:schemeClr>
                </a:solidFill>
                <a:latin typeface="+mn-ea"/>
              </a:rPr>
              <a:t>"</a:t>
            </a: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진행 중이거나 </a:t>
            </a:r>
            <a:r>
              <a:rPr lang="ko-KR" altLang="en-US" sz="800" dirty="0">
                <a:solidFill>
                  <a:schemeClr val="tx1">
                    <a:lumMod val="75000"/>
                    <a:lumOff val="25000"/>
                  </a:schemeClr>
                </a:solidFill>
                <a:latin typeface="+mn-ea"/>
              </a:rPr>
              <a:t>성적공개 전입니다</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추후에 확인해 주세요</a:t>
            </a:r>
            <a:r>
              <a:rPr lang="en-US" altLang="ko-KR" sz="800" dirty="0">
                <a:solidFill>
                  <a:schemeClr val="tx1">
                    <a:lumMod val="75000"/>
                    <a:lumOff val="25000"/>
                  </a:schemeClr>
                </a:solidFill>
                <a:latin typeface="+mn-ea"/>
              </a:rPr>
              <a:t>" </a:t>
            </a:r>
            <a:endParaRPr lang="ko-KR" altLang="en-US" sz="800" dirty="0">
              <a:solidFill>
                <a:schemeClr val="tx1">
                  <a:lumMod val="75000"/>
                  <a:lumOff val="25000"/>
                </a:schemeClr>
              </a:solidFill>
              <a:latin typeface="+mn-ea"/>
            </a:endParaRPr>
          </a:p>
        </p:txBody>
      </p:sp>
      <p:grpSp>
        <p:nvGrpSpPr>
          <p:cNvPr id="158" name="그룹 157"/>
          <p:cNvGrpSpPr/>
          <p:nvPr/>
        </p:nvGrpSpPr>
        <p:grpSpPr>
          <a:xfrm>
            <a:off x="3433891" y="9747209"/>
            <a:ext cx="234360" cy="200055"/>
            <a:chOff x="1152270" y="11716364"/>
            <a:chExt cx="234360" cy="200055"/>
          </a:xfrm>
        </p:grpSpPr>
        <p:sp>
          <p:nvSpPr>
            <p:cNvPr id="159" name="모서리가 둥근 직사각형 1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60" name="직사각형 15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54" name="그룹 253"/>
          <p:cNvGrpSpPr/>
          <p:nvPr/>
        </p:nvGrpSpPr>
        <p:grpSpPr>
          <a:xfrm>
            <a:off x="579562" y="2166658"/>
            <a:ext cx="1386586" cy="5317057"/>
            <a:chOff x="579562" y="2166658"/>
            <a:chExt cx="1386586" cy="5317057"/>
          </a:xfrm>
        </p:grpSpPr>
        <p:grpSp>
          <p:nvGrpSpPr>
            <p:cNvPr id="255" name="그룹 254"/>
            <p:cNvGrpSpPr/>
            <p:nvPr/>
          </p:nvGrpSpPr>
          <p:grpSpPr>
            <a:xfrm>
              <a:off x="629956" y="3318264"/>
              <a:ext cx="1332000" cy="180000"/>
              <a:chOff x="666428" y="3785432"/>
              <a:chExt cx="1332000" cy="180000"/>
            </a:xfrm>
          </p:grpSpPr>
          <p:sp>
            <p:nvSpPr>
              <p:cNvPr id="402" name="모서리가 둥근 직사각형 40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0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29956" y="3568824"/>
              <a:ext cx="1332000" cy="180000"/>
              <a:chOff x="666428" y="4310612"/>
              <a:chExt cx="1332000" cy="180000"/>
            </a:xfrm>
          </p:grpSpPr>
          <p:sp>
            <p:nvSpPr>
              <p:cNvPr id="400" name="모서리가 둥근 직사각형 39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0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29955" y="3042501"/>
              <a:ext cx="1332000" cy="180000"/>
              <a:chOff x="666427" y="3266516"/>
              <a:chExt cx="1332000" cy="180000"/>
            </a:xfrm>
          </p:grpSpPr>
          <p:sp>
            <p:nvSpPr>
              <p:cNvPr id="398" name="모서리가 둥근 직사각형 39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9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29956" y="3854780"/>
              <a:ext cx="1332000" cy="180000"/>
              <a:chOff x="666428" y="4570824"/>
              <a:chExt cx="1332000" cy="180000"/>
            </a:xfrm>
          </p:grpSpPr>
          <p:sp>
            <p:nvSpPr>
              <p:cNvPr id="396" name="모서리가 둥근 직사각형 39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9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29956" y="5316875"/>
              <a:ext cx="1332000" cy="180000"/>
              <a:chOff x="666428" y="5096004"/>
              <a:chExt cx="1332000" cy="180000"/>
            </a:xfrm>
          </p:grpSpPr>
          <p:sp>
            <p:nvSpPr>
              <p:cNvPr id="394" name="모서리가 둥근 직사각형 393"/>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95"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34148" y="5634789"/>
              <a:ext cx="1332000" cy="180000"/>
              <a:chOff x="666428" y="3785432"/>
              <a:chExt cx="1332000" cy="180000"/>
            </a:xfrm>
          </p:grpSpPr>
          <p:sp>
            <p:nvSpPr>
              <p:cNvPr id="392" name="모서리가 둥근 직사각형 39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9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1" name="그룹 260"/>
            <p:cNvGrpSpPr/>
            <p:nvPr/>
          </p:nvGrpSpPr>
          <p:grpSpPr>
            <a:xfrm>
              <a:off x="631150" y="4135825"/>
              <a:ext cx="1332000" cy="180000"/>
              <a:chOff x="666428" y="4570824"/>
              <a:chExt cx="1332000" cy="180000"/>
            </a:xfrm>
          </p:grpSpPr>
          <p:sp>
            <p:nvSpPr>
              <p:cNvPr id="390" name="모서리가 둥근 직사각형 38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91"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3" name="그룹 302"/>
            <p:cNvGrpSpPr/>
            <p:nvPr/>
          </p:nvGrpSpPr>
          <p:grpSpPr>
            <a:xfrm>
              <a:off x="629956" y="4423395"/>
              <a:ext cx="1332000" cy="180000"/>
              <a:chOff x="666428" y="4310612"/>
              <a:chExt cx="1332000" cy="180000"/>
            </a:xfrm>
          </p:grpSpPr>
          <p:sp>
            <p:nvSpPr>
              <p:cNvPr id="388" name="모서리가 둥근 직사각형 38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8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04" name="TextBox 30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25" name="그룹 324"/>
            <p:cNvGrpSpPr/>
            <p:nvPr/>
          </p:nvGrpSpPr>
          <p:grpSpPr>
            <a:xfrm>
              <a:off x="632520" y="4723068"/>
              <a:ext cx="1332000" cy="180000"/>
              <a:chOff x="666428" y="4310612"/>
              <a:chExt cx="1332000" cy="180000"/>
            </a:xfrm>
          </p:grpSpPr>
          <p:sp>
            <p:nvSpPr>
              <p:cNvPr id="386" name="모서리가 둥근 직사각형 385"/>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38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2752353"/>
              <a:ext cx="1332000" cy="180000"/>
              <a:chOff x="666427" y="3266516"/>
              <a:chExt cx="1332000" cy="180000"/>
            </a:xfrm>
          </p:grpSpPr>
          <p:sp>
            <p:nvSpPr>
              <p:cNvPr id="384" name="모서리가 둥근 직사각형 38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8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3" name="그룹 342"/>
            <p:cNvGrpSpPr/>
            <p:nvPr/>
          </p:nvGrpSpPr>
          <p:grpSpPr>
            <a:xfrm>
              <a:off x="632520" y="5005767"/>
              <a:ext cx="1332000" cy="180000"/>
              <a:chOff x="666428" y="4310612"/>
              <a:chExt cx="1332000" cy="180000"/>
            </a:xfrm>
          </p:grpSpPr>
          <p:sp>
            <p:nvSpPr>
              <p:cNvPr id="382" name="모서리가 둥근 직사각형 38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8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5" name="그룹 344"/>
            <p:cNvGrpSpPr/>
            <p:nvPr/>
          </p:nvGrpSpPr>
          <p:grpSpPr>
            <a:xfrm>
              <a:off x="632520" y="6227787"/>
              <a:ext cx="1332000" cy="180000"/>
              <a:chOff x="666428" y="3785432"/>
              <a:chExt cx="1332000" cy="180000"/>
            </a:xfrm>
          </p:grpSpPr>
          <p:sp>
            <p:nvSpPr>
              <p:cNvPr id="380" name="모서리가 둥근 직사각형 37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8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32520" y="6487872"/>
              <a:ext cx="1332000" cy="180000"/>
              <a:chOff x="666428" y="4310612"/>
              <a:chExt cx="1332000" cy="180000"/>
            </a:xfrm>
          </p:grpSpPr>
          <p:sp>
            <p:nvSpPr>
              <p:cNvPr id="378" name="모서리가 둥근 직사각형 37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7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32520" y="6773828"/>
              <a:ext cx="1332000" cy="180000"/>
              <a:chOff x="666428" y="4570824"/>
              <a:chExt cx="1332000" cy="180000"/>
            </a:xfrm>
          </p:grpSpPr>
          <p:sp>
            <p:nvSpPr>
              <p:cNvPr id="376" name="모서리가 둥근 직사각형 37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7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4" name="그룹 353"/>
            <p:cNvGrpSpPr/>
            <p:nvPr/>
          </p:nvGrpSpPr>
          <p:grpSpPr>
            <a:xfrm>
              <a:off x="632520" y="7053155"/>
              <a:ext cx="1332000" cy="180000"/>
              <a:chOff x="666428" y="3785432"/>
              <a:chExt cx="1332000" cy="180000"/>
            </a:xfrm>
          </p:grpSpPr>
          <p:sp>
            <p:nvSpPr>
              <p:cNvPr id="372" name="모서리가 둥근 직사각형 37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7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32520" y="7303715"/>
              <a:ext cx="1332000" cy="180000"/>
              <a:chOff x="666428" y="4310612"/>
              <a:chExt cx="1332000" cy="180000"/>
            </a:xfrm>
          </p:grpSpPr>
          <p:sp>
            <p:nvSpPr>
              <p:cNvPr id="370" name="모서리가 둥근 직사각형 36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7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4" name="그룹 363"/>
            <p:cNvGrpSpPr/>
            <p:nvPr/>
          </p:nvGrpSpPr>
          <p:grpSpPr>
            <a:xfrm>
              <a:off x="622995" y="5922821"/>
              <a:ext cx="1332000" cy="180000"/>
              <a:chOff x="666427" y="3266516"/>
              <a:chExt cx="1332000" cy="180000"/>
            </a:xfrm>
          </p:grpSpPr>
          <p:sp>
            <p:nvSpPr>
              <p:cNvPr id="366" name="모서리가 둥근 직사각형 36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6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586733533"/>
      </p:ext>
    </p:extLst>
  </p:cSld>
  <p:clrMapOvr>
    <a:masterClrMapping/>
  </p:clrMapOvr>
  <p:transition>
    <p:wipe dir="r"/>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KNOU_UI_C02100000_07</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퀴즈응시 </a:t>
            </a:r>
            <a:r>
              <a:rPr lang="en-US" altLang="ko-KR" sz="800" spc="-60" dirty="0" smtClean="0">
                <a:latin typeface="+mn-ea"/>
                <a:ea typeface="+mn-ea"/>
              </a:rPr>
              <a:t>: </a:t>
            </a:r>
            <a:r>
              <a:rPr lang="ko-KR" altLang="en-US" sz="800" spc="-60" dirty="0" smtClean="0">
                <a:latin typeface="+mn-ea"/>
                <a:ea typeface="+mn-ea"/>
              </a:rPr>
              <a:t>퀴즈 시험지</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41395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828017735"/>
              </p:ext>
            </p:extLst>
          </p:nvPr>
        </p:nvGraphicFramePr>
        <p:xfrm>
          <a:off x="9499029" y="1484784"/>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퀴즈응시 주의사항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퀴즈응시 주의사항 </a:t>
                      </a:r>
                      <a:r>
                        <a:rPr lang="ko-KR" altLang="en-US" sz="800" kern="1200" dirty="0" err="1" smtClean="0">
                          <a:solidFill>
                            <a:schemeClr val="tx1">
                              <a:lumMod val="75000"/>
                              <a:lumOff val="25000"/>
                            </a:schemeClr>
                          </a:solidFill>
                          <a:latin typeface="+mn-ea"/>
                          <a:ea typeface="+mn-ea"/>
                          <a:cs typeface="+mn-cs"/>
                        </a:rPr>
                        <a:t>레이어팝업</a:t>
                      </a:r>
                      <a:r>
                        <a:rPr lang="ko-KR" altLang="en-US" sz="800" kern="1200" dirty="0" smtClean="0">
                          <a:solidFill>
                            <a:schemeClr val="tx1">
                              <a:lumMod val="75000"/>
                              <a:lumOff val="25000"/>
                            </a:schemeClr>
                          </a:solidFill>
                          <a:latin typeface="+mn-ea"/>
                          <a:ea typeface="+mn-ea"/>
                          <a:cs typeface="+mn-cs"/>
                        </a:rPr>
                        <a:t> 닫음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퀴즈 답안 </a:t>
                      </a:r>
                      <a:r>
                        <a:rPr lang="ko-KR" altLang="en-US" sz="800" kern="1200" dirty="0" err="1" smtClean="0">
                          <a:solidFill>
                            <a:schemeClr val="tx1"/>
                          </a:solidFill>
                          <a:latin typeface="+mn-lt"/>
                          <a:ea typeface="+mn-ea"/>
                          <a:cs typeface="+mn-cs"/>
                        </a:rPr>
                        <a:t>선택시</a:t>
                      </a:r>
                      <a:r>
                        <a:rPr lang="ko-KR" altLang="en-US" sz="800" kern="1200" dirty="0" smtClean="0">
                          <a:solidFill>
                            <a:schemeClr val="tx1"/>
                          </a:solidFill>
                          <a:latin typeface="+mn-lt"/>
                          <a:ea typeface="+mn-ea"/>
                          <a:cs typeface="+mn-cs"/>
                        </a:rPr>
                        <a:t> 제출 답안 자동 입력</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err="1" smtClean="0">
                          <a:solidFill>
                            <a:schemeClr val="tx1"/>
                          </a:solidFill>
                          <a:latin typeface="+mn-lt"/>
                          <a:ea typeface="+mn-ea"/>
                          <a:cs typeface="+mn-cs"/>
                        </a:rPr>
                        <a:t>Drag&amp;drop</a:t>
                      </a:r>
                      <a:r>
                        <a:rPr lang="en-US" altLang="ko-KR" sz="800" kern="1200" dirty="0" smtClean="0">
                          <a:solidFill>
                            <a:schemeClr val="tx1"/>
                          </a:solidFill>
                          <a:latin typeface="+mn-lt"/>
                          <a:ea typeface="+mn-ea"/>
                          <a:cs typeface="+mn-cs"/>
                        </a:rPr>
                        <a:t> </a:t>
                      </a:r>
                      <a:r>
                        <a:rPr lang="ko-KR" altLang="en-US" sz="800" kern="1200" dirty="0" smtClean="0">
                          <a:solidFill>
                            <a:schemeClr val="tx1"/>
                          </a:solidFill>
                          <a:latin typeface="+mn-lt"/>
                          <a:ea typeface="+mn-ea"/>
                          <a:cs typeface="+mn-cs"/>
                        </a:rPr>
                        <a:t>기능</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072972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37913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1054862271"/>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과제명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2797619446"/>
              </p:ext>
            </p:extLst>
          </p:nvPr>
        </p:nvGraphicFramePr>
        <p:xfrm>
          <a:off x="1975898" y="4120856"/>
          <a:ext cx="7484564" cy="1642702"/>
        </p:xfrm>
        <a:graphic>
          <a:graphicData uri="http://schemas.openxmlformats.org/drawingml/2006/table">
            <a:tbl>
              <a:tblPr/>
              <a:tblGrid>
                <a:gridCol w="252112">
                  <a:extLst>
                    <a:ext uri="{9D8B030D-6E8A-4147-A177-3AD203B41FA5}">
                      <a16:colId xmlns:a16="http://schemas.microsoft.com/office/drawing/2014/main" xmlns="" val="20001"/>
                    </a:ext>
                  </a:extLst>
                </a:gridCol>
                <a:gridCol w="734091"/>
                <a:gridCol w="1038399"/>
                <a:gridCol w="526369"/>
                <a:gridCol w="1832741"/>
                <a:gridCol w="526369"/>
                <a:gridCol w="526369"/>
                <a:gridCol w="517885"/>
                <a:gridCol w="526369"/>
                <a:gridCol w="415698"/>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퀴즈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퀴즈시간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응시기간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응시현황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일반퀴즈일반퀴즈</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진행중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응시완료</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 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일반퀴즈팀일반</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10</a:t>
                      </a:r>
                      <a:r>
                        <a:rPr lang="ko-KR" altLang="en-US" sz="800" b="0" kern="120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진행중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중간고사퀴즈</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기말고사퀴즈</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FF0000"/>
                          </a:solidFill>
                          <a:latin typeface="+mn-ea"/>
                          <a:ea typeface="+mn-ea"/>
                          <a:cs typeface="+mn-cs"/>
                        </a:rPr>
                        <a:t>재미응시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중간고사대체</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대체퀴즈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rgbClr val="0070C0"/>
                          </a:solidFill>
                          <a:latin typeface="+mn-ea"/>
                          <a:ea typeface="+mn-ea"/>
                          <a:cs typeface="+mn-cs"/>
                        </a:rPr>
                        <a:t>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기말고사대체</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대체퀴즈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858222"/>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68" name="그룹 367"/>
          <p:cNvGrpSpPr/>
          <p:nvPr/>
        </p:nvGrpSpPr>
        <p:grpSpPr>
          <a:xfrm>
            <a:off x="8707655" y="4509120"/>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퀴즈응시</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2" name="Rectangle 122"/>
          <p:cNvSpPr>
            <a:spLocks noChangeArrowheads="1"/>
          </p:cNvSpPr>
          <p:nvPr/>
        </p:nvSpPr>
        <p:spPr bwMode="auto">
          <a:xfrm>
            <a:off x="8896426" y="50856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3" name="Rectangle 122"/>
          <p:cNvSpPr>
            <a:spLocks noChangeArrowheads="1"/>
          </p:cNvSpPr>
          <p:nvPr/>
        </p:nvSpPr>
        <p:spPr bwMode="auto">
          <a:xfrm>
            <a:off x="8894510" y="53202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4" name="Rectangle 122"/>
          <p:cNvSpPr>
            <a:spLocks noChangeArrowheads="1"/>
          </p:cNvSpPr>
          <p:nvPr/>
        </p:nvSpPr>
        <p:spPr bwMode="auto">
          <a:xfrm>
            <a:off x="8896546" y="5565331"/>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a:t>
            </a:r>
            <a:r>
              <a:rPr lang="ko-KR" altLang="en-US" sz="800" kern="0" dirty="0">
                <a:solidFill>
                  <a:schemeClr val="tx1">
                    <a:lumMod val="75000"/>
                    <a:lumOff val="25000"/>
                  </a:schemeClr>
                </a:solidFill>
                <a:latin typeface="+mn-ea"/>
                <a:ea typeface="+mn-ea"/>
              </a:rPr>
              <a:t>가</a:t>
            </a:r>
            <a:r>
              <a:rPr lang="ko-KR" altLang="en-US" sz="800" kern="0" dirty="0" smtClean="0">
                <a:solidFill>
                  <a:schemeClr val="tx1">
                    <a:lumMod val="75000"/>
                    <a:lumOff val="25000"/>
                  </a:schemeClr>
                </a:solidFill>
                <a:latin typeface="+mn-ea"/>
                <a:ea typeface="+mn-ea"/>
              </a:rPr>
              <a:t>시험지</a:t>
            </a:r>
            <a:endParaRPr lang="ko-KR" altLang="en-US" sz="800" kern="0" dirty="0">
              <a:solidFill>
                <a:schemeClr val="tx1">
                  <a:lumMod val="75000"/>
                  <a:lumOff val="25000"/>
                </a:schemeClr>
              </a:solidFill>
              <a:latin typeface="+mn-ea"/>
              <a:ea typeface="+mn-ea"/>
            </a:endParaRPr>
          </a:p>
        </p:txBody>
      </p:sp>
      <p:grpSp>
        <p:nvGrpSpPr>
          <p:cNvPr id="228" name="그룹 227"/>
          <p:cNvGrpSpPr/>
          <p:nvPr/>
        </p:nvGrpSpPr>
        <p:grpSpPr>
          <a:xfrm>
            <a:off x="2040688" y="2411806"/>
            <a:ext cx="5000544" cy="2961412"/>
            <a:chOff x="1124573" y="1907748"/>
            <a:chExt cx="5000544" cy="2961412"/>
          </a:xfrm>
        </p:grpSpPr>
        <p:grpSp>
          <p:nvGrpSpPr>
            <p:cNvPr id="229" name="그룹 228"/>
            <p:cNvGrpSpPr/>
            <p:nvPr/>
          </p:nvGrpSpPr>
          <p:grpSpPr>
            <a:xfrm>
              <a:off x="1124573" y="1907748"/>
              <a:ext cx="5000544" cy="2961412"/>
              <a:chOff x="1100572" y="3167889"/>
              <a:chExt cx="6282748" cy="2961412"/>
            </a:xfrm>
          </p:grpSpPr>
          <p:sp>
            <p:nvSpPr>
              <p:cNvPr id="239" name="직사각형 238"/>
              <p:cNvSpPr/>
              <p:nvPr/>
            </p:nvSpPr>
            <p:spPr>
              <a:xfrm>
                <a:off x="1100572" y="3176971"/>
                <a:ext cx="6282748" cy="2952330"/>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0" name="직사각형 239"/>
              <p:cNvSpPr/>
              <p:nvPr/>
            </p:nvSpPr>
            <p:spPr>
              <a:xfrm>
                <a:off x="1100572" y="3187338"/>
                <a:ext cx="6282748"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1" name="직사각형 240"/>
              <p:cNvSpPr/>
              <p:nvPr/>
            </p:nvSpPr>
            <p:spPr>
              <a:xfrm>
                <a:off x="1127051" y="3201232"/>
                <a:ext cx="1089055" cy="215444"/>
              </a:xfrm>
              <a:prstGeom prst="rect">
                <a:avLst/>
              </a:prstGeom>
            </p:spPr>
            <p:txBody>
              <a:bodyPr wrap="none">
                <a:spAutoFit/>
              </a:bodyPr>
              <a:lstStyle/>
              <a:p>
                <a:r>
                  <a:rPr lang="ko-KR" altLang="en-US" sz="800" b="1" dirty="0" smtClean="0">
                    <a:solidFill>
                      <a:schemeClr val="bg1"/>
                    </a:solidFill>
                    <a:latin typeface="+mn-ea"/>
                    <a:ea typeface="+mn-ea"/>
                  </a:rPr>
                  <a:t>퀴즈 응시 주의사항</a:t>
                </a:r>
                <a:endParaRPr lang="ko-KR" altLang="en-US" sz="800" b="1" dirty="0">
                  <a:solidFill>
                    <a:schemeClr val="bg1"/>
                  </a:solidFill>
                  <a:latin typeface="+mn-ea"/>
                  <a:ea typeface="+mn-ea"/>
                </a:endParaRPr>
              </a:p>
            </p:txBody>
          </p:sp>
          <p:sp>
            <p:nvSpPr>
              <p:cNvPr id="254" name="직사각형 253"/>
              <p:cNvSpPr/>
              <p:nvPr/>
            </p:nvSpPr>
            <p:spPr>
              <a:xfrm>
                <a:off x="7053522"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30" name="모서리가 둥근 직사각형 229"/>
            <p:cNvSpPr/>
            <p:nvPr/>
          </p:nvSpPr>
          <p:spPr>
            <a:xfrm>
              <a:off x="2722427" y="4365104"/>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1" name="모서리가 둥근 직사각형 230"/>
            <p:cNvSpPr/>
            <p:nvPr/>
          </p:nvSpPr>
          <p:spPr>
            <a:xfrm>
              <a:off x="3692960" y="4371025"/>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2" name="직사각형 231"/>
            <p:cNvSpPr/>
            <p:nvPr/>
          </p:nvSpPr>
          <p:spPr>
            <a:xfrm>
              <a:off x="1347437" y="2429725"/>
              <a:ext cx="4536504" cy="257844"/>
            </a:xfrm>
            <a:prstGeom prst="rect">
              <a:avLst/>
            </a:prstGeom>
            <a:solidFill>
              <a:srgbClr val="B1C1D5"/>
            </a:solidFill>
            <a:ln w="952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800" dirty="0" smtClean="0">
                  <a:solidFill>
                    <a:schemeClr val="tx1">
                      <a:lumMod val="75000"/>
                      <a:lumOff val="25000"/>
                    </a:schemeClr>
                  </a:solidFill>
                  <a:latin typeface="+mn-ea"/>
                </a:rPr>
                <a:t>2026</a:t>
              </a:r>
              <a:r>
                <a:rPr lang="ko-KR" altLang="en-US" sz="800" dirty="0" smtClean="0">
                  <a:solidFill>
                    <a:schemeClr val="tx1">
                      <a:lumMod val="75000"/>
                      <a:lumOff val="25000"/>
                    </a:schemeClr>
                  </a:solidFill>
                  <a:latin typeface="+mn-ea"/>
                </a:rPr>
                <a:t>년도 </a:t>
              </a:r>
              <a:r>
                <a:rPr lang="en-US" altLang="ko-KR" sz="800" dirty="0" smtClean="0">
                  <a:solidFill>
                    <a:schemeClr val="tx1">
                      <a:lumMod val="75000"/>
                      <a:lumOff val="25000"/>
                    </a:schemeClr>
                  </a:solidFill>
                  <a:latin typeface="+mn-ea"/>
                </a:rPr>
                <a:t>1</a:t>
              </a:r>
              <a:r>
                <a:rPr lang="ko-KR" altLang="en-US" sz="800" dirty="0" smtClean="0">
                  <a:solidFill>
                    <a:schemeClr val="tx1">
                      <a:lumMod val="75000"/>
                      <a:lumOff val="25000"/>
                    </a:schemeClr>
                  </a:solidFill>
                  <a:latin typeface="+mn-ea"/>
                </a:rPr>
                <a:t>학기 데이터베이스의 이해 활용 </a:t>
              </a:r>
              <a:r>
                <a:rPr lang="en-US" altLang="ko-KR" sz="800" dirty="0" smtClean="0">
                  <a:solidFill>
                    <a:schemeClr val="tx1">
                      <a:lumMod val="75000"/>
                      <a:lumOff val="25000"/>
                    </a:schemeClr>
                  </a:solidFill>
                  <a:latin typeface="+mn-ea"/>
                </a:rPr>
                <a:t>1</a:t>
              </a:r>
              <a:r>
                <a:rPr lang="ko-KR" altLang="en-US" sz="800" dirty="0" smtClean="0">
                  <a:solidFill>
                    <a:schemeClr val="tx1">
                      <a:lumMod val="75000"/>
                      <a:lumOff val="25000"/>
                    </a:schemeClr>
                  </a:solidFill>
                  <a:latin typeface="+mn-ea"/>
                </a:rPr>
                <a:t>반의 퀴즈</a:t>
              </a:r>
              <a:endParaRPr lang="en-US" altLang="ko-KR" sz="800" dirty="0">
                <a:solidFill>
                  <a:schemeClr val="tx1">
                    <a:lumMod val="75000"/>
                    <a:lumOff val="25000"/>
                  </a:schemeClr>
                </a:solidFill>
                <a:latin typeface="+mn-ea"/>
              </a:endParaRPr>
            </a:p>
          </p:txBody>
        </p:sp>
        <p:sp>
          <p:nvSpPr>
            <p:cNvPr id="233" name="직사각형 232"/>
            <p:cNvSpPr/>
            <p:nvPr/>
          </p:nvSpPr>
          <p:spPr>
            <a:xfrm>
              <a:off x="1244588" y="2847857"/>
              <a:ext cx="4767747" cy="646331"/>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해당 퀴즈의 응시 제한시간은 </a:t>
              </a:r>
              <a:r>
                <a:rPr lang="en-US" altLang="ko-KR" sz="800" b="1" dirty="0" smtClean="0">
                  <a:solidFill>
                    <a:srgbClr val="0070C0"/>
                  </a:solidFill>
                  <a:latin typeface="맑은 고딕" panose="020B0503020000020004" pitchFamily="50" charset="-127"/>
                  <a:ea typeface="맑은 고딕" panose="020B0503020000020004" pitchFamily="50" charset="-127"/>
                </a:rPr>
                <a:t>10</a:t>
              </a:r>
              <a:r>
                <a:rPr lang="ko-KR" altLang="en-US" sz="800" b="1" dirty="0" smtClean="0">
                  <a:solidFill>
                    <a:srgbClr val="0070C0"/>
                  </a:solidFill>
                  <a:latin typeface="맑은 고딕" panose="020B0503020000020004" pitchFamily="50" charset="-127"/>
                  <a:ea typeface="맑은 고딕" panose="020B0503020000020004" pitchFamily="50" charset="-127"/>
                </a:rPr>
                <a:t>분</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입니다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최초 응시 시점부터 응시 시간이 자동으로 흘러가며</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응시 시간이 지나면 </a:t>
              </a:r>
              <a:r>
                <a:rPr lang="ko-KR" altLang="en-US" sz="800" dirty="0" err="1" smtClean="0">
                  <a:solidFill>
                    <a:schemeClr val="tx1">
                      <a:lumMod val="75000"/>
                      <a:lumOff val="25000"/>
                    </a:schemeClr>
                  </a:solidFill>
                  <a:latin typeface="맑은 고딕" panose="020B0503020000020004" pitchFamily="50" charset="-127"/>
                  <a:ea typeface="맑은 고딕" panose="020B0503020000020004" pitchFamily="50" charset="-127"/>
                </a:rPr>
                <a:t>재응시가</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불가능합니다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rgbClr val="0070C0"/>
                  </a:solidFill>
                  <a:latin typeface="맑은 고딕" panose="020B0503020000020004" pitchFamily="50" charset="-127"/>
                  <a:ea typeface="맑은 고딕" panose="020B0503020000020004" pitchFamily="50" charset="-127"/>
                </a:rPr>
                <a:t>퀴즈 응시 중간에 창을 닫을 경우에도 응시 시간이 계속 진행</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sp>
          <p:nvSpPr>
            <p:cNvPr id="234" name="직사각형 233"/>
            <p:cNvSpPr/>
            <p:nvPr/>
          </p:nvSpPr>
          <p:spPr>
            <a:xfrm>
              <a:off x="1254113" y="3718773"/>
              <a:ext cx="4767747" cy="461665"/>
            </a:xfrm>
            <a:prstGeom prst="rect">
              <a:avLst/>
            </a:prstGeom>
          </p:spPr>
          <p:txBody>
            <a:bodyPr wrap="square">
              <a:spAutoFit/>
            </a:bodyPr>
            <a:lstStyle/>
            <a:p>
              <a:pPr algn="ctr">
                <a:lnSpc>
                  <a:spcPct val="150000"/>
                </a:lnSpc>
              </a:pPr>
              <a:r>
                <a:rPr lang="ko-KR" altLang="en-US" sz="800" b="1" dirty="0" smtClean="0">
                  <a:solidFill>
                    <a:srgbClr val="0070C0"/>
                  </a:solidFill>
                  <a:latin typeface="맑은 고딕" panose="020B0503020000020004" pitchFamily="50" charset="-127"/>
                  <a:ea typeface="맑은 고딕" panose="020B0503020000020004" pitchFamily="50" charset="-127"/>
                </a:rPr>
                <a:t>응시 버튼을 클릭하면 응시 시간이 진행</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gn="ct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지금 응시가 어려우시면 취소를 눌러 퀴즈 응시 기간 내에 재 접속하시기 바랍니다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grpSp>
      <p:grpSp>
        <p:nvGrpSpPr>
          <p:cNvPr id="255" name="그룹 254"/>
          <p:cNvGrpSpPr/>
          <p:nvPr/>
        </p:nvGrpSpPr>
        <p:grpSpPr>
          <a:xfrm>
            <a:off x="3596289" y="4695586"/>
            <a:ext cx="234360" cy="200055"/>
            <a:chOff x="1152270" y="11706839"/>
            <a:chExt cx="234360" cy="200055"/>
          </a:xfrm>
        </p:grpSpPr>
        <p:sp>
          <p:nvSpPr>
            <p:cNvPr id="256" name="모서리가 둥근 직사각형 25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7" name="직사각형 25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58" name="그룹 257"/>
          <p:cNvGrpSpPr/>
          <p:nvPr/>
        </p:nvGrpSpPr>
        <p:grpSpPr>
          <a:xfrm>
            <a:off x="4571207" y="4708192"/>
            <a:ext cx="234360" cy="200055"/>
            <a:chOff x="1152270" y="11706839"/>
            <a:chExt cx="234360" cy="200055"/>
          </a:xfrm>
        </p:grpSpPr>
        <p:sp>
          <p:nvSpPr>
            <p:cNvPr id="259" name="모서리가 둥근 직사각형 2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0" name="직사각형 25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cxnSp>
        <p:nvCxnSpPr>
          <p:cNvPr id="261" name="꺾인 연결선 260"/>
          <p:cNvCxnSpPr>
            <a:stCxn id="190" idx="0"/>
            <a:endCxn id="239" idx="3"/>
          </p:cNvCxnSpPr>
          <p:nvPr/>
        </p:nvCxnSpPr>
        <p:spPr>
          <a:xfrm rot="16200000" flipV="1">
            <a:off x="7751012" y="3187274"/>
            <a:ext cx="703599" cy="2123158"/>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32" name="그룹 431"/>
          <p:cNvGrpSpPr/>
          <p:nvPr/>
        </p:nvGrpSpPr>
        <p:grpSpPr>
          <a:xfrm>
            <a:off x="2022577" y="5488657"/>
            <a:ext cx="6234343" cy="7920882"/>
            <a:chOff x="1100572" y="3176971"/>
            <a:chExt cx="6291612" cy="7920882"/>
          </a:xfrm>
        </p:grpSpPr>
        <p:sp>
          <p:nvSpPr>
            <p:cNvPr id="433" name="직사각형 432"/>
            <p:cNvSpPr/>
            <p:nvPr/>
          </p:nvSpPr>
          <p:spPr>
            <a:xfrm>
              <a:off x="1100572" y="3176971"/>
              <a:ext cx="6282748" cy="7920882"/>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4" name="직사각형 433"/>
            <p:cNvSpPr/>
            <p:nvPr/>
          </p:nvSpPr>
          <p:spPr>
            <a:xfrm>
              <a:off x="1100572" y="3187338"/>
              <a:ext cx="6282748"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35" name="직사각형 434"/>
            <p:cNvSpPr/>
            <p:nvPr/>
          </p:nvSpPr>
          <p:spPr>
            <a:xfrm>
              <a:off x="1127051" y="3201232"/>
              <a:ext cx="741243" cy="215444"/>
            </a:xfrm>
            <a:prstGeom prst="rect">
              <a:avLst/>
            </a:prstGeom>
          </p:spPr>
          <p:txBody>
            <a:bodyPr wrap="none">
              <a:spAutoFit/>
            </a:bodyPr>
            <a:lstStyle/>
            <a:p>
              <a:r>
                <a:rPr lang="ko-KR" altLang="en-US" sz="800" b="1" dirty="0" smtClean="0">
                  <a:solidFill>
                    <a:schemeClr val="bg1"/>
                  </a:solidFill>
                  <a:latin typeface="+mn-ea"/>
                  <a:ea typeface="+mn-ea"/>
                </a:rPr>
                <a:t>퀴즈 시험지</a:t>
              </a:r>
              <a:endParaRPr lang="ko-KR" altLang="en-US" sz="800" b="1" dirty="0">
                <a:solidFill>
                  <a:schemeClr val="bg1"/>
                </a:solidFill>
                <a:latin typeface="+mn-ea"/>
                <a:ea typeface="+mn-ea"/>
              </a:endParaRPr>
            </a:p>
          </p:txBody>
        </p:sp>
        <p:sp>
          <p:nvSpPr>
            <p:cNvPr id="436" name="직사각형 435"/>
            <p:cNvSpPr/>
            <p:nvPr/>
          </p:nvSpPr>
          <p:spPr>
            <a:xfrm>
              <a:off x="7124162" y="319646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37" name="직사각형 436"/>
          <p:cNvSpPr/>
          <p:nvPr/>
        </p:nvSpPr>
        <p:spPr>
          <a:xfrm>
            <a:off x="2034580" y="5875650"/>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438" name="직사각형 437"/>
          <p:cNvSpPr/>
          <p:nvPr/>
        </p:nvSpPr>
        <p:spPr>
          <a:xfrm>
            <a:off x="6831870" y="5877272"/>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sp>
        <p:nvSpPr>
          <p:cNvPr id="439" name="직사각형 438"/>
          <p:cNvSpPr/>
          <p:nvPr/>
        </p:nvSpPr>
        <p:spPr>
          <a:xfrm>
            <a:off x="2070584" y="6373951"/>
            <a:ext cx="1111202" cy="230832"/>
          </a:xfrm>
          <a:prstGeom prst="rect">
            <a:avLst/>
          </a:prstGeom>
        </p:spPr>
        <p:txBody>
          <a:bodyPr wrap="none">
            <a:spAutoFit/>
          </a:bodyPr>
          <a:lstStyle/>
          <a:p>
            <a:r>
              <a:rPr lang="en-US" altLang="ko-KR" sz="900" b="1" dirty="0">
                <a:solidFill>
                  <a:schemeClr val="tx1">
                    <a:lumMod val="75000"/>
                    <a:lumOff val="25000"/>
                  </a:schemeClr>
                </a:solidFill>
                <a:latin typeface="+mn-ea"/>
                <a:ea typeface="+mn-ea"/>
              </a:rPr>
              <a:t>• </a:t>
            </a:r>
            <a:r>
              <a:rPr lang="ko-KR" altLang="en-US" sz="900" b="1" dirty="0" smtClean="0">
                <a:solidFill>
                  <a:schemeClr val="tx1">
                    <a:lumMod val="75000"/>
                    <a:lumOff val="25000"/>
                  </a:schemeClr>
                </a:solidFill>
                <a:latin typeface="+mn-ea"/>
                <a:ea typeface="+mn-ea"/>
              </a:rPr>
              <a:t>상시 퀴즈</a:t>
            </a:r>
            <a:r>
              <a:rPr lang="en-US" altLang="ko-KR" sz="900" b="1" dirty="0" smtClean="0">
                <a:solidFill>
                  <a:schemeClr val="tx1">
                    <a:lumMod val="75000"/>
                    <a:lumOff val="25000"/>
                  </a:schemeClr>
                </a:solidFill>
                <a:latin typeface="+mn-ea"/>
                <a:ea typeface="+mn-ea"/>
              </a:rPr>
              <a:t>11111</a:t>
            </a:r>
            <a:endParaRPr lang="ko-KR" altLang="en-US" sz="900" b="1" dirty="0">
              <a:solidFill>
                <a:schemeClr val="tx1">
                  <a:lumMod val="75000"/>
                  <a:lumOff val="25000"/>
                </a:schemeClr>
              </a:solidFill>
              <a:latin typeface="+mn-ea"/>
              <a:ea typeface="+mn-ea"/>
            </a:endParaRPr>
          </a:p>
        </p:txBody>
      </p:sp>
      <p:cxnSp>
        <p:nvCxnSpPr>
          <p:cNvPr id="440" name="직선 연결선 439"/>
          <p:cNvCxnSpPr/>
          <p:nvPr/>
        </p:nvCxnSpPr>
        <p:spPr>
          <a:xfrm>
            <a:off x="2034580" y="6280747"/>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41" name="직사각형 440"/>
          <p:cNvSpPr/>
          <p:nvPr/>
        </p:nvSpPr>
        <p:spPr>
          <a:xfrm>
            <a:off x="2106587" y="6676791"/>
            <a:ext cx="3780000" cy="176419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42" name="그룹 441"/>
          <p:cNvGrpSpPr/>
          <p:nvPr/>
        </p:nvGrpSpPr>
        <p:grpSpPr>
          <a:xfrm>
            <a:off x="2114017" y="6765753"/>
            <a:ext cx="3772570" cy="254124"/>
            <a:chOff x="1216013" y="4211563"/>
            <a:chExt cx="6048000" cy="254124"/>
          </a:xfrm>
        </p:grpSpPr>
        <p:sp>
          <p:nvSpPr>
            <p:cNvPr id="443" name="직사각형 442"/>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44" name="직선 연결선 443"/>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45" name="그룹 444"/>
          <p:cNvGrpSpPr/>
          <p:nvPr/>
        </p:nvGrpSpPr>
        <p:grpSpPr>
          <a:xfrm>
            <a:off x="2332779" y="7178751"/>
            <a:ext cx="304344" cy="288000"/>
            <a:chOff x="3190900" y="6621766"/>
            <a:chExt cx="304344" cy="288000"/>
          </a:xfrm>
        </p:grpSpPr>
        <p:sp>
          <p:nvSpPr>
            <p:cNvPr id="446" name="타원 445"/>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47" name="TextBox 446"/>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448" name="그룹 447"/>
          <p:cNvGrpSpPr/>
          <p:nvPr/>
        </p:nvGrpSpPr>
        <p:grpSpPr>
          <a:xfrm>
            <a:off x="2342304" y="7457258"/>
            <a:ext cx="304344" cy="288000"/>
            <a:chOff x="3201067" y="6621766"/>
            <a:chExt cx="304344" cy="288000"/>
          </a:xfrm>
        </p:grpSpPr>
        <p:sp>
          <p:nvSpPr>
            <p:cNvPr id="449" name="타원 448"/>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50" name="TextBox 449"/>
            <p:cNvSpPr txBox="1">
              <a:spLocks noChangeAspect="1"/>
            </p:cNvSpPr>
            <p:nvPr/>
          </p:nvSpPr>
          <p:spPr>
            <a:xfrm>
              <a:off x="3201067"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451" name="그룹 450"/>
          <p:cNvGrpSpPr/>
          <p:nvPr/>
        </p:nvGrpSpPr>
        <p:grpSpPr>
          <a:xfrm>
            <a:off x="2332137" y="7745290"/>
            <a:ext cx="304344" cy="288000"/>
            <a:chOff x="3190900" y="6621766"/>
            <a:chExt cx="304344" cy="288000"/>
          </a:xfrm>
        </p:grpSpPr>
        <p:sp>
          <p:nvSpPr>
            <p:cNvPr id="452" name="타원 451"/>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53" name="TextBox 452"/>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454" name="그룹 453"/>
          <p:cNvGrpSpPr/>
          <p:nvPr/>
        </p:nvGrpSpPr>
        <p:grpSpPr>
          <a:xfrm>
            <a:off x="2332137" y="8006843"/>
            <a:ext cx="304344" cy="288000"/>
            <a:chOff x="3190900" y="6621766"/>
            <a:chExt cx="304344" cy="288000"/>
          </a:xfrm>
        </p:grpSpPr>
        <p:sp>
          <p:nvSpPr>
            <p:cNvPr id="455" name="타원 45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56" name="TextBox 45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sp>
        <p:nvSpPr>
          <p:cNvPr id="458" name="직사각형 457"/>
          <p:cNvSpPr/>
          <p:nvPr/>
        </p:nvSpPr>
        <p:spPr>
          <a:xfrm>
            <a:off x="2621795" y="720729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59" name="직사각형 458"/>
          <p:cNvSpPr/>
          <p:nvPr/>
        </p:nvSpPr>
        <p:spPr>
          <a:xfrm>
            <a:off x="2620169" y="7504851"/>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60" name="직사각형 459"/>
          <p:cNvSpPr/>
          <p:nvPr/>
        </p:nvSpPr>
        <p:spPr>
          <a:xfrm>
            <a:off x="2620169" y="778335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61" name="직사각형 460"/>
          <p:cNvSpPr/>
          <p:nvPr/>
        </p:nvSpPr>
        <p:spPr>
          <a:xfrm>
            <a:off x="2618073" y="803538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사슴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63" name="직사각형 462"/>
          <p:cNvSpPr/>
          <p:nvPr/>
        </p:nvSpPr>
        <p:spPr>
          <a:xfrm>
            <a:off x="5968961" y="6676790"/>
            <a:ext cx="2239257" cy="367240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64" name="그룹 463"/>
          <p:cNvGrpSpPr/>
          <p:nvPr/>
        </p:nvGrpSpPr>
        <p:grpSpPr>
          <a:xfrm>
            <a:off x="5975970" y="6758324"/>
            <a:ext cx="2241773" cy="254124"/>
            <a:chOff x="1216013" y="4211563"/>
            <a:chExt cx="6048000" cy="254124"/>
          </a:xfrm>
        </p:grpSpPr>
        <p:sp>
          <p:nvSpPr>
            <p:cNvPr id="465" name="직사각형 464"/>
            <p:cNvSpPr/>
            <p:nvPr/>
          </p:nvSpPr>
          <p:spPr>
            <a:xfrm>
              <a:off x="1267380" y="4211563"/>
              <a:ext cx="5996633"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제출 답안</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66" name="직선 연결선 46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67" name="그룹 466"/>
          <p:cNvGrpSpPr/>
          <p:nvPr/>
        </p:nvGrpSpPr>
        <p:grpSpPr>
          <a:xfrm>
            <a:off x="6014070" y="7058224"/>
            <a:ext cx="2160000" cy="291022"/>
            <a:chOff x="5116066" y="3534022"/>
            <a:chExt cx="2160000" cy="291022"/>
          </a:xfrm>
        </p:grpSpPr>
        <p:sp>
          <p:nvSpPr>
            <p:cNvPr id="468" name="타원 467"/>
            <p:cNvSpPr>
              <a:spLocks noChangeAspect="1"/>
            </p:cNvSpPr>
            <p:nvPr/>
          </p:nvSpPr>
          <p:spPr>
            <a:xfrm>
              <a:off x="5130212" y="3560529"/>
              <a:ext cx="216000" cy="216000"/>
            </a:xfrm>
            <a:prstGeom prst="ellipse">
              <a:avLst/>
            </a:prstGeom>
            <a:solidFill>
              <a:schemeClr val="bg1">
                <a:lumMod val="5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9" name="TextBox 468"/>
            <p:cNvSpPr txBox="1">
              <a:spLocks noChangeAspect="1"/>
            </p:cNvSpPr>
            <p:nvPr/>
          </p:nvSpPr>
          <p:spPr>
            <a:xfrm>
              <a:off x="5116708" y="3534022"/>
              <a:ext cx="304344" cy="288000"/>
            </a:xfrm>
            <a:prstGeom prst="rect">
              <a:avLst/>
            </a:prstGeom>
            <a:noFill/>
          </p:spPr>
          <p:txBody>
            <a:bodyPr wrap="square" rtlCol="0" anchor="ctr">
              <a:noAutofit/>
            </a:bodyPr>
            <a:lstStyle/>
            <a:p>
              <a:r>
                <a:rPr lang="en-US" altLang="ko-KR" sz="800" dirty="0" smtClean="0">
                  <a:solidFill>
                    <a:schemeClr val="bg1"/>
                  </a:solidFill>
                  <a:latin typeface="+mj-ea"/>
                  <a:ea typeface="+mj-ea"/>
                </a:rPr>
                <a:t>1</a:t>
              </a:r>
              <a:endParaRPr lang="en-US" altLang="ko-KR" sz="800" dirty="0">
                <a:solidFill>
                  <a:schemeClr val="bg1"/>
                </a:solidFill>
                <a:latin typeface="+mj-ea"/>
                <a:ea typeface="+mj-ea"/>
              </a:endParaRPr>
            </a:p>
          </p:txBody>
        </p:sp>
        <p:cxnSp>
          <p:nvCxnSpPr>
            <p:cNvPr id="470" name="직선 연결선 469"/>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71" name="직사각형 470"/>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a:t>
              </a:r>
            </a:p>
          </p:txBody>
        </p:sp>
      </p:grpSp>
      <p:sp>
        <p:nvSpPr>
          <p:cNvPr id="472" name="직사각형 471"/>
          <p:cNvSpPr/>
          <p:nvPr/>
        </p:nvSpPr>
        <p:spPr>
          <a:xfrm>
            <a:off x="5052132" y="6751332"/>
            <a:ext cx="7988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gn="r"/>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배점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10</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점</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73" name="그룹 472"/>
          <p:cNvGrpSpPr/>
          <p:nvPr/>
        </p:nvGrpSpPr>
        <p:grpSpPr>
          <a:xfrm>
            <a:off x="6021499" y="7410835"/>
            <a:ext cx="2160000" cy="291022"/>
            <a:chOff x="5116066" y="3534022"/>
            <a:chExt cx="2160000" cy="291022"/>
          </a:xfrm>
        </p:grpSpPr>
        <p:sp>
          <p:nvSpPr>
            <p:cNvPr id="474" name="타원 473"/>
            <p:cNvSpPr>
              <a:spLocks noChangeAspect="1"/>
            </p:cNvSpPr>
            <p:nvPr/>
          </p:nvSpPr>
          <p:spPr>
            <a:xfrm>
              <a:off x="5130212" y="3560529"/>
              <a:ext cx="216000" cy="216000"/>
            </a:xfrm>
            <a:prstGeom prst="ellipse">
              <a:avLst/>
            </a:prstGeom>
            <a:solidFill>
              <a:schemeClr val="bg1">
                <a:lumMod val="5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5" name="TextBox 474"/>
            <p:cNvSpPr txBox="1">
              <a:spLocks noChangeAspect="1"/>
            </p:cNvSpPr>
            <p:nvPr/>
          </p:nvSpPr>
          <p:spPr>
            <a:xfrm>
              <a:off x="5116708" y="3534022"/>
              <a:ext cx="304344" cy="288000"/>
            </a:xfrm>
            <a:prstGeom prst="rect">
              <a:avLst/>
            </a:prstGeom>
            <a:noFill/>
          </p:spPr>
          <p:txBody>
            <a:bodyPr wrap="square" rtlCol="0" anchor="ctr">
              <a:noAutofit/>
            </a:bodyPr>
            <a:lstStyle/>
            <a:p>
              <a:r>
                <a:rPr lang="en-US" altLang="ko-KR" sz="800" dirty="0" smtClean="0">
                  <a:solidFill>
                    <a:schemeClr val="bg1"/>
                  </a:solidFill>
                  <a:latin typeface="+mj-ea"/>
                  <a:ea typeface="+mj-ea"/>
                </a:rPr>
                <a:t>2</a:t>
              </a:r>
              <a:endParaRPr lang="en-US" altLang="ko-KR" sz="800" dirty="0">
                <a:solidFill>
                  <a:schemeClr val="bg1"/>
                </a:solidFill>
                <a:latin typeface="+mj-ea"/>
                <a:ea typeface="+mj-ea"/>
              </a:endParaRPr>
            </a:p>
          </p:txBody>
        </p:sp>
        <p:cxnSp>
          <p:nvCxnSpPr>
            <p:cNvPr id="476" name="직선 연결선 475"/>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77" name="직사각형 476"/>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곤충류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양서류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78" name="그룹 477"/>
          <p:cNvGrpSpPr/>
          <p:nvPr/>
        </p:nvGrpSpPr>
        <p:grpSpPr>
          <a:xfrm>
            <a:off x="6014712" y="7734871"/>
            <a:ext cx="2166787" cy="291022"/>
            <a:chOff x="5109279" y="3534022"/>
            <a:chExt cx="2166787" cy="291022"/>
          </a:xfrm>
        </p:grpSpPr>
        <p:sp>
          <p:nvSpPr>
            <p:cNvPr id="479" name="타원 478"/>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80" name="TextBox 479"/>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3</a:t>
              </a:r>
              <a:endParaRPr lang="en-US" altLang="ko-KR" sz="800" dirty="0">
                <a:solidFill>
                  <a:schemeClr val="tx1">
                    <a:lumMod val="75000"/>
                    <a:lumOff val="25000"/>
                  </a:schemeClr>
                </a:solidFill>
                <a:latin typeface="+mj-ea"/>
                <a:ea typeface="+mj-ea"/>
              </a:endParaRPr>
            </a:p>
          </p:txBody>
        </p:sp>
        <p:cxnSp>
          <p:nvCxnSpPr>
            <p:cNvPr id="481" name="직선 연결선 480"/>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2" name="직사각형 481"/>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83" name="그룹 482"/>
          <p:cNvGrpSpPr/>
          <p:nvPr/>
        </p:nvGrpSpPr>
        <p:grpSpPr>
          <a:xfrm>
            <a:off x="2106588" y="8548999"/>
            <a:ext cx="3780000" cy="1548173"/>
            <a:chOff x="1208584" y="4977172"/>
            <a:chExt cx="3780000" cy="1548173"/>
          </a:xfrm>
        </p:grpSpPr>
        <p:sp>
          <p:nvSpPr>
            <p:cNvPr id="484" name="직사각형 483"/>
            <p:cNvSpPr/>
            <p:nvPr/>
          </p:nvSpPr>
          <p:spPr>
            <a:xfrm>
              <a:off x="1208584" y="4977172"/>
              <a:ext cx="3780000" cy="1548173"/>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5" name="그룹 484"/>
            <p:cNvGrpSpPr/>
            <p:nvPr/>
          </p:nvGrpSpPr>
          <p:grpSpPr>
            <a:xfrm>
              <a:off x="1216014" y="5066134"/>
              <a:ext cx="3772570" cy="254124"/>
              <a:chOff x="1216013" y="4211563"/>
              <a:chExt cx="6048000" cy="254124"/>
            </a:xfrm>
          </p:grpSpPr>
          <p:sp>
            <p:nvSpPr>
              <p:cNvPr id="486" name="직사각형 485"/>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 </a:t>
                </a:r>
                <a:r>
                  <a:rPr lang="ko-KR" altLang="en-US" sz="800" dirty="0" err="1" smtClean="0">
                    <a:solidFill>
                      <a:schemeClr val="tx1">
                        <a:lumMod val="65000"/>
                        <a:lumOff val="35000"/>
                      </a:schemeClr>
                    </a:solidFill>
                    <a:latin typeface="맑은 고딕" panose="020B0503020000020004" pitchFamily="50" charset="-127"/>
                    <a:ea typeface="맑은 고딕" panose="020B0503020000020004" pitchFamily="50" charset="-127"/>
                  </a:rPr>
                  <a:t>선긋기</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222</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87" name="직선 연결선 48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488" name="그룹 487"/>
          <p:cNvGrpSpPr/>
          <p:nvPr/>
        </p:nvGrpSpPr>
        <p:grpSpPr>
          <a:xfrm>
            <a:off x="2179076" y="9053055"/>
            <a:ext cx="2317625" cy="392489"/>
            <a:chOff x="2531687" y="13624672"/>
            <a:chExt cx="2317625" cy="392489"/>
          </a:xfrm>
        </p:grpSpPr>
        <p:grpSp>
          <p:nvGrpSpPr>
            <p:cNvPr id="489" name="그룹 488"/>
            <p:cNvGrpSpPr/>
            <p:nvPr/>
          </p:nvGrpSpPr>
          <p:grpSpPr>
            <a:xfrm>
              <a:off x="2531687" y="13624672"/>
              <a:ext cx="1284766" cy="389504"/>
              <a:chOff x="2531687" y="13624672"/>
              <a:chExt cx="1284766" cy="389504"/>
            </a:xfrm>
          </p:grpSpPr>
          <p:sp>
            <p:nvSpPr>
              <p:cNvPr id="492" name="Rectangle 122"/>
              <p:cNvSpPr>
                <a:spLocks noChangeArrowheads="1"/>
              </p:cNvSpPr>
              <p:nvPr/>
            </p:nvSpPr>
            <p:spPr bwMode="auto">
              <a:xfrm>
                <a:off x="2531687" y="13624672"/>
                <a:ext cx="1284766"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93" name="타원 492"/>
              <p:cNvSpPr/>
              <p:nvPr/>
            </p:nvSpPr>
            <p:spPr>
              <a:xfrm>
                <a:off x="2576736" y="13707094"/>
                <a:ext cx="216000" cy="216024"/>
              </a:xfrm>
              <a:prstGeom prst="ellipse">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A</a:t>
                </a:r>
                <a:endPar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94" name="Rectangle 122"/>
              <p:cNvSpPr>
                <a:spLocks noChangeArrowheads="1"/>
              </p:cNvSpPr>
              <p:nvPr/>
            </p:nvSpPr>
            <p:spPr bwMode="auto">
              <a:xfrm>
                <a:off x="2796369" y="13726164"/>
                <a:ext cx="589198"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소똥구리</a:t>
                </a:r>
                <a:endParaRPr lang="ko-KR" altLang="en-US" sz="800" kern="0" dirty="0">
                  <a:solidFill>
                    <a:schemeClr val="tx1">
                      <a:lumMod val="50000"/>
                      <a:lumOff val="50000"/>
                    </a:schemeClr>
                  </a:solidFill>
                  <a:latin typeface="+mn-ea"/>
                  <a:ea typeface="+mn-ea"/>
                </a:endParaRPr>
              </a:p>
            </p:txBody>
          </p:sp>
        </p:grpSp>
        <p:sp>
          <p:nvSpPr>
            <p:cNvPr id="490" name="Rectangle 122"/>
            <p:cNvSpPr>
              <a:spLocks noChangeArrowheads="1"/>
            </p:cNvSpPr>
            <p:nvPr/>
          </p:nvSpPr>
          <p:spPr bwMode="auto">
            <a:xfrm>
              <a:off x="4092514" y="13627657"/>
              <a:ext cx="756798"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cxnSp>
          <p:nvCxnSpPr>
            <p:cNvPr id="491" name="직선 연결선 490"/>
            <p:cNvCxnSpPr>
              <a:stCxn id="492" idx="3"/>
              <a:endCxn id="490" idx="1"/>
            </p:cNvCxnSpPr>
            <p:nvPr/>
          </p:nvCxnSpPr>
          <p:spPr>
            <a:xfrm>
              <a:off x="3816453" y="13819424"/>
              <a:ext cx="276061" cy="298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495" name="그룹 494"/>
          <p:cNvGrpSpPr/>
          <p:nvPr/>
        </p:nvGrpSpPr>
        <p:grpSpPr>
          <a:xfrm>
            <a:off x="2178596" y="9524092"/>
            <a:ext cx="2318105" cy="392489"/>
            <a:chOff x="2531686" y="13624672"/>
            <a:chExt cx="2318105" cy="392489"/>
          </a:xfrm>
        </p:grpSpPr>
        <p:grpSp>
          <p:nvGrpSpPr>
            <p:cNvPr id="496" name="그룹 495"/>
            <p:cNvGrpSpPr/>
            <p:nvPr/>
          </p:nvGrpSpPr>
          <p:grpSpPr>
            <a:xfrm>
              <a:off x="2531686" y="13624672"/>
              <a:ext cx="1285245" cy="389504"/>
              <a:chOff x="2531686" y="13624672"/>
              <a:chExt cx="1285245" cy="389504"/>
            </a:xfrm>
          </p:grpSpPr>
          <p:sp>
            <p:nvSpPr>
              <p:cNvPr id="499" name="Rectangle 122"/>
              <p:cNvSpPr>
                <a:spLocks noChangeArrowheads="1"/>
              </p:cNvSpPr>
              <p:nvPr/>
            </p:nvSpPr>
            <p:spPr bwMode="auto">
              <a:xfrm>
                <a:off x="2531686" y="13624672"/>
                <a:ext cx="1285245"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500" name="타원 499"/>
              <p:cNvSpPr/>
              <p:nvPr/>
            </p:nvSpPr>
            <p:spPr>
              <a:xfrm>
                <a:off x="2576736" y="13707094"/>
                <a:ext cx="216000" cy="216024"/>
              </a:xfrm>
              <a:prstGeom prst="ellipse">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B</a:t>
                </a:r>
                <a:endPar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01" name="Rectangle 122"/>
              <p:cNvSpPr>
                <a:spLocks noChangeArrowheads="1"/>
              </p:cNvSpPr>
              <p:nvPr/>
            </p:nvSpPr>
            <p:spPr bwMode="auto">
              <a:xfrm>
                <a:off x="2796848" y="13726164"/>
                <a:ext cx="765308" cy="196954"/>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개구리</a:t>
                </a:r>
                <a:endParaRPr lang="ko-KR" altLang="en-US" sz="800" kern="0" dirty="0">
                  <a:solidFill>
                    <a:schemeClr val="tx1">
                      <a:lumMod val="50000"/>
                      <a:lumOff val="50000"/>
                    </a:schemeClr>
                  </a:solidFill>
                  <a:latin typeface="+mn-ea"/>
                  <a:ea typeface="+mn-ea"/>
                </a:endParaRPr>
              </a:p>
            </p:txBody>
          </p:sp>
        </p:grpSp>
        <p:sp>
          <p:nvSpPr>
            <p:cNvPr id="497" name="Rectangle 122"/>
            <p:cNvSpPr>
              <a:spLocks noChangeArrowheads="1"/>
            </p:cNvSpPr>
            <p:nvPr/>
          </p:nvSpPr>
          <p:spPr bwMode="auto">
            <a:xfrm>
              <a:off x="4105265" y="13627657"/>
              <a:ext cx="744526"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cxnSp>
          <p:nvCxnSpPr>
            <p:cNvPr id="498" name="직선 연결선 497"/>
            <p:cNvCxnSpPr>
              <a:stCxn id="499" idx="3"/>
              <a:endCxn id="497" idx="1"/>
            </p:cNvCxnSpPr>
            <p:nvPr/>
          </p:nvCxnSpPr>
          <p:spPr>
            <a:xfrm>
              <a:off x="3816931" y="13819424"/>
              <a:ext cx="288334" cy="298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502" name="직사각형 501"/>
          <p:cNvSpPr/>
          <p:nvPr/>
        </p:nvSpPr>
        <p:spPr>
          <a:xfrm>
            <a:off x="4626868" y="9000097"/>
            <a:ext cx="1194500" cy="990209"/>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503" name="Rectangle 122"/>
          <p:cNvSpPr>
            <a:spLocks noChangeArrowheads="1"/>
          </p:cNvSpPr>
          <p:nvPr/>
        </p:nvSpPr>
        <p:spPr bwMode="auto">
          <a:xfrm>
            <a:off x="4692782" y="9065565"/>
            <a:ext cx="1067899"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504" name="Rectangle 122"/>
          <p:cNvSpPr>
            <a:spLocks noChangeArrowheads="1"/>
          </p:cNvSpPr>
          <p:nvPr/>
        </p:nvSpPr>
        <p:spPr bwMode="auto">
          <a:xfrm>
            <a:off x="4698876" y="9529743"/>
            <a:ext cx="1067899"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507" name="Rectangle 122"/>
          <p:cNvSpPr>
            <a:spLocks noChangeArrowheads="1"/>
          </p:cNvSpPr>
          <p:nvPr/>
        </p:nvSpPr>
        <p:spPr bwMode="auto">
          <a:xfrm>
            <a:off x="3963578" y="9642538"/>
            <a:ext cx="456791" cy="162649"/>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양서류</a:t>
            </a:r>
            <a:endParaRPr lang="ko-KR" altLang="en-US" sz="800" kern="0" dirty="0">
              <a:solidFill>
                <a:schemeClr val="tx1">
                  <a:lumMod val="75000"/>
                  <a:lumOff val="25000"/>
                </a:schemeClr>
              </a:solidFill>
              <a:latin typeface="+mn-ea"/>
              <a:ea typeface="+mn-ea"/>
            </a:endParaRPr>
          </a:p>
        </p:txBody>
      </p:sp>
      <p:sp>
        <p:nvSpPr>
          <p:cNvPr id="510" name="Rectangle 122"/>
          <p:cNvSpPr>
            <a:spLocks noChangeArrowheads="1"/>
          </p:cNvSpPr>
          <p:nvPr/>
        </p:nvSpPr>
        <p:spPr bwMode="auto">
          <a:xfrm>
            <a:off x="4979119" y="9646093"/>
            <a:ext cx="589198"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곤충류</a:t>
            </a:r>
            <a:endParaRPr lang="ko-KR" altLang="en-US" sz="800" kern="0" dirty="0">
              <a:solidFill>
                <a:schemeClr val="tx1">
                  <a:lumMod val="75000"/>
                  <a:lumOff val="25000"/>
                </a:schemeClr>
              </a:solidFill>
              <a:latin typeface="+mn-ea"/>
              <a:ea typeface="+mn-ea"/>
            </a:endParaRPr>
          </a:p>
        </p:txBody>
      </p:sp>
      <p:grpSp>
        <p:nvGrpSpPr>
          <p:cNvPr id="511" name="그룹 510"/>
          <p:cNvGrpSpPr/>
          <p:nvPr/>
        </p:nvGrpSpPr>
        <p:grpSpPr>
          <a:xfrm>
            <a:off x="2106588" y="10205183"/>
            <a:ext cx="3780000" cy="1476164"/>
            <a:chOff x="1208584" y="4977173"/>
            <a:chExt cx="3780000" cy="1476164"/>
          </a:xfrm>
        </p:grpSpPr>
        <p:sp>
          <p:nvSpPr>
            <p:cNvPr id="512" name="직사각형 511"/>
            <p:cNvSpPr/>
            <p:nvPr/>
          </p:nvSpPr>
          <p:spPr>
            <a:xfrm>
              <a:off x="1208584" y="4977173"/>
              <a:ext cx="3780000" cy="147616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13" name="그룹 512"/>
            <p:cNvGrpSpPr/>
            <p:nvPr/>
          </p:nvGrpSpPr>
          <p:grpSpPr>
            <a:xfrm>
              <a:off x="1216014" y="5066134"/>
              <a:ext cx="3772570" cy="254124"/>
              <a:chOff x="1216013" y="4211563"/>
              <a:chExt cx="6048000" cy="254124"/>
            </a:xfrm>
          </p:grpSpPr>
          <p:sp>
            <p:nvSpPr>
              <p:cNvPr id="514" name="직사각형 513"/>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03</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515" name="직선 연결선 514"/>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516" name="그룹 515"/>
          <p:cNvGrpSpPr/>
          <p:nvPr/>
        </p:nvGrpSpPr>
        <p:grpSpPr>
          <a:xfrm>
            <a:off x="2332779" y="10709239"/>
            <a:ext cx="304344" cy="288000"/>
            <a:chOff x="3190252" y="6621766"/>
            <a:chExt cx="304344" cy="288000"/>
          </a:xfrm>
        </p:grpSpPr>
        <p:sp>
          <p:nvSpPr>
            <p:cNvPr id="517" name="타원 51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18" name="TextBox 517"/>
            <p:cNvSpPr txBox="1">
              <a:spLocks noChangeAspect="1"/>
            </p:cNvSpPr>
            <p:nvPr/>
          </p:nvSpPr>
          <p:spPr>
            <a:xfrm>
              <a:off x="3190252"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519" name="그룹 518"/>
          <p:cNvGrpSpPr/>
          <p:nvPr/>
        </p:nvGrpSpPr>
        <p:grpSpPr>
          <a:xfrm>
            <a:off x="2332785" y="10987746"/>
            <a:ext cx="304344" cy="288000"/>
            <a:chOff x="3190900" y="6621766"/>
            <a:chExt cx="304344" cy="288000"/>
          </a:xfrm>
        </p:grpSpPr>
        <p:sp>
          <p:nvSpPr>
            <p:cNvPr id="520" name="타원 519"/>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21" name="TextBox 520"/>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522" name="그룹 521"/>
          <p:cNvGrpSpPr/>
          <p:nvPr/>
        </p:nvGrpSpPr>
        <p:grpSpPr>
          <a:xfrm>
            <a:off x="2332785" y="11275778"/>
            <a:ext cx="304344" cy="288000"/>
            <a:chOff x="3190900" y="6621766"/>
            <a:chExt cx="304344" cy="288000"/>
          </a:xfrm>
        </p:grpSpPr>
        <p:sp>
          <p:nvSpPr>
            <p:cNvPr id="523" name="타원 52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25" name="TextBox 524"/>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sp>
        <p:nvSpPr>
          <p:cNvPr id="526" name="직사각형 525"/>
          <p:cNvSpPr/>
          <p:nvPr/>
        </p:nvSpPr>
        <p:spPr>
          <a:xfrm>
            <a:off x="2622443" y="1073778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나무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27" name="직사각형 526"/>
          <p:cNvSpPr/>
          <p:nvPr/>
        </p:nvSpPr>
        <p:spPr>
          <a:xfrm>
            <a:off x="2620817" y="1103533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돌</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28" name="직사각형 527"/>
          <p:cNvSpPr/>
          <p:nvPr/>
        </p:nvSpPr>
        <p:spPr>
          <a:xfrm>
            <a:off x="2620817" y="1131384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529" name="그룹 528"/>
          <p:cNvGrpSpPr/>
          <p:nvPr/>
        </p:nvGrpSpPr>
        <p:grpSpPr>
          <a:xfrm>
            <a:off x="6011974" y="8068432"/>
            <a:ext cx="2166787" cy="291022"/>
            <a:chOff x="5109279" y="3534022"/>
            <a:chExt cx="2166787" cy="291022"/>
          </a:xfrm>
        </p:grpSpPr>
        <p:sp>
          <p:nvSpPr>
            <p:cNvPr id="530" name="타원 529"/>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31" name="TextBox 530"/>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4</a:t>
              </a:r>
              <a:endParaRPr lang="en-US" altLang="ko-KR" sz="800" dirty="0">
                <a:solidFill>
                  <a:schemeClr val="tx1">
                    <a:lumMod val="75000"/>
                    <a:lumOff val="25000"/>
                  </a:schemeClr>
                </a:solidFill>
                <a:latin typeface="+mj-ea"/>
                <a:ea typeface="+mj-ea"/>
              </a:endParaRPr>
            </a:p>
          </p:txBody>
        </p:sp>
        <p:cxnSp>
          <p:nvCxnSpPr>
            <p:cNvPr id="532" name="직선 연결선 53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3" name="직사각형 53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34" name="그룹 533"/>
          <p:cNvGrpSpPr/>
          <p:nvPr/>
        </p:nvGrpSpPr>
        <p:grpSpPr>
          <a:xfrm>
            <a:off x="6016808" y="8399897"/>
            <a:ext cx="2166787" cy="291022"/>
            <a:chOff x="5109279" y="3534022"/>
            <a:chExt cx="2166787" cy="291022"/>
          </a:xfrm>
        </p:grpSpPr>
        <p:sp>
          <p:nvSpPr>
            <p:cNvPr id="535" name="타원 53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36" name="TextBox 535"/>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5</a:t>
              </a:r>
              <a:endParaRPr lang="en-US" altLang="ko-KR" sz="800" dirty="0">
                <a:solidFill>
                  <a:schemeClr val="tx1">
                    <a:lumMod val="75000"/>
                    <a:lumOff val="25000"/>
                  </a:schemeClr>
                </a:solidFill>
                <a:latin typeface="+mj-ea"/>
                <a:ea typeface="+mj-ea"/>
              </a:endParaRPr>
            </a:p>
          </p:txBody>
        </p:sp>
        <p:cxnSp>
          <p:nvCxnSpPr>
            <p:cNvPr id="537" name="직선 연결선 53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8" name="직사각형 53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39" name="그룹 538"/>
          <p:cNvGrpSpPr/>
          <p:nvPr/>
        </p:nvGrpSpPr>
        <p:grpSpPr>
          <a:xfrm>
            <a:off x="6014070" y="8733458"/>
            <a:ext cx="2166787" cy="291022"/>
            <a:chOff x="5109279" y="3534022"/>
            <a:chExt cx="2166787" cy="291022"/>
          </a:xfrm>
        </p:grpSpPr>
        <p:sp>
          <p:nvSpPr>
            <p:cNvPr id="540" name="타원 539"/>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41" name="TextBox 540"/>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6</a:t>
              </a:r>
              <a:endParaRPr lang="en-US" altLang="ko-KR" sz="800" dirty="0">
                <a:solidFill>
                  <a:schemeClr val="tx1">
                    <a:lumMod val="75000"/>
                    <a:lumOff val="25000"/>
                  </a:schemeClr>
                </a:solidFill>
                <a:latin typeface="+mj-ea"/>
                <a:ea typeface="+mj-ea"/>
              </a:endParaRPr>
            </a:p>
          </p:txBody>
        </p:sp>
        <p:cxnSp>
          <p:nvCxnSpPr>
            <p:cNvPr id="542" name="직선 연결선 54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43" name="직사각형 54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44" name="그룹 543"/>
          <p:cNvGrpSpPr/>
          <p:nvPr/>
        </p:nvGrpSpPr>
        <p:grpSpPr>
          <a:xfrm>
            <a:off x="6014712" y="9059590"/>
            <a:ext cx="2166787" cy="291022"/>
            <a:chOff x="5109279" y="3534022"/>
            <a:chExt cx="2166787" cy="291022"/>
          </a:xfrm>
        </p:grpSpPr>
        <p:sp>
          <p:nvSpPr>
            <p:cNvPr id="545" name="타원 54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46" name="TextBox 545"/>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a:solidFill>
                    <a:schemeClr val="tx1">
                      <a:lumMod val="75000"/>
                      <a:lumOff val="25000"/>
                    </a:schemeClr>
                  </a:solidFill>
                  <a:latin typeface="+mj-ea"/>
                  <a:ea typeface="+mj-ea"/>
                </a:rPr>
                <a:t>7</a:t>
              </a:r>
            </a:p>
          </p:txBody>
        </p:sp>
        <p:cxnSp>
          <p:nvCxnSpPr>
            <p:cNvPr id="547" name="직선 연결선 54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48" name="직사각형 54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49" name="그룹 548"/>
          <p:cNvGrpSpPr/>
          <p:nvPr/>
        </p:nvGrpSpPr>
        <p:grpSpPr>
          <a:xfrm>
            <a:off x="6011974" y="9393151"/>
            <a:ext cx="2166787" cy="291022"/>
            <a:chOff x="5109279" y="3534022"/>
            <a:chExt cx="2166787" cy="291022"/>
          </a:xfrm>
        </p:grpSpPr>
        <p:sp>
          <p:nvSpPr>
            <p:cNvPr id="550" name="타원 549"/>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51" name="TextBox 550"/>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8</a:t>
              </a:r>
              <a:endParaRPr lang="en-US" altLang="ko-KR" sz="800" dirty="0">
                <a:solidFill>
                  <a:schemeClr val="tx1">
                    <a:lumMod val="75000"/>
                    <a:lumOff val="25000"/>
                  </a:schemeClr>
                </a:solidFill>
                <a:latin typeface="+mj-ea"/>
                <a:ea typeface="+mj-ea"/>
              </a:endParaRPr>
            </a:p>
          </p:txBody>
        </p:sp>
        <p:cxnSp>
          <p:nvCxnSpPr>
            <p:cNvPr id="552" name="직선 연결선 55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53" name="직사각형 55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54" name="그룹 553"/>
          <p:cNvGrpSpPr/>
          <p:nvPr/>
        </p:nvGrpSpPr>
        <p:grpSpPr>
          <a:xfrm>
            <a:off x="6016808" y="9724616"/>
            <a:ext cx="2166787" cy="291022"/>
            <a:chOff x="5109279" y="3534022"/>
            <a:chExt cx="2166787" cy="291022"/>
          </a:xfrm>
        </p:grpSpPr>
        <p:sp>
          <p:nvSpPr>
            <p:cNvPr id="555" name="타원 55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56" name="TextBox 555"/>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a:solidFill>
                    <a:schemeClr val="tx1">
                      <a:lumMod val="75000"/>
                      <a:lumOff val="25000"/>
                    </a:schemeClr>
                  </a:solidFill>
                  <a:latin typeface="+mj-ea"/>
                  <a:ea typeface="+mj-ea"/>
                </a:rPr>
                <a:t>9</a:t>
              </a:r>
            </a:p>
          </p:txBody>
        </p:sp>
        <p:cxnSp>
          <p:nvCxnSpPr>
            <p:cNvPr id="557" name="직선 연결선 55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58" name="직사각형 55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59" name="그룹 558"/>
          <p:cNvGrpSpPr/>
          <p:nvPr/>
        </p:nvGrpSpPr>
        <p:grpSpPr>
          <a:xfrm>
            <a:off x="5985495" y="10058177"/>
            <a:ext cx="2195362" cy="291022"/>
            <a:chOff x="5080704" y="3534022"/>
            <a:chExt cx="2195362" cy="291022"/>
          </a:xfrm>
        </p:grpSpPr>
        <p:sp>
          <p:nvSpPr>
            <p:cNvPr id="560" name="타원 559"/>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61" name="TextBox 560"/>
            <p:cNvSpPr txBox="1">
              <a:spLocks noChangeAspect="1"/>
            </p:cNvSpPr>
            <p:nvPr/>
          </p:nvSpPr>
          <p:spPr>
            <a:xfrm>
              <a:off x="5080704"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10</a:t>
              </a:r>
              <a:endParaRPr lang="en-US" altLang="ko-KR" sz="800" dirty="0">
                <a:solidFill>
                  <a:schemeClr val="tx1">
                    <a:lumMod val="75000"/>
                    <a:lumOff val="25000"/>
                  </a:schemeClr>
                </a:solidFill>
                <a:latin typeface="+mj-ea"/>
                <a:ea typeface="+mj-ea"/>
              </a:endParaRPr>
            </a:p>
          </p:txBody>
        </p:sp>
        <p:cxnSp>
          <p:nvCxnSpPr>
            <p:cNvPr id="562" name="직선 연결선 56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63" name="직사각형 56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64" name="자유형 563"/>
          <p:cNvSpPr/>
          <p:nvPr/>
        </p:nvSpPr>
        <p:spPr>
          <a:xfrm flipV="1">
            <a:off x="2179076" y="12034575"/>
            <a:ext cx="3707511" cy="188720"/>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565" name="직사각형 564"/>
          <p:cNvSpPr/>
          <p:nvPr/>
        </p:nvSpPr>
        <p:spPr>
          <a:xfrm>
            <a:off x="2022959" y="12987016"/>
            <a:ext cx="6225560" cy="422523"/>
          </a:xfrm>
          <a:prstGeom prst="rect">
            <a:avLst/>
          </a:prstGeom>
          <a:solidFill>
            <a:srgbClr val="B1C1D5">
              <a:alpha val="50000"/>
            </a:srgb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66" name="모서리가 둥근 직사각형 565"/>
          <p:cNvSpPr/>
          <p:nvPr/>
        </p:nvSpPr>
        <p:spPr>
          <a:xfrm>
            <a:off x="4304507" y="13100728"/>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임시저장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67" name="모서리가 둥근 직사각형 566"/>
          <p:cNvSpPr/>
          <p:nvPr/>
        </p:nvSpPr>
        <p:spPr>
          <a:xfrm>
            <a:off x="5275040" y="13106649"/>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68" name="그룹 567"/>
          <p:cNvGrpSpPr/>
          <p:nvPr/>
        </p:nvGrpSpPr>
        <p:grpSpPr>
          <a:xfrm>
            <a:off x="2978113" y="7504883"/>
            <a:ext cx="234360" cy="200055"/>
            <a:chOff x="1152270" y="11706839"/>
            <a:chExt cx="234360" cy="200055"/>
          </a:xfrm>
        </p:grpSpPr>
        <p:sp>
          <p:nvSpPr>
            <p:cNvPr id="569" name="모서리가 둥근 직사각형 5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71" name="직사각형 57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cxnSp>
        <p:nvCxnSpPr>
          <p:cNvPr id="572" name="꺾인 연결선 571"/>
          <p:cNvCxnSpPr>
            <a:stCxn id="571" idx="3"/>
            <a:endCxn id="469" idx="1"/>
          </p:cNvCxnSpPr>
          <p:nvPr/>
        </p:nvCxnSpPr>
        <p:spPr>
          <a:xfrm flipV="1">
            <a:off x="3212473" y="7202224"/>
            <a:ext cx="2802239" cy="402687"/>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73" name="꺾인 연결선 572"/>
          <p:cNvCxnSpPr>
            <a:stCxn id="503" idx="1"/>
            <a:endCxn id="497" idx="0"/>
          </p:cNvCxnSpPr>
          <p:nvPr/>
        </p:nvCxnSpPr>
        <p:spPr>
          <a:xfrm rot="10800000" flipV="1">
            <a:off x="4124438" y="9260317"/>
            <a:ext cx="568344" cy="266760"/>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74" name="그룹 573"/>
          <p:cNvGrpSpPr/>
          <p:nvPr/>
        </p:nvGrpSpPr>
        <p:grpSpPr>
          <a:xfrm>
            <a:off x="4264998" y="9141032"/>
            <a:ext cx="234360" cy="200055"/>
            <a:chOff x="1152270" y="11706839"/>
            <a:chExt cx="234360" cy="200055"/>
          </a:xfrm>
        </p:grpSpPr>
        <p:sp>
          <p:nvSpPr>
            <p:cNvPr id="575" name="모서리가 둥근 직사각형 57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76" name="직사각형 57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cxnSp>
        <p:nvCxnSpPr>
          <p:cNvPr id="577" name="꺾인 연결선 576"/>
          <p:cNvCxnSpPr>
            <a:stCxn id="230" idx="2"/>
            <a:endCxn id="434" idx="0"/>
          </p:cNvCxnSpPr>
          <p:nvPr/>
        </p:nvCxnSpPr>
        <p:spPr>
          <a:xfrm rot="16200000" flipH="1">
            <a:off x="4383418" y="4747085"/>
            <a:ext cx="457062" cy="1046815"/>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395304" y="6347850"/>
            <a:ext cx="822439" cy="268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841280" y="9653178"/>
            <a:ext cx="142875"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1"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762500" y="9655596"/>
            <a:ext cx="142875"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17" name="그룹 416"/>
          <p:cNvGrpSpPr/>
          <p:nvPr/>
        </p:nvGrpSpPr>
        <p:grpSpPr>
          <a:xfrm>
            <a:off x="579562" y="2166658"/>
            <a:ext cx="1386586" cy="5317057"/>
            <a:chOff x="579562" y="2166658"/>
            <a:chExt cx="1386586" cy="5317057"/>
          </a:xfrm>
        </p:grpSpPr>
        <p:grpSp>
          <p:nvGrpSpPr>
            <p:cNvPr id="418" name="그룹 417"/>
            <p:cNvGrpSpPr/>
            <p:nvPr/>
          </p:nvGrpSpPr>
          <p:grpSpPr>
            <a:xfrm>
              <a:off x="629956" y="3318264"/>
              <a:ext cx="1332000" cy="180000"/>
              <a:chOff x="666428" y="3785432"/>
              <a:chExt cx="1332000" cy="180000"/>
            </a:xfrm>
          </p:grpSpPr>
          <p:sp>
            <p:nvSpPr>
              <p:cNvPr id="613" name="모서리가 둥근 직사각형 61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1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9" name="그룹 418"/>
            <p:cNvGrpSpPr/>
            <p:nvPr/>
          </p:nvGrpSpPr>
          <p:grpSpPr>
            <a:xfrm>
              <a:off x="629956" y="3568824"/>
              <a:ext cx="1332000" cy="180000"/>
              <a:chOff x="666428" y="4310612"/>
              <a:chExt cx="1332000" cy="180000"/>
            </a:xfrm>
          </p:grpSpPr>
          <p:sp>
            <p:nvSpPr>
              <p:cNvPr id="611" name="모서리가 둥근 직사각형 61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1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0" name="그룹 419"/>
            <p:cNvGrpSpPr/>
            <p:nvPr/>
          </p:nvGrpSpPr>
          <p:grpSpPr>
            <a:xfrm>
              <a:off x="629955" y="3042501"/>
              <a:ext cx="1332000" cy="180000"/>
              <a:chOff x="666427" y="3266516"/>
              <a:chExt cx="1332000" cy="180000"/>
            </a:xfrm>
          </p:grpSpPr>
          <p:sp>
            <p:nvSpPr>
              <p:cNvPr id="609" name="모서리가 둥근 직사각형 60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10"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1" name="그룹 420"/>
            <p:cNvGrpSpPr/>
            <p:nvPr/>
          </p:nvGrpSpPr>
          <p:grpSpPr>
            <a:xfrm>
              <a:off x="629956" y="3854780"/>
              <a:ext cx="1332000" cy="180000"/>
              <a:chOff x="666428" y="4570824"/>
              <a:chExt cx="1332000" cy="180000"/>
            </a:xfrm>
          </p:grpSpPr>
          <p:sp>
            <p:nvSpPr>
              <p:cNvPr id="607" name="모서리가 둥근 직사각형 60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608" name="Picture 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2" name="그룹 421"/>
            <p:cNvGrpSpPr/>
            <p:nvPr/>
          </p:nvGrpSpPr>
          <p:grpSpPr>
            <a:xfrm>
              <a:off x="629956" y="5316875"/>
              <a:ext cx="1332000" cy="180000"/>
              <a:chOff x="666428" y="5096004"/>
              <a:chExt cx="1332000" cy="180000"/>
            </a:xfrm>
          </p:grpSpPr>
          <p:sp>
            <p:nvSpPr>
              <p:cNvPr id="605" name="모서리가 둥근 직사각형 604"/>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606" name="Picture 1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3" name="그룹 422"/>
            <p:cNvGrpSpPr/>
            <p:nvPr/>
          </p:nvGrpSpPr>
          <p:grpSpPr>
            <a:xfrm>
              <a:off x="634148" y="5634789"/>
              <a:ext cx="1332000" cy="180000"/>
              <a:chOff x="666428" y="3785432"/>
              <a:chExt cx="1332000" cy="180000"/>
            </a:xfrm>
          </p:grpSpPr>
          <p:sp>
            <p:nvSpPr>
              <p:cNvPr id="603" name="모서리가 둥근 직사각형 60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60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4" name="그룹 423"/>
            <p:cNvGrpSpPr/>
            <p:nvPr/>
          </p:nvGrpSpPr>
          <p:grpSpPr>
            <a:xfrm>
              <a:off x="631150" y="4135825"/>
              <a:ext cx="1332000" cy="180000"/>
              <a:chOff x="666428" y="4570824"/>
              <a:chExt cx="1332000" cy="180000"/>
            </a:xfrm>
          </p:grpSpPr>
          <p:sp>
            <p:nvSpPr>
              <p:cNvPr id="601" name="모서리가 둥근 직사각형 60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602" name="Picture 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5" name="그룹 424"/>
            <p:cNvGrpSpPr/>
            <p:nvPr/>
          </p:nvGrpSpPr>
          <p:grpSpPr>
            <a:xfrm>
              <a:off x="629956" y="4423395"/>
              <a:ext cx="1332000" cy="180000"/>
              <a:chOff x="666428" y="4310612"/>
              <a:chExt cx="1332000" cy="180000"/>
            </a:xfrm>
          </p:grpSpPr>
          <p:sp>
            <p:nvSpPr>
              <p:cNvPr id="599" name="모서리가 둥근 직사각형 5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600"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26" name="TextBox 42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27" name="그룹 426"/>
            <p:cNvGrpSpPr/>
            <p:nvPr/>
          </p:nvGrpSpPr>
          <p:grpSpPr>
            <a:xfrm>
              <a:off x="632520" y="4723068"/>
              <a:ext cx="1332000" cy="180000"/>
              <a:chOff x="666428" y="4310612"/>
              <a:chExt cx="1332000" cy="180000"/>
            </a:xfrm>
          </p:grpSpPr>
          <p:sp>
            <p:nvSpPr>
              <p:cNvPr id="597" name="모서리가 둥근 직사각형 59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598"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8" name="그룹 427"/>
            <p:cNvGrpSpPr/>
            <p:nvPr/>
          </p:nvGrpSpPr>
          <p:grpSpPr>
            <a:xfrm>
              <a:off x="632520" y="2752353"/>
              <a:ext cx="1332000" cy="180000"/>
              <a:chOff x="666427" y="3266516"/>
              <a:chExt cx="1332000" cy="180000"/>
            </a:xfrm>
          </p:grpSpPr>
          <p:sp>
            <p:nvSpPr>
              <p:cNvPr id="595" name="모서리가 둥근 직사각형 59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596"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9" name="그룹 428"/>
            <p:cNvGrpSpPr/>
            <p:nvPr/>
          </p:nvGrpSpPr>
          <p:grpSpPr>
            <a:xfrm>
              <a:off x="632520" y="5005767"/>
              <a:ext cx="1332000" cy="180000"/>
              <a:chOff x="666428" y="4310612"/>
              <a:chExt cx="1332000" cy="180000"/>
            </a:xfrm>
          </p:grpSpPr>
          <p:sp>
            <p:nvSpPr>
              <p:cNvPr id="593" name="모서리가 둥근 직사각형 59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94"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0" name="그룹 429"/>
            <p:cNvGrpSpPr/>
            <p:nvPr/>
          </p:nvGrpSpPr>
          <p:grpSpPr>
            <a:xfrm>
              <a:off x="632520" y="6227787"/>
              <a:ext cx="1332000" cy="180000"/>
              <a:chOff x="666428" y="3785432"/>
              <a:chExt cx="1332000" cy="180000"/>
            </a:xfrm>
          </p:grpSpPr>
          <p:sp>
            <p:nvSpPr>
              <p:cNvPr id="591" name="모서리가 둥근 직사각형 5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1" name="그룹 430"/>
            <p:cNvGrpSpPr/>
            <p:nvPr/>
          </p:nvGrpSpPr>
          <p:grpSpPr>
            <a:xfrm>
              <a:off x="632520" y="6487872"/>
              <a:ext cx="1332000" cy="180000"/>
              <a:chOff x="666428" y="4310612"/>
              <a:chExt cx="1332000" cy="180000"/>
            </a:xfrm>
          </p:grpSpPr>
          <p:sp>
            <p:nvSpPr>
              <p:cNvPr id="589" name="모서리가 둥근 직사각형 58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90"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62" name="그룹 461"/>
            <p:cNvGrpSpPr/>
            <p:nvPr/>
          </p:nvGrpSpPr>
          <p:grpSpPr>
            <a:xfrm>
              <a:off x="632520" y="6773828"/>
              <a:ext cx="1332000" cy="180000"/>
              <a:chOff x="666428" y="4570824"/>
              <a:chExt cx="1332000" cy="180000"/>
            </a:xfrm>
          </p:grpSpPr>
          <p:sp>
            <p:nvSpPr>
              <p:cNvPr id="587" name="모서리가 둥근 직사각형 58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88" name="Picture 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5" name="그룹 504"/>
            <p:cNvGrpSpPr/>
            <p:nvPr/>
          </p:nvGrpSpPr>
          <p:grpSpPr>
            <a:xfrm>
              <a:off x="632520" y="7053155"/>
              <a:ext cx="1332000" cy="180000"/>
              <a:chOff x="666428" y="3785432"/>
              <a:chExt cx="1332000" cy="180000"/>
            </a:xfrm>
          </p:grpSpPr>
          <p:sp>
            <p:nvSpPr>
              <p:cNvPr id="585" name="모서리가 둥근 직사각형 5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6" name="그룹 505"/>
            <p:cNvGrpSpPr/>
            <p:nvPr/>
          </p:nvGrpSpPr>
          <p:grpSpPr>
            <a:xfrm>
              <a:off x="632520" y="7303715"/>
              <a:ext cx="1332000" cy="180000"/>
              <a:chOff x="666428" y="4310612"/>
              <a:chExt cx="1332000" cy="180000"/>
            </a:xfrm>
          </p:grpSpPr>
          <p:sp>
            <p:nvSpPr>
              <p:cNvPr id="583" name="모서리가 둥근 직사각형 5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84"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9" name="그룹 508"/>
            <p:cNvGrpSpPr/>
            <p:nvPr/>
          </p:nvGrpSpPr>
          <p:grpSpPr>
            <a:xfrm>
              <a:off x="622995" y="5922821"/>
              <a:ext cx="1332000" cy="180000"/>
              <a:chOff x="666427" y="3266516"/>
              <a:chExt cx="1332000" cy="180000"/>
            </a:xfrm>
          </p:grpSpPr>
          <p:sp>
            <p:nvSpPr>
              <p:cNvPr id="578" name="모서리가 둥근 직사각형 57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579"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72867813"/>
      </p:ext>
    </p:extLst>
  </p:cSld>
  <p:clrMapOvr>
    <a:masterClrMapping/>
  </p:clrMapOvr>
  <p:transition>
    <p:wipe dir="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KNOU_UI_C02100000_08</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평가시험</a:t>
            </a:r>
            <a:r>
              <a:rPr lang="ko-KR" altLang="en-US" sz="800" spc="-60" dirty="0">
                <a:latin typeface="+mn-ea"/>
                <a:ea typeface="+mn-ea"/>
              </a:rPr>
              <a:t>지</a:t>
            </a: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41395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578722427"/>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채점 결과 </a:t>
                      </a:r>
                      <a:r>
                        <a:rPr lang="ko-KR" altLang="en-US" sz="800" kern="1200" dirty="0" err="1" smtClean="0">
                          <a:solidFill>
                            <a:schemeClr val="tx1">
                              <a:lumMod val="75000"/>
                              <a:lumOff val="25000"/>
                            </a:schemeClr>
                          </a:solidFill>
                          <a:latin typeface="+mn-ea"/>
                          <a:ea typeface="+mn-ea"/>
                          <a:cs typeface="+mn-cs"/>
                        </a:rPr>
                        <a:t>평가시험지레이어팝업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072972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379134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1393729636"/>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과제명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3346217866"/>
              </p:ext>
            </p:extLst>
          </p:nvPr>
        </p:nvGraphicFramePr>
        <p:xfrm>
          <a:off x="1975898" y="4120856"/>
          <a:ext cx="7484564" cy="1642702"/>
        </p:xfrm>
        <a:graphic>
          <a:graphicData uri="http://schemas.openxmlformats.org/drawingml/2006/table">
            <a:tbl>
              <a:tblPr/>
              <a:tblGrid>
                <a:gridCol w="252112">
                  <a:extLst>
                    <a:ext uri="{9D8B030D-6E8A-4147-A177-3AD203B41FA5}">
                      <a16:colId xmlns:a16="http://schemas.microsoft.com/office/drawing/2014/main" xmlns="" val="20001"/>
                    </a:ext>
                  </a:extLst>
                </a:gridCol>
                <a:gridCol w="734091"/>
                <a:gridCol w="1038399"/>
                <a:gridCol w="526369"/>
                <a:gridCol w="1832741"/>
                <a:gridCol w="526369"/>
                <a:gridCol w="526369"/>
                <a:gridCol w="517885"/>
                <a:gridCol w="526369"/>
                <a:gridCol w="415698"/>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퀴즈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퀴즈시간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응시기간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응시현황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일반퀴즈일반퀴즈</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진행중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응시완료</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퀴즈 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일반퀴즈팀일반</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10</a:t>
                      </a:r>
                      <a:r>
                        <a:rPr lang="ko-KR" altLang="en-US" sz="800" b="0" kern="120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진행중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중간고사퀴즈</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기말고사퀴즈</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FF0000"/>
                          </a:solidFill>
                          <a:latin typeface="+mn-ea"/>
                          <a:ea typeface="+mn-ea"/>
                          <a:cs typeface="+mn-cs"/>
                        </a:rPr>
                        <a:t>재미응시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중간고사대체</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대체퀴즈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rgbClr val="0070C0"/>
                          </a:solidFill>
                          <a:latin typeface="+mn-ea"/>
                          <a:ea typeface="+mn-ea"/>
                          <a:cs typeface="+mn-cs"/>
                        </a:rPr>
                        <a:t>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rgbClr val="C46404"/>
                          </a:solidFill>
                          <a:latin typeface="+mn-ea"/>
                          <a:ea typeface="+mn-ea"/>
                        </a:rPr>
                        <a:t>기말고사대체</a:t>
                      </a:r>
                      <a:endParaRPr lang="ko-KR" altLang="en-US" sz="800" b="0" dirty="0">
                        <a:solidFill>
                          <a:srgbClr val="C46404"/>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대체퀴즈</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858222"/>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68" name="그룹 367"/>
          <p:cNvGrpSpPr/>
          <p:nvPr/>
        </p:nvGrpSpPr>
        <p:grpSpPr>
          <a:xfrm>
            <a:off x="8707655" y="4794071"/>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퀴즈응시</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2" name="Rectangle 122"/>
          <p:cNvSpPr>
            <a:spLocks noChangeArrowheads="1"/>
          </p:cNvSpPr>
          <p:nvPr/>
        </p:nvSpPr>
        <p:spPr bwMode="auto">
          <a:xfrm>
            <a:off x="8896426" y="50856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3" name="Rectangle 122"/>
          <p:cNvSpPr>
            <a:spLocks noChangeArrowheads="1"/>
          </p:cNvSpPr>
          <p:nvPr/>
        </p:nvSpPr>
        <p:spPr bwMode="auto">
          <a:xfrm>
            <a:off x="8894510" y="53202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평가시험지</a:t>
            </a:r>
            <a:endParaRPr lang="ko-KR" altLang="en-US" sz="800" kern="0" dirty="0">
              <a:solidFill>
                <a:schemeClr val="tx1">
                  <a:lumMod val="75000"/>
                  <a:lumOff val="25000"/>
                </a:schemeClr>
              </a:solidFill>
              <a:latin typeface="+mn-ea"/>
              <a:ea typeface="+mn-ea"/>
            </a:endParaRPr>
          </a:p>
        </p:txBody>
      </p:sp>
      <p:sp>
        <p:nvSpPr>
          <p:cNvPr id="194" name="Rectangle 122"/>
          <p:cNvSpPr>
            <a:spLocks noChangeArrowheads="1"/>
          </p:cNvSpPr>
          <p:nvPr/>
        </p:nvSpPr>
        <p:spPr bwMode="auto">
          <a:xfrm>
            <a:off x="8896546" y="5565331"/>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평</a:t>
            </a:r>
            <a:r>
              <a:rPr lang="ko-KR" altLang="en-US" sz="800" kern="0" dirty="0">
                <a:solidFill>
                  <a:schemeClr val="tx1">
                    <a:lumMod val="75000"/>
                    <a:lumOff val="25000"/>
                  </a:schemeClr>
                </a:solidFill>
                <a:latin typeface="+mn-ea"/>
                <a:ea typeface="+mn-ea"/>
              </a:rPr>
              <a:t>가</a:t>
            </a:r>
            <a:r>
              <a:rPr lang="ko-KR" altLang="en-US" sz="800" kern="0" dirty="0" smtClean="0">
                <a:solidFill>
                  <a:schemeClr val="tx1">
                    <a:lumMod val="75000"/>
                    <a:lumOff val="25000"/>
                  </a:schemeClr>
                </a:solidFill>
                <a:latin typeface="+mn-ea"/>
                <a:ea typeface="+mn-ea"/>
              </a:rPr>
              <a:t>시험지</a:t>
            </a:r>
            <a:endParaRPr lang="ko-KR" altLang="en-US" sz="800" kern="0" dirty="0">
              <a:solidFill>
                <a:schemeClr val="tx1">
                  <a:lumMod val="75000"/>
                  <a:lumOff val="25000"/>
                </a:schemeClr>
              </a:solidFill>
              <a:latin typeface="+mn-ea"/>
              <a:ea typeface="+mn-ea"/>
            </a:endParaRPr>
          </a:p>
        </p:txBody>
      </p:sp>
      <p:grpSp>
        <p:nvGrpSpPr>
          <p:cNvPr id="325" name="그룹 324"/>
          <p:cNvGrpSpPr/>
          <p:nvPr/>
        </p:nvGrpSpPr>
        <p:grpSpPr>
          <a:xfrm>
            <a:off x="2106469" y="3429000"/>
            <a:ext cx="6224400" cy="8640961"/>
            <a:chOff x="1100571" y="3168288"/>
            <a:chExt cx="6224400" cy="8640961"/>
          </a:xfrm>
        </p:grpSpPr>
        <p:sp>
          <p:nvSpPr>
            <p:cNvPr id="327" name="직사각형 326"/>
            <p:cNvSpPr/>
            <p:nvPr/>
          </p:nvSpPr>
          <p:spPr>
            <a:xfrm>
              <a:off x="1100571" y="3176975"/>
              <a:ext cx="6224400" cy="8632274"/>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3" name="직사각형 342"/>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45" name="직사각형 344"/>
            <p:cNvSpPr/>
            <p:nvPr/>
          </p:nvSpPr>
          <p:spPr>
            <a:xfrm>
              <a:off x="1109761" y="3201232"/>
              <a:ext cx="697627" cy="215444"/>
            </a:xfrm>
            <a:prstGeom prst="rect">
              <a:avLst/>
            </a:prstGeom>
          </p:spPr>
          <p:txBody>
            <a:bodyPr wrap="none">
              <a:spAutoFit/>
            </a:bodyPr>
            <a:lstStyle/>
            <a:p>
              <a:r>
                <a:rPr lang="ko-KR" altLang="en-US" sz="800" b="1" dirty="0" smtClean="0">
                  <a:solidFill>
                    <a:schemeClr val="bg1"/>
                  </a:solidFill>
                  <a:latin typeface="+mn-ea"/>
                  <a:ea typeface="+mn-ea"/>
                </a:rPr>
                <a:t>평가시험지</a:t>
              </a:r>
              <a:endParaRPr lang="ko-KR" altLang="en-US" sz="800" b="1" dirty="0">
                <a:solidFill>
                  <a:schemeClr val="bg1"/>
                </a:solidFill>
                <a:latin typeface="+mn-ea"/>
                <a:ea typeface="+mn-ea"/>
              </a:endParaRPr>
            </a:p>
          </p:txBody>
        </p:sp>
        <p:sp>
          <p:nvSpPr>
            <p:cNvPr id="346" name="직사각형 345"/>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347" name="모서리가 둥근 직사각형 346"/>
          <p:cNvSpPr/>
          <p:nvPr/>
        </p:nvSpPr>
        <p:spPr>
          <a:xfrm>
            <a:off x="4715930" y="1171944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54" name="그룹 353"/>
          <p:cNvGrpSpPr/>
          <p:nvPr/>
        </p:nvGrpSpPr>
        <p:grpSpPr>
          <a:xfrm>
            <a:off x="2103451" y="3700657"/>
            <a:ext cx="6233925" cy="357365"/>
            <a:chOff x="2607507" y="5572865"/>
            <a:chExt cx="6233925" cy="357365"/>
          </a:xfrm>
        </p:grpSpPr>
        <p:grpSp>
          <p:nvGrpSpPr>
            <p:cNvPr id="362" name="그룹 361"/>
            <p:cNvGrpSpPr/>
            <p:nvPr/>
          </p:nvGrpSpPr>
          <p:grpSpPr>
            <a:xfrm>
              <a:off x="6910260" y="5572865"/>
              <a:ext cx="1931172" cy="304407"/>
              <a:chOff x="5407617" y="2286397"/>
              <a:chExt cx="1931172" cy="304407"/>
            </a:xfrm>
          </p:grpSpPr>
          <p:sp>
            <p:nvSpPr>
              <p:cNvPr id="376" name="직사각형 375"/>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65</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377" name="직사각형 376"/>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cxnSp>
          <p:nvCxnSpPr>
            <p:cNvPr id="366" name="직선 연결선 365"/>
            <p:cNvCxnSpPr/>
            <p:nvPr/>
          </p:nvCxnSpPr>
          <p:spPr>
            <a:xfrm>
              <a:off x="2607507" y="593023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82" name="그룹 381"/>
          <p:cNvGrpSpPr/>
          <p:nvPr/>
        </p:nvGrpSpPr>
        <p:grpSpPr>
          <a:xfrm>
            <a:off x="2197646" y="4158605"/>
            <a:ext cx="3098465" cy="292160"/>
            <a:chOff x="2701702" y="6381328"/>
            <a:chExt cx="3098465" cy="292160"/>
          </a:xfrm>
        </p:grpSpPr>
        <p:grpSp>
          <p:nvGrpSpPr>
            <p:cNvPr id="383" name="그룹 382"/>
            <p:cNvGrpSpPr/>
            <p:nvPr/>
          </p:nvGrpSpPr>
          <p:grpSpPr>
            <a:xfrm>
              <a:off x="2701702" y="6385433"/>
              <a:ext cx="304344" cy="288000"/>
              <a:chOff x="3196047" y="6621766"/>
              <a:chExt cx="304344" cy="288000"/>
            </a:xfrm>
          </p:grpSpPr>
          <p:sp>
            <p:nvSpPr>
              <p:cNvPr id="411" name="타원 410"/>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2" name="TextBox 411"/>
              <p:cNvSpPr txBox="1">
                <a:spLocks noChangeAspect="1"/>
              </p:cNvSpPr>
              <p:nvPr/>
            </p:nvSpPr>
            <p:spPr>
              <a:xfrm>
                <a:off x="3196047"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384" name="그룹 383"/>
            <p:cNvGrpSpPr/>
            <p:nvPr/>
          </p:nvGrpSpPr>
          <p:grpSpPr>
            <a:xfrm>
              <a:off x="3015571" y="6385433"/>
              <a:ext cx="304344" cy="288000"/>
              <a:chOff x="3200071" y="6621766"/>
              <a:chExt cx="304344" cy="288000"/>
            </a:xfrm>
          </p:grpSpPr>
          <p:sp>
            <p:nvSpPr>
              <p:cNvPr id="409" name="타원 408"/>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0" name="TextBox 409"/>
              <p:cNvSpPr txBox="1">
                <a:spLocks noChangeAspect="1"/>
              </p:cNvSpPr>
              <p:nvPr/>
            </p:nvSpPr>
            <p:spPr>
              <a:xfrm>
                <a:off x="3200071"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385" name="그룹 384"/>
            <p:cNvGrpSpPr/>
            <p:nvPr/>
          </p:nvGrpSpPr>
          <p:grpSpPr>
            <a:xfrm>
              <a:off x="3952029" y="6385433"/>
              <a:ext cx="304344" cy="288000"/>
              <a:chOff x="3190900" y="6621766"/>
              <a:chExt cx="304344" cy="288000"/>
            </a:xfrm>
          </p:grpSpPr>
          <p:sp>
            <p:nvSpPr>
              <p:cNvPr id="407" name="타원 40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8" name="TextBox 407"/>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5</a:t>
                </a:r>
                <a:endParaRPr lang="en-US" altLang="ko-KR" sz="800" dirty="0">
                  <a:latin typeface="+mj-ea"/>
                  <a:ea typeface="+mj-ea"/>
                </a:endParaRPr>
              </a:p>
            </p:txBody>
          </p:sp>
        </p:grpSp>
        <p:grpSp>
          <p:nvGrpSpPr>
            <p:cNvPr id="386" name="그룹 385"/>
            <p:cNvGrpSpPr/>
            <p:nvPr/>
          </p:nvGrpSpPr>
          <p:grpSpPr>
            <a:xfrm>
              <a:off x="4895063" y="6385488"/>
              <a:ext cx="304344" cy="288000"/>
              <a:chOff x="3200425" y="6621766"/>
              <a:chExt cx="304344" cy="288000"/>
            </a:xfrm>
          </p:grpSpPr>
          <p:sp>
            <p:nvSpPr>
              <p:cNvPr id="405" name="타원 40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6" name="TextBox 405"/>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8</a:t>
                </a:r>
                <a:endParaRPr lang="en-US" altLang="ko-KR" sz="800" dirty="0">
                  <a:latin typeface="+mj-ea"/>
                  <a:ea typeface="+mj-ea"/>
                </a:endParaRPr>
              </a:p>
            </p:txBody>
          </p:sp>
        </p:grpSp>
        <p:grpSp>
          <p:nvGrpSpPr>
            <p:cNvPr id="387" name="그룹 386"/>
            <p:cNvGrpSpPr/>
            <p:nvPr/>
          </p:nvGrpSpPr>
          <p:grpSpPr>
            <a:xfrm>
              <a:off x="5209574" y="6385488"/>
              <a:ext cx="304344" cy="288000"/>
              <a:chOff x="3200425" y="6621766"/>
              <a:chExt cx="304344" cy="288000"/>
            </a:xfrm>
          </p:grpSpPr>
          <p:sp>
            <p:nvSpPr>
              <p:cNvPr id="403" name="타원 40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4" name="TextBox 403"/>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9</a:t>
                </a:r>
                <a:endParaRPr lang="en-US" altLang="ko-KR" sz="800" dirty="0">
                  <a:latin typeface="+mj-ea"/>
                  <a:ea typeface="+mj-ea"/>
                </a:endParaRPr>
              </a:p>
            </p:txBody>
          </p:sp>
        </p:grpSp>
        <p:grpSp>
          <p:nvGrpSpPr>
            <p:cNvPr id="388" name="그룹 387"/>
            <p:cNvGrpSpPr/>
            <p:nvPr/>
          </p:nvGrpSpPr>
          <p:grpSpPr>
            <a:xfrm>
              <a:off x="3325416" y="6381328"/>
              <a:ext cx="304344" cy="288000"/>
              <a:chOff x="3190900" y="6621766"/>
              <a:chExt cx="304344" cy="288000"/>
            </a:xfrm>
          </p:grpSpPr>
          <p:sp>
            <p:nvSpPr>
              <p:cNvPr id="401" name="타원 400"/>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2" name="TextBox 401"/>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389" name="그룹 388"/>
            <p:cNvGrpSpPr/>
            <p:nvPr/>
          </p:nvGrpSpPr>
          <p:grpSpPr>
            <a:xfrm>
              <a:off x="3639927" y="6381328"/>
              <a:ext cx="304344" cy="288000"/>
              <a:chOff x="3190900" y="6621766"/>
              <a:chExt cx="304344" cy="288000"/>
            </a:xfrm>
          </p:grpSpPr>
          <p:sp>
            <p:nvSpPr>
              <p:cNvPr id="399" name="타원 398"/>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0" name="TextBox 399"/>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grpSp>
          <p:nvGrpSpPr>
            <p:cNvPr id="390" name="그룹 389"/>
            <p:cNvGrpSpPr/>
            <p:nvPr/>
          </p:nvGrpSpPr>
          <p:grpSpPr>
            <a:xfrm>
              <a:off x="4271045" y="6381328"/>
              <a:ext cx="304344" cy="288000"/>
              <a:chOff x="3200425" y="6621766"/>
              <a:chExt cx="304344" cy="288000"/>
            </a:xfrm>
          </p:grpSpPr>
          <p:sp>
            <p:nvSpPr>
              <p:cNvPr id="397" name="타원 39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8" name="TextBox 397"/>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6</a:t>
                </a:r>
                <a:endParaRPr lang="en-US" altLang="ko-KR" sz="800" dirty="0">
                  <a:latin typeface="+mj-ea"/>
                  <a:ea typeface="+mj-ea"/>
                </a:endParaRPr>
              </a:p>
            </p:txBody>
          </p:sp>
        </p:grpSp>
        <p:grpSp>
          <p:nvGrpSpPr>
            <p:cNvPr id="391" name="그룹 390"/>
            <p:cNvGrpSpPr/>
            <p:nvPr/>
          </p:nvGrpSpPr>
          <p:grpSpPr>
            <a:xfrm>
              <a:off x="4585556" y="6381328"/>
              <a:ext cx="304344" cy="288000"/>
              <a:chOff x="3200425" y="6621766"/>
              <a:chExt cx="304344" cy="288000"/>
            </a:xfrm>
          </p:grpSpPr>
          <p:sp>
            <p:nvSpPr>
              <p:cNvPr id="395" name="타원 39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6" name="TextBox 395"/>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7</a:t>
                </a:r>
                <a:endParaRPr lang="en-US" altLang="ko-KR" sz="800" dirty="0">
                  <a:latin typeface="+mj-ea"/>
                  <a:ea typeface="+mj-ea"/>
                </a:endParaRPr>
              </a:p>
            </p:txBody>
          </p:sp>
        </p:grpSp>
        <p:grpSp>
          <p:nvGrpSpPr>
            <p:cNvPr id="392" name="그룹 391"/>
            <p:cNvGrpSpPr/>
            <p:nvPr/>
          </p:nvGrpSpPr>
          <p:grpSpPr>
            <a:xfrm>
              <a:off x="5495823" y="6381328"/>
              <a:ext cx="304344" cy="288000"/>
              <a:chOff x="3162325" y="6621766"/>
              <a:chExt cx="304344" cy="288000"/>
            </a:xfrm>
          </p:grpSpPr>
          <p:sp>
            <p:nvSpPr>
              <p:cNvPr id="393" name="타원 39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4" name="TextBox 393"/>
              <p:cNvSpPr txBox="1">
                <a:spLocks noChangeAspect="1"/>
              </p:cNvSpPr>
              <p:nvPr/>
            </p:nvSpPr>
            <p:spPr>
              <a:xfrm>
                <a:off x="3162325" y="6621766"/>
                <a:ext cx="304344" cy="288000"/>
              </a:xfrm>
              <a:prstGeom prst="rect">
                <a:avLst/>
              </a:prstGeom>
              <a:noFill/>
            </p:spPr>
            <p:txBody>
              <a:bodyPr wrap="square" rtlCol="0" anchor="ctr">
                <a:noAutofit/>
              </a:bodyPr>
              <a:lstStyle/>
              <a:p>
                <a:r>
                  <a:rPr lang="en-US" altLang="ko-KR" sz="800" dirty="0" smtClean="0">
                    <a:latin typeface="+mj-ea"/>
                    <a:ea typeface="+mj-ea"/>
                  </a:rPr>
                  <a:t>10</a:t>
                </a:r>
                <a:endParaRPr lang="en-US" altLang="ko-KR" sz="800" dirty="0">
                  <a:latin typeface="+mj-ea"/>
                  <a:ea typeface="+mj-ea"/>
                </a:endParaRPr>
              </a:p>
            </p:txBody>
          </p:sp>
        </p:grpSp>
      </p:grpSp>
      <p:sp>
        <p:nvSpPr>
          <p:cNvPr id="634" name="자유형 633"/>
          <p:cNvSpPr/>
          <p:nvPr/>
        </p:nvSpPr>
        <p:spPr>
          <a:xfrm flipV="1">
            <a:off x="2298869" y="11278789"/>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cxnSp>
        <p:nvCxnSpPr>
          <p:cNvPr id="635" name="꺾인 연결선 634"/>
          <p:cNvCxnSpPr>
            <a:stCxn id="191" idx="0"/>
            <a:endCxn id="343" idx="0"/>
          </p:cNvCxnSpPr>
          <p:nvPr/>
        </p:nvCxnSpPr>
        <p:spPr>
          <a:xfrm rot="16200000" flipV="1">
            <a:off x="6483938" y="2160133"/>
            <a:ext cx="1411585" cy="3949320"/>
          </a:xfrm>
          <a:prstGeom prst="bentConnector3">
            <a:avLst>
              <a:gd name="adj1" fmla="val 116195"/>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03" name="그룹 302"/>
          <p:cNvGrpSpPr/>
          <p:nvPr/>
        </p:nvGrpSpPr>
        <p:grpSpPr>
          <a:xfrm>
            <a:off x="2183918" y="4528170"/>
            <a:ext cx="6153458" cy="3852392"/>
            <a:chOff x="1391830" y="6172769"/>
            <a:chExt cx="6153458" cy="3852392"/>
          </a:xfrm>
        </p:grpSpPr>
        <p:sp>
          <p:nvSpPr>
            <p:cNvPr id="304" name="직사각형 303"/>
            <p:cNvSpPr/>
            <p:nvPr/>
          </p:nvSpPr>
          <p:spPr>
            <a:xfrm>
              <a:off x="1391830" y="6173313"/>
              <a:ext cx="6062400" cy="385184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63" name="그룹 362"/>
            <p:cNvGrpSpPr/>
            <p:nvPr/>
          </p:nvGrpSpPr>
          <p:grpSpPr>
            <a:xfrm>
              <a:off x="1618022" y="6749377"/>
              <a:ext cx="304344" cy="288000"/>
              <a:chOff x="3190900" y="6621766"/>
              <a:chExt cx="304344" cy="288000"/>
            </a:xfrm>
          </p:grpSpPr>
          <p:sp>
            <p:nvSpPr>
              <p:cNvPr id="463" name="타원 46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4" name="TextBox 46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364" name="그룹 363"/>
            <p:cNvGrpSpPr/>
            <p:nvPr/>
          </p:nvGrpSpPr>
          <p:grpSpPr>
            <a:xfrm>
              <a:off x="1627547" y="7027884"/>
              <a:ext cx="304344" cy="288000"/>
              <a:chOff x="3201067" y="6621766"/>
              <a:chExt cx="304344" cy="288000"/>
            </a:xfrm>
          </p:grpSpPr>
          <p:sp>
            <p:nvSpPr>
              <p:cNvPr id="460" name="타원 459"/>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1" name="TextBox 460"/>
              <p:cNvSpPr txBox="1">
                <a:spLocks noChangeAspect="1"/>
              </p:cNvSpPr>
              <p:nvPr/>
            </p:nvSpPr>
            <p:spPr>
              <a:xfrm>
                <a:off x="3201067"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367" name="그룹 366"/>
            <p:cNvGrpSpPr/>
            <p:nvPr/>
          </p:nvGrpSpPr>
          <p:grpSpPr>
            <a:xfrm>
              <a:off x="1617380" y="7315916"/>
              <a:ext cx="304344" cy="288000"/>
              <a:chOff x="3190900" y="6621766"/>
              <a:chExt cx="304344" cy="288000"/>
            </a:xfrm>
          </p:grpSpPr>
          <p:sp>
            <p:nvSpPr>
              <p:cNvPr id="458" name="타원 457"/>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59" name="TextBox 458"/>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371" name="그룹 370"/>
            <p:cNvGrpSpPr/>
            <p:nvPr/>
          </p:nvGrpSpPr>
          <p:grpSpPr>
            <a:xfrm>
              <a:off x="1617380" y="7577469"/>
              <a:ext cx="304344" cy="288000"/>
              <a:chOff x="3190900" y="6621766"/>
              <a:chExt cx="304344" cy="288000"/>
            </a:xfrm>
          </p:grpSpPr>
          <p:sp>
            <p:nvSpPr>
              <p:cNvPr id="455" name="타원 45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56" name="TextBox 45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sp>
          <p:nvSpPr>
            <p:cNvPr id="372" name="직사각형 371"/>
            <p:cNvSpPr/>
            <p:nvPr/>
          </p:nvSpPr>
          <p:spPr>
            <a:xfrm>
              <a:off x="1907038" y="677792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5" name="직사각형 374"/>
            <p:cNvSpPr/>
            <p:nvPr/>
          </p:nvSpPr>
          <p:spPr>
            <a:xfrm>
              <a:off x="1905412" y="707547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8" name="직사각형 377"/>
            <p:cNvSpPr/>
            <p:nvPr/>
          </p:nvSpPr>
          <p:spPr>
            <a:xfrm>
              <a:off x="1905412" y="73539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9" name="직사각형 378"/>
            <p:cNvSpPr/>
            <p:nvPr/>
          </p:nvSpPr>
          <p:spPr>
            <a:xfrm>
              <a:off x="1903316" y="76060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사슴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80" name="직선 연결선 379"/>
            <p:cNvCxnSpPr/>
            <p:nvPr/>
          </p:nvCxnSpPr>
          <p:spPr>
            <a:xfrm>
              <a:off x="1401356" y="8153533"/>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81" name="그룹 380"/>
            <p:cNvGrpSpPr/>
            <p:nvPr/>
          </p:nvGrpSpPr>
          <p:grpSpPr>
            <a:xfrm>
              <a:off x="1427835" y="8235066"/>
              <a:ext cx="994175" cy="215444"/>
              <a:chOff x="1573036" y="2989523"/>
              <a:chExt cx="994175" cy="215444"/>
            </a:xfrm>
          </p:grpSpPr>
          <p:sp>
            <p:nvSpPr>
              <p:cNvPr id="453"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54" name="직사각형 453"/>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정답</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32" name="그룹 431"/>
            <p:cNvGrpSpPr/>
            <p:nvPr/>
          </p:nvGrpSpPr>
          <p:grpSpPr>
            <a:xfrm>
              <a:off x="2341872" y="8235066"/>
              <a:ext cx="994175" cy="215444"/>
              <a:chOff x="1573036" y="2989523"/>
              <a:chExt cx="994175" cy="215444"/>
            </a:xfrm>
          </p:grpSpPr>
          <p:sp>
            <p:nvSpPr>
              <p:cNvPr id="451"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52" name="직사각형 451"/>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배점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33" name="그룹 432"/>
            <p:cNvGrpSpPr/>
            <p:nvPr/>
          </p:nvGrpSpPr>
          <p:grpSpPr>
            <a:xfrm>
              <a:off x="3372051" y="8235066"/>
              <a:ext cx="994175" cy="215444"/>
              <a:chOff x="1573036" y="2989523"/>
              <a:chExt cx="994175" cy="215444"/>
            </a:xfrm>
          </p:grpSpPr>
          <p:sp>
            <p:nvSpPr>
              <p:cNvPr id="449" name="Rectangle 122"/>
              <p:cNvSpPr>
                <a:spLocks noChangeArrowheads="1"/>
              </p:cNvSpPr>
              <p:nvPr/>
            </p:nvSpPr>
            <p:spPr bwMode="auto">
              <a:xfrm>
                <a:off x="2077132"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상 </a:t>
                </a:r>
                <a:endParaRPr lang="ko-KR" altLang="en-US" sz="800" kern="0" dirty="0">
                  <a:solidFill>
                    <a:schemeClr val="tx1">
                      <a:lumMod val="75000"/>
                      <a:lumOff val="25000"/>
                    </a:schemeClr>
                  </a:solidFill>
                  <a:latin typeface="+mn-ea"/>
                  <a:ea typeface="+mn-ea"/>
                </a:endParaRPr>
              </a:p>
            </p:txBody>
          </p:sp>
          <p:sp>
            <p:nvSpPr>
              <p:cNvPr id="450" name="직사각형 449"/>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난이도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34" name="그룹 433"/>
            <p:cNvGrpSpPr/>
            <p:nvPr/>
          </p:nvGrpSpPr>
          <p:grpSpPr>
            <a:xfrm>
              <a:off x="4358096" y="8232970"/>
              <a:ext cx="1246203" cy="215444"/>
              <a:chOff x="1573036" y="2989523"/>
              <a:chExt cx="1246203" cy="215444"/>
            </a:xfrm>
          </p:grpSpPr>
          <p:sp>
            <p:nvSpPr>
              <p:cNvPr id="447" name="Rectangle 122"/>
              <p:cNvSpPr>
                <a:spLocks noChangeArrowheads="1"/>
              </p:cNvSpPr>
              <p:nvPr/>
            </p:nvSpPr>
            <p:spPr bwMode="auto">
              <a:xfrm>
                <a:off x="2077132" y="3006497"/>
                <a:ext cx="36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a:t>
                </a:r>
                <a:endParaRPr lang="ko-KR" altLang="en-US" sz="800" kern="0" dirty="0">
                  <a:solidFill>
                    <a:schemeClr val="tx1">
                      <a:lumMod val="75000"/>
                      <a:lumOff val="25000"/>
                    </a:schemeClr>
                  </a:solidFill>
                  <a:latin typeface="+mn-ea"/>
                  <a:ea typeface="+mn-ea"/>
                </a:endParaRPr>
              </a:p>
            </p:txBody>
          </p:sp>
          <p:sp>
            <p:nvSpPr>
              <p:cNvPr id="448" name="직사각형 447"/>
              <p:cNvSpPr/>
              <p:nvPr/>
            </p:nvSpPr>
            <p:spPr>
              <a:xfrm>
                <a:off x="1573036" y="2989523"/>
                <a:ext cx="1246203"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점수               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35" name="그룹 434"/>
            <p:cNvGrpSpPr/>
            <p:nvPr/>
          </p:nvGrpSpPr>
          <p:grpSpPr>
            <a:xfrm>
              <a:off x="1516432" y="8500330"/>
              <a:ext cx="1184588" cy="246221"/>
              <a:chOff x="1333185" y="5828025"/>
              <a:chExt cx="1184588" cy="246221"/>
            </a:xfrm>
          </p:grpSpPr>
          <p:sp>
            <p:nvSpPr>
              <p:cNvPr id="445" name="Rectangle 122"/>
              <p:cNvSpPr>
                <a:spLocks noChangeArrowheads="1"/>
              </p:cNvSpPr>
              <p:nvPr/>
            </p:nvSpPr>
            <p:spPr bwMode="auto">
              <a:xfrm>
                <a:off x="1333185" y="5841268"/>
                <a:ext cx="1080000" cy="180000"/>
              </a:xfrm>
              <a:prstGeom prst="rect">
                <a:avLst/>
              </a:prstGeom>
              <a:solidFill>
                <a:schemeClr val="bg1"/>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 통계 보기</a:t>
                </a:r>
                <a:endParaRPr lang="ko-KR" altLang="en-US" sz="800" kern="0" dirty="0">
                  <a:solidFill>
                    <a:schemeClr val="tx1">
                      <a:lumMod val="75000"/>
                      <a:lumOff val="25000"/>
                    </a:schemeClr>
                  </a:solidFill>
                  <a:latin typeface="+mn-ea"/>
                  <a:ea typeface="+mn-ea"/>
                </a:endParaRPr>
              </a:p>
            </p:txBody>
          </p:sp>
          <p:sp>
            <p:nvSpPr>
              <p:cNvPr id="446" name="직사각형 445"/>
              <p:cNvSpPr/>
              <p:nvPr/>
            </p:nvSpPr>
            <p:spPr>
              <a:xfrm rot="10800000">
                <a:off x="2036201" y="5828025"/>
                <a:ext cx="481572" cy="246221"/>
              </a:xfrm>
              <a:prstGeom prst="rect">
                <a:avLst/>
              </a:prstGeom>
            </p:spPr>
            <p:txBody>
              <a:bodyPr wrap="square">
                <a:spAutoFit/>
              </a:bodyPr>
              <a:lstStyle/>
              <a:p>
                <a:r>
                  <a:rPr lang="ko-KR" altLang="en-US" sz="1000" b="1" dirty="0" smtClean="0"/>
                  <a:t>  ⌵</a:t>
                </a:r>
                <a:endParaRPr lang="ko-KR" altLang="en-US" sz="1000" b="1" dirty="0"/>
              </a:p>
            </p:txBody>
          </p:sp>
        </p:grpSp>
        <p:graphicFrame>
          <p:nvGraphicFramePr>
            <p:cNvPr id="436" name="차트 435"/>
            <p:cNvGraphicFramePr/>
            <p:nvPr>
              <p:extLst>
                <p:ext uri="{D42A27DB-BD31-4B8C-83A1-F6EECF244321}">
                  <p14:modId xmlns:p14="http://schemas.microsoft.com/office/powerpoint/2010/main" val="3085840838"/>
                </p:ext>
              </p:extLst>
            </p:nvPr>
          </p:nvGraphicFramePr>
          <p:xfrm>
            <a:off x="4458466" y="8517532"/>
            <a:ext cx="2399157" cy="1497551"/>
          </p:xfrm>
          <a:graphic>
            <a:graphicData uri="http://schemas.openxmlformats.org/drawingml/2006/chart">
              <c:chart xmlns:c="http://schemas.openxmlformats.org/drawingml/2006/chart" xmlns:r="http://schemas.openxmlformats.org/officeDocument/2006/relationships" r:id="rId16"/>
            </a:graphicData>
          </a:graphic>
        </p:graphicFrame>
        <p:pic>
          <p:nvPicPr>
            <p:cNvPr id="437"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472069" y="8843249"/>
              <a:ext cx="2232130" cy="11200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38" name="그룹 437"/>
            <p:cNvGrpSpPr/>
            <p:nvPr/>
          </p:nvGrpSpPr>
          <p:grpSpPr>
            <a:xfrm>
              <a:off x="1399260" y="6172769"/>
              <a:ext cx="6146028" cy="343630"/>
              <a:chOff x="2704929" y="6748833"/>
              <a:chExt cx="6146028" cy="343630"/>
            </a:xfrm>
          </p:grpSpPr>
          <p:grpSp>
            <p:nvGrpSpPr>
              <p:cNvPr id="439" name="그룹 438"/>
              <p:cNvGrpSpPr/>
              <p:nvPr/>
            </p:nvGrpSpPr>
            <p:grpSpPr>
              <a:xfrm>
                <a:off x="2704929" y="6838339"/>
                <a:ext cx="6048000" cy="254124"/>
                <a:chOff x="1216013" y="4211563"/>
                <a:chExt cx="6048000" cy="254124"/>
              </a:xfrm>
            </p:grpSpPr>
            <p:sp>
              <p:nvSpPr>
                <p:cNvPr id="443" name="직사각형 442"/>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44" name="직선 연결선 443"/>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40" name="그룹 439"/>
              <p:cNvGrpSpPr/>
              <p:nvPr/>
            </p:nvGrpSpPr>
            <p:grpSpPr>
              <a:xfrm>
                <a:off x="8438268" y="6748833"/>
                <a:ext cx="412689" cy="333525"/>
                <a:chOff x="6946814" y="3492700"/>
                <a:chExt cx="412689" cy="333525"/>
              </a:xfrm>
            </p:grpSpPr>
            <p:pic>
              <p:nvPicPr>
                <p:cNvPr id="44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946814" y="3502225"/>
                  <a:ext cx="329492"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42" name="직사각형 441"/>
                <p:cNvSpPr/>
                <p:nvPr/>
              </p:nvSpPr>
              <p:spPr>
                <a:xfrm>
                  <a:off x="7030567" y="3492700"/>
                  <a:ext cx="328936" cy="246221"/>
                </a:xfrm>
                <a:prstGeom prst="rect">
                  <a:avLst/>
                </a:prstGeom>
              </p:spPr>
              <p:txBody>
                <a:bodyPr wrap="none">
                  <a:spAutoFit/>
                </a:bodyPr>
                <a:lstStyle/>
                <a:p>
                  <a:r>
                    <a:rPr lang="en-US" altLang="ko-KR" sz="1000" b="1" dirty="0" smtClean="0">
                      <a:solidFill>
                        <a:schemeClr val="bg1"/>
                      </a:solidFill>
                      <a:latin typeface="+mn-ea"/>
                    </a:rPr>
                    <a:t>O </a:t>
                  </a:r>
                  <a:endParaRPr lang="ko-KR" altLang="en-US" sz="1000" b="1" dirty="0">
                    <a:solidFill>
                      <a:schemeClr val="bg1"/>
                    </a:solidFill>
                  </a:endParaRPr>
                </a:p>
              </p:txBody>
            </p:sp>
          </p:grpSp>
        </p:grpSp>
      </p:grpSp>
      <p:grpSp>
        <p:nvGrpSpPr>
          <p:cNvPr id="465" name="그룹 464"/>
          <p:cNvGrpSpPr/>
          <p:nvPr/>
        </p:nvGrpSpPr>
        <p:grpSpPr>
          <a:xfrm>
            <a:off x="2183069" y="8481145"/>
            <a:ext cx="6144782" cy="2320702"/>
            <a:chOff x="1390981" y="10125744"/>
            <a:chExt cx="6144782" cy="2320702"/>
          </a:xfrm>
        </p:grpSpPr>
        <p:sp>
          <p:nvSpPr>
            <p:cNvPr id="466" name="직사각형 465"/>
            <p:cNvSpPr/>
            <p:nvPr/>
          </p:nvSpPr>
          <p:spPr>
            <a:xfrm>
              <a:off x="1393077" y="10146725"/>
              <a:ext cx="6062400" cy="229972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67" name="그룹 466"/>
            <p:cNvGrpSpPr/>
            <p:nvPr/>
          </p:nvGrpSpPr>
          <p:grpSpPr>
            <a:xfrm>
              <a:off x="1400507" y="10235687"/>
              <a:ext cx="6048000" cy="254124"/>
              <a:chOff x="1216013" y="4211563"/>
              <a:chExt cx="6048000" cy="254124"/>
            </a:xfrm>
          </p:grpSpPr>
          <p:cxnSp>
            <p:nvCxnSpPr>
              <p:cNvPr id="499" name="직선 연결선 498"/>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00" name="직사각형 499"/>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02</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p>
            </p:txBody>
          </p:sp>
        </p:grpSp>
        <p:grpSp>
          <p:nvGrpSpPr>
            <p:cNvPr id="468" name="그룹 467"/>
            <p:cNvGrpSpPr/>
            <p:nvPr/>
          </p:nvGrpSpPr>
          <p:grpSpPr>
            <a:xfrm>
              <a:off x="1619268" y="10686785"/>
              <a:ext cx="304344" cy="288000"/>
              <a:chOff x="3199777" y="6621766"/>
              <a:chExt cx="304344" cy="288000"/>
            </a:xfrm>
          </p:grpSpPr>
          <p:sp>
            <p:nvSpPr>
              <p:cNvPr id="497" name="타원 496"/>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98" name="TextBox 497"/>
              <p:cNvSpPr txBox="1">
                <a:spLocks noChangeAspect="1"/>
              </p:cNvSpPr>
              <p:nvPr/>
            </p:nvSpPr>
            <p:spPr>
              <a:xfrm>
                <a:off x="3199777"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469" name="그룹 468"/>
            <p:cNvGrpSpPr/>
            <p:nvPr/>
          </p:nvGrpSpPr>
          <p:grpSpPr>
            <a:xfrm>
              <a:off x="1609749" y="10965292"/>
              <a:ext cx="304344" cy="288000"/>
              <a:chOff x="3190900" y="6621766"/>
              <a:chExt cx="304344" cy="288000"/>
            </a:xfrm>
          </p:grpSpPr>
          <p:sp>
            <p:nvSpPr>
              <p:cNvPr id="495" name="타원 49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96" name="TextBox 49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470" name="그룹 469"/>
            <p:cNvGrpSpPr/>
            <p:nvPr/>
          </p:nvGrpSpPr>
          <p:grpSpPr>
            <a:xfrm>
              <a:off x="1609749" y="11253324"/>
              <a:ext cx="304344" cy="288000"/>
              <a:chOff x="3190900" y="6621766"/>
              <a:chExt cx="304344" cy="288000"/>
            </a:xfrm>
          </p:grpSpPr>
          <p:sp>
            <p:nvSpPr>
              <p:cNvPr id="493" name="타원 49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94" name="TextBox 49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sp>
          <p:nvSpPr>
            <p:cNvPr id="471" name="직사각형 470"/>
            <p:cNvSpPr/>
            <p:nvPr/>
          </p:nvSpPr>
          <p:spPr>
            <a:xfrm>
              <a:off x="1899407" y="1071532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나무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72" name="직사각형 471"/>
            <p:cNvSpPr/>
            <p:nvPr/>
          </p:nvSpPr>
          <p:spPr>
            <a:xfrm>
              <a:off x="1897781" y="1101288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돌</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73" name="직사각형 472"/>
            <p:cNvSpPr/>
            <p:nvPr/>
          </p:nvSpPr>
          <p:spPr>
            <a:xfrm>
              <a:off x="1897781" y="112913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74" name="직선 연결선 473"/>
            <p:cNvCxnSpPr/>
            <p:nvPr/>
          </p:nvCxnSpPr>
          <p:spPr>
            <a:xfrm>
              <a:off x="1390981" y="11766905"/>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75" name="그룹 474"/>
            <p:cNvGrpSpPr/>
            <p:nvPr/>
          </p:nvGrpSpPr>
          <p:grpSpPr>
            <a:xfrm>
              <a:off x="1417460" y="11848438"/>
              <a:ext cx="994175" cy="215444"/>
              <a:chOff x="1573036" y="2989523"/>
              <a:chExt cx="994175" cy="215444"/>
            </a:xfrm>
          </p:grpSpPr>
          <p:sp>
            <p:nvSpPr>
              <p:cNvPr id="491"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92" name="직사각형 491"/>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정답</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76" name="그룹 475"/>
            <p:cNvGrpSpPr/>
            <p:nvPr/>
          </p:nvGrpSpPr>
          <p:grpSpPr>
            <a:xfrm>
              <a:off x="2331497" y="11848438"/>
              <a:ext cx="994175" cy="215444"/>
              <a:chOff x="1573036" y="2989523"/>
              <a:chExt cx="994175" cy="215444"/>
            </a:xfrm>
          </p:grpSpPr>
          <p:sp>
            <p:nvSpPr>
              <p:cNvPr id="489"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15</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90" name="직사각형 489"/>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배점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77" name="그룹 476"/>
            <p:cNvGrpSpPr/>
            <p:nvPr/>
          </p:nvGrpSpPr>
          <p:grpSpPr>
            <a:xfrm>
              <a:off x="3361676" y="11848438"/>
              <a:ext cx="994175" cy="215444"/>
              <a:chOff x="1573036" y="2989523"/>
              <a:chExt cx="994175" cy="215444"/>
            </a:xfrm>
          </p:grpSpPr>
          <p:sp>
            <p:nvSpPr>
              <p:cNvPr id="487" name="Rectangle 122"/>
              <p:cNvSpPr>
                <a:spLocks noChangeArrowheads="1"/>
              </p:cNvSpPr>
              <p:nvPr/>
            </p:nvSpPr>
            <p:spPr bwMode="auto">
              <a:xfrm>
                <a:off x="2077132"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중 </a:t>
                </a:r>
                <a:endParaRPr lang="ko-KR" altLang="en-US" sz="800" kern="0" dirty="0">
                  <a:solidFill>
                    <a:schemeClr val="tx1">
                      <a:lumMod val="75000"/>
                      <a:lumOff val="25000"/>
                    </a:schemeClr>
                  </a:solidFill>
                  <a:latin typeface="+mn-ea"/>
                  <a:ea typeface="+mn-ea"/>
                </a:endParaRPr>
              </a:p>
            </p:txBody>
          </p:sp>
          <p:sp>
            <p:nvSpPr>
              <p:cNvPr id="488" name="직사각형 487"/>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난이도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78" name="그룹 477"/>
            <p:cNvGrpSpPr/>
            <p:nvPr/>
          </p:nvGrpSpPr>
          <p:grpSpPr>
            <a:xfrm>
              <a:off x="4347721" y="11846342"/>
              <a:ext cx="1246203" cy="215444"/>
              <a:chOff x="1573036" y="2989523"/>
              <a:chExt cx="1246203" cy="215444"/>
            </a:xfrm>
          </p:grpSpPr>
          <p:sp>
            <p:nvSpPr>
              <p:cNvPr id="485" name="Rectangle 122"/>
              <p:cNvSpPr>
                <a:spLocks noChangeArrowheads="1"/>
              </p:cNvSpPr>
              <p:nvPr/>
            </p:nvSpPr>
            <p:spPr bwMode="auto">
              <a:xfrm>
                <a:off x="2077132" y="3006497"/>
                <a:ext cx="36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a:solidFill>
                      <a:schemeClr val="tx1">
                        <a:lumMod val="75000"/>
                        <a:lumOff val="25000"/>
                      </a:schemeClr>
                    </a:solidFill>
                    <a:latin typeface="+mn-ea"/>
                    <a:ea typeface="+mn-ea"/>
                  </a:rPr>
                  <a:t>0</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86" name="직사각형 485"/>
              <p:cNvSpPr/>
              <p:nvPr/>
            </p:nvSpPr>
            <p:spPr>
              <a:xfrm>
                <a:off x="1573036" y="2989523"/>
                <a:ext cx="1246203"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점수               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79" name="그룹 478"/>
            <p:cNvGrpSpPr/>
            <p:nvPr/>
          </p:nvGrpSpPr>
          <p:grpSpPr>
            <a:xfrm>
              <a:off x="1506057" y="12113702"/>
              <a:ext cx="1184588" cy="246221"/>
              <a:chOff x="1333185" y="5828025"/>
              <a:chExt cx="1184588" cy="246221"/>
            </a:xfrm>
          </p:grpSpPr>
          <p:sp>
            <p:nvSpPr>
              <p:cNvPr id="483" name="Rectangle 122"/>
              <p:cNvSpPr>
                <a:spLocks noChangeArrowheads="1"/>
              </p:cNvSpPr>
              <p:nvPr/>
            </p:nvSpPr>
            <p:spPr bwMode="auto">
              <a:xfrm>
                <a:off x="1333185" y="5841268"/>
                <a:ext cx="1080000" cy="180000"/>
              </a:xfrm>
              <a:prstGeom prst="rect">
                <a:avLst/>
              </a:prstGeom>
              <a:solidFill>
                <a:schemeClr val="bg1"/>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 통계 보기</a:t>
                </a:r>
                <a:endParaRPr lang="ko-KR" altLang="en-US" sz="800" kern="0" dirty="0">
                  <a:solidFill>
                    <a:schemeClr val="tx1">
                      <a:lumMod val="75000"/>
                      <a:lumOff val="25000"/>
                    </a:schemeClr>
                  </a:solidFill>
                  <a:latin typeface="+mn-ea"/>
                  <a:ea typeface="+mn-ea"/>
                </a:endParaRPr>
              </a:p>
            </p:txBody>
          </p:sp>
          <p:sp>
            <p:nvSpPr>
              <p:cNvPr id="484" name="직사각형 483"/>
              <p:cNvSpPr/>
              <p:nvPr/>
            </p:nvSpPr>
            <p:spPr>
              <a:xfrm rot="10800000">
                <a:off x="2036201" y="5828025"/>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80" name="그룹 479"/>
            <p:cNvGrpSpPr/>
            <p:nvPr/>
          </p:nvGrpSpPr>
          <p:grpSpPr>
            <a:xfrm>
              <a:off x="7127238" y="10125744"/>
              <a:ext cx="408525" cy="354506"/>
              <a:chOff x="6952270" y="7440467"/>
              <a:chExt cx="408525" cy="354506"/>
            </a:xfrm>
          </p:grpSpPr>
          <p:pic>
            <p:nvPicPr>
              <p:cNvPr id="481"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952270" y="7470973"/>
                <a:ext cx="329492"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82" name="직사각형 481"/>
              <p:cNvSpPr/>
              <p:nvPr/>
            </p:nvSpPr>
            <p:spPr>
              <a:xfrm>
                <a:off x="7047889" y="7440467"/>
                <a:ext cx="312906" cy="246221"/>
              </a:xfrm>
              <a:prstGeom prst="rect">
                <a:avLst/>
              </a:prstGeom>
            </p:spPr>
            <p:txBody>
              <a:bodyPr wrap="none">
                <a:spAutoFit/>
              </a:bodyPr>
              <a:lstStyle/>
              <a:p>
                <a:r>
                  <a:rPr lang="en-US" altLang="ko-KR" sz="1000" b="1" dirty="0" smtClean="0">
                    <a:solidFill>
                      <a:schemeClr val="bg1"/>
                    </a:solidFill>
                    <a:latin typeface="+mn-ea"/>
                  </a:rPr>
                  <a:t>X </a:t>
                </a:r>
                <a:endParaRPr lang="ko-KR" altLang="en-US" sz="1000" b="1" dirty="0">
                  <a:solidFill>
                    <a:schemeClr val="bg1"/>
                  </a:solidFill>
                </a:endParaRPr>
              </a:p>
            </p:txBody>
          </p:sp>
        </p:grpSp>
      </p:grpSp>
      <p:grpSp>
        <p:nvGrpSpPr>
          <p:cNvPr id="538" name="그룹 537"/>
          <p:cNvGrpSpPr/>
          <p:nvPr/>
        </p:nvGrpSpPr>
        <p:grpSpPr>
          <a:xfrm>
            <a:off x="579562" y="2166658"/>
            <a:ext cx="1386586" cy="5317057"/>
            <a:chOff x="579562" y="2166658"/>
            <a:chExt cx="1386586" cy="5317057"/>
          </a:xfrm>
        </p:grpSpPr>
        <p:grpSp>
          <p:nvGrpSpPr>
            <p:cNvPr id="539" name="그룹 538"/>
            <p:cNvGrpSpPr/>
            <p:nvPr/>
          </p:nvGrpSpPr>
          <p:grpSpPr>
            <a:xfrm>
              <a:off x="629956" y="3318264"/>
              <a:ext cx="1332000" cy="180000"/>
              <a:chOff x="666428" y="3785432"/>
              <a:chExt cx="1332000" cy="180000"/>
            </a:xfrm>
          </p:grpSpPr>
          <p:sp>
            <p:nvSpPr>
              <p:cNvPr id="593" name="모서리가 둥근 직사각형 59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59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0" name="그룹 539"/>
            <p:cNvGrpSpPr/>
            <p:nvPr/>
          </p:nvGrpSpPr>
          <p:grpSpPr>
            <a:xfrm>
              <a:off x="629956" y="3568824"/>
              <a:ext cx="1332000" cy="180000"/>
              <a:chOff x="666428" y="4310612"/>
              <a:chExt cx="1332000" cy="180000"/>
            </a:xfrm>
          </p:grpSpPr>
          <p:sp>
            <p:nvSpPr>
              <p:cNvPr id="591" name="모서리가 둥근 직사각형 59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592"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1" name="그룹 540"/>
            <p:cNvGrpSpPr/>
            <p:nvPr/>
          </p:nvGrpSpPr>
          <p:grpSpPr>
            <a:xfrm>
              <a:off x="629955" y="3042501"/>
              <a:ext cx="1332000" cy="180000"/>
              <a:chOff x="666427" y="3266516"/>
              <a:chExt cx="1332000" cy="180000"/>
            </a:xfrm>
          </p:grpSpPr>
          <p:sp>
            <p:nvSpPr>
              <p:cNvPr id="589" name="모서리가 둥근 직사각형 58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590"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2" name="그룹 541"/>
            <p:cNvGrpSpPr/>
            <p:nvPr/>
          </p:nvGrpSpPr>
          <p:grpSpPr>
            <a:xfrm>
              <a:off x="629956" y="3854780"/>
              <a:ext cx="1332000" cy="180000"/>
              <a:chOff x="666428" y="4570824"/>
              <a:chExt cx="1332000" cy="180000"/>
            </a:xfrm>
          </p:grpSpPr>
          <p:sp>
            <p:nvSpPr>
              <p:cNvPr id="587" name="모서리가 둥근 직사각형 58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588"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3" name="그룹 542"/>
            <p:cNvGrpSpPr/>
            <p:nvPr/>
          </p:nvGrpSpPr>
          <p:grpSpPr>
            <a:xfrm>
              <a:off x="629956" y="5316875"/>
              <a:ext cx="1332000" cy="180000"/>
              <a:chOff x="666428" y="5096004"/>
              <a:chExt cx="1332000" cy="180000"/>
            </a:xfrm>
          </p:grpSpPr>
          <p:sp>
            <p:nvSpPr>
              <p:cNvPr id="585" name="모서리가 둥근 직사각형 584"/>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586"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4" name="그룹 543"/>
            <p:cNvGrpSpPr/>
            <p:nvPr/>
          </p:nvGrpSpPr>
          <p:grpSpPr>
            <a:xfrm>
              <a:off x="634148" y="5634789"/>
              <a:ext cx="1332000" cy="180000"/>
              <a:chOff x="666428" y="3785432"/>
              <a:chExt cx="1332000" cy="180000"/>
            </a:xfrm>
          </p:grpSpPr>
          <p:sp>
            <p:nvSpPr>
              <p:cNvPr id="583" name="모서리가 둥근 직사각형 58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58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5" name="그룹 544"/>
            <p:cNvGrpSpPr/>
            <p:nvPr/>
          </p:nvGrpSpPr>
          <p:grpSpPr>
            <a:xfrm>
              <a:off x="631150" y="4135825"/>
              <a:ext cx="1332000" cy="180000"/>
              <a:chOff x="666428" y="4570824"/>
              <a:chExt cx="1332000" cy="180000"/>
            </a:xfrm>
          </p:grpSpPr>
          <p:sp>
            <p:nvSpPr>
              <p:cNvPr id="581" name="모서리가 둥근 직사각형 58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582"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6" name="그룹 545"/>
            <p:cNvGrpSpPr/>
            <p:nvPr/>
          </p:nvGrpSpPr>
          <p:grpSpPr>
            <a:xfrm>
              <a:off x="629956" y="4423395"/>
              <a:ext cx="1332000" cy="180000"/>
              <a:chOff x="666428" y="4310612"/>
              <a:chExt cx="1332000" cy="180000"/>
            </a:xfrm>
          </p:grpSpPr>
          <p:sp>
            <p:nvSpPr>
              <p:cNvPr id="579" name="모서리가 둥근 직사각형 5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58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47" name="TextBox 54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48" name="그룹 547"/>
            <p:cNvGrpSpPr/>
            <p:nvPr/>
          </p:nvGrpSpPr>
          <p:grpSpPr>
            <a:xfrm>
              <a:off x="632520" y="4723068"/>
              <a:ext cx="1332000" cy="180000"/>
              <a:chOff x="666428" y="4310612"/>
              <a:chExt cx="1332000" cy="180000"/>
            </a:xfrm>
          </p:grpSpPr>
          <p:sp>
            <p:nvSpPr>
              <p:cNvPr id="577" name="모서리가 둥근 직사각형 57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57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49" name="그룹 548"/>
            <p:cNvGrpSpPr/>
            <p:nvPr/>
          </p:nvGrpSpPr>
          <p:grpSpPr>
            <a:xfrm>
              <a:off x="632520" y="2752353"/>
              <a:ext cx="1332000" cy="180000"/>
              <a:chOff x="666427" y="3266516"/>
              <a:chExt cx="1332000" cy="180000"/>
            </a:xfrm>
          </p:grpSpPr>
          <p:sp>
            <p:nvSpPr>
              <p:cNvPr id="575" name="모서리가 둥근 직사각형 57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576"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0" name="그룹 549"/>
            <p:cNvGrpSpPr/>
            <p:nvPr/>
          </p:nvGrpSpPr>
          <p:grpSpPr>
            <a:xfrm>
              <a:off x="632520" y="5005767"/>
              <a:ext cx="1332000" cy="180000"/>
              <a:chOff x="666428" y="4310612"/>
              <a:chExt cx="1332000" cy="180000"/>
            </a:xfrm>
          </p:grpSpPr>
          <p:sp>
            <p:nvSpPr>
              <p:cNvPr id="573" name="모서리가 둥근 직사각형 57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74"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1" name="그룹 550"/>
            <p:cNvGrpSpPr/>
            <p:nvPr/>
          </p:nvGrpSpPr>
          <p:grpSpPr>
            <a:xfrm>
              <a:off x="632520" y="6227787"/>
              <a:ext cx="1332000" cy="180000"/>
              <a:chOff x="666428" y="3785432"/>
              <a:chExt cx="1332000" cy="180000"/>
            </a:xfrm>
          </p:grpSpPr>
          <p:sp>
            <p:nvSpPr>
              <p:cNvPr id="571" name="모서리가 둥근 직사각형 57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7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2" name="그룹 551"/>
            <p:cNvGrpSpPr/>
            <p:nvPr/>
          </p:nvGrpSpPr>
          <p:grpSpPr>
            <a:xfrm>
              <a:off x="632520" y="6487872"/>
              <a:ext cx="1332000" cy="180000"/>
              <a:chOff x="666428" y="4310612"/>
              <a:chExt cx="1332000" cy="180000"/>
            </a:xfrm>
          </p:grpSpPr>
          <p:sp>
            <p:nvSpPr>
              <p:cNvPr id="568" name="모서리가 둥근 직사각형 56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6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3" name="그룹 552"/>
            <p:cNvGrpSpPr/>
            <p:nvPr/>
          </p:nvGrpSpPr>
          <p:grpSpPr>
            <a:xfrm>
              <a:off x="632520" y="6773828"/>
              <a:ext cx="1332000" cy="180000"/>
              <a:chOff x="666428" y="4570824"/>
              <a:chExt cx="1332000" cy="180000"/>
            </a:xfrm>
          </p:grpSpPr>
          <p:sp>
            <p:nvSpPr>
              <p:cNvPr id="566" name="모서리가 둥근 직사각형 56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67"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4" name="그룹 553"/>
            <p:cNvGrpSpPr/>
            <p:nvPr/>
          </p:nvGrpSpPr>
          <p:grpSpPr>
            <a:xfrm>
              <a:off x="632520" y="7053155"/>
              <a:ext cx="1332000" cy="180000"/>
              <a:chOff x="666428" y="3785432"/>
              <a:chExt cx="1332000" cy="180000"/>
            </a:xfrm>
          </p:grpSpPr>
          <p:sp>
            <p:nvSpPr>
              <p:cNvPr id="564" name="모서리가 둥근 직사각형 56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6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5" name="그룹 554"/>
            <p:cNvGrpSpPr/>
            <p:nvPr/>
          </p:nvGrpSpPr>
          <p:grpSpPr>
            <a:xfrm>
              <a:off x="632520" y="7303715"/>
              <a:ext cx="1332000" cy="180000"/>
              <a:chOff x="666428" y="4310612"/>
              <a:chExt cx="1332000" cy="180000"/>
            </a:xfrm>
          </p:grpSpPr>
          <p:sp>
            <p:nvSpPr>
              <p:cNvPr id="562" name="모서리가 둥근 직사각형 56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63"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7" name="그룹 556"/>
            <p:cNvGrpSpPr/>
            <p:nvPr/>
          </p:nvGrpSpPr>
          <p:grpSpPr>
            <a:xfrm>
              <a:off x="622995" y="5922821"/>
              <a:ext cx="1332000" cy="180000"/>
              <a:chOff x="666427" y="3266516"/>
              <a:chExt cx="1332000" cy="180000"/>
            </a:xfrm>
          </p:grpSpPr>
          <p:sp>
            <p:nvSpPr>
              <p:cNvPr id="558" name="모서리가 둥근 직사각형 55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559"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745613865"/>
      </p:ext>
    </p:extLst>
  </p:cSld>
  <p:clrMapOvr>
    <a:masterClrMapping/>
  </p:clrMapOvr>
  <p:transition>
    <p:wipe dir="r"/>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KNOU_UI_C02100000_09</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피드백</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139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88555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퀴즈</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퀴즈</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490291996"/>
              </p:ext>
            </p:extLst>
          </p:nvPr>
        </p:nvGraphicFramePr>
        <p:xfrm>
          <a:off x="9499029" y="3456291"/>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퀴즈</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69499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2" name="모서리가 둥근 직사각형 191"/>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4" name="직사각형 193"/>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퀴즈정보 및 응</a:t>
            </a:r>
            <a:r>
              <a:rPr lang="ko-KR" altLang="en-US" sz="800" dirty="0">
                <a:solidFill>
                  <a:schemeClr val="tx1">
                    <a:lumMod val="75000"/>
                    <a:lumOff val="25000"/>
                  </a:schemeClr>
                </a:solidFill>
                <a:latin typeface="+mn-ea"/>
                <a:ea typeface="+mn-ea"/>
              </a:rPr>
              <a:t>시</a:t>
            </a:r>
            <a:endParaRPr lang="ko-KR" altLang="en-US" sz="800" dirty="0">
              <a:solidFill>
                <a:srgbClr val="FF0000"/>
              </a:solidFill>
              <a:latin typeface="+mn-ea"/>
              <a:ea typeface="+mn-ea"/>
            </a:endParaRPr>
          </a:p>
        </p:txBody>
      </p:sp>
      <p:cxnSp>
        <p:nvCxnSpPr>
          <p:cNvPr id="196" name="직선 연결선 195"/>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퀴즈정보 및 응시</a:t>
            </a:r>
          </a:p>
        </p:txBody>
      </p:sp>
      <p:graphicFrame>
        <p:nvGraphicFramePr>
          <p:cNvPr id="198" name="Group 37"/>
          <p:cNvGraphicFramePr>
            <a:graphicFrameLocks noGrp="1"/>
          </p:cNvGraphicFramePr>
          <p:nvPr>
            <p:extLst>
              <p:ext uri="{D42A27DB-BD31-4B8C-83A1-F6EECF244321}">
                <p14:modId xmlns:p14="http://schemas.microsoft.com/office/powerpoint/2010/main" val="1380179285"/>
              </p:ext>
            </p:extLst>
          </p:nvPr>
        </p:nvGraphicFramePr>
        <p:xfrm>
          <a:off x="1972097" y="4065463"/>
          <a:ext cx="7470353" cy="485638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일반퀴즈일반퀴즈</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기간 </a:t>
                      </a:r>
                      <a:r>
                        <a:rPr lang="en-US" altLang="ko-KR" sz="800" b="0" dirty="0" smtClean="0">
                          <a:solidFill>
                            <a:schemeClr val="tx1">
                              <a:lumMod val="75000"/>
                              <a:lumOff val="25000"/>
                            </a:schemeClr>
                          </a:solidFill>
                          <a:latin typeface="+mn-ea"/>
                        </a:rPr>
                        <a:t>: </a:t>
                      </a: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재응시</a:t>
                      </a:r>
                      <a:r>
                        <a:rPr lang="ko-KR" altLang="en-US" sz="800" b="0" dirty="0" smtClean="0">
                          <a:solidFill>
                            <a:schemeClr val="tx1">
                              <a:lumMod val="75000"/>
                              <a:lumOff val="25000"/>
                            </a:schemeClr>
                          </a:solidFill>
                          <a:latin typeface="+mn-ea"/>
                        </a:rPr>
                        <a:t> </a:t>
                      </a:r>
                      <a:r>
                        <a:rPr lang="ko-KR" altLang="en-US" sz="800" b="0" dirty="0" err="1" smtClean="0">
                          <a:solidFill>
                            <a:schemeClr val="tx1">
                              <a:lumMod val="75000"/>
                              <a:lumOff val="25000"/>
                            </a:schemeClr>
                          </a:solidFill>
                          <a:latin typeface="+mn-ea"/>
                        </a:rPr>
                        <a:t>적용율</a:t>
                      </a:r>
                      <a:r>
                        <a:rPr lang="ko-KR" altLang="en-US" sz="800" b="0" dirty="0" smtClean="0">
                          <a:solidFill>
                            <a:schemeClr val="tx1">
                              <a:lumMod val="75000"/>
                              <a:lumOff val="25000"/>
                            </a:schemeClr>
                          </a:solidFill>
                          <a:latin typeface="+mn-ea"/>
                        </a:rPr>
                        <a:t> </a:t>
                      </a:r>
                      <a:r>
                        <a:rPr lang="en-US" altLang="ko-KR" sz="800" b="0" dirty="0" smtClean="0">
                          <a:solidFill>
                            <a:schemeClr val="tx1">
                              <a:lumMod val="75000"/>
                              <a:lumOff val="25000"/>
                            </a:schemeClr>
                          </a:solidFill>
                          <a:latin typeface="+mn-ea"/>
                        </a:rPr>
                        <a:t>: 80%</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9" name="직사각형 198"/>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0" name="그룹 199"/>
          <p:cNvGrpSpPr/>
          <p:nvPr/>
        </p:nvGrpSpPr>
        <p:grpSpPr>
          <a:xfrm>
            <a:off x="3219475" y="4543465"/>
            <a:ext cx="6151862" cy="1148064"/>
            <a:chOff x="3229000" y="4452549"/>
            <a:chExt cx="6151862" cy="1148064"/>
          </a:xfrm>
        </p:grpSpPr>
        <p:sp>
          <p:nvSpPr>
            <p:cNvPr id="2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0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203" name="직사각형 20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응</a:t>
            </a:r>
            <a:r>
              <a:rPr lang="ko-KR" altLang="en-US" sz="800" dirty="0">
                <a:solidFill>
                  <a:schemeClr val="tx1">
                    <a:lumMod val="75000"/>
                    <a:lumOff val="25000"/>
                  </a:schemeClr>
                </a:solidFill>
                <a:latin typeface="+mn-ea"/>
                <a:ea typeface="+mn-ea"/>
              </a:rPr>
              <a:t>시</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07" name="그룹 206"/>
          <p:cNvGrpSpPr/>
          <p:nvPr/>
        </p:nvGrpSpPr>
        <p:grpSpPr>
          <a:xfrm>
            <a:off x="3216263" y="7794002"/>
            <a:ext cx="2114928" cy="162000"/>
            <a:chOff x="3225788" y="7298382"/>
            <a:chExt cx="2114928" cy="162000"/>
          </a:xfrm>
        </p:grpSpPr>
        <p:sp>
          <p:nvSpPr>
            <p:cNvPr id="209" name="직사각형 20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0"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73" name="Group 37"/>
          <p:cNvGraphicFramePr>
            <a:graphicFrameLocks noGrp="1"/>
          </p:cNvGraphicFramePr>
          <p:nvPr>
            <p:extLst>
              <p:ext uri="{D42A27DB-BD31-4B8C-83A1-F6EECF244321}">
                <p14:modId xmlns:p14="http://schemas.microsoft.com/office/powerpoint/2010/main" val="1573389786"/>
              </p:ext>
            </p:extLst>
          </p:nvPr>
        </p:nvGraphicFramePr>
        <p:xfrm>
          <a:off x="1972097" y="9007522"/>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평가시험지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4" name="모서리가 둥근 직사각형 173"/>
          <p:cNvSpPr/>
          <p:nvPr/>
        </p:nvSpPr>
        <p:spPr>
          <a:xfrm>
            <a:off x="8498446" y="903821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3</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5" name="모서리가 둥근 직사각형 184"/>
          <p:cNvSpPr/>
          <p:nvPr/>
        </p:nvSpPr>
        <p:spPr>
          <a:xfrm>
            <a:off x="3216024" y="951158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58" name="그룹 157"/>
          <p:cNvGrpSpPr/>
          <p:nvPr/>
        </p:nvGrpSpPr>
        <p:grpSpPr>
          <a:xfrm>
            <a:off x="2235627" y="5291974"/>
            <a:ext cx="6170401" cy="3681642"/>
            <a:chOff x="1100571" y="3168288"/>
            <a:chExt cx="6170401" cy="3681642"/>
          </a:xfrm>
        </p:grpSpPr>
        <p:sp>
          <p:nvSpPr>
            <p:cNvPr id="159" name="직사각형 158"/>
            <p:cNvSpPr/>
            <p:nvPr/>
          </p:nvSpPr>
          <p:spPr>
            <a:xfrm>
              <a:off x="1100571" y="3176974"/>
              <a:ext cx="6170400" cy="367295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60" name="직사각형 159"/>
            <p:cNvSpPr/>
            <p:nvPr/>
          </p:nvSpPr>
          <p:spPr>
            <a:xfrm>
              <a:off x="1100572" y="3168288"/>
              <a:ext cx="61704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61" name="직사각형 160"/>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피드백</a:t>
              </a:r>
              <a:endParaRPr lang="ko-KR" altLang="en-US" sz="800" b="1" dirty="0">
                <a:solidFill>
                  <a:schemeClr val="bg1"/>
                </a:solidFill>
                <a:latin typeface="+mn-ea"/>
                <a:ea typeface="+mn-ea"/>
              </a:endParaRPr>
            </a:p>
          </p:txBody>
        </p:sp>
        <p:sp>
          <p:nvSpPr>
            <p:cNvPr id="162" name="직사각형 161"/>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63" name="모서리가 둥근 직사각형 162"/>
          <p:cNvSpPr/>
          <p:nvPr/>
        </p:nvSpPr>
        <p:spPr>
          <a:xfrm>
            <a:off x="4845088" y="8628789"/>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4" name="그룹 163"/>
          <p:cNvGrpSpPr/>
          <p:nvPr/>
        </p:nvGrpSpPr>
        <p:grpSpPr>
          <a:xfrm>
            <a:off x="2216696" y="5563631"/>
            <a:ext cx="6249838" cy="304407"/>
            <a:chOff x="2288704" y="6797001"/>
            <a:chExt cx="6249838" cy="304407"/>
          </a:xfrm>
        </p:grpSpPr>
        <p:sp>
          <p:nvSpPr>
            <p:cNvPr id="165" name="직사각형 164"/>
            <p:cNvSpPr/>
            <p:nvPr/>
          </p:nvSpPr>
          <p:spPr>
            <a:xfrm>
              <a:off x="2288704" y="6853163"/>
              <a:ext cx="1439818" cy="246221"/>
            </a:xfrm>
            <a:prstGeom prst="rect">
              <a:avLst/>
            </a:prstGeom>
          </p:spPr>
          <p:txBody>
            <a:bodyPr wrap="none">
              <a:spAutoFit/>
            </a:bodyPr>
            <a:lstStyle/>
            <a:p>
              <a:r>
                <a:rPr lang="ko-KR" altLang="en-US" sz="1000" b="1" dirty="0" smtClean="0">
                  <a:solidFill>
                    <a:schemeClr val="tx1">
                      <a:lumMod val="75000"/>
                      <a:lumOff val="25000"/>
                    </a:schemeClr>
                  </a:solidFill>
                  <a:latin typeface="+mn-ea"/>
                  <a:ea typeface="+mn-ea"/>
                </a:rPr>
                <a:t>일한 번역연습</a:t>
              </a:r>
              <a:r>
                <a:rPr lang="en-US" altLang="ko-KR" sz="1000" b="1" dirty="0" smtClean="0">
                  <a:solidFill>
                    <a:schemeClr val="tx1">
                      <a:lumMod val="75000"/>
                      <a:lumOff val="25000"/>
                    </a:schemeClr>
                  </a:solidFill>
                  <a:latin typeface="+mn-ea"/>
                  <a:ea typeface="+mn-ea"/>
                </a:rPr>
                <a:t>01 1</a:t>
              </a:r>
              <a:r>
                <a:rPr lang="ko-KR" altLang="en-US" sz="1000" b="1" dirty="0" smtClean="0">
                  <a:solidFill>
                    <a:schemeClr val="tx1">
                      <a:lumMod val="75000"/>
                      <a:lumOff val="25000"/>
                    </a:schemeClr>
                  </a:solidFill>
                  <a:latin typeface="+mn-ea"/>
                  <a:ea typeface="+mn-ea"/>
                </a:rPr>
                <a:t>반</a:t>
              </a:r>
              <a:endParaRPr lang="ko-KR" altLang="en-US" sz="1000" dirty="0">
                <a:latin typeface="+mn-ea"/>
                <a:ea typeface="+mn-ea"/>
              </a:endParaRPr>
            </a:p>
          </p:txBody>
        </p:sp>
        <p:grpSp>
          <p:nvGrpSpPr>
            <p:cNvPr id="166" name="그룹 165"/>
            <p:cNvGrpSpPr/>
            <p:nvPr/>
          </p:nvGrpSpPr>
          <p:grpSpPr>
            <a:xfrm>
              <a:off x="6607370" y="6797001"/>
              <a:ext cx="1931172" cy="304407"/>
              <a:chOff x="5407617" y="2286397"/>
              <a:chExt cx="1931172" cy="304407"/>
            </a:xfrm>
          </p:grpSpPr>
          <p:sp>
            <p:nvSpPr>
              <p:cNvPr id="167" name="직사각형 166"/>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168" name="직사각형 167"/>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grpSp>
      <p:grpSp>
        <p:nvGrpSpPr>
          <p:cNvPr id="169" name="그룹 168"/>
          <p:cNvGrpSpPr/>
          <p:nvPr/>
        </p:nvGrpSpPr>
        <p:grpSpPr>
          <a:xfrm>
            <a:off x="2226222" y="5877272"/>
            <a:ext cx="6093761" cy="1061425"/>
            <a:chOff x="2298230" y="7158203"/>
            <a:chExt cx="6093761" cy="1061425"/>
          </a:xfrm>
        </p:grpSpPr>
        <p:sp>
          <p:nvSpPr>
            <p:cNvPr id="170" name="TextBox 169"/>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72" name="직사각형 171"/>
            <p:cNvSpPr/>
            <p:nvPr/>
          </p:nvSpPr>
          <p:spPr>
            <a:xfrm>
              <a:off x="2387191" y="7388631"/>
              <a:ext cx="6004800" cy="830997"/>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75" name="직사각형 174"/>
            <p:cNvSpPr/>
            <p:nvPr/>
          </p:nvSpPr>
          <p:spPr>
            <a:xfrm>
              <a:off x="2506824" y="7453919"/>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nvGrpSpPr>
            <p:cNvPr id="176" name="그룹 175"/>
            <p:cNvGrpSpPr/>
            <p:nvPr/>
          </p:nvGrpSpPr>
          <p:grpSpPr>
            <a:xfrm>
              <a:off x="2523778" y="7977358"/>
              <a:ext cx="1800000" cy="180000"/>
              <a:chOff x="1388604" y="4041068"/>
              <a:chExt cx="1800000" cy="180000"/>
            </a:xfrm>
          </p:grpSpPr>
          <p:sp>
            <p:nvSpPr>
              <p:cNvPr id="177" name="직사각형 176"/>
              <p:cNvSpPr/>
              <p:nvPr/>
            </p:nvSpPr>
            <p:spPr>
              <a:xfrm>
                <a:off x="1388604" y="4041068"/>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178"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15896" y="4069062"/>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179" name="그룹 178"/>
          <p:cNvGrpSpPr/>
          <p:nvPr/>
        </p:nvGrpSpPr>
        <p:grpSpPr>
          <a:xfrm>
            <a:off x="2226221" y="7010705"/>
            <a:ext cx="6093761" cy="876759"/>
            <a:chOff x="2298230" y="7158203"/>
            <a:chExt cx="6093761" cy="876759"/>
          </a:xfrm>
        </p:grpSpPr>
        <p:sp>
          <p:nvSpPr>
            <p:cNvPr id="180" name="TextBox 179"/>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2026.05.06 13:35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1" name="직사각형 180"/>
            <p:cNvSpPr/>
            <p:nvPr/>
          </p:nvSpPr>
          <p:spPr>
            <a:xfrm>
              <a:off x="2387191" y="7388631"/>
              <a:ext cx="6004800" cy="64633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2" name="직사각형 181"/>
            <p:cNvSpPr/>
            <p:nvPr/>
          </p:nvSpPr>
          <p:spPr>
            <a:xfrm>
              <a:off x="2506824" y="7482494"/>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grpSp>
        <p:nvGrpSpPr>
          <p:cNvPr id="183" name="그룹 182"/>
          <p:cNvGrpSpPr/>
          <p:nvPr/>
        </p:nvGrpSpPr>
        <p:grpSpPr>
          <a:xfrm>
            <a:off x="2226221" y="7946454"/>
            <a:ext cx="6093761" cy="483639"/>
            <a:chOff x="2298230" y="7158203"/>
            <a:chExt cx="6093761" cy="483639"/>
          </a:xfrm>
        </p:grpSpPr>
        <p:sp>
          <p:nvSpPr>
            <p:cNvPr id="184" name="TextBox 183"/>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90" name="직사각형 189"/>
            <p:cNvSpPr/>
            <p:nvPr/>
          </p:nvSpPr>
          <p:spPr>
            <a:xfrm>
              <a:off x="2387191" y="7388631"/>
              <a:ext cx="6004800" cy="25321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191" name="그룹 190"/>
            <p:cNvGrpSpPr/>
            <p:nvPr/>
          </p:nvGrpSpPr>
          <p:grpSpPr>
            <a:xfrm>
              <a:off x="2523778" y="7437065"/>
              <a:ext cx="1800000" cy="180000"/>
              <a:chOff x="1388604" y="3500775"/>
              <a:chExt cx="1800000" cy="180000"/>
            </a:xfrm>
          </p:grpSpPr>
          <p:sp>
            <p:nvSpPr>
              <p:cNvPr id="193" name="직사각형 192"/>
              <p:cNvSpPr/>
              <p:nvPr/>
            </p:nvSpPr>
            <p:spPr>
              <a:xfrm>
                <a:off x="1388604" y="3500775"/>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19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15896" y="3528769"/>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204" name="그룹 203"/>
          <p:cNvGrpSpPr/>
          <p:nvPr/>
        </p:nvGrpSpPr>
        <p:grpSpPr>
          <a:xfrm>
            <a:off x="8661609" y="8855094"/>
            <a:ext cx="234360" cy="200055"/>
            <a:chOff x="1152270" y="11706839"/>
            <a:chExt cx="234360" cy="200055"/>
          </a:xfrm>
        </p:grpSpPr>
        <p:sp>
          <p:nvSpPr>
            <p:cNvPr id="205" name="모서리가 둥근 직사각형 2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6" name="직사각형 20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208" name="꺾인 연결선 207"/>
          <p:cNvCxnSpPr>
            <a:stCxn id="174" idx="0"/>
            <a:endCxn id="159" idx="3"/>
          </p:cNvCxnSpPr>
          <p:nvPr/>
        </p:nvCxnSpPr>
        <p:spPr>
          <a:xfrm rot="16200000" flipV="1">
            <a:off x="7726699" y="7816467"/>
            <a:ext cx="1901077" cy="542419"/>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86" name="그룹 185"/>
          <p:cNvGrpSpPr/>
          <p:nvPr/>
        </p:nvGrpSpPr>
        <p:grpSpPr>
          <a:xfrm>
            <a:off x="579562" y="2166658"/>
            <a:ext cx="1386586" cy="5317057"/>
            <a:chOff x="579562" y="2166658"/>
            <a:chExt cx="1386586" cy="5317057"/>
          </a:xfrm>
        </p:grpSpPr>
        <p:grpSp>
          <p:nvGrpSpPr>
            <p:cNvPr id="187" name="그룹 186"/>
            <p:cNvGrpSpPr/>
            <p:nvPr/>
          </p:nvGrpSpPr>
          <p:grpSpPr>
            <a:xfrm>
              <a:off x="629956" y="3318264"/>
              <a:ext cx="1332000" cy="180000"/>
              <a:chOff x="666428" y="3785432"/>
              <a:chExt cx="1332000" cy="180000"/>
            </a:xfrm>
          </p:grpSpPr>
          <p:sp>
            <p:nvSpPr>
              <p:cNvPr id="369" name="모서리가 둥근 직사각형 36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29956" y="3568824"/>
              <a:ext cx="1332000" cy="180000"/>
              <a:chOff x="666428" y="4310612"/>
              <a:chExt cx="1332000" cy="180000"/>
            </a:xfrm>
          </p:grpSpPr>
          <p:sp>
            <p:nvSpPr>
              <p:cNvPr id="367" name="모서리가 둥근 직사각형 36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6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29955" y="3042501"/>
              <a:ext cx="1332000" cy="180000"/>
              <a:chOff x="666427" y="3266516"/>
              <a:chExt cx="1332000" cy="180000"/>
            </a:xfrm>
          </p:grpSpPr>
          <p:sp>
            <p:nvSpPr>
              <p:cNvPr id="364" name="모서리가 둥근 직사각형 36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6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29956" y="3854780"/>
              <a:ext cx="1332000" cy="180000"/>
              <a:chOff x="666428" y="4570824"/>
              <a:chExt cx="1332000" cy="180000"/>
            </a:xfrm>
          </p:grpSpPr>
          <p:sp>
            <p:nvSpPr>
              <p:cNvPr id="362" name="모서리가 둥근 직사각형 36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6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29956" y="5316875"/>
              <a:ext cx="1332000" cy="180000"/>
              <a:chOff x="666428" y="5096004"/>
              <a:chExt cx="1332000" cy="180000"/>
            </a:xfrm>
          </p:grpSpPr>
          <p:sp>
            <p:nvSpPr>
              <p:cNvPr id="347" name="모서리가 둥근 직사각형 34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54"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4148" y="5634789"/>
              <a:ext cx="1332000" cy="180000"/>
              <a:chOff x="666428" y="3785432"/>
              <a:chExt cx="1332000" cy="180000"/>
            </a:xfrm>
          </p:grpSpPr>
          <p:sp>
            <p:nvSpPr>
              <p:cNvPr id="345" name="모서리가 둥근 직사각형 34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1150" y="4135825"/>
              <a:ext cx="1332000" cy="180000"/>
              <a:chOff x="666428" y="4570824"/>
              <a:chExt cx="1332000" cy="180000"/>
            </a:xfrm>
          </p:grpSpPr>
          <p:sp>
            <p:nvSpPr>
              <p:cNvPr id="327" name="모서리가 둥근 직사각형 32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4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29956" y="4423395"/>
              <a:ext cx="1332000" cy="180000"/>
              <a:chOff x="666428" y="4310612"/>
              <a:chExt cx="1332000" cy="180000"/>
            </a:xfrm>
          </p:grpSpPr>
          <p:sp>
            <p:nvSpPr>
              <p:cNvPr id="304" name="모서리가 둥근 직사각형 3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2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6" name="TextBox 21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17" name="그룹 216"/>
            <p:cNvGrpSpPr/>
            <p:nvPr/>
          </p:nvGrpSpPr>
          <p:grpSpPr>
            <a:xfrm>
              <a:off x="632520" y="4723068"/>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퀴즈</a:t>
                </a:r>
                <a:endParaRPr kumimoji="1" lang="ko-KR" altLang="en-US" sz="800" dirty="0">
                  <a:solidFill>
                    <a:schemeClr val="tx1">
                      <a:lumMod val="75000"/>
                      <a:lumOff val="25000"/>
                    </a:schemeClr>
                  </a:solidFill>
                  <a:latin typeface="+mn-ea"/>
                  <a:ea typeface="+mn-ea"/>
                  <a:cs typeface="Calibri" pitchFamily="34" charset="0"/>
                </a:endParaRPr>
              </a:p>
            </p:txBody>
          </p:sp>
          <p:pic>
            <p:nvPicPr>
              <p:cNvPr id="30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2520" y="2752353"/>
              <a:ext cx="1332000" cy="180000"/>
              <a:chOff x="666427" y="3266516"/>
              <a:chExt cx="1332000" cy="180000"/>
            </a:xfrm>
          </p:grpSpPr>
          <p:sp>
            <p:nvSpPr>
              <p:cNvPr id="259" name="모서리가 둥근 직사각형 25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6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32520" y="5005767"/>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32520" y="6227787"/>
              <a:ext cx="1332000" cy="180000"/>
              <a:chOff x="666428" y="3785432"/>
              <a:chExt cx="1332000" cy="180000"/>
            </a:xfrm>
          </p:grpSpPr>
          <p:sp>
            <p:nvSpPr>
              <p:cNvPr id="255" name="모서리가 둥근 직사각형 25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2520" y="6487872"/>
              <a:ext cx="1332000" cy="180000"/>
              <a:chOff x="666428" y="4310612"/>
              <a:chExt cx="1332000" cy="180000"/>
            </a:xfrm>
          </p:grpSpPr>
          <p:sp>
            <p:nvSpPr>
              <p:cNvPr id="241" name="모서리가 둥근 직사각형 24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5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2520" y="6773828"/>
              <a:ext cx="1332000" cy="180000"/>
              <a:chOff x="666428" y="4570824"/>
              <a:chExt cx="1332000" cy="180000"/>
            </a:xfrm>
          </p:grpSpPr>
          <p:sp>
            <p:nvSpPr>
              <p:cNvPr id="239" name="모서리가 둥근 직사각형 23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40"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2520" y="7053155"/>
              <a:ext cx="1332000" cy="180000"/>
              <a:chOff x="666428" y="3785432"/>
              <a:chExt cx="1332000" cy="180000"/>
            </a:xfrm>
          </p:grpSpPr>
          <p:sp>
            <p:nvSpPr>
              <p:cNvPr id="233" name="모서리가 둥근 직사각형 23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7303715"/>
              <a:ext cx="1332000" cy="180000"/>
              <a:chOff x="666428" y="4310612"/>
              <a:chExt cx="1332000" cy="180000"/>
            </a:xfrm>
          </p:grpSpPr>
          <p:sp>
            <p:nvSpPr>
              <p:cNvPr id="231" name="모서리가 둥근 직사각형 2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22995" y="5922821"/>
              <a:ext cx="1332000" cy="180000"/>
              <a:chOff x="666427" y="3266516"/>
              <a:chExt cx="1332000" cy="180000"/>
            </a:xfrm>
          </p:grpSpPr>
          <p:sp>
            <p:nvSpPr>
              <p:cNvPr id="227" name="모서리가 둥근 직사각형 22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28"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511396074"/>
      </p:ext>
    </p:extLst>
  </p:cSld>
  <p:clrMapOvr>
    <a:masterClrMapping/>
  </p:clrMapOvr>
  <p:transition>
    <p:wipe dir="r"/>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설문</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365776037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리스트형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4097230311"/>
              </p:ext>
            </p:extLst>
          </p:nvPr>
        </p:nvGraphicFramePr>
        <p:xfrm>
          <a:off x="9499029" y="1484784"/>
          <a:ext cx="1404156" cy="54776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 참여 후 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 참여 전 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3325413255"/>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설문명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3151204231"/>
              </p:ext>
            </p:extLst>
          </p:nvPr>
        </p:nvGraphicFramePr>
        <p:xfrm>
          <a:off x="1975898" y="4120856"/>
          <a:ext cx="7484564" cy="1642702"/>
        </p:xfrm>
        <a:graphic>
          <a:graphicData uri="http://schemas.openxmlformats.org/drawingml/2006/table">
            <a:tbl>
              <a:tblPr/>
              <a:tblGrid>
                <a:gridCol w="252112">
                  <a:extLst>
                    <a:ext uri="{9D8B030D-6E8A-4147-A177-3AD203B41FA5}">
                      <a16:colId xmlns:a16="http://schemas.microsoft.com/office/drawing/2014/main" xmlns="" val="20001"/>
                    </a:ext>
                  </a:extLst>
                </a:gridCol>
                <a:gridCol w="734091"/>
                <a:gridCol w="1564768"/>
                <a:gridCol w="1832741"/>
                <a:gridCol w="526369"/>
                <a:gridCol w="526369"/>
                <a:gridCol w="517885"/>
                <a:gridCol w="526369"/>
                <a:gridCol w="415698"/>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퀴즈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설문기간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설문</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전체설문전체설문</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설문 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설문팀설문</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전체설문전체설문</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전체설문전체설문</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FF0000"/>
                          </a:solidFill>
                          <a:latin typeface="+mn-ea"/>
                          <a:ea typeface="+mn-ea"/>
                          <a:cs typeface="+mn-cs"/>
                        </a:rPr>
                        <a:t>재미응시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전체설문전체설문</a:t>
                      </a:r>
                      <a:r>
                        <a:rPr lang="en-US" altLang="ko-KR" sz="800" b="0" kern="1200" dirty="0" smtClean="0">
                          <a:solidFill>
                            <a:srgbClr val="0070C0"/>
                          </a:solidFill>
                          <a:latin typeface="+mn-ea"/>
                          <a:ea typeface="+mn-ea"/>
                          <a:cs typeface="+mn-cs"/>
                        </a:rPr>
                        <a:t>04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rgbClr val="0070C0"/>
                          </a:solidFill>
                          <a:latin typeface="+mn-ea"/>
                          <a:ea typeface="+mn-ea"/>
                          <a:cs typeface="+mn-cs"/>
                        </a:rPr>
                        <a:t>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설문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전체설문전체설문</a:t>
                      </a:r>
                      <a:r>
                        <a:rPr lang="en-US" altLang="ko-KR" sz="800" b="0" kern="1200" dirty="0" smtClean="0">
                          <a:solidFill>
                            <a:srgbClr val="0070C0"/>
                          </a:solidFill>
                          <a:latin typeface="+mn-ea"/>
                          <a:ea typeface="+mn-ea"/>
                          <a:cs typeface="+mn-cs"/>
                        </a:rPr>
                        <a:t>05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858222"/>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87" name="그룹 186"/>
          <p:cNvGrpSpPr/>
          <p:nvPr/>
        </p:nvGrpSpPr>
        <p:grpSpPr>
          <a:xfrm>
            <a:off x="2947015" y="4197595"/>
            <a:ext cx="234360" cy="200055"/>
            <a:chOff x="1152270" y="11706839"/>
            <a:chExt cx="234360" cy="200055"/>
          </a:xfrm>
        </p:grpSpPr>
        <p:sp>
          <p:nvSpPr>
            <p:cNvPr id="188" name="모서리가 둥근 직사각형 1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9" name="직사각형 1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9" name="그룹 208"/>
          <p:cNvGrpSpPr/>
          <p:nvPr/>
        </p:nvGrpSpPr>
        <p:grpSpPr>
          <a:xfrm>
            <a:off x="8535064" y="3654549"/>
            <a:ext cx="234360" cy="200055"/>
            <a:chOff x="1152270"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2" name="그룹 211"/>
          <p:cNvGrpSpPr/>
          <p:nvPr/>
        </p:nvGrpSpPr>
        <p:grpSpPr>
          <a:xfrm>
            <a:off x="8741563" y="3654549"/>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27" name="그룹 326"/>
          <p:cNvGrpSpPr/>
          <p:nvPr/>
        </p:nvGrpSpPr>
        <p:grpSpPr>
          <a:xfrm>
            <a:off x="7939236" y="4330279"/>
            <a:ext cx="234360" cy="200055"/>
            <a:chOff x="1152270" y="11706839"/>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68" name="그룹 367"/>
          <p:cNvGrpSpPr/>
          <p:nvPr/>
        </p:nvGrpSpPr>
        <p:grpSpPr>
          <a:xfrm>
            <a:off x="8650505" y="4571603"/>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설문참여</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설문결과</a:t>
            </a:r>
            <a:endParaRPr lang="ko-KR" altLang="en-US" sz="800" kern="0" dirty="0">
              <a:solidFill>
                <a:schemeClr val="tx1">
                  <a:lumMod val="75000"/>
                  <a:lumOff val="25000"/>
                </a:schemeClr>
              </a:solidFill>
              <a:latin typeface="+mn-ea"/>
              <a:ea typeface="+mn-ea"/>
            </a:endParaRPr>
          </a:p>
        </p:txBody>
      </p:sp>
      <p:sp>
        <p:nvSpPr>
          <p:cNvPr id="192" name="Rectangle 122"/>
          <p:cNvSpPr>
            <a:spLocks noChangeArrowheads="1"/>
          </p:cNvSpPr>
          <p:nvPr/>
        </p:nvSpPr>
        <p:spPr bwMode="auto">
          <a:xfrm>
            <a:off x="8896426" y="50856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설문결과</a:t>
            </a:r>
            <a:endParaRPr lang="ko-KR" altLang="en-US" sz="800" kern="0" dirty="0">
              <a:solidFill>
                <a:schemeClr val="tx1">
                  <a:lumMod val="75000"/>
                  <a:lumOff val="25000"/>
                </a:schemeClr>
              </a:solidFill>
              <a:latin typeface="+mn-ea"/>
              <a:ea typeface="+mn-ea"/>
            </a:endParaRPr>
          </a:p>
        </p:txBody>
      </p:sp>
      <p:sp>
        <p:nvSpPr>
          <p:cNvPr id="193" name="Rectangle 122"/>
          <p:cNvSpPr>
            <a:spLocks noChangeArrowheads="1"/>
          </p:cNvSpPr>
          <p:nvPr/>
        </p:nvSpPr>
        <p:spPr bwMode="auto">
          <a:xfrm>
            <a:off x="8894510" y="53202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설문결</a:t>
            </a:r>
            <a:r>
              <a:rPr lang="ko-KR" altLang="en-US" sz="800" kern="0" dirty="0">
                <a:solidFill>
                  <a:schemeClr val="tx1">
                    <a:lumMod val="75000"/>
                    <a:lumOff val="25000"/>
                  </a:schemeClr>
                </a:solidFill>
                <a:latin typeface="+mn-ea"/>
                <a:ea typeface="+mn-ea"/>
              </a:rPr>
              <a:t>과</a:t>
            </a:r>
          </a:p>
        </p:txBody>
      </p:sp>
      <p:sp>
        <p:nvSpPr>
          <p:cNvPr id="194" name="Rectangle 122"/>
          <p:cNvSpPr>
            <a:spLocks noChangeArrowheads="1"/>
          </p:cNvSpPr>
          <p:nvPr/>
        </p:nvSpPr>
        <p:spPr bwMode="auto">
          <a:xfrm>
            <a:off x="8896546" y="5565331"/>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설문결과</a:t>
            </a:r>
            <a:endParaRPr lang="ko-KR" altLang="en-US" sz="800" kern="0" dirty="0">
              <a:solidFill>
                <a:schemeClr val="tx1">
                  <a:lumMod val="75000"/>
                  <a:lumOff val="25000"/>
                </a:schemeClr>
              </a:solidFill>
              <a:latin typeface="+mn-ea"/>
              <a:ea typeface="+mn-ea"/>
            </a:endParaRPr>
          </a:p>
        </p:txBody>
      </p:sp>
      <p:sp>
        <p:nvSpPr>
          <p:cNvPr id="195" name="사각형 설명선 194"/>
          <p:cNvSpPr/>
          <p:nvPr/>
        </p:nvSpPr>
        <p:spPr>
          <a:xfrm>
            <a:off x="7161148" y="6165304"/>
            <a:ext cx="3120444" cy="648072"/>
          </a:xfrm>
          <a:prstGeom prst="wedgeRectCallout">
            <a:avLst>
              <a:gd name="adj1" fmla="val 12744"/>
              <a:gd name="adj2" fmla="val -122688"/>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smtClean="0">
                <a:solidFill>
                  <a:schemeClr val="tx1">
                    <a:lumMod val="75000"/>
                    <a:lumOff val="25000"/>
                  </a:schemeClr>
                </a:solidFill>
                <a:latin typeface="+mn-ea"/>
              </a:rPr>
              <a:t>설문 마감 </a:t>
            </a:r>
            <a:r>
              <a:rPr lang="ko-KR" altLang="en-US" sz="800" dirty="0">
                <a:solidFill>
                  <a:schemeClr val="tx1">
                    <a:lumMod val="75000"/>
                    <a:lumOff val="25000"/>
                  </a:schemeClr>
                </a:solidFill>
                <a:latin typeface="+mn-ea"/>
              </a:rPr>
              <a:t>후 버튼 표시</a:t>
            </a:r>
          </a:p>
          <a:p>
            <a:pPr>
              <a:lnSpc>
                <a:spcPct val="150000"/>
              </a:lnSpc>
            </a:pPr>
            <a:r>
              <a:rPr lang="ko-KR" altLang="en-US" sz="800" dirty="0">
                <a:solidFill>
                  <a:schemeClr val="tx1">
                    <a:lumMod val="75000"/>
                    <a:lumOff val="25000"/>
                  </a:schemeClr>
                </a:solidFill>
                <a:latin typeface="+mn-ea"/>
              </a:rPr>
              <a:t>단</a:t>
            </a:r>
            <a:r>
              <a:rPr lang="en-US" altLang="ko-KR" sz="800" dirty="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설문 </a:t>
            </a:r>
            <a:r>
              <a:rPr lang="ko-KR" altLang="en-US" sz="800" dirty="0" err="1">
                <a:solidFill>
                  <a:schemeClr val="tx1">
                    <a:lumMod val="75000"/>
                    <a:lumOff val="25000"/>
                  </a:schemeClr>
                </a:solidFill>
                <a:latin typeface="+mn-ea"/>
              </a:rPr>
              <a:t>종료일시</a:t>
            </a:r>
            <a:r>
              <a:rPr lang="ko-KR" altLang="en-US" sz="800" dirty="0">
                <a:solidFill>
                  <a:schemeClr val="tx1">
                    <a:lumMod val="75000"/>
                    <a:lumOff val="25000"/>
                  </a:schemeClr>
                </a:solidFill>
                <a:latin typeface="+mn-ea"/>
              </a:rPr>
              <a:t> 전이거나 성적공개 </a:t>
            </a:r>
            <a:r>
              <a:rPr lang="en-US" altLang="ko-KR" sz="800" dirty="0">
                <a:solidFill>
                  <a:schemeClr val="tx1">
                    <a:lumMod val="75000"/>
                    <a:lumOff val="25000"/>
                  </a:schemeClr>
                </a:solidFill>
                <a:latin typeface="+mn-ea"/>
              </a:rPr>
              <a:t>off</a:t>
            </a:r>
            <a:r>
              <a:rPr lang="ko-KR" altLang="en-US" sz="800" dirty="0">
                <a:solidFill>
                  <a:schemeClr val="tx1">
                    <a:lumMod val="75000"/>
                    <a:lumOff val="25000"/>
                  </a:schemeClr>
                </a:solidFill>
                <a:latin typeface="+mn-ea"/>
              </a:rPr>
              <a:t>이면 </a:t>
            </a:r>
            <a:r>
              <a:rPr lang="en-US" altLang="ko-KR" sz="800" dirty="0">
                <a:solidFill>
                  <a:schemeClr val="tx1">
                    <a:lumMod val="75000"/>
                    <a:lumOff val="25000"/>
                  </a:schemeClr>
                </a:solidFill>
                <a:latin typeface="+mn-ea"/>
              </a:rPr>
              <a:t>alert </a:t>
            </a:r>
            <a:r>
              <a:rPr lang="ko-KR" altLang="en-US" sz="800" dirty="0">
                <a:solidFill>
                  <a:schemeClr val="tx1">
                    <a:lumMod val="75000"/>
                    <a:lumOff val="25000"/>
                  </a:schemeClr>
                </a:solidFill>
                <a:latin typeface="+mn-ea"/>
              </a:rPr>
              <a:t>띄움</a:t>
            </a:r>
          </a:p>
          <a:p>
            <a:pPr>
              <a:lnSpc>
                <a:spcPct val="150000"/>
              </a:lnSpc>
            </a:pP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설문 진행 중이거나 </a:t>
            </a:r>
            <a:r>
              <a:rPr lang="ko-KR" altLang="en-US" sz="800" dirty="0">
                <a:solidFill>
                  <a:schemeClr val="tx1">
                    <a:lumMod val="75000"/>
                    <a:lumOff val="25000"/>
                  </a:schemeClr>
                </a:solidFill>
                <a:latin typeface="+mn-ea"/>
              </a:rPr>
              <a:t>성적공개 전입니다</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추후에 확인해 주세요</a:t>
            </a:r>
            <a:r>
              <a:rPr lang="en-US" altLang="ko-KR" sz="800" dirty="0">
                <a:solidFill>
                  <a:schemeClr val="tx1">
                    <a:lumMod val="75000"/>
                    <a:lumOff val="25000"/>
                  </a:schemeClr>
                </a:solidFill>
                <a:latin typeface="+mn-ea"/>
              </a:rPr>
              <a:t>" </a:t>
            </a:r>
            <a:endParaRPr lang="ko-KR" altLang="en-US" sz="800" dirty="0">
              <a:solidFill>
                <a:schemeClr val="tx1">
                  <a:lumMod val="75000"/>
                  <a:lumOff val="25000"/>
                </a:schemeClr>
              </a:solidFill>
              <a:latin typeface="+mn-ea"/>
            </a:endParaRPr>
          </a:p>
        </p:txBody>
      </p:sp>
      <p:grpSp>
        <p:nvGrpSpPr>
          <p:cNvPr id="197" name="그룹 196"/>
          <p:cNvGrpSpPr/>
          <p:nvPr/>
        </p:nvGrpSpPr>
        <p:grpSpPr>
          <a:xfrm>
            <a:off x="9370585" y="4556745"/>
            <a:ext cx="234360" cy="200055"/>
            <a:chOff x="1152270" y="11706839"/>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200" name="그룹 199"/>
          <p:cNvGrpSpPr/>
          <p:nvPr/>
        </p:nvGrpSpPr>
        <p:grpSpPr>
          <a:xfrm>
            <a:off x="9383588" y="4803596"/>
            <a:ext cx="234360" cy="200055"/>
            <a:chOff x="1152270" y="11706839"/>
            <a:chExt cx="234360" cy="200055"/>
          </a:xfrm>
        </p:grpSpPr>
        <p:sp>
          <p:nvSpPr>
            <p:cNvPr id="201" name="모서리가 둥근 직사각형 2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3" name="직사각형 20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sp>
        <p:nvSpPr>
          <p:cNvPr id="204" name="Rectangle 122"/>
          <p:cNvSpPr>
            <a:spLocks noChangeArrowheads="1"/>
          </p:cNvSpPr>
          <p:nvPr/>
        </p:nvSpPr>
        <p:spPr bwMode="auto">
          <a:xfrm>
            <a:off x="890014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설문수정</a:t>
            </a:r>
            <a:endParaRPr lang="ko-KR" altLang="en-US" sz="800" kern="0" dirty="0">
              <a:solidFill>
                <a:schemeClr val="tx1">
                  <a:lumMod val="75000"/>
                  <a:lumOff val="25000"/>
                </a:schemeClr>
              </a:solidFill>
              <a:latin typeface="+mn-ea"/>
              <a:ea typeface="+mn-ea"/>
            </a:endParaRPr>
          </a:p>
        </p:txBody>
      </p:sp>
      <p:grpSp>
        <p:nvGrpSpPr>
          <p:cNvPr id="205" name="그룹 204"/>
          <p:cNvGrpSpPr/>
          <p:nvPr/>
        </p:nvGrpSpPr>
        <p:grpSpPr>
          <a:xfrm>
            <a:off x="9380110" y="4302621"/>
            <a:ext cx="234360" cy="200055"/>
            <a:chOff x="1152270" y="11706839"/>
            <a:chExt cx="234360" cy="200055"/>
          </a:xfrm>
        </p:grpSpPr>
        <p:sp>
          <p:nvSpPr>
            <p:cNvPr id="206" name="모서리가 둥근 직사각형 20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7" name="직사각형 20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208" name="사각형 설명선 207"/>
          <p:cNvSpPr/>
          <p:nvPr/>
        </p:nvSpPr>
        <p:spPr bwMode="auto">
          <a:xfrm>
            <a:off x="4799459" y="6339420"/>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30379336"/>
      </p:ext>
    </p:extLst>
  </p:cSld>
  <p:clrMapOvr>
    <a:masterClrMapping/>
  </p:clrMapOvr>
  <p:transition>
    <p:wipe dir="r"/>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카드형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4252366814"/>
              </p:ext>
            </p:extLst>
          </p:nvPr>
        </p:nvGraphicFramePr>
        <p:xfrm>
          <a:off x="9499029" y="3191817"/>
          <a:ext cx="1404156" cy="58434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설문명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상세화면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설문참여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설문기간내인 경우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설문미참여</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설문기간내인 경우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설문기간 마감인 경우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74" name="Group 37"/>
          <p:cNvGraphicFramePr>
            <a:graphicFrameLocks noGrp="1"/>
          </p:cNvGraphicFramePr>
          <p:nvPr>
            <p:extLst>
              <p:ext uri="{D42A27DB-BD31-4B8C-83A1-F6EECF244321}">
                <p14:modId xmlns:p14="http://schemas.microsoft.com/office/powerpoint/2010/main" val="1824318987"/>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설문명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8" name="직사각형 207"/>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sp>
        <p:nvSpPr>
          <p:cNvPr id="215" name="직사각형 214"/>
          <p:cNvSpPr/>
          <p:nvPr/>
        </p:nvSpPr>
        <p:spPr>
          <a:xfrm>
            <a:off x="1968256" y="41109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16" name="직사각형 215"/>
          <p:cNvSpPr/>
          <p:nvPr/>
        </p:nvSpPr>
        <p:spPr>
          <a:xfrm>
            <a:off x="2037959" y="45431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8" name="모서리가 둥근 직사각형 217"/>
          <p:cNvSpPr/>
          <p:nvPr/>
        </p:nvSpPr>
        <p:spPr>
          <a:xfrm>
            <a:off x="2042520" y="4180555"/>
            <a:ext cx="540000" cy="144000"/>
          </a:xfrm>
          <a:prstGeom prst="roundRect">
            <a:avLst/>
          </a:prstGeom>
          <a:solidFill>
            <a:srgbClr val="C5C000"/>
          </a:solidFill>
          <a:ln w="3175">
            <a:solidFill>
              <a:srgbClr val="C5C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a:t>
            </a:r>
          </a:p>
        </p:txBody>
      </p:sp>
      <p:sp>
        <p:nvSpPr>
          <p:cNvPr id="219" name="직사각형 218"/>
          <p:cNvSpPr/>
          <p:nvPr/>
        </p:nvSpPr>
        <p:spPr>
          <a:xfrm>
            <a:off x="2047833" y="4327584"/>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전체설문전체설문</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20" name="직사각형 219"/>
          <p:cNvSpPr/>
          <p:nvPr/>
        </p:nvSpPr>
        <p:spPr>
          <a:xfrm>
            <a:off x="2044105" y="4778667"/>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평가점수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23" name="직사각형 222"/>
          <p:cNvSpPr/>
          <p:nvPr/>
        </p:nvSpPr>
        <p:spPr>
          <a:xfrm>
            <a:off x="5728546" y="411098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24" name="직사각형 223"/>
          <p:cNvSpPr/>
          <p:nvPr/>
        </p:nvSpPr>
        <p:spPr>
          <a:xfrm>
            <a:off x="5798249" y="454314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6" name="모서리가 둥근 직사각형 225"/>
          <p:cNvSpPr/>
          <p:nvPr/>
        </p:nvSpPr>
        <p:spPr>
          <a:xfrm>
            <a:off x="5802810" y="4180556"/>
            <a:ext cx="540000" cy="144000"/>
          </a:xfrm>
          <a:prstGeom prst="roundRect">
            <a:avLst/>
          </a:prstGeom>
          <a:solidFill>
            <a:srgbClr val="C5C000"/>
          </a:solidFill>
          <a:ln w="3175">
            <a:solidFill>
              <a:srgbClr val="C5C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a:t>
            </a:r>
          </a:p>
        </p:txBody>
      </p:sp>
      <p:sp>
        <p:nvSpPr>
          <p:cNvPr id="227" name="직사각형 226"/>
          <p:cNvSpPr/>
          <p:nvPr/>
        </p:nvSpPr>
        <p:spPr>
          <a:xfrm>
            <a:off x="5808123" y="4327585"/>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설문팀설문</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28" name="직사각형 227"/>
          <p:cNvSpPr/>
          <p:nvPr/>
        </p:nvSpPr>
        <p:spPr>
          <a:xfrm>
            <a:off x="5804395" y="4778668"/>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설문기간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1</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31" name="직사각형 230"/>
          <p:cNvSpPr/>
          <p:nvPr/>
        </p:nvSpPr>
        <p:spPr>
          <a:xfrm>
            <a:off x="1962572" y="6120606"/>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32" name="직사각형 231"/>
          <p:cNvSpPr/>
          <p:nvPr/>
        </p:nvSpPr>
        <p:spPr>
          <a:xfrm>
            <a:off x="2032275" y="6552773"/>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233"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80530" y="6200572"/>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4" name="모서리가 둥근 직사각형 233"/>
          <p:cNvSpPr/>
          <p:nvPr/>
        </p:nvSpPr>
        <p:spPr>
          <a:xfrm>
            <a:off x="2036836" y="6190182"/>
            <a:ext cx="540000" cy="144000"/>
          </a:xfrm>
          <a:prstGeom prst="roundRect">
            <a:avLst/>
          </a:prstGeom>
          <a:solidFill>
            <a:srgbClr val="C5C000"/>
          </a:solidFill>
          <a:ln w="3175">
            <a:solidFill>
              <a:srgbClr val="C5C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a:t>
            </a:r>
          </a:p>
        </p:txBody>
      </p:sp>
      <p:sp>
        <p:nvSpPr>
          <p:cNvPr id="239" name="직사각형 238"/>
          <p:cNvSpPr/>
          <p:nvPr/>
        </p:nvSpPr>
        <p:spPr>
          <a:xfrm>
            <a:off x="2042149" y="6337211"/>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전체설문전체설문</a:t>
            </a:r>
            <a:r>
              <a:rPr lang="en-US" altLang="ko-KR" sz="800" b="1" dirty="0" smtClean="0">
                <a:solidFill>
                  <a:schemeClr val="tx1">
                    <a:lumMod val="75000"/>
                    <a:lumOff val="25000"/>
                  </a:schemeClr>
                </a:solidFill>
                <a:latin typeface="+mn-ea"/>
                <a:ea typeface="+mn-ea"/>
              </a:rPr>
              <a:t>02</a:t>
            </a:r>
            <a:endParaRPr lang="ko-KR" altLang="en-US" sz="800" b="1" dirty="0">
              <a:solidFill>
                <a:schemeClr val="tx1">
                  <a:lumMod val="75000"/>
                  <a:lumOff val="25000"/>
                </a:schemeClr>
              </a:solidFill>
              <a:latin typeface="+mn-ea"/>
              <a:ea typeface="+mn-ea"/>
            </a:endParaRPr>
          </a:p>
        </p:txBody>
      </p:sp>
      <p:sp>
        <p:nvSpPr>
          <p:cNvPr id="240" name="직사각형 239"/>
          <p:cNvSpPr/>
          <p:nvPr/>
        </p:nvSpPr>
        <p:spPr>
          <a:xfrm>
            <a:off x="2038421" y="6788294"/>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54" name="직사각형 253"/>
          <p:cNvSpPr/>
          <p:nvPr/>
        </p:nvSpPr>
        <p:spPr>
          <a:xfrm>
            <a:off x="5722862" y="6120607"/>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55" name="직사각형 254"/>
          <p:cNvSpPr/>
          <p:nvPr/>
        </p:nvSpPr>
        <p:spPr>
          <a:xfrm>
            <a:off x="5792565" y="6552774"/>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57" name="모서리가 둥근 직사각형 256"/>
          <p:cNvSpPr/>
          <p:nvPr/>
        </p:nvSpPr>
        <p:spPr>
          <a:xfrm>
            <a:off x="5797126" y="6190183"/>
            <a:ext cx="540000" cy="144000"/>
          </a:xfrm>
          <a:prstGeom prst="roundRect">
            <a:avLst/>
          </a:prstGeom>
          <a:solidFill>
            <a:srgbClr val="C5C000"/>
          </a:solidFill>
          <a:ln w="3175">
            <a:solidFill>
              <a:srgbClr val="C5C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a:t>
            </a:r>
          </a:p>
        </p:txBody>
      </p:sp>
      <p:sp>
        <p:nvSpPr>
          <p:cNvPr id="258" name="직사각형 257"/>
          <p:cNvSpPr/>
          <p:nvPr/>
        </p:nvSpPr>
        <p:spPr>
          <a:xfrm>
            <a:off x="5802439" y="6337212"/>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전체설문전체설문</a:t>
            </a:r>
            <a:r>
              <a:rPr lang="en-US" altLang="ko-KR" sz="800" b="1" dirty="0" smtClean="0">
                <a:solidFill>
                  <a:schemeClr val="tx1">
                    <a:lumMod val="75000"/>
                    <a:lumOff val="25000"/>
                  </a:schemeClr>
                </a:solidFill>
                <a:latin typeface="+mn-ea"/>
                <a:ea typeface="+mn-ea"/>
              </a:rPr>
              <a:t>03</a:t>
            </a:r>
            <a:endParaRPr lang="ko-KR" altLang="en-US" sz="800" b="1" dirty="0">
              <a:solidFill>
                <a:schemeClr val="tx1">
                  <a:lumMod val="75000"/>
                  <a:lumOff val="25000"/>
                </a:schemeClr>
              </a:solidFill>
              <a:latin typeface="+mn-ea"/>
              <a:ea typeface="+mn-ea"/>
            </a:endParaRPr>
          </a:p>
        </p:txBody>
      </p:sp>
      <p:sp>
        <p:nvSpPr>
          <p:cNvPr id="259" name="직사각형 258"/>
          <p:cNvSpPr/>
          <p:nvPr/>
        </p:nvSpPr>
        <p:spPr>
          <a:xfrm>
            <a:off x="5798711" y="6788295"/>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설문기간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61" name="직사각형 260"/>
          <p:cNvSpPr/>
          <p:nvPr/>
        </p:nvSpPr>
        <p:spPr>
          <a:xfrm>
            <a:off x="1966764" y="813683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03" name="직사각형 302"/>
          <p:cNvSpPr/>
          <p:nvPr/>
        </p:nvSpPr>
        <p:spPr>
          <a:xfrm>
            <a:off x="2036467" y="856899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30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84722" y="8216796"/>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5" name="모서리가 둥근 직사각형 324"/>
          <p:cNvSpPr/>
          <p:nvPr/>
        </p:nvSpPr>
        <p:spPr>
          <a:xfrm>
            <a:off x="2041028" y="8206406"/>
            <a:ext cx="540000" cy="144000"/>
          </a:xfrm>
          <a:prstGeom prst="roundRect">
            <a:avLst/>
          </a:prstGeom>
          <a:solidFill>
            <a:srgbClr val="C5C000"/>
          </a:solidFill>
          <a:ln w="3175">
            <a:solidFill>
              <a:srgbClr val="C5C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a:t>
            </a:r>
          </a:p>
        </p:txBody>
      </p:sp>
      <p:sp>
        <p:nvSpPr>
          <p:cNvPr id="343" name="직사각형 342"/>
          <p:cNvSpPr/>
          <p:nvPr/>
        </p:nvSpPr>
        <p:spPr>
          <a:xfrm>
            <a:off x="2046341" y="8353435"/>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전체설문전체설문</a:t>
            </a:r>
            <a:r>
              <a:rPr lang="en-US" altLang="ko-KR" sz="800" b="1" dirty="0" smtClean="0">
                <a:solidFill>
                  <a:schemeClr val="tx1">
                    <a:lumMod val="75000"/>
                    <a:lumOff val="25000"/>
                  </a:schemeClr>
                </a:solidFill>
                <a:latin typeface="+mn-ea"/>
                <a:ea typeface="+mn-ea"/>
              </a:rPr>
              <a:t>04</a:t>
            </a:r>
            <a:endParaRPr lang="ko-KR" altLang="en-US" sz="800" b="1" dirty="0">
              <a:solidFill>
                <a:schemeClr val="tx1">
                  <a:lumMod val="75000"/>
                  <a:lumOff val="25000"/>
                </a:schemeClr>
              </a:solidFill>
              <a:latin typeface="+mn-ea"/>
              <a:ea typeface="+mn-ea"/>
            </a:endParaRPr>
          </a:p>
        </p:txBody>
      </p:sp>
      <p:sp>
        <p:nvSpPr>
          <p:cNvPr id="345" name="직사각형 344"/>
          <p:cNvSpPr/>
          <p:nvPr/>
        </p:nvSpPr>
        <p:spPr>
          <a:xfrm>
            <a:off x="2042613" y="8804518"/>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설문기간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47" name="직사각형 346"/>
          <p:cNvSpPr/>
          <p:nvPr/>
        </p:nvSpPr>
        <p:spPr>
          <a:xfrm>
            <a:off x="5727054" y="8136831"/>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54" name="직사각형 353"/>
          <p:cNvSpPr/>
          <p:nvPr/>
        </p:nvSpPr>
        <p:spPr>
          <a:xfrm>
            <a:off x="5796757" y="8568998"/>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363" name="모서리가 둥근 직사각형 362"/>
          <p:cNvSpPr/>
          <p:nvPr/>
        </p:nvSpPr>
        <p:spPr>
          <a:xfrm>
            <a:off x="5801318" y="8206407"/>
            <a:ext cx="540000" cy="144000"/>
          </a:xfrm>
          <a:prstGeom prst="roundRect">
            <a:avLst/>
          </a:prstGeom>
          <a:solidFill>
            <a:srgbClr val="C5C000"/>
          </a:solidFill>
          <a:ln w="3175">
            <a:solidFill>
              <a:srgbClr val="C5C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a:t>
            </a:r>
          </a:p>
        </p:txBody>
      </p:sp>
      <p:sp>
        <p:nvSpPr>
          <p:cNvPr id="364" name="직사각형 363"/>
          <p:cNvSpPr/>
          <p:nvPr/>
        </p:nvSpPr>
        <p:spPr>
          <a:xfrm>
            <a:off x="5806631" y="8353436"/>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전체설문전체설문</a:t>
            </a:r>
            <a:r>
              <a:rPr lang="en-US" altLang="ko-KR" sz="800" b="1" dirty="0" smtClean="0">
                <a:solidFill>
                  <a:schemeClr val="tx1">
                    <a:lumMod val="75000"/>
                    <a:lumOff val="25000"/>
                  </a:schemeClr>
                </a:solidFill>
                <a:latin typeface="+mn-ea"/>
                <a:ea typeface="+mn-ea"/>
              </a:rPr>
              <a:t>05</a:t>
            </a:r>
            <a:endParaRPr lang="ko-KR" altLang="en-US" sz="800" b="1" dirty="0">
              <a:solidFill>
                <a:schemeClr val="tx1">
                  <a:lumMod val="75000"/>
                  <a:lumOff val="25000"/>
                </a:schemeClr>
              </a:solidFill>
              <a:latin typeface="+mn-ea"/>
              <a:ea typeface="+mn-ea"/>
            </a:endParaRPr>
          </a:p>
        </p:txBody>
      </p:sp>
      <p:sp>
        <p:nvSpPr>
          <p:cNvPr id="371" name="직사각형 370"/>
          <p:cNvSpPr/>
          <p:nvPr/>
        </p:nvSpPr>
        <p:spPr>
          <a:xfrm>
            <a:off x="5802903" y="8804519"/>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설문기간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75" name="그룹 374"/>
          <p:cNvGrpSpPr/>
          <p:nvPr/>
        </p:nvGrpSpPr>
        <p:grpSpPr>
          <a:xfrm>
            <a:off x="2985510" y="4321760"/>
            <a:ext cx="234360" cy="200055"/>
            <a:chOff x="1152270" y="11706839"/>
            <a:chExt cx="234360" cy="200055"/>
          </a:xfrm>
        </p:grpSpPr>
        <p:sp>
          <p:nvSpPr>
            <p:cNvPr id="376" name="모서리가 둥근 직사각형 3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7" name="직사각형 37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81" name="모서리가 둥근 직사각형 380"/>
          <p:cNvSpPr/>
          <p:nvPr/>
        </p:nvSpPr>
        <p:spPr>
          <a:xfrm>
            <a:off x="6374110" y="4183004"/>
            <a:ext cx="180000" cy="144000"/>
          </a:xfrm>
          <a:prstGeom prst="roundRect">
            <a:avLst/>
          </a:prstGeom>
          <a:solidFill>
            <a:srgbClr val="C5C000"/>
          </a:solidFill>
          <a:ln w="3175">
            <a:solidFill>
              <a:srgbClr val="C5C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sp>
        <p:nvSpPr>
          <p:cNvPr id="38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b="1" kern="0" dirty="0" smtClean="0">
                <a:solidFill>
                  <a:schemeClr val="tx1">
                    <a:lumMod val="75000"/>
                    <a:lumOff val="25000"/>
                  </a:schemeClr>
                </a:solidFill>
                <a:latin typeface="+mn-ea"/>
                <a:ea typeface="+mn-ea"/>
              </a:rPr>
              <a:t>10 </a:t>
            </a:r>
            <a:r>
              <a:rPr lang="ko-KR" altLang="en-US" sz="800" b="1" kern="0" dirty="0" smtClean="0">
                <a:solidFill>
                  <a:schemeClr val="tx1">
                    <a:lumMod val="75000"/>
                    <a:lumOff val="25000"/>
                  </a:schemeClr>
                </a:solidFill>
                <a:latin typeface="+mn-ea"/>
                <a:ea typeface="+mn-ea"/>
              </a:rPr>
              <a:t>▼ </a:t>
            </a:r>
            <a:endParaRPr lang="ko-KR" altLang="en-US" sz="800" b="1" kern="0" dirty="0">
              <a:solidFill>
                <a:schemeClr val="tx1">
                  <a:lumMod val="75000"/>
                  <a:lumOff val="25000"/>
                </a:schemeClr>
              </a:solidFill>
              <a:latin typeface="+mn-ea"/>
              <a:ea typeface="+mn-ea"/>
            </a:endParaRPr>
          </a:p>
        </p:txBody>
      </p:sp>
      <p:pic>
        <p:nvPicPr>
          <p:cNvPr id="383"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4" name="Picture 3"/>
          <p:cNvPicPr preferRelativeResize="0">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88" name="그룹 387"/>
          <p:cNvGrpSpPr/>
          <p:nvPr/>
        </p:nvGrpSpPr>
        <p:grpSpPr>
          <a:xfrm>
            <a:off x="8535064" y="3654549"/>
            <a:ext cx="235962" cy="200055"/>
            <a:chOff x="1152270" y="11706839"/>
            <a:chExt cx="235962" cy="200055"/>
          </a:xfrm>
        </p:grpSpPr>
        <p:sp>
          <p:nvSpPr>
            <p:cNvPr id="389" name="모서리가 둥근 직사각형 3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0" name="직사각형 389"/>
            <p:cNvSpPr/>
            <p:nvPr/>
          </p:nvSpPr>
          <p:spPr>
            <a:xfrm>
              <a:off x="1152270" y="11706839"/>
              <a:ext cx="235962" cy="200055"/>
            </a:xfrm>
            <a:prstGeom prst="rect">
              <a:avLst/>
            </a:prstGeom>
          </p:spPr>
          <p:txBody>
            <a:bodyPr wrap="none">
              <a:spAutoFit/>
            </a:bodyPr>
            <a:lstStyle/>
            <a:p>
              <a:r>
                <a:rPr lang="en-US" altLang="ko-KR" sz="700" b="1" dirty="0" smtClean="0">
                  <a:solidFill>
                    <a:schemeClr val="bg1"/>
                  </a:solidFill>
                  <a:latin typeface="+mn-ea"/>
                  <a:ea typeface="+mn-ea"/>
                </a:rPr>
                <a:t>1</a:t>
              </a:r>
              <a:endParaRPr lang="ko-KR" altLang="en-US" sz="700" b="1" dirty="0">
                <a:solidFill>
                  <a:schemeClr val="bg1"/>
                </a:solidFill>
                <a:latin typeface="+mn-ea"/>
                <a:ea typeface="+mn-ea"/>
              </a:endParaRPr>
            </a:p>
          </p:txBody>
        </p:sp>
      </p:grpSp>
      <p:grpSp>
        <p:nvGrpSpPr>
          <p:cNvPr id="391" name="그룹 390"/>
          <p:cNvGrpSpPr/>
          <p:nvPr/>
        </p:nvGrpSpPr>
        <p:grpSpPr>
          <a:xfrm>
            <a:off x="8741563" y="3654549"/>
            <a:ext cx="235962" cy="200055"/>
            <a:chOff x="1152270" y="11706839"/>
            <a:chExt cx="235962" cy="200055"/>
          </a:xfrm>
        </p:grpSpPr>
        <p:sp>
          <p:nvSpPr>
            <p:cNvPr id="392" name="모서리가 둥근 직사각형 3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3" name="직사각형 392"/>
            <p:cNvSpPr/>
            <p:nvPr/>
          </p:nvSpPr>
          <p:spPr>
            <a:xfrm>
              <a:off x="1152270" y="11706839"/>
              <a:ext cx="235962" cy="200055"/>
            </a:xfrm>
            <a:prstGeom prst="rect">
              <a:avLst/>
            </a:prstGeom>
          </p:spPr>
          <p:txBody>
            <a:bodyPr wrap="none">
              <a:spAutoFit/>
            </a:bodyPr>
            <a:lstStyle/>
            <a:p>
              <a:r>
                <a:rPr lang="en-US" altLang="ko-KR" sz="700" b="1" dirty="0" smtClean="0">
                  <a:solidFill>
                    <a:schemeClr val="bg1"/>
                  </a:solidFill>
                  <a:latin typeface="+mn-ea"/>
                  <a:ea typeface="+mn-ea"/>
                </a:rPr>
                <a:t>2</a:t>
              </a:r>
              <a:endParaRPr lang="ko-KR" altLang="en-US" sz="700" b="1" dirty="0">
                <a:solidFill>
                  <a:schemeClr val="bg1"/>
                </a:solidFill>
                <a:latin typeface="+mn-ea"/>
                <a:ea typeface="+mn-ea"/>
              </a:endParaRPr>
            </a:p>
          </p:txBody>
        </p:sp>
      </p:grpSp>
      <p:sp>
        <p:nvSpPr>
          <p:cNvPr id="413" name="모서리가 둥근 직사각형 412"/>
          <p:cNvSpPr/>
          <p:nvPr/>
        </p:nvSpPr>
        <p:spPr>
          <a:xfrm>
            <a:off x="8436979" y="573431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설문참여</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4" name="모서리가 둥근 직사각형 413"/>
          <p:cNvSpPr/>
          <p:nvPr/>
        </p:nvSpPr>
        <p:spPr>
          <a:xfrm>
            <a:off x="8436275"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5" name="모서리가 둥근 직사각형 414"/>
          <p:cNvSpPr/>
          <p:nvPr/>
        </p:nvSpPr>
        <p:spPr>
          <a:xfrm>
            <a:off x="4674493"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6" name="모서리가 둥근 직사각형 415"/>
          <p:cNvSpPr/>
          <p:nvPr/>
        </p:nvSpPr>
        <p:spPr>
          <a:xfrm>
            <a:off x="8436275"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19" name="Group 37"/>
          <p:cNvGraphicFramePr>
            <a:graphicFrameLocks noGrp="1"/>
          </p:cNvGraphicFramePr>
          <p:nvPr>
            <p:extLst>
              <p:ext uri="{D42A27DB-BD31-4B8C-83A1-F6EECF244321}">
                <p14:modId xmlns:p14="http://schemas.microsoft.com/office/powerpoint/2010/main" val="3012680149"/>
              </p:ext>
            </p:extLst>
          </p:nvPr>
        </p:nvGraphicFramePr>
        <p:xfrm>
          <a:off x="2079329" y="4600210"/>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0" name="Group 37"/>
          <p:cNvGraphicFramePr>
            <a:graphicFrameLocks noGrp="1"/>
          </p:cNvGraphicFramePr>
          <p:nvPr>
            <p:extLst>
              <p:ext uri="{D42A27DB-BD31-4B8C-83A1-F6EECF244321}">
                <p14:modId xmlns:p14="http://schemas.microsoft.com/office/powerpoint/2010/main" val="641750923"/>
              </p:ext>
            </p:extLst>
          </p:nvPr>
        </p:nvGraphicFramePr>
        <p:xfrm>
          <a:off x="5839619" y="460021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1" name="Group 37"/>
          <p:cNvGraphicFramePr>
            <a:graphicFrameLocks noGrp="1"/>
          </p:cNvGraphicFramePr>
          <p:nvPr>
            <p:extLst>
              <p:ext uri="{D42A27DB-BD31-4B8C-83A1-F6EECF244321}">
                <p14:modId xmlns:p14="http://schemas.microsoft.com/office/powerpoint/2010/main" val="1648299399"/>
              </p:ext>
            </p:extLst>
          </p:nvPr>
        </p:nvGraphicFramePr>
        <p:xfrm>
          <a:off x="2073645" y="6609837"/>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22" name="Group 37"/>
          <p:cNvGraphicFramePr>
            <a:graphicFrameLocks noGrp="1"/>
          </p:cNvGraphicFramePr>
          <p:nvPr>
            <p:extLst>
              <p:ext uri="{D42A27DB-BD31-4B8C-83A1-F6EECF244321}">
                <p14:modId xmlns:p14="http://schemas.microsoft.com/office/powerpoint/2010/main" val="3460091752"/>
              </p:ext>
            </p:extLst>
          </p:nvPr>
        </p:nvGraphicFramePr>
        <p:xfrm>
          <a:off x="5833935" y="6609838"/>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23" name="Group 37"/>
          <p:cNvGraphicFramePr>
            <a:graphicFrameLocks noGrp="1"/>
          </p:cNvGraphicFramePr>
          <p:nvPr>
            <p:extLst>
              <p:ext uri="{D42A27DB-BD31-4B8C-83A1-F6EECF244321}">
                <p14:modId xmlns:p14="http://schemas.microsoft.com/office/powerpoint/2010/main" val="2778398195"/>
              </p:ext>
            </p:extLst>
          </p:nvPr>
        </p:nvGraphicFramePr>
        <p:xfrm>
          <a:off x="2077837" y="862606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24" name="Group 37"/>
          <p:cNvGraphicFramePr>
            <a:graphicFrameLocks noGrp="1"/>
          </p:cNvGraphicFramePr>
          <p:nvPr>
            <p:extLst>
              <p:ext uri="{D42A27DB-BD31-4B8C-83A1-F6EECF244321}">
                <p14:modId xmlns:p14="http://schemas.microsoft.com/office/powerpoint/2010/main" val="3995405593"/>
              </p:ext>
            </p:extLst>
          </p:nvPr>
        </p:nvGraphicFramePr>
        <p:xfrm>
          <a:off x="5838127" y="8626062"/>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pSp>
        <p:nvGrpSpPr>
          <p:cNvPr id="425" name="그룹 424"/>
          <p:cNvGrpSpPr/>
          <p:nvPr/>
        </p:nvGrpSpPr>
        <p:grpSpPr>
          <a:xfrm>
            <a:off x="5003121" y="5567109"/>
            <a:ext cx="234360" cy="200055"/>
            <a:chOff x="1152270" y="11706839"/>
            <a:chExt cx="234360" cy="200055"/>
          </a:xfrm>
        </p:grpSpPr>
        <p:sp>
          <p:nvSpPr>
            <p:cNvPr id="426" name="모서리가 둥근 직사각형 42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7" name="직사각형 42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28" name="그룹 427"/>
          <p:cNvGrpSpPr/>
          <p:nvPr/>
        </p:nvGrpSpPr>
        <p:grpSpPr>
          <a:xfrm>
            <a:off x="8769424" y="5563336"/>
            <a:ext cx="234360" cy="200055"/>
            <a:chOff x="1152270" y="11706839"/>
            <a:chExt cx="234360" cy="200055"/>
          </a:xfrm>
        </p:grpSpPr>
        <p:sp>
          <p:nvSpPr>
            <p:cNvPr id="429" name="모서리가 둥근 직사각형 42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0" name="직사각형 42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31" name="그룹 430"/>
          <p:cNvGrpSpPr/>
          <p:nvPr/>
        </p:nvGrpSpPr>
        <p:grpSpPr>
          <a:xfrm>
            <a:off x="8753228" y="9592148"/>
            <a:ext cx="234360" cy="200055"/>
            <a:chOff x="1152270" y="11706839"/>
            <a:chExt cx="234360" cy="200055"/>
          </a:xfrm>
        </p:grpSpPr>
        <p:sp>
          <p:nvSpPr>
            <p:cNvPr id="432" name="모서리가 둥근 직사각형 4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3" name="직사각형 43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434" name="모서리가 둥근 직사각형 433"/>
          <p:cNvSpPr/>
          <p:nvPr/>
        </p:nvSpPr>
        <p:spPr>
          <a:xfrm>
            <a:off x="4684018" y="573935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35" name="모서리가 둥근 직사각형 434"/>
          <p:cNvSpPr/>
          <p:nvPr/>
        </p:nvSpPr>
        <p:spPr>
          <a:xfrm>
            <a:off x="4668663"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36" name="그룹 435"/>
          <p:cNvGrpSpPr/>
          <p:nvPr/>
        </p:nvGrpSpPr>
        <p:grpSpPr>
          <a:xfrm>
            <a:off x="6402685" y="5547062"/>
            <a:ext cx="234360" cy="200055"/>
            <a:chOff x="1152270" y="11706839"/>
            <a:chExt cx="234360" cy="200055"/>
          </a:xfrm>
        </p:grpSpPr>
        <p:sp>
          <p:nvSpPr>
            <p:cNvPr id="437" name="모서리가 둥근 직사각형 43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8" name="직사각형 43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11" name="그룹 210"/>
          <p:cNvGrpSpPr/>
          <p:nvPr/>
        </p:nvGrpSpPr>
        <p:grpSpPr>
          <a:xfrm>
            <a:off x="579562" y="2166658"/>
            <a:ext cx="1386586" cy="5317057"/>
            <a:chOff x="579562" y="2166658"/>
            <a:chExt cx="1386586" cy="5317057"/>
          </a:xfrm>
        </p:grpSpPr>
        <p:grpSp>
          <p:nvGrpSpPr>
            <p:cNvPr id="212" name="그룹 211"/>
            <p:cNvGrpSpPr/>
            <p:nvPr/>
          </p:nvGrpSpPr>
          <p:grpSpPr>
            <a:xfrm>
              <a:off x="629956" y="3318264"/>
              <a:ext cx="1332000" cy="180000"/>
              <a:chOff x="666428" y="3785432"/>
              <a:chExt cx="1332000" cy="180000"/>
            </a:xfrm>
          </p:grpSpPr>
          <p:sp>
            <p:nvSpPr>
              <p:cNvPr id="444" name="모서리가 둥근 직사각형 44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29956" y="3568824"/>
              <a:ext cx="1332000" cy="180000"/>
              <a:chOff x="666428" y="4310612"/>
              <a:chExt cx="1332000" cy="180000"/>
            </a:xfrm>
          </p:grpSpPr>
          <p:sp>
            <p:nvSpPr>
              <p:cNvPr id="442" name="모서리가 둥근 직사각형 44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4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29955" y="3042501"/>
              <a:ext cx="1332000" cy="180000"/>
              <a:chOff x="666427" y="3266516"/>
              <a:chExt cx="1332000" cy="180000"/>
            </a:xfrm>
          </p:grpSpPr>
          <p:sp>
            <p:nvSpPr>
              <p:cNvPr id="440" name="모서리가 둥근 직사각형 43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4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854780"/>
              <a:ext cx="1332000" cy="180000"/>
              <a:chOff x="666428" y="4570824"/>
              <a:chExt cx="1332000" cy="180000"/>
            </a:xfrm>
          </p:grpSpPr>
          <p:sp>
            <p:nvSpPr>
              <p:cNvPr id="418" name="모서리가 둥근 직사각형 41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3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5316875"/>
              <a:ext cx="1332000" cy="180000"/>
              <a:chOff x="666428" y="5096004"/>
              <a:chExt cx="1332000" cy="180000"/>
            </a:xfrm>
          </p:grpSpPr>
          <p:sp>
            <p:nvSpPr>
              <p:cNvPr id="412" name="모서리가 둥근 직사각형 411"/>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17"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4148" y="5634789"/>
              <a:ext cx="1332000" cy="180000"/>
              <a:chOff x="666428" y="3785432"/>
              <a:chExt cx="1332000" cy="180000"/>
            </a:xfrm>
          </p:grpSpPr>
          <p:sp>
            <p:nvSpPr>
              <p:cNvPr id="410" name="모서리가 둥근 직사각형 40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1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1150" y="4135825"/>
              <a:ext cx="1332000" cy="180000"/>
              <a:chOff x="666428" y="4570824"/>
              <a:chExt cx="1332000" cy="180000"/>
            </a:xfrm>
          </p:grpSpPr>
          <p:sp>
            <p:nvSpPr>
              <p:cNvPr id="408" name="모서리가 둥근 직사각형 40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0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29956" y="4423395"/>
              <a:ext cx="1332000" cy="180000"/>
              <a:chOff x="666428" y="4310612"/>
              <a:chExt cx="1332000" cy="180000"/>
            </a:xfrm>
          </p:grpSpPr>
          <p:sp>
            <p:nvSpPr>
              <p:cNvPr id="406" name="모서리가 둥근 직사각형 40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0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0" name="TextBox 22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1" name="그룹 240"/>
            <p:cNvGrpSpPr/>
            <p:nvPr/>
          </p:nvGrpSpPr>
          <p:grpSpPr>
            <a:xfrm>
              <a:off x="632520" y="4723068"/>
              <a:ext cx="1332000" cy="180000"/>
              <a:chOff x="666428" y="4310612"/>
              <a:chExt cx="1332000" cy="180000"/>
            </a:xfrm>
          </p:grpSpPr>
          <p:sp>
            <p:nvSpPr>
              <p:cNvPr id="404" name="모서리가 둥근 직사각형 4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0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2752353"/>
              <a:ext cx="1332000" cy="180000"/>
              <a:chOff x="666427" y="3266516"/>
              <a:chExt cx="1332000" cy="180000"/>
            </a:xfrm>
          </p:grpSpPr>
          <p:sp>
            <p:nvSpPr>
              <p:cNvPr id="402" name="모서리가 둥근 직사각형 40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0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0" name="그룹 259"/>
            <p:cNvGrpSpPr/>
            <p:nvPr/>
          </p:nvGrpSpPr>
          <p:grpSpPr>
            <a:xfrm>
              <a:off x="632520" y="5005767"/>
              <a:ext cx="1332000" cy="180000"/>
              <a:chOff x="666428" y="4310612"/>
              <a:chExt cx="1332000" cy="180000"/>
            </a:xfrm>
          </p:grpSpPr>
          <p:sp>
            <p:nvSpPr>
              <p:cNvPr id="400" name="모서리가 둥근 직사각형 399"/>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40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6227787"/>
              <a:ext cx="1332000" cy="180000"/>
              <a:chOff x="666428" y="3785432"/>
              <a:chExt cx="1332000" cy="180000"/>
            </a:xfrm>
          </p:grpSpPr>
          <p:sp>
            <p:nvSpPr>
              <p:cNvPr id="398" name="모서리가 둥근 직사각형 39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9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32520" y="6487872"/>
              <a:ext cx="1332000" cy="180000"/>
              <a:chOff x="666428" y="4310612"/>
              <a:chExt cx="1332000" cy="180000"/>
            </a:xfrm>
          </p:grpSpPr>
          <p:sp>
            <p:nvSpPr>
              <p:cNvPr id="396" name="모서리가 둥근 직사각형 39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9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32520" y="6773828"/>
              <a:ext cx="1332000" cy="180000"/>
              <a:chOff x="666428" y="4570824"/>
              <a:chExt cx="1332000" cy="180000"/>
            </a:xfrm>
          </p:grpSpPr>
          <p:sp>
            <p:nvSpPr>
              <p:cNvPr id="394" name="모서리가 둥근 직사각형 39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9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32520" y="7053155"/>
              <a:ext cx="1332000" cy="180000"/>
              <a:chOff x="666428" y="3785432"/>
              <a:chExt cx="1332000" cy="180000"/>
            </a:xfrm>
          </p:grpSpPr>
          <p:sp>
            <p:nvSpPr>
              <p:cNvPr id="386" name="모서리가 둥근 직사각형 38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8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7" name="그룹 366"/>
            <p:cNvGrpSpPr/>
            <p:nvPr/>
          </p:nvGrpSpPr>
          <p:grpSpPr>
            <a:xfrm>
              <a:off x="632520" y="7303715"/>
              <a:ext cx="1332000" cy="180000"/>
              <a:chOff x="666428" y="4310612"/>
              <a:chExt cx="1332000" cy="180000"/>
            </a:xfrm>
          </p:grpSpPr>
          <p:sp>
            <p:nvSpPr>
              <p:cNvPr id="380" name="모서리가 둥근 직사각형 37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8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622995" y="5922821"/>
              <a:ext cx="1332000" cy="180000"/>
              <a:chOff x="666427" y="3266516"/>
              <a:chExt cx="1332000" cy="180000"/>
            </a:xfrm>
          </p:grpSpPr>
          <p:sp>
            <p:nvSpPr>
              <p:cNvPr id="370" name="모서리가 둥근 직사각형 36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7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32113" y="4221088"/>
            <a:ext cx="360000" cy="144000"/>
          </a:xfrm>
          <a:prstGeom prst="round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강의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7" name="모서리가 둥근 직사각형 236"/>
          <p:cNvSpPr/>
          <p:nvPr/>
        </p:nvSpPr>
        <p:spPr>
          <a:xfrm>
            <a:off x="22744" y="4408749"/>
            <a:ext cx="36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과제</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8" name="모서리가 둥근 직사각형 237"/>
          <p:cNvSpPr/>
          <p:nvPr/>
        </p:nvSpPr>
        <p:spPr>
          <a:xfrm>
            <a:off x="22744" y="4597450"/>
            <a:ext cx="360000" cy="144000"/>
          </a:xfrm>
          <a:prstGeom prst="roundRect">
            <a:avLst/>
          </a:prstGeom>
          <a:solidFill>
            <a:srgbClr val="F8910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토론</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2" name="모서리가 둥근 직사각형 241"/>
          <p:cNvSpPr/>
          <p:nvPr/>
        </p:nvSpPr>
        <p:spPr>
          <a:xfrm>
            <a:off x="22684" y="4789091"/>
            <a:ext cx="360000" cy="144000"/>
          </a:xfrm>
          <a:prstGeom prst="roundRect">
            <a:avLst/>
          </a:prstGeom>
          <a:solidFill>
            <a:srgbClr val="8439BD"/>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3" name="모서리가 둥근 직사각형 242"/>
          <p:cNvSpPr/>
          <p:nvPr/>
        </p:nvSpPr>
        <p:spPr>
          <a:xfrm>
            <a:off x="18709" y="4979032"/>
            <a:ext cx="360000" cy="144000"/>
          </a:xfrm>
          <a:prstGeom prst="roundRect">
            <a:avLst/>
          </a:prstGeom>
          <a:solidFill>
            <a:srgbClr val="D6D1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설문</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4" name="모서리가 둥근 직사각형 243"/>
          <p:cNvSpPr/>
          <p:nvPr/>
        </p:nvSpPr>
        <p:spPr>
          <a:xfrm>
            <a:off x="22684" y="5168838"/>
            <a:ext cx="360000" cy="144000"/>
          </a:xfrm>
          <a:prstGeom prst="roundRect">
            <a:avLst/>
          </a:prstGeom>
          <a:solidFill>
            <a:srgbClr val="0070C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45" name="모서리가 둥근 직사각형 244"/>
          <p:cNvSpPr/>
          <p:nvPr/>
        </p:nvSpPr>
        <p:spPr>
          <a:xfrm>
            <a:off x="18356" y="5354182"/>
            <a:ext cx="360000" cy="144000"/>
          </a:xfrm>
          <a:prstGeom prst="roundRect">
            <a:avLst/>
          </a:prstGeom>
          <a:solidFill>
            <a:srgbClr val="1E04BC"/>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246" name="모서리가 둥근 직사각형 245"/>
          <p:cNvSpPr/>
          <p:nvPr/>
        </p:nvSpPr>
        <p:spPr>
          <a:xfrm>
            <a:off x="-58937" y="5529660"/>
            <a:ext cx="432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Tree>
    <p:extLst>
      <p:ext uri="{BB962C8B-B14F-4D97-AF65-F5344CB8AC3E}">
        <p14:creationId xmlns:p14="http://schemas.microsoft.com/office/powerpoint/2010/main" val="3920220660"/>
      </p:ext>
    </p:extLst>
  </p:cSld>
  <p:clrMapOvr>
    <a:masterClrMapping/>
  </p:clrMapOvr>
  <p:transition>
    <p:wipe dir="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설문정보 및 참여 </a:t>
            </a:r>
            <a:r>
              <a:rPr lang="en-US" altLang="ko-KR" sz="800" spc="-60" dirty="0" smtClean="0">
                <a:latin typeface="+mn-ea"/>
                <a:ea typeface="+mn-ea"/>
              </a:rPr>
              <a:t>: </a:t>
            </a:r>
            <a:r>
              <a:rPr lang="ko-KR" altLang="en-US" sz="800" spc="-60" dirty="0" smtClean="0">
                <a:latin typeface="+mn-ea"/>
                <a:ea typeface="+mn-ea"/>
              </a:rPr>
              <a:t>참여 전 </a:t>
            </a:r>
            <a:r>
              <a:rPr lang="en-US" altLang="ko-KR" sz="800" spc="-60" dirty="0" smtClean="0">
                <a:latin typeface="+mn-ea"/>
                <a:ea typeface="+mn-ea"/>
              </a:rPr>
              <a:t>: </a:t>
            </a:r>
            <a:r>
              <a:rPr lang="ko-KR" altLang="en-US" sz="800" spc="-60" dirty="0" smtClean="0">
                <a:latin typeface="+mn-ea"/>
                <a:ea typeface="+mn-ea"/>
              </a:rPr>
              <a:t>전체설문</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47408032"/>
              </p:ext>
            </p:extLst>
          </p:nvPr>
        </p:nvGraphicFramePr>
        <p:xfrm>
          <a:off x="9499029" y="3456291"/>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설문정보 및 참여 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설문명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접음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카운트</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미참여</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설문참여</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 버튼</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pSp>
        <p:nvGrpSpPr>
          <p:cNvPr id="441" name="그룹 440"/>
          <p:cNvGrpSpPr/>
          <p:nvPr/>
        </p:nvGrpSpPr>
        <p:grpSpPr>
          <a:xfrm>
            <a:off x="1928664" y="3429000"/>
            <a:ext cx="234360" cy="200055"/>
            <a:chOff x="1152270" y="11716364"/>
            <a:chExt cx="234360" cy="200055"/>
          </a:xfrm>
        </p:grpSpPr>
        <p:sp>
          <p:nvSpPr>
            <p:cNvPr id="442" name="모서리가 둥근 직사각형 44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3" name="직사각형 44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458" name="Group 37"/>
          <p:cNvGraphicFramePr>
            <a:graphicFrameLocks noGrp="1"/>
          </p:cNvGraphicFramePr>
          <p:nvPr>
            <p:extLst>
              <p:ext uri="{D42A27DB-BD31-4B8C-83A1-F6EECF244321}">
                <p14:modId xmlns:p14="http://schemas.microsoft.com/office/powerpoint/2010/main" val="2117395101"/>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418" name="그룹 417"/>
          <p:cNvGrpSpPr/>
          <p:nvPr/>
        </p:nvGrpSpPr>
        <p:grpSpPr>
          <a:xfrm>
            <a:off x="1872228" y="4110380"/>
            <a:ext cx="234360" cy="200055"/>
            <a:chOff x="1152270" y="11716364"/>
            <a:chExt cx="234360" cy="200055"/>
          </a:xfrm>
        </p:grpSpPr>
        <p:sp>
          <p:nvSpPr>
            <p:cNvPr id="436" name="모서리가 둥근 직사각형 4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7" name="직사각형 43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68" name="그룹 167"/>
          <p:cNvGrpSpPr/>
          <p:nvPr/>
        </p:nvGrpSpPr>
        <p:grpSpPr>
          <a:xfrm>
            <a:off x="5069155" y="8132856"/>
            <a:ext cx="234360" cy="200055"/>
            <a:chOff x="1152270" y="11716364"/>
            <a:chExt cx="234360" cy="200055"/>
          </a:xfrm>
        </p:grpSpPr>
        <p:sp>
          <p:nvSpPr>
            <p:cNvPr id="169" name="모서리가 둥근 직사각형 1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0" name="직사각형 16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aphicFrame>
        <p:nvGraphicFramePr>
          <p:cNvPr id="172" name="Group 37"/>
          <p:cNvGraphicFramePr>
            <a:graphicFrameLocks noGrp="1"/>
          </p:cNvGraphicFramePr>
          <p:nvPr>
            <p:extLst>
              <p:ext uri="{D42A27DB-BD31-4B8C-83A1-F6EECF244321}">
                <p14:modId xmlns:p14="http://schemas.microsoft.com/office/powerpoint/2010/main" val="3358327000"/>
              </p:ext>
            </p:extLst>
          </p:nvPr>
        </p:nvGraphicFramePr>
        <p:xfrm>
          <a:off x="1972097" y="7540903"/>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설문 참여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 참여하시기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3" name="모서리가 둥근 직사각형 172"/>
          <p:cNvSpPr/>
          <p:nvPr/>
        </p:nvSpPr>
        <p:spPr>
          <a:xfrm>
            <a:off x="8498446" y="757159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4" name="모서리가 둥근 직사각형 173"/>
          <p:cNvSpPr/>
          <p:nvPr/>
        </p:nvSpPr>
        <p:spPr>
          <a:xfrm>
            <a:off x="5263312" y="816459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a:t>
            </a:r>
            <a:r>
              <a:rPr lang="ko-KR" altLang="en-US" sz="800" dirty="0">
                <a:solidFill>
                  <a:schemeClr val="bg1"/>
                </a:solidFill>
                <a:latin typeface="맑은 고딕" panose="020B0503020000020004" pitchFamily="50" charset="-127"/>
                <a:ea typeface="맑은 고딕" panose="020B0503020000020004" pitchFamily="50" charset="-127"/>
              </a:rPr>
              <a:t>여</a:t>
            </a:r>
            <a:r>
              <a:rPr lang="ko-KR" altLang="en-US" sz="800" dirty="0" smtClean="0">
                <a:solidFill>
                  <a:schemeClr val="bg1"/>
                </a:solidFill>
                <a:latin typeface="맑은 고딕" panose="020B0503020000020004" pitchFamily="50" charset="-127"/>
                <a:ea typeface="맑은 고딕" panose="020B0503020000020004" pitchFamily="50" charset="-127"/>
              </a:rPr>
              <a:t>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5" name="그룹 174"/>
          <p:cNvGrpSpPr/>
          <p:nvPr/>
        </p:nvGrpSpPr>
        <p:grpSpPr>
          <a:xfrm>
            <a:off x="8308801" y="7552546"/>
            <a:ext cx="234360" cy="200055"/>
            <a:chOff x="1152270" y="11716364"/>
            <a:chExt cx="234360" cy="200055"/>
          </a:xfrm>
        </p:grpSpPr>
        <p:sp>
          <p:nvSpPr>
            <p:cNvPr id="176" name="모서리가 둥근 직사각형 1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7" name="직사각형 17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78" name="그룹 177"/>
          <p:cNvGrpSpPr/>
          <p:nvPr/>
        </p:nvGrpSpPr>
        <p:grpSpPr>
          <a:xfrm>
            <a:off x="9034657" y="7431462"/>
            <a:ext cx="234360" cy="200055"/>
            <a:chOff x="1152270" y="11716364"/>
            <a:chExt cx="234360" cy="200055"/>
          </a:xfrm>
        </p:grpSpPr>
        <p:sp>
          <p:nvSpPr>
            <p:cNvPr id="179" name="모서리가 둥근 직사각형 17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0" name="직사각형 17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167" name="그룹 166"/>
          <p:cNvGrpSpPr/>
          <p:nvPr/>
        </p:nvGrpSpPr>
        <p:grpSpPr>
          <a:xfrm>
            <a:off x="579562" y="2166658"/>
            <a:ext cx="1386586" cy="5317057"/>
            <a:chOff x="579562" y="2166658"/>
            <a:chExt cx="1386586" cy="5317057"/>
          </a:xfrm>
        </p:grpSpPr>
        <p:grpSp>
          <p:nvGrpSpPr>
            <p:cNvPr id="181" name="그룹 180"/>
            <p:cNvGrpSpPr/>
            <p:nvPr/>
          </p:nvGrpSpPr>
          <p:grpSpPr>
            <a:xfrm>
              <a:off x="629956" y="3318264"/>
              <a:ext cx="1332000" cy="180000"/>
              <a:chOff x="666428" y="3785432"/>
              <a:chExt cx="1332000" cy="180000"/>
            </a:xfrm>
          </p:grpSpPr>
          <p:sp>
            <p:nvSpPr>
              <p:cNvPr id="234" name="모서리가 둥근 직사각형 23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29956" y="3568824"/>
              <a:ext cx="1332000" cy="180000"/>
              <a:chOff x="666428" y="4310612"/>
              <a:chExt cx="1332000" cy="180000"/>
            </a:xfrm>
          </p:grpSpPr>
          <p:sp>
            <p:nvSpPr>
              <p:cNvPr id="232" name="모서리가 둥근 직사각형 23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33"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29955" y="3042501"/>
              <a:ext cx="1332000" cy="180000"/>
              <a:chOff x="666427" y="3266516"/>
              <a:chExt cx="1332000" cy="180000"/>
            </a:xfrm>
          </p:grpSpPr>
          <p:sp>
            <p:nvSpPr>
              <p:cNvPr id="230" name="모서리가 둥근 직사각형 22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3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29956" y="3854780"/>
              <a:ext cx="1332000" cy="180000"/>
              <a:chOff x="666428" y="4570824"/>
              <a:chExt cx="1332000" cy="180000"/>
            </a:xfrm>
          </p:grpSpPr>
          <p:sp>
            <p:nvSpPr>
              <p:cNvPr id="228" name="모서리가 둥근 직사각형 22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29"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29956" y="5316875"/>
              <a:ext cx="1332000" cy="180000"/>
              <a:chOff x="666428" y="5096004"/>
              <a:chExt cx="1332000" cy="180000"/>
            </a:xfrm>
          </p:grpSpPr>
          <p:sp>
            <p:nvSpPr>
              <p:cNvPr id="226" name="모서리가 둥근 직사각형 225"/>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27"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4148" y="5634789"/>
              <a:ext cx="1332000" cy="180000"/>
              <a:chOff x="666428" y="3785432"/>
              <a:chExt cx="1332000" cy="180000"/>
            </a:xfrm>
          </p:grpSpPr>
          <p:sp>
            <p:nvSpPr>
              <p:cNvPr id="224" name="모서리가 둥근 직사각형 22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1150" y="4135825"/>
              <a:ext cx="1332000" cy="180000"/>
              <a:chOff x="666428" y="4570824"/>
              <a:chExt cx="1332000" cy="180000"/>
            </a:xfrm>
          </p:grpSpPr>
          <p:sp>
            <p:nvSpPr>
              <p:cNvPr id="222" name="모서리가 둥근 직사각형 22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23"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29956" y="4423395"/>
              <a:ext cx="1332000" cy="180000"/>
              <a:chOff x="666428" y="4310612"/>
              <a:chExt cx="1332000" cy="180000"/>
            </a:xfrm>
          </p:grpSpPr>
          <p:sp>
            <p:nvSpPr>
              <p:cNvPr id="220" name="모서리가 둥근 직사각형 21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2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9" name="TextBox 18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0" name="그룹 189"/>
            <p:cNvGrpSpPr/>
            <p:nvPr/>
          </p:nvGrpSpPr>
          <p:grpSpPr>
            <a:xfrm>
              <a:off x="632520" y="4723068"/>
              <a:ext cx="1332000" cy="180000"/>
              <a:chOff x="666428" y="4310612"/>
              <a:chExt cx="1332000" cy="180000"/>
            </a:xfrm>
          </p:grpSpPr>
          <p:sp>
            <p:nvSpPr>
              <p:cNvPr id="218" name="모서리가 둥근 직사각형 21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1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2520" y="2752353"/>
              <a:ext cx="1332000" cy="180000"/>
              <a:chOff x="666427" y="3266516"/>
              <a:chExt cx="1332000" cy="180000"/>
            </a:xfrm>
          </p:grpSpPr>
          <p:sp>
            <p:nvSpPr>
              <p:cNvPr id="216" name="모서리가 둥근 직사각형 21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17"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2520" y="5005767"/>
              <a:ext cx="1332000" cy="180000"/>
              <a:chOff x="666428" y="4310612"/>
              <a:chExt cx="1332000" cy="180000"/>
            </a:xfrm>
          </p:grpSpPr>
          <p:sp>
            <p:nvSpPr>
              <p:cNvPr id="214" name="모서리가 둥근 직사각형 213"/>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21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6227787"/>
              <a:ext cx="1332000" cy="180000"/>
              <a:chOff x="666428" y="3785432"/>
              <a:chExt cx="1332000" cy="180000"/>
            </a:xfrm>
          </p:grpSpPr>
          <p:sp>
            <p:nvSpPr>
              <p:cNvPr id="212" name="모서리가 둥근 직사각형 21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2520" y="6487872"/>
              <a:ext cx="1332000" cy="180000"/>
              <a:chOff x="666428" y="4310612"/>
              <a:chExt cx="1332000" cy="180000"/>
            </a:xfrm>
          </p:grpSpPr>
          <p:sp>
            <p:nvSpPr>
              <p:cNvPr id="210" name="모서리가 둥근 직사각형 20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2520" y="6773828"/>
              <a:ext cx="1332000" cy="180000"/>
              <a:chOff x="666428" y="4570824"/>
              <a:chExt cx="1332000" cy="180000"/>
            </a:xfrm>
          </p:grpSpPr>
          <p:sp>
            <p:nvSpPr>
              <p:cNvPr id="208" name="모서리가 둥근 직사각형 20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9"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7053155"/>
              <a:ext cx="1332000" cy="180000"/>
              <a:chOff x="666428" y="3785432"/>
              <a:chExt cx="1332000" cy="180000"/>
            </a:xfrm>
          </p:grpSpPr>
          <p:sp>
            <p:nvSpPr>
              <p:cNvPr id="206" name="모서리가 둥근 직사각형 20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32520" y="7303715"/>
              <a:ext cx="1332000" cy="180000"/>
              <a:chOff x="666428" y="4310612"/>
              <a:chExt cx="1332000" cy="180000"/>
            </a:xfrm>
          </p:grpSpPr>
          <p:sp>
            <p:nvSpPr>
              <p:cNvPr id="204" name="모서리가 둥근 직사각형 2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22995" y="5922821"/>
              <a:ext cx="1332000" cy="180000"/>
              <a:chOff x="666427" y="3266516"/>
              <a:chExt cx="1332000" cy="180000"/>
            </a:xfrm>
          </p:grpSpPr>
          <p:sp>
            <p:nvSpPr>
              <p:cNvPr id="200" name="모서리가 둥근 직사각형 19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0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865969942"/>
      </p:ext>
    </p:extLst>
  </p:cSld>
  <p:clrMapOvr>
    <a:masterClrMapping/>
  </p:clrMapOvr>
  <p:transition>
    <p:wipe dir="r"/>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설문정보 및 참여 </a:t>
            </a:r>
            <a:r>
              <a:rPr lang="en-US" altLang="ko-KR" sz="800" spc="-60" dirty="0" smtClean="0">
                <a:latin typeface="+mn-ea"/>
                <a:ea typeface="+mn-ea"/>
              </a:rPr>
              <a:t>: </a:t>
            </a:r>
            <a:r>
              <a:rPr lang="ko-KR" altLang="en-US" sz="800" spc="-60" dirty="0" smtClean="0">
                <a:latin typeface="+mn-ea"/>
                <a:ea typeface="+mn-ea"/>
              </a:rPr>
              <a:t>참여 전 </a:t>
            </a:r>
            <a:r>
              <a:rPr lang="en-US" altLang="ko-KR" sz="800" spc="-60" dirty="0" smtClean="0">
                <a:latin typeface="+mn-ea"/>
                <a:ea typeface="+mn-ea"/>
              </a:rPr>
              <a:t>: </a:t>
            </a:r>
            <a:r>
              <a:rPr lang="ko-KR" altLang="en-US" sz="800" spc="-60" dirty="0" err="1" smtClean="0">
                <a:latin typeface="+mn-ea"/>
                <a:ea typeface="+mn-ea"/>
              </a:rPr>
              <a:t>팀설문</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2701983"/>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10556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08618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4269273687"/>
              </p:ext>
            </p:extLst>
          </p:nvPr>
        </p:nvGraphicFramePr>
        <p:xfrm>
          <a:off x="9499029" y="7009575"/>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lt"/>
                          <a:ea typeface="+mn-ea"/>
                          <a:cs typeface="+mn-cs"/>
                        </a:rPr>
                        <a:t>팀설문</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예</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인 경우</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학습그룹분류명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학습그룹별 </a:t>
                      </a:r>
                      <a:r>
                        <a:rPr lang="ko-KR" altLang="en-US" sz="800" kern="1200" dirty="0" err="1" smtClean="0">
                          <a:solidFill>
                            <a:schemeClr val="tx1">
                              <a:lumMod val="75000"/>
                              <a:lumOff val="25000"/>
                            </a:schemeClr>
                          </a:solidFill>
                          <a:latin typeface="+mn-lt"/>
                          <a:ea typeface="+mn-ea"/>
                          <a:cs typeface="+mn-cs"/>
                        </a:rPr>
                        <a:t>부주제</a:t>
                      </a:r>
                      <a:r>
                        <a:rPr lang="ko-KR" altLang="en-US" sz="800" kern="1200" dirty="0" smtClean="0">
                          <a:solidFill>
                            <a:schemeClr val="tx1">
                              <a:lumMod val="75000"/>
                              <a:lumOff val="25000"/>
                            </a:schemeClr>
                          </a:solidFill>
                          <a:latin typeface="+mn-lt"/>
                          <a:ea typeface="+mn-ea"/>
                          <a:cs typeface="+mn-cs"/>
                        </a:rPr>
                        <a:t> 설정 사용여부 </a:t>
                      </a:r>
                      <a:endParaRPr lang="en-US" altLang="ko-KR" sz="800" kern="1200" dirty="0" smtClean="0">
                        <a:solidFill>
                          <a:schemeClr val="tx1">
                            <a:lumMod val="75000"/>
                            <a:lumOff val="25000"/>
                          </a:schemeClr>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사용 </a:t>
                      </a:r>
                      <a:r>
                        <a:rPr lang="en-US" altLang="ko-KR"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사용안함</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58" name="Group 37"/>
          <p:cNvGraphicFramePr>
            <a:graphicFrameLocks noGrp="1"/>
          </p:cNvGraphicFramePr>
          <p:nvPr>
            <p:extLst>
              <p:ext uri="{D42A27DB-BD31-4B8C-83A1-F6EECF244321}">
                <p14:modId xmlns:p14="http://schemas.microsoft.com/office/powerpoint/2010/main" val="963854588"/>
              </p:ext>
            </p:extLst>
          </p:nvPr>
        </p:nvGraphicFramePr>
        <p:xfrm>
          <a:off x="1972097" y="4065463"/>
          <a:ext cx="7470353" cy="865256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55448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a:t>
                      </a:r>
                      <a:r>
                        <a:rPr lang="en-US" altLang="ko-KR" sz="800" b="0" dirty="0" smtClean="0">
                          <a:solidFill>
                            <a:schemeClr val="tx1">
                              <a:lumMod val="75000"/>
                              <a:lumOff val="25000"/>
                            </a:schemeClr>
                          </a:solidFill>
                          <a:latin typeface="+mn-ea"/>
                        </a:rPr>
                        <a:t>: </a:t>
                      </a:r>
                      <a:r>
                        <a:rPr lang="ko-KR" altLang="en-US" sz="800" b="0" dirty="0" smtClean="0">
                          <a:solidFill>
                            <a:schemeClr val="tx1">
                              <a:lumMod val="75000"/>
                              <a:lumOff val="25000"/>
                            </a:schemeClr>
                          </a:solidFill>
                          <a:latin typeface="+mn-ea"/>
                        </a:rPr>
                        <a:t>과제 학습그룹 </a:t>
                      </a:r>
                      <a:r>
                        <a:rPr lang="en-US" altLang="ko-KR" sz="800" b="0" dirty="0" smtClean="0">
                          <a:solidFill>
                            <a:schemeClr val="tx1">
                              <a:lumMod val="75000"/>
                              <a:lumOff val="25000"/>
                            </a:schemeClr>
                          </a:solidFill>
                          <a:latin typeface="+mn-ea"/>
                        </a:rPr>
                        <a:t>001</a:t>
                      </a: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5"/>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168" name="그룹 167"/>
          <p:cNvGrpSpPr/>
          <p:nvPr/>
        </p:nvGrpSpPr>
        <p:grpSpPr>
          <a:xfrm>
            <a:off x="4603199" y="7169138"/>
            <a:ext cx="234360" cy="200055"/>
            <a:chOff x="1152270" y="11716364"/>
            <a:chExt cx="234360" cy="200055"/>
          </a:xfrm>
        </p:grpSpPr>
        <p:sp>
          <p:nvSpPr>
            <p:cNvPr id="169" name="모서리가 둥근 직사각형 1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0" name="직사각형 16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172" name="Group 37"/>
          <p:cNvGraphicFramePr>
            <a:graphicFrameLocks noGrp="1"/>
          </p:cNvGraphicFramePr>
          <p:nvPr>
            <p:extLst>
              <p:ext uri="{D42A27DB-BD31-4B8C-83A1-F6EECF244321}">
                <p14:modId xmlns:p14="http://schemas.microsoft.com/office/powerpoint/2010/main" val="3914161274"/>
              </p:ext>
            </p:extLst>
          </p:nvPr>
        </p:nvGraphicFramePr>
        <p:xfrm>
          <a:off x="3253383" y="7396076"/>
          <a:ext cx="5741591" cy="5237534"/>
        </p:xfrm>
        <a:graphic>
          <a:graphicData uri="http://schemas.openxmlformats.org/drawingml/2006/table">
            <a:tbl>
              <a:tblPr/>
              <a:tblGrid>
                <a:gridCol w="345183"/>
                <a:gridCol w="715887"/>
                <a:gridCol w="3744417"/>
                <a:gridCol w="936104"/>
              </a:tblGrid>
              <a:tr h="287984">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학습그룹별 설문 설정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798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구성원</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19707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1</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493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25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76432">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2</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300028">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3</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r>
                        <a:rPr lang="ko-KR" altLang="en-US" sz="800" b="0" dirty="0" smtClean="0">
                          <a:solidFill>
                            <a:schemeClr val="tx1">
                              <a:lumMod val="75000"/>
                              <a:lumOff val="25000"/>
                            </a:schemeClr>
                          </a:solidFill>
                          <a:latin typeface="+mn-ea"/>
                        </a:rPr>
                        <a:t> 주제</a:t>
                      </a:r>
                      <a:r>
                        <a:rPr lang="en-US" altLang="ko-KR" sz="800" b="0" dirty="0" smtClean="0">
                          <a:solidFill>
                            <a:schemeClr val="tx1">
                              <a:lumMod val="75000"/>
                              <a:lumOff val="25000"/>
                            </a:schemeClr>
                          </a:solidFill>
                          <a:latin typeface="+mn-ea"/>
                        </a:rPr>
                        <a:t>04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4</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bl>
          </a:graphicData>
        </a:graphic>
      </p:graphicFrame>
      <p:grpSp>
        <p:nvGrpSpPr>
          <p:cNvPr id="173" name="그룹 172"/>
          <p:cNvGrpSpPr/>
          <p:nvPr/>
        </p:nvGrpSpPr>
        <p:grpSpPr>
          <a:xfrm>
            <a:off x="4349281" y="8213613"/>
            <a:ext cx="3663061" cy="600864"/>
            <a:chOff x="3229000" y="4452549"/>
            <a:chExt cx="3663061" cy="600864"/>
          </a:xfrm>
        </p:grpSpPr>
        <p:sp>
          <p:nvSpPr>
            <p:cNvPr id="174"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75" name="Track"/>
            <p:cNvSpPr>
              <a:spLocks/>
            </p:cNvSpPr>
            <p:nvPr>
              <p:custDataLst>
                <p:tags r:id="rId4"/>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76" name="그룹 175"/>
          <p:cNvGrpSpPr/>
          <p:nvPr/>
        </p:nvGrpSpPr>
        <p:grpSpPr>
          <a:xfrm>
            <a:off x="4357758" y="8914643"/>
            <a:ext cx="2114928" cy="162000"/>
            <a:chOff x="3225788" y="7298382"/>
            <a:chExt cx="2114928" cy="162000"/>
          </a:xfrm>
        </p:grpSpPr>
        <p:sp>
          <p:nvSpPr>
            <p:cNvPr id="177" name="직사각형 17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78"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79" name="그룹 178"/>
          <p:cNvGrpSpPr/>
          <p:nvPr/>
        </p:nvGrpSpPr>
        <p:grpSpPr>
          <a:xfrm>
            <a:off x="4348361" y="9383725"/>
            <a:ext cx="3663061" cy="600864"/>
            <a:chOff x="3229000" y="4452549"/>
            <a:chExt cx="3663061" cy="600864"/>
          </a:xfrm>
        </p:grpSpPr>
        <p:sp>
          <p:nvSpPr>
            <p:cNvPr id="180"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81" name="Track"/>
            <p:cNvSpPr>
              <a:spLocks/>
            </p:cNvSpPr>
            <p:nvPr>
              <p:custDataLst>
                <p:tags r:id="rId3"/>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2" name="그룹 181"/>
          <p:cNvGrpSpPr/>
          <p:nvPr/>
        </p:nvGrpSpPr>
        <p:grpSpPr>
          <a:xfrm>
            <a:off x="4356838" y="10084755"/>
            <a:ext cx="2114928" cy="162000"/>
            <a:chOff x="3225788" y="7298382"/>
            <a:chExt cx="2114928" cy="162000"/>
          </a:xfrm>
        </p:grpSpPr>
        <p:sp>
          <p:nvSpPr>
            <p:cNvPr id="183" name="직사각형 182"/>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4"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85" name="그룹 184"/>
          <p:cNvGrpSpPr/>
          <p:nvPr/>
        </p:nvGrpSpPr>
        <p:grpSpPr>
          <a:xfrm>
            <a:off x="4348361" y="10565494"/>
            <a:ext cx="3663061" cy="600864"/>
            <a:chOff x="3229000" y="4452549"/>
            <a:chExt cx="3663061" cy="600864"/>
          </a:xfrm>
        </p:grpSpPr>
        <p:sp>
          <p:nvSpPr>
            <p:cNvPr id="186"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87" name="Track"/>
            <p:cNvSpPr>
              <a:spLocks/>
            </p:cNvSpPr>
            <p:nvPr>
              <p:custDataLst>
                <p:tags r:id="rId2"/>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8" name="그룹 187"/>
          <p:cNvGrpSpPr/>
          <p:nvPr/>
        </p:nvGrpSpPr>
        <p:grpSpPr>
          <a:xfrm>
            <a:off x="4356838" y="11256999"/>
            <a:ext cx="2114928" cy="162000"/>
            <a:chOff x="3225788" y="7298382"/>
            <a:chExt cx="2114928" cy="162000"/>
          </a:xfrm>
        </p:grpSpPr>
        <p:sp>
          <p:nvSpPr>
            <p:cNvPr id="189" name="직사각형 18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90"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91" name="그룹 190"/>
          <p:cNvGrpSpPr/>
          <p:nvPr/>
        </p:nvGrpSpPr>
        <p:grpSpPr>
          <a:xfrm>
            <a:off x="4348361" y="11717622"/>
            <a:ext cx="3663061" cy="600864"/>
            <a:chOff x="3229000" y="4452549"/>
            <a:chExt cx="3663061" cy="600864"/>
          </a:xfrm>
        </p:grpSpPr>
        <p:sp>
          <p:nvSpPr>
            <p:cNvPr id="192"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93" name="Track"/>
            <p:cNvSpPr>
              <a:spLocks/>
            </p:cNvSpPr>
            <p:nvPr>
              <p:custDataLst>
                <p:tags r:id="rId1"/>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94" name="그룹 193"/>
          <p:cNvGrpSpPr/>
          <p:nvPr/>
        </p:nvGrpSpPr>
        <p:grpSpPr>
          <a:xfrm>
            <a:off x="4356838" y="12418652"/>
            <a:ext cx="2114928" cy="162000"/>
            <a:chOff x="3225788" y="7298382"/>
            <a:chExt cx="2114928" cy="162000"/>
          </a:xfrm>
        </p:grpSpPr>
        <p:sp>
          <p:nvSpPr>
            <p:cNvPr id="195" name="직사각형 194"/>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96"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97" name="그룹 196"/>
          <p:cNvGrpSpPr/>
          <p:nvPr/>
        </p:nvGrpSpPr>
        <p:grpSpPr>
          <a:xfrm>
            <a:off x="4592960" y="7436428"/>
            <a:ext cx="234360" cy="200055"/>
            <a:chOff x="1152270" y="11716364"/>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200" name="직사각형 199"/>
          <p:cNvSpPr/>
          <p:nvPr/>
        </p:nvSpPr>
        <p:spPr>
          <a:xfrm>
            <a:off x="1947714" y="7149889"/>
            <a:ext cx="7484640" cy="5584304"/>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grpSp>
        <p:nvGrpSpPr>
          <p:cNvPr id="201" name="그룹 200"/>
          <p:cNvGrpSpPr/>
          <p:nvPr/>
        </p:nvGrpSpPr>
        <p:grpSpPr>
          <a:xfrm>
            <a:off x="1878542" y="7091883"/>
            <a:ext cx="234360" cy="200055"/>
            <a:chOff x="1152270" y="11716364"/>
            <a:chExt cx="234360" cy="200055"/>
          </a:xfrm>
        </p:grpSpPr>
        <p:sp>
          <p:nvSpPr>
            <p:cNvPr id="202" name="모서리가 둥근 직사각형 20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3" name="직사각형 20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04" name="그룹 203"/>
          <p:cNvGrpSpPr/>
          <p:nvPr/>
        </p:nvGrpSpPr>
        <p:grpSpPr>
          <a:xfrm>
            <a:off x="5069155" y="13409901"/>
            <a:ext cx="234360" cy="200055"/>
            <a:chOff x="1152270" y="11716364"/>
            <a:chExt cx="234360" cy="200055"/>
          </a:xfrm>
        </p:grpSpPr>
        <p:sp>
          <p:nvSpPr>
            <p:cNvPr id="205" name="모서리가 둥근 직사각형 2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6" name="직사각형 20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aphicFrame>
        <p:nvGraphicFramePr>
          <p:cNvPr id="207" name="Group 37"/>
          <p:cNvGraphicFramePr>
            <a:graphicFrameLocks noGrp="1"/>
          </p:cNvGraphicFramePr>
          <p:nvPr>
            <p:extLst>
              <p:ext uri="{D42A27DB-BD31-4B8C-83A1-F6EECF244321}">
                <p14:modId xmlns:p14="http://schemas.microsoft.com/office/powerpoint/2010/main" val="2281674131"/>
              </p:ext>
            </p:extLst>
          </p:nvPr>
        </p:nvGraphicFramePr>
        <p:xfrm>
          <a:off x="1972097" y="12817948"/>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설문 참여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 참여하시기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8" name="모서리가 둥근 직사각형 207"/>
          <p:cNvSpPr/>
          <p:nvPr/>
        </p:nvSpPr>
        <p:spPr>
          <a:xfrm>
            <a:off x="8498446" y="1284864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9" name="모서리가 둥근 직사각형 208"/>
          <p:cNvSpPr/>
          <p:nvPr/>
        </p:nvSpPr>
        <p:spPr>
          <a:xfrm>
            <a:off x="5263312" y="1344163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a:t>
            </a:r>
            <a:r>
              <a:rPr lang="ko-KR" altLang="en-US" sz="800" dirty="0">
                <a:solidFill>
                  <a:schemeClr val="bg1"/>
                </a:solidFill>
                <a:latin typeface="맑은 고딕" panose="020B0503020000020004" pitchFamily="50" charset="-127"/>
                <a:ea typeface="맑은 고딕" panose="020B0503020000020004" pitchFamily="50" charset="-127"/>
              </a:rPr>
              <a:t>여</a:t>
            </a:r>
            <a:r>
              <a:rPr lang="ko-KR" altLang="en-US" sz="800" dirty="0" smtClean="0">
                <a:solidFill>
                  <a:schemeClr val="bg1"/>
                </a:solidFill>
                <a:latin typeface="맑은 고딕" panose="020B0503020000020004" pitchFamily="50" charset="-127"/>
                <a:ea typeface="맑은 고딕" panose="020B0503020000020004" pitchFamily="50" charset="-127"/>
              </a:rPr>
              <a:t>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0" name="그룹 209"/>
          <p:cNvGrpSpPr/>
          <p:nvPr/>
        </p:nvGrpSpPr>
        <p:grpSpPr>
          <a:xfrm>
            <a:off x="8308801" y="12829591"/>
            <a:ext cx="234360" cy="200055"/>
            <a:chOff x="1152270" y="11716364"/>
            <a:chExt cx="234360" cy="200055"/>
          </a:xfrm>
        </p:grpSpPr>
        <p:sp>
          <p:nvSpPr>
            <p:cNvPr id="211" name="모서리가 둥근 직사각형 21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2" name="직사각형 21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13" name="그룹 212"/>
          <p:cNvGrpSpPr/>
          <p:nvPr/>
        </p:nvGrpSpPr>
        <p:grpSpPr>
          <a:xfrm>
            <a:off x="9034657" y="12708507"/>
            <a:ext cx="234360" cy="200055"/>
            <a:chOff x="1152270" y="11716364"/>
            <a:chExt cx="234360" cy="200055"/>
          </a:xfrm>
        </p:grpSpPr>
        <p:sp>
          <p:nvSpPr>
            <p:cNvPr id="214" name="모서리가 둥근 직사각형 21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5" name="직사각형 21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16" name="그룹 215"/>
          <p:cNvGrpSpPr/>
          <p:nvPr/>
        </p:nvGrpSpPr>
        <p:grpSpPr>
          <a:xfrm>
            <a:off x="579562" y="2166658"/>
            <a:ext cx="1386586" cy="5317057"/>
            <a:chOff x="579562" y="2166658"/>
            <a:chExt cx="1386586" cy="5317057"/>
          </a:xfrm>
        </p:grpSpPr>
        <p:grpSp>
          <p:nvGrpSpPr>
            <p:cNvPr id="217" name="그룹 216"/>
            <p:cNvGrpSpPr/>
            <p:nvPr/>
          </p:nvGrpSpPr>
          <p:grpSpPr>
            <a:xfrm>
              <a:off x="629956" y="3318264"/>
              <a:ext cx="1332000" cy="180000"/>
              <a:chOff x="666428" y="3785432"/>
              <a:chExt cx="1332000" cy="180000"/>
            </a:xfrm>
          </p:grpSpPr>
          <p:sp>
            <p:nvSpPr>
              <p:cNvPr id="380" name="모서리가 둥근 직사각형 37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6" y="3568824"/>
              <a:ext cx="1332000" cy="180000"/>
              <a:chOff x="666428" y="4310612"/>
              <a:chExt cx="1332000" cy="180000"/>
            </a:xfrm>
          </p:grpSpPr>
          <p:sp>
            <p:nvSpPr>
              <p:cNvPr id="378" name="모서리가 둥근 직사각형 37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7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5" y="3042501"/>
              <a:ext cx="1332000" cy="180000"/>
              <a:chOff x="666427" y="3266516"/>
              <a:chExt cx="1332000" cy="180000"/>
            </a:xfrm>
          </p:grpSpPr>
          <p:sp>
            <p:nvSpPr>
              <p:cNvPr id="376" name="모서리가 둥근 직사각형 37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7"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3854780"/>
              <a:ext cx="1332000" cy="180000"/>
              <a:chOff x="666428" y="4570824"/>
              <a:chExt cx="1332000" cy="180000"/>
            </a:xfrm>
          </p:grpSpPr>
          <p:sp>
            <p:nvSpPr>
              <p:cNvPr id="372" name="모서리가 둥근 직사각형 37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75"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5316875"/>
              <a:ext cx="1332000" cy="180000"/>
              <a:chOff x="666428" y="5096004"/>
              <a:chExt cx="1332000" cy="180000"/>
            </a:xfrm>
          </p:grpSpPr>
          <p:sp>
            <p:nvSpPr>
              <p:cNvPr id="370" name="모서리가 둥근 직사각형 36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1"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4148" y="5634789"/>
              <a:ext cx="1332000" cy="180000"/>
              <a:chOff x="666428" y="3785432"/>
              <a:chExt cx="1332000" cy="180000"/>
            </a:xfrm>
          </p:grpSpPr>
          <p:sp>
            <p:nvSpPr>
              <p:cNvPr id="368" name="모서리가 둥근 직사각형 36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6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1150" y="4135825"/>
              <a:ext cx="1332000" cy="180000"/>
              <a:chOff x="666428" y="4570824"/>
              <a:chExt cx="1332000" cy="180000"/>
            </a:xfrm>
          </p:grpSpPr>
          <p:sp>
            <p:nvSpPr>
              <p:cNvPr id="366" name="모서리가 둥근 직사각형 36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67"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5" name="TextBox 22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6" name="그룹 225"/>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34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227787"/>
              <a:ext cx="1332000" cy="180000"/>
              <a:chOff x="666428" y="3785432"/>
              <a:chExt cx="1332000" cy="180000"/>
            </a:xfrm>
          </p:grpSpPr>
          <p:sp>
            <p:nvSpPr>
              <p:cNvPr id="325" name="모서리가 둥근 직사각형 32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7"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487872"/>
              <a:ext cx="1332000" cy="180000"/>
              <a:chOff x="666428" y="4310612"/>
              <a:chExt cx="1332000" cy="180000"/>
            </a:xfrm>
          </p:grpSpPr>
          <p:sp>
            <p:nvSpPr>
              <p:cNvPr id="303" name="모서리가 둥근 직사각형 3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4"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6773828"/>
              <a:ext cx="1332000" cy="180000"/>
              <a:chOff x="666428" y="4570824"/>
              <a:chExt cx="1332000" cy="180000"/>
            </a:xfrm>
          </p:grpSpPr>
          <p:sp>
            <p:nvSpPr>
              <p:cNvPr id="260" name="모서리가 둥근 직사각형 25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1"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053155"/>
              <a:ext cx="1332000" cy="180000"/>
              <a:chOff x="666428" y="3785432"/>
              <a:chExt cx="1332000" cy="180000"/>
            </a:xfrm>
          </p:grpSpPr>
          <p:sp>
            <p:nvSpPr>
              <p:cNvPr id="258" name="모서리가 둥근 직사각형 25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2520" y="7303715"/>
              <a:ext cx="1332000" cy="180000"/>
              <a:chOff x="666428" y="4310612"/>
              <a:chExt cx="1332000" cy="180000"/>
            </a:xfrm>
          </p:grpSpPr>
          <p:sp>
            <p:nvSpPr>
              <p:cNvPr id="256" name="모서리가 둥근 직사각형 25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9" name="그룹 238"/>
            <p:cNvGrpSpPr/>
            <p:nvPr/>
          </p:nvGrpSpPr>
          <p:grpSpPr>
            <a:xfrm>
              <a:off x="622995" y="5922821"/>
              <a:ext cx="1332000" cy="180000"/>
              <a:chOff x="666427" y="3266516"/>
              <a:chExt cx="1332000" cy="180000"/>
            </a:xfrm>
          </p:grpSpPr>
          <p:sp>
            <p:nvSpPr>
              <p:cNvPr id="240" name="모서리가 둥근 직사각형 23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1"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7607771" y="378484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7" name="그룹 236"/>
          <p:cNvGrpSpPr/>
          <p:nvPr/>
        </p:nvGrpSpPr>
        <p:grpSpPr>
          <a:xfrm>
            <a:off x="9873927" y="4251526"/>
            <a:ext cx="2052001" cy="3560806"/>
            <a:chOff x="1100571" y="3012284"/>
            <a:chExt cx="2052001" cy="3560806"/>
          </a:xfrm>
        </p:grpSpPr>
        <p:sp>
          <p:nvSpPr>
            <p:cNvPr id="238" name="직사각형 237"/>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3" name="직사각형 242"/>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244" name="직사각형 243"/>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45" name="모서리가 둥근 직사각형 244"/>
          <p:cNvSpPr/>
          <p:nvPr/>
        </p:nvSpPr>
        <p:spPr>
          <a:xfrm>
            <a:off x="10489396" y="747662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46" name="Group 37"/>
          <p:cNvGraphicFramePr>
            <a:graphicFrameLocks noGrp="1"/>
          </p:cNvGraphicFramePr>
          <p:nvPr>
            <p:extLst>
              <p:ext uri="{D42A27DB-BD31-4B8C-83A1-F6EECF244321}">
                <p14:modId xmlns:p14="http://schemas.microsoft.com/office/powerpoint/2010/main" val="243961499"/>
              </p:ext>
            </p:extLst>
          </p:nvPr>
        </p:nvGraphicFramePr>
        <p:xfrm>
          <a:off x="9945935" y="4548376"/>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247" name="꺾인 연결선 246"/>
          <p:cNvCxnSpPr>
            <a:stCxn id="236" idx="2"/>
            <a:endCxn id="242" idx="0"/>
          </p:cNvCxnSpPr>
          <p:nvPr/>
        </p:nvCxnSpPr>
        <p:spPr>
          <a:xfrm rot="16200000" flipH="1">
            <a:off x="9325786" y="2696832"/>
            <a:ext cx="306127" cy="2842157"/>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2140410"/>
      </p:ext>
    </p:extLst>
  </p:cSld>
  <p:clrMapOvr>
    <a:masterClrMapping/>
  </p:clrMapOvr>
  <p:transition>
    <p:wipe dir="r"/>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KNOU_UI_C02110000_05</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설문정보 및 참여 </a:t>
            </a:r>
            <a:r>
              <a:rPr lang="en-US" altLang="ko-KR" sz="800" spc="-60" dirty="0" smtClean="0">
                <a:latin typeface="+mn-ea"/>
                <a:ea typeface="+mn-ea"/>
              </a:rPr>
              <a:t>: </a:t>
            </a:r>
            <a:r>
              <a:rPr lang="ko-KR" altLang="en-US" sz="800" spc="-60" dirty="0" smtClean="0">
                <a:latin typeface="+mn-ea"/>
                <a:ea typeface="+mn-ea"/>
              </a:rPr>
              <a:t>참여 후 </a:t>
            </a:r>
            <a:r>
              <a:rPr lang="en-US" altLang="ko-KR" sz="800" spc="-60" dirty="0" smtClean="0">
                <a:latin typeface="+mn-ea"/>
                <a:ea typeface="+mn-ea"/>
              </a:rPr>
              <a:t>&amp; </a:t>
            </a:r>
            <a:r>
              <a:rPr lang="ko-KR" altLang="en-US" sz="800" spc="-60" dirty="0" smtClean="0">
                <a:latin typeface="+mn-ea"/>
                <a:ea typeface="+mn-ea"/>
              </a:rPr>
              <a:t>평가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3832462833"/>
              </p:ext>
            </p:extLst>
          </p:nvPr>
        </p:nvGraphicFramePr>
        <p:xfrm>
          <a:off x="9499029" y="3456291"/>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설문참여 기록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수정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58" name="Group 37"/>
          <p:cNvGraphicFramePr>
            <a:graphicFrameLocks noGrp="1"/>
          </p:cNvGraphicFramePr>
          <p:nvPr>
            <p:extLst>
              <p:ext uri="{D42A27DB-BD31-4B8C-83A1-F6EECF244321}">
                <p14:modId xmlns:p14="http://schemas.microsoft.com/office/powerpoint/2010/main" val="2934276040"/>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aphicFrame>
        <p:nvGraphicFramePr>
          <p:cNvPr id="167" name="Group 37"/>
          <p:cNvGraphicFramePr>
            <a:graphicFrameLocks noGrp="1"/>
          </p:cNvGraphicFramePr>
          <p:nvPr>
            <p:extLst>
              <p:ext uri="{D42A27DB-BD31-4B8C-83A1-F6EECF244321}">
                <p14:modId xmlns:p14="http://schemas.microsoft.com/office/powerpoint/2010/main" val="3444892865"/>
              </p:ext>
            </p:extLst>
          </p:nvPr>
        </p:nvGraphicFramePr>
        <p:xfrm>
          <a:off x="1972097" y="7542981"/>
          <a:ext cx="7470354" cy="532633"/>
        </p:xfrm>
        <a:graphic>
          <a:graphicData uri="http://schemas.openxmlformats.org/drawingml/2006/table">
            <a:tbl>
              <a:tblPr/>
              <a:tblGrid>
                <a:gridCol w="460623"/>
                <a:gridCol w="2336577"/>
                <a:gridCol w="2336577"/>
                <a:gridCol w="2336577"/>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1" name="모서리가 둥근 직사각형 180"/>
          <p:cNvSpPr/>
          <p:nvPr/>
        </p:nvSpPr>
        <p:spPr>
          <a:xfrm>
            <a:off x="8498446" y="757367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2" name="모서리가 둥근 직사각형 181"/>
          <p:cNvSpPr/>
          <p:nvPr/>
        </p:nvSpPr>
        <p:spPr>
          <a:xfrm>
            <a:off x="5263312" y="823448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3" name="그룹 182"/>
          <p:cNvGrpSpPr/>
          <p:nvPr/>
        </p:nvGrpSpPr>
        <p:grpSpPr>
          <a:xfrm>
            <a:off x="1825201" y="7821488"/>
            <a:ext cx="234360" cy="200055"/>
            <a:chOff x="1152270" y="11716364"/>
            <a:chExt cx="234360" cy="200055"/>
          </a:xfrm>
        </p:grpSpPr>
        <p:sp>
          <p:nvSpPr>
            <p:cNvPr id="184" name="모서리가 둥근 직사각형 18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5" name="직사각형 18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55" name="그룹 154"/>
          <p:cNvGrpSpPr/>
          <p:nvPr/>
        </p:nvGrpSpPr>
        <p:grpSpPr>
          <a:xfrm>
            <a:off x="579562" y="2166658"/>
            <a:ext cx="1386586" cy="5317057"/>
            <a:chOff x="579562" y="2166658"/>
            <a:chExt cx="1386586" cy="5317057"/>
          </a:xfrm>
        </p:grpSpPr>
        <p:grpSp>
          <p:nvGrpSpPr>
            <p:cNvPr id="156" name="그룹 155"/>
            <p:cNvGrpSpPr/>
            <p:nvPr/>
          </p:nvGrpSpPr>
          <p:grpSpPr>
            <a:xfrm>
              <a:off x="629956" y="3318264"/>
              <a:ext cx="1332000" cy="180000"/>
              <a:chOff x="666428" y="3785432"/>
              <a:chExt cx="1332000" cy="180000"/>
            </a:xfrm>
          </p:grpSpPr>
          <p:sp>
            <p:nvSpPr>
              <p:cNvPr id="216" name="모서리가 둥근 직사각형 21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1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7" name="그룹 156"/>
            <p:cNvGrpSpPr/>
            <p:nvPr/>
          </p:nvGrpSpPr>
          <p:grpSpPr>
            <a:xfrm>
              <a:off x="629956" y="3568824"/>
              <a:ext cx="1332000" cy="180000"/>
              <a:chOff x="666428" y="4310612"/>
              <a:chExt cx="1332000" cy="180000"/>
            </a:xfrm>
          </p:grpSpPr>
          <p:sp>
            <p:nvSpPr>
              <p:cNvPr id="214" name="모서리가 둥근 직사각형 21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1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8" name="그룹 157"/>
            <p:cNvGrpSpPr/>
            <p:nvPr/>
          </p:nvGrpSpPr>
          <p:grpSpPr>
            <a:xfrm>
              <a:off x="629955" y="3042501"/>
              <a:ext cx="1332000" cy="180000"/>
              <a:chOff x="666427" y="3266516"/>
              <a:chExt cx="1332000" cy="180000"/>
            </a:xfrm>
          </p:grpSpPr>
          <p:sp>
            <p:nvSpPr>
              <p:cNvPr id="212" name="모서리가 둥근 직사각형 21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13"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9" name="그룹 158"/>
            <p:cNvGrpSpPr/>
            <p:nvPr/>
          </p:nvGrpSpPr>
          <p:grpSpPr>
            <a:xfrm>
              <a:off x="629956" y="3854780"/>
              <a:ext cx="1332000" cy="180000"/>
              <a:chOff x="666428" y="4570824"/>
              <a:chExt cx="1332000" cy="180000"/>
            </a:xfrm>
          </p:grpSpPr>
          <p:sp>
            <p:nvSpPr>
              <p:cNvPr id="210" name="모서리가 둥근 직사각형 20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11"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0" name="그룹 159"/>
            <p:cNvGrpSpPr/>
            <p:nvPr/>
          </p:nvGrpSpPr>
          <p:grpSpPr>
            <a:xfrm>
              <a:off x="629956" y="5316875"/>
              <a:ext cx="1332000" cy="180000"/>
              <a:chOff x="666428" y="5096004"/>
              <a:chExt cx="1332000" cy="180000"/>
            </a:xfrm>
          </p:grpSpPr>
          <p:sp>
            <p:nvSpPr>
              <p:cNvPr id="208" name="모서리가 둥근 직사각형 207"/>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09"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1" name="그룹 160"/>
            <p:cNvGrpSpPr/>
            <p:nvPr/>
          </p:nvGrpSpPr>
          <p:grpSpPr>
            <a:xfrm>
              <a:off x="634148" y="5634789"/>
              <a:ext cx="1332000" cy="180000"/>
              <a:chOff x="666428" y="3785432"/>
              <a:chExt cx="1332000" cy="180000"/>
            </a:xfrm>
          </p:grpSpPr>
          <p:sp>
            <p:nvSpPr>
              <p:cNvPr id="206" name="모서리가 둥근 직사각형 20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0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2" name="그룹 161"/>
            <p:cNvGrpSpPr/>
            <p:nvPr/>
          </p:nvGrpSpPr>
          <p:grpSpPr>
            <a:xfrm>
              <a:off x="631150" y="4135825"/>
              <a:ext cx="1332000" cy="180000"/>
              <a:chOff x="666428" y="4570824"/>
              <a:chExt cx="1332000" cy="180000"/>
            </a:xfrm>
          </p:grpSpPr>
          <p:sp>
            <p:nvSpPr>
              <p:cNvPr id="204" name="모서리가 둥근 직사각형 20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05"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3" name="그룹 162"/>
            <p:cNvGrpSpPr/>
            <p:nvPr/>
          </p:nvGrpSpPr>
          <p:grpSpPr>
            <a:xfrm>
              <a:off x="629956" y="4423395"/>
              <a:ext cx="1332000" cy="180000"/>
              <a:chOff x="666428" y="4310612"/>
              <a:chExt cx="1332000" cy="180000"/>
            </a:xfrm>
          </p:grpSpPr>
          <p:sp>
            <p:nvSpPr>
              <p:cNvPr id="202" name="모서리가 둥근 직사각형 20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03"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64" name="TextBox 16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65" name="그룹 164"/>
            <p:cNvGrpSpPr/>
            <p:nvPr/>
          </p:nvGrpSpPr>
          <p:grpSpPr>
            <a:xfrm>
              <a:off x="632520" y="4723068"/>
              <a:ext cx="1332000" cy="180000"/>
              <a:chOff x="666428" y="4310612"/>
              <a:chExt cx="1332000" cy="180000"/>
            </a:xfrm>
          </p:grpSpPr>
          <p:sp>
            <p:nvSpPr>
              <p:cNvPr id="200" name="모서리가 둥근 직사각형 19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0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32520" y="2752353"/>
              <a:ext cx="1332000" cy="180000"/>
              <a:chOff x="666427" y="3266516"/>
              <a:chExt cx="1332000" cy="180000"/>
            </a:xfrm>
          </p:grpSpPr>
          <p:sp>
            <p:nvSpPr>
              <p:cNvPr id="198" name="모서리가 둥근 직사각형 19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19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32520" y="5005767"/>
              <a:ext cx="1332000" cy="180000"/>
              <a:chOff x="666428" y="4310612"/>
              <a:chExt cx="1332000" cy="180000"/>
            </a:xfrm>
          </p:grpSpPr>
          <p:sp>
            <p:nvSpPr>
              <p:cNvPr id="196" name="모서리가 둥근 직사각형 195"/>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19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32520" y="6227787"/>
              <a:ext cx="1332000" cy="180000"/>
              <a:chOff x="666428" y="3785432"/>
              <a:chExt cx="1332000" cy="180000"/>
            </a:xfrm>
          </p:grpSpPr>
          <p:sp>
            <p:nvSpPr>
              <p:cNvPr id="194" name="모서리가 둥근 직사각형 19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19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32520" y="6487872"/>
              <a:ext cx="1332000" cy="180000"/>
              <a:chOff x="666428" y="4310612"/>
              <a:chExt cx="1332000" cy="180000"/>
            </a:xfrm>
          </p:grpSpPr>
          <p:sp>
            <p:nvSpPr>
              <p:cNvPr id="192" name="모서리가 둥근 직사각형 19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193"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32520" y="6773828"/>
              <a:ext cx="1332000" cy="180000"/>
              <a:chOff x="666428" y="4570824"/>
              <a:chExt cx="1332000" cy="180000"/>
            </a:xfrm>
          </p:grpSpPr>
          <p:sp>
            <p:nvSpPr>
              <p:cNvPr id="190" name="모서리가 둥근 직사각형 18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91"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2520" y="7053155"/>
              <a:ext cx="1332000" cy="180000"/>
              <a:chOff x="666428" y="3785432"/>
              <a:chExt cx="1332000" cy="180000"/>
            </a:xfrm>
          </p:grpSpPr>
          <p:sp>
            <p:nvSpPr>
              <p:cNvPr id="188" name="모서리가 둥근 직사각형 18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8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2520" y="7303715"/>
              <a:ext cx="1332000" cy="180000"/>
              <a:chOff x="666428" y="4310612"/>
              <a:chExt cx="1332000" cy="180000"/>
            </a:xfrm>
          </p:grpSpPr>
          <p:sp>
            <p:nvSpPr>
              <p:cNvPr id="186" name="모서리가 둥근 직사각형 18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8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2995" y="5922821"/>
              <a:ext cx="1332000" cy="180000"/>
              <a:chOff x="666427" y="3266516"/>
              <a:chExt cx="1332000" cy="180000"/>
            </a:xfrm>
          </p:grpSpPr>
          <p:sp>
            <p:nvSpPr>
              <p:cNvPr id="177" name="모서리가 둥근 직사각형 17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178"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18" name="그룹 217"/>
          <p:cNvGrpSpPr/>
          <p:nvPr/>
        </p:nvGrpSpPr>
        <p:grpSpPr>
          <a:xfrm>
            <a:off x="5076524" y="8212043"/>
            <a:ext cx="234360" cy="200055"/>
            <a:chOff x="1152270" y="11716364"/>
            <a:chExt cx="234360" cy="200055"/>
          </a:xfrm>
        </p:grpSpPr>
        <p:sp>
          <p:nvSpPr>
            <p:cNvPr id="219" name="모서리가 둥근 직사각형 2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0" name="직사각형 21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2326726131"/>
      </p:ext>
    </p:extLst>
  </p:cSld>
  <p:clrMapOvr>
    <a:masterClrMapping/>
  </p:clrMapOvr>
  <p:transition>
    <p:wipe dir="r"/>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KNOU_UI_C02110000_06</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설문정보 및 참여 </a:t>
            </a:r>
            <a:r>
              <a:rPr lang="en-US" altLang="ko-KR" sz="800" spc="-60" dirty="0" smtClean="0">
                <a:latin typeface="+mn-ea"/>
                <a:ea typeface="+mn-ea"/>
              </a:rPr>
              <a:t>: </a:t>
            </a:r>
            <a:r>
              <a:rPr lang="ko-KR" altLang="en-US" sz="800" spc="-60" dirty="0" smtClean="0">
                <a:latin typeface="+mn-ea"/>
                <a:ea typeface="+mn-ea"/>
              </a:rPr>
              <a:t>참여 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3233586213"/>
              </p:ext>
            </p:extLst>
          </p:nvPr>
        </p:nvGraphicFramePr>
        <p:xfrm>
          <a:off x="9499029" y="3456291"/>
          <a:ext cx="1404156" cy="54776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58" name="Group 37"/>
          <p:cNvGraphicFramePr>
            <a:graphicFrameLocks noGrp="1"/>
          </p:cNvGraphicFramePr>
          <p:nvPr>
            <p:extLst>
              <p:ext uri="{D42A27DB-BD31-4B8C-83A1-F6EECF244321}">
                <p14:modId xmlns:p14="http://schemas.microsoft.com/office/powerpoint/2010/main" val="3100177754"/>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aphicFrame>
        <p:nvGraphicFramePr>
          <p:cNvPr id="168" name="Group 37"/>
          <p:cNvGraphicFramePr>
            <a:graphicFrameLocks noGrp="1"/>
          </p:cNvGraphicFramePr>
          <p:nvPr>
            <p:extLst>
              <p:ext uri="{D42A27DB-BD31-4B8C-83A1-F6EECF244321}">
                <p14:modId xmlns:p14="http://schemas.microsoft.com/office/powerpoint/2010/main" val="1391125400"/>
              </p:ext>
            </p:extLst>
          </p:nvPr>
        </p:nvGraphicFramePr>
        <p:xfrm>
          <a:off x="1972097" y="7542981"/>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69" name="모서리가 둥근 직사각형 168"/>
          <p:cNvSpPr/>
          <p:nvPr/>
        </p:nvSpPr>
        <p:spPr>
          <a:xfrm>
            <a:off x="8498446" y="757367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0" name="모서리가 둥근 직사각형 169"/>
          <p:cNvSpPr/>
          <p:nvPr/>
        </p:nvSpPr>
        <p:spPr>
          <a:xfrm>
            <a:off x="3216024" y="804703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2" name="그룹 171"/>
          <p:cNvGrpSpPr/>
          <p:nvPr/>
        </p:nvGrpSpPr>
        <p:grpSpPr>
          <a:xfrm>
            <a:off x="4088904" y="8013131"/>
            <a:ext cx="234360" cy="200055"/>
            <a:chOff x="1152270" y="11716364"/>
            <a:chExt cx="234360" cy="200055"/>
          </a:xfrm>
        </p:grpSpPr>
        <p:sp>
          <p:nvSpPr>
            <p:cNvPr id="173" name="모서리가 둥근 직사각형 17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4" name="직사각형 17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75" name="사각형 설명선 174"/>
          <p:cNvSpPr/>
          <p:nvPr/>
        </p:nvSpPr>
        <p:spPr>
          <a:xfrm>
            <a:off x="3968521" y="8373170"/>
            <a:ext cx="3120444" cy="816469"/>
          </a:xfrm>
          <a:prstGeom prst="wedgeRectCallout">
            <a:avLst>
              <a:gd name="adj1" fmla="val -50137"/>
              <a:gd name="adj2" fmla="val -84475"/>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smtClean="0">
                <a:solidFill>
                  <a:schemeClr val="tx1">
                    <a:lumMod val="75000"/>
                    <a:lumOff val="25000"/>
                  </a:schemeClr>
                </a:solidFill>
                <a:latin typeface="+mn-ea"/>
              </a:rPr>
              <a:t>설문 </a:t>
            </a:r>
            <a:r>
              <a:rPr lang="ko-KR" altLang="en-US" sz="800" dirty="0">
                <a:solidFill>
                  <a:schemeClr val="tx1">
                    <a:lumMod val="75000"/>
                    <a:lumOff val="25000"/>
                  </a:schemeClr>
                </a:solidFill>
                <a:latin typeface="+mn-ea"/>
              </a:rPr>
              <a:t>참여 후 </a:t>
            </a:r>
            <a:r>
              <a:rPr lang="en-US" altLang="ko-KR" sz="800" dirty="0">
                <a:solidFill>
                  <a:schemeClr val="tx1">
                    <a:lumMod val="75000"/>
                    <a:lumOff val="25000"/>
                  </a:schemeClr>
                </a:solidFill>
                <a:latin typeface="+mn-ea"/>
              </a:rPr>
              <a:t>&amp; </a:t>
            </a:r>
            <a:r>
              <a:rPr lang="ko-KR" altLang="en-US" sz="800" dirty="0">
                <a:solidFill>
                  <a:schemeClr val="tx1">
                    <a:lumMod val="75000"/>
                    <a:lumOff val="25000"/>
                  </a:schemeClr>
                </a:solidFill>
                <a:latin typeface="+mn-ea"/>
              </a:rPr>
              <a:t>설문기간 </a:t>
            </a:r>
            <a:r>
              <a:rPr lang="ko-KR" altLang="en-US" sz="800" dirty="0" smtClean="0">
                <a:solidFill>
                  <a:schemeClr val="tx1">
                    <a:lumMod val="75000"/>
                    <a:lumOff val="25000"/>
                  </a:schemeClr>
                </a:solidFill>
                <a:latin typeface="+mn-ea"/>
              </a:rPr>
              <a:t>마감 </a:t>
            </a: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설문결과</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버튼</a:t>
            </a:r>
            <a:endParaRPr lang="en-US" altLang="ko-KR" sz="800" dirty="0" smtClean="0">
              <a:solidFill>
                <a:schemeClr val="tx1">
                  <a:lumMod val="75000"/>
                  <a:lumOff val="25000"/>
                </a:schemeClr>
              </a:solidFill>
              <a:latin typeface="+mn-ea"/>
            </a:endParaRPr>
          </a:p>
          <a:p>
            <a:pPr>
              <a:lnSpc>
                <a:spcPct val="150000"/>
              </a:lnSpc>
            </a:pPr>
            <a:r>
              <a:rPr lang="ko-KR" altLang="en-US" sz="800" dirty="0" smtClean="0">
                <a:solidFill>
                  <a:schemeClr val="tx1">
                    <a:lumMod val="75000"/>
                    <a:lumOff val="25000"/>
                  </a:schemeClr>
                </a:solidFill>
                <a:latin typeface="+mn-ea"/>
              </a:rPr>
              <a:t>설문 마감 </a:t>
            </a:r>
            <a:r>
              <a:rPr lang="en-US" altLang="ko-KR" sz="800" dirty="0" smtClean="0">
                <a:solidFill>
                  <a:schemeClr val="tx1">
                    <a:lumMod val="75000"/>
                    <a:lumOff val="25000"/>
                  </a:schemeClr>
                </a:solidFill>
                <a:latin typeface="+mn-ea"/>
              </a:rPr>
              <a:t>&amp;</a:t>
            </a:r>
            <a:r>
              <a:rPr lang="ko-KR" altLang="en-US" sz="800" dirty="0" smtClean="0">
                <a:solidFill>
                  <a:schemeClr val="tx1">
                    <a:lumMod val="75000"/>
                    <a:lumOff val="25000"/>
                  </a:schemeClr>
                </a:solidFill>
                <a:latin typeface="+mn-ea"/>
              </a:rPr>
              <a:t> 성적공개 </a:t>
            </a:r>
            <a:r>
              <a:rPr lang="en-US" altLang="ko-KR" sz="800" dirty="0">
                <a:solidFill>
                  <a:schemeClr val="tx1">
                    <a:lumMod val="75000"/>
                    <a:lumOff val="25000"/>
                  </a:schemeClr>
                </a:solidFill>
                <a:latin typeface="+mn-ea"/>
              </a:rPr>
              <a:t>off</a:t>
            </a:r>
            <a:r>
              <a:rPr lang="ko-KR" altLang="en-US" sz="800" dirty="0">
                <a:solidFill>
                  <a:schemeClr val="tx1">
                    <a:lumMod val="75000"/>
                    <a:lumOff val="25000"/>
                  </a:schemeClr>
                </a:solidFill>
                <a:latin typeface="+mn-ea"/>
              </a:rPr>
              <a:t>이면 </a:t>
            </a:r>
            <a:r>
              <a:rPr lang="en-US" altLang="ko-KR" sz="800" dirty="0">
                <a:solidFill>
                  <a:schemeClr val="tx1">
                    <a:lumMod val="75000"/>
                    <a:lumOff val="25000"/>
                  </a:schemeClr>
                </a:solidFill>
                <a:latin typeface="+mn-ea"/>
              </a:rPr>
              <a:t>alert </a:t>
            </a:r>
            <a:r>
              <a:rPr lang="ko-KR" altLang="en-US" sz="800" dirty="0">
                <a:solidFill>
                  <a:schemeClr val="tx1">
                    <a:lumMod val="75000"/>
                    <a:lumOff val="25000"/>
                  </a:schemeClr>
                </a:solidFill>
                <a:latin typeface="+mn-ea"/>
              </a:rPr>
              <a:t>띄움</a:t>
            </a:r>
          </a:p>
          <a:p>
            <a:pPr>
              <a:lnSpc>
                <a:spcPct val="150000"/>
              </a:lnSpc>
            </a:pP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설문 성적공개 </a:t>
            </a:r>
            <a:r>
              <a:rPr lang="ko-KR" altLang="en-US" sz="800" dirty="0">
                <a:solidFill>
                  <a:schemeClr val="tx1">
                    <a:lumMod val="75000"/>
                    <a:lumOff val="25000"/>
                  </a:schemeClr>
                </a:solidFill>
                <a:latin typeface="+mn-ea"/>
              </a:rPr>
              <a:t>전입니다</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추후에 확인해 주세요</a:t>
            </a:r>
            <a:r>
              <a:rPr lang="en-US" altLang="ko-KR" sz="800" dirty="0" smtClean="0">
                <a:solidFill>
                  <a:schemeClr val="tx1">
                    <a:lumMod val="75000"/>
                    <a:lumOff val="25000"/>
                  </a:schemeClr>
                </a:solidFill>
                <a:latin typeface="+mn-ea"/>
              </a:rPr>
              <a:t>"</a:t>
            </a:r>
            <a:endParaRPr lang="ko-KR" altLang="en-US" sz="800" dirty="0">
              <a:solidFill>
                <a:schemeClr val="tx1">
                  <a:lumMod val="75000"/>
                  <a:lumOff val="25000"/>
                </a:schemeClr>
              </a:solidFill>
              <a:latin typeface="+mn-ea"/>
            </a:endParaRPr>
          </a:p>
        </p:txBody>
      </p:sp>
      <p:grpSp>
        <p:nvGrpSpPr>
          <p:cNvPr id="176" name="그룹 175"/>
          <p:cNvGrpSpPr/>
          <p:nvPr/>
        </p:nvGrpSpPr>
        <p:grpSpPr>
          <a:xfrm>
            <a:off x="3437017" y="8279165"/>
            <a:ext cx="234360" cy="200055"/>
            <a:chOff x="1152270" y="11716364"/>
            <a:chExt cx="234360" cy="200055"/>
          </a:xfrm>
        </p:grpSpPr>
        <p:sp>
          <p:nvSpPr>
            <p:cNvPr id="177" name="모서리가 둥근 직사각형 1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8" name="직사각형 1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59" name="그룹 158"/>
          <p:cNvGrpSpPr/>
          <p:nvPr/>
        </p:nvGrpSpPr>
        <p:grpSpPr>
          <a:xfrm>
            <a:off x="579562" y="2166658"/>
            <a:ext cx="1386586" cy="5317057"/>
            <a:chOff x="579562" y="2166658"/>
            <a:chExt cx="1386586" cy="5317057"/>
          </a:xfrm>
        </p:grpSpPr>
        <p:grpSp>
          <p:nvGrpSpPr>
            <p:cNvPr id="160" name="그룹 159"/>
            <p:cNvGrpSpPr/>
            <p:nvPr/>
          </p:nvGrpSpPr>
          <p:grpSpPr>
            <a:xfrm>
              <a:off x="629956" y="3318264"/>
              <a:ext cx="1332000" cy="180000"/>
              <a:chOff x="666428" y="3785432"/>
              <a:chExt cx="1332000" cy="180000"/>
            </a:xfrm>
          </p:grpSpPr>
          <p:sp>
            <p:nvSpPr>
              <p:cNvPr id="224" name="모서리가 둥근 직사각형 22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1" name="그룹 160"/>
            <p:cNvGrpSpPr/>
            <p:nvPr/>
          </p:nvGrpSpPr>
          <p:grpSpPr>
            <a:xfrm>
              <a:off x="629956" y="3568824"/>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2" name="그룹 161"/>
            <p:cNvGrpSpPr/>
            <p:nvPr/>
          </p:nvGrpSpPr>
          <p:grpSpPr>
            <a:xfrm>
              <a:off x="629955" y="3042501"/>
              <a:ext cx="1332000" cy="180000"/>
              <a:chOff x="666427" y="3266516"/>
              <a:chExt cx="1332000" cy="180000"/>
            </a:xfrm>
          </p:grpSpPr>
          <p:sp>
            <p:nvSpPr>
              <p:cNvPr id="220" name="모서리가 둥근 직사각형 21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2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3" name="그룹 162"/>
            <p:cNvGrpSpPr/>
            <p:nvPr/>
          </p:nvGrpSpPr>
          <p:grpSpPr>
            <a:xfrm>
              <a:off x="629956" y="3854780"/>
              <a:ext cx="1332000" cy="180000"/>
              <a:chOff x="666428" y="4570824"/>
              <a:chExt cx="1332000" cy="180000"/>
            </a:xfrm>
          </p:grpSpPr>
          <p:sp>
            <p:nvSpPr>
              <p:cNvPr id="218" name="모서리가 둥근 직사각형 21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19"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4" name="그룹 163"/>
            <p:cNvGrpSpPr/>
            <p:nvPr/>
          </p:nvGrpSpPr>
          <p:grpSpPr>
            <a:xfrm>
              <a:off x="629956" y="5316875"/>
              <a:ext cx="1332000" cy="180000"/>
              <a:chOff x="666428" y="5096004"/>
              <a:chExt cx="1332000" cy="180000"/>
            </a:xfrm>
          </p:grpSpPr>
          <p:sp>
            <p:nvSpPr>
              <p:cNvPr id="216" name="모서리가 둥근 직사각형 215"/>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17"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5" name="그룹 164"/>
            <p:cNvGrpSpPr/>
            <p:nvPr/>
          </p:nvGrpSpPr>
          <p:grpSpPr>
            <a:xfrm>
              <a:off x="634148" y="5634789"/>
              <a:ext cx="1332000" cy="180000"/>
              <a:chOff x="666428" y="3785432"/>
              <a:chExt cx="1332000" cy="180000"/>
            </a:xfrm>
          </p:grpSpPr>
          <p:sp>
            <p:nvSpPr>
              <p:cNvPr id="214" name="모서리가 둥근 직사각형 21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1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31150" y="4135825"/>
              <a:ext cx="1332000" cy="180000"/>
              <a:chOff x="666428" y="4570824"/>
              <a:chExt cx="1332000" cy="180000"/>
            </a:xfrm>
          </p:grpSpPr>
          <p:sp>
            <p:nvSpPr>
              <p:cNvPr id="212" name="모서리가 둥근 직사각형 21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13"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29956" y="4423395"/>
              <a:ext cx="1332000" cy="180000"/>
              <a:chOff x="666428" y="4310612"/>
              <a:chExt cx="1332000" cy="180000"/>
            </a:xfrm>
          </p:grpSpPr>
          <p:sp>
            <p:nvSpPr>
              <p:cNvPr id="210" name="모서리가 둥근 직사각형 20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1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9" name="TextBox 17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0" name="그룹 179"/>
            <p:cNvGrpSpPr/>
            <p:nvPr/>
          </p:nvGrpSpPr>
          <p:grpSpPr>
            <a:xfrm>
              <a:off x="632520" y="4723068"/>
              <a:ext cx="1332000" cy="180000"/>
              <a:chOff x="666428" y="4310612"/>
              <a:chExt cx="1332000" cy="180000"/>
            </a:xfrm>
          </p:grpSpPr>
          <p:sp>
            <p:nvSpPr>
              <p:cNvPr id="208" name="모서리가 둥근 직사각형 20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0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2520" y="2752353"/>
              <a:ext cx="1332000" cy="180000"/>
              <a:chOff x="666427" y="3266516"/>
              <a:chExt cx="1332000" cy="180000"/>
            </a:xfrm>
          </p:grpSpPr>
          <p:sp>
            <p:nvSpPr>
              <p:cNvPr id="206" name="모서리가 둥근 직사각형 20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07"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2520" y="5005767"/>
              <a:ext cx="1332000" cy="180000"/>
              <a:chOff x="666428" y="4310612"/>
              <a:chExt cx="1332000" cy="180000"/>
            </a:xfrm>
          </p:grpSpPr>
          <p:sp>
            <p:nvSpPr>
              <p:cNvPr id="204" name="모서리가 둥근 직사각형 203"/>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20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6227787"/>
              <a:ext cx="1332000" cy="180000"/>
              <a:chOff x="666428" y="3785432"/>
              <a:chExt cx="1332000" cy="180000"/>
            </a:xfrm>
          </p:grpSpPr>
          <p:sp>
            <p:nvSpPr>
              <p:cNvPr id="202" name="모서리가 둥근 직사각형 20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0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6487872"/>
              <a:ext cx="1332000" cy="180000"/>
              <a:chOff x="666428" y="4310612"/>
              <a:chExt cx="1332000" cy="180000"/>
            </a:xfrm>
          </p:grpSpPr>
          <p:sp>
            <p:nvSpPr>
              <p:cNvPr id="200" name="모서리가 둥근 직사각형 19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0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6773828"/>
              <a:ext cx="1332000" cy="180000"/>
              <a:chOff x="666428" y="4570824"/>
              <a:chExt cx="1332000" cy="180000"/>
            </a:xfrm>
          </p:grpSpPr>
          <p:sp>
            <p:nvSpPr>
              <p:cNvPr id="198" name="모서리가 둥근 직사각형 19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99"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7053155"/>
              <a:ext cx="1332000" cy="180000"/>
              <a:chOff x="666428" y="3785432"/>
              <a:chExt cx="1332000" cy="180000"/>
            </a:xfrm>
          </p:grpSpPr>
          <p:sp>
            <p:nvSpPr>
              <p:cNvPr id="196" name="모서리가 둥근 직사각형 19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9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2520" y="7303715"/>
              <a:ext cx="1332000" cy="180000"/>
              <a:chOff x="666428" y="4310612"/>
              <a:chExt cx="1332000" cy="180000"/>
            </a:xfrm>
          </p:grpSpPr>
          <p:sp>
            <p:nvSpPr>
              <p:cNvPr id="194" name="모서리가 둥근 직사각형 19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9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22995" y="5922821"/>
              <a:ext cx="1332000" cy="180000"/>
              <a:chOff x="666427" y="3266516"/>
              <a:chExt cx="1332000" cy="180000"/>
            </a:xfrm>
          </p:grpSpPr>
          <p:sp>
            <p:nvSpPr>
              <p:cNvPr id="190" name="모서리가 둥근 직사각형 18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19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4099007360"/>
      </p:ext>
    </p:extLst>
  </p:cSld>
  <p:clrMapOvr>
    <a:masterClrMapping/>
  </p:clrMapOvr>
  <p:transition>
    <p:wipe dir="r"/>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 name="모서리가 둥근 직사각형 445"/>
          <p:cNvSpPr/>
          <p:nvPr/>
        </p:nvSpPr>
        <p:spPr>
          <a:xfrm>
            <a:off x="5263312" y="818878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설문참여</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KNOU_UI_C02110000_07</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설문지  </a:t>
            </a:r>
            <a:r>
              <a:rPr lang="en-US" altLang="ko-KR" sz="800" spc="-60" dirty="0" smtClean="0">
                <a:latin typeface="+mn-ea"/>
                <a:ea typeface="+mn-ea"/>
              </a:rPr>
              <a:t>1</a:t>
            </a:r>
            <a:r>
              <a:rPr lang="ko-KR" altLang="en-US" sz="800" spc="-60" dirty="0" smtClean="0">
                <a:latin typeface="+mn-ea"/>
                <a:ea typeface="+mn-ea"/>
              </a:rPr>
              <a:t>페이지 </a:t>
            </a:r>
            <a:r>
              <a:rPr lang="en-US" altLang="ko-KR" sz="800" spc="-60" dirty="0" smtClean="0">
                <a:latin typeface="+mn-ea"/>
                <a:ea typeface="+mn-ea"/>
              </a:rPr>
              <a:t>: </a:t>
            </a:r>
            <a:r>
              <a:rPr lang="ko-KR" altLang="en-US" sz="800" spc="-60" dirty="0" smtClean="0">
                <a:latin typeface="+mn-ea"/>
                <a:ea typeface="+mn-ea"/>
              </a:rPr>
              <a:t>설문참여</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2362150615"/>
              </p:ext>
            </p:extLst>
          </p:nvPr>
        </p:nvGraphicFramePr>
        <p:xfrm>
          <a:off x="9499029" y="3456291"/>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참여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44" name="Group 37"/>
          <p:cNvGraphicFramePr>
            <a:graphicFrameLocks noGrp="1"/>
          </p:cNvGraphicFramePr>
          <p:nvPr>
            <p:extLst>
              <p:ext uri="{D42A27DB-BD31-4B8C-83A1-F6EECF244321}">
                <p14:modId xmlns:p14="http://schemas.microsoft.com/office/powerpoint/2010/main" val="3947997502"/>
              </p:ext>
            </p:extLst>
          </p:nvPr>
        </p:nvGraphicFramePr>
        <p:xfrm>
          <a:off x="1972097" y="7565098"/>
          <a:ext cx="7470353" cy="91172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66299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58" name="Group 37"/>
          <p:cNvGraphicFramePr>
            <a:graphicFrameLocks noGrp="1"/>
          </p:cNvGraphicFramePr>
          <p:nvPr>
            <p:extLst>
              <p:ext uri="{D42A27DB-BD31-4B8C-83A1-F6EECF244321}">
                <p14:modId xmlns:p14="http://schemas.microsoft.com/office/powerpoint/2010/main" val="959443455"/>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168" name="그룹 167"/>
          <p:cNvGrpSpPr/>
          <p:nvPr/>
        </p:nvGrpSpPr>
        <p:grpSpPr>
          <a:xfrm>
            <a:off x="2178477" y="2708920"/>
            <a:ext cx="6224400" cy="7984429"/>
            <a:chOff x="1100571" y="3168288"/>
            <a:chExt cx="6224400" cy="7984429"/>
          </a:xfrm>
        </p:grpSpPr>
        <p:sp>
          <p:nvSpPr>
            <p:cNvPr id="169" name="직사각형 168"/>
            <p:cNvSpPr/>
            <p:nvPr/>
          </p:nvSpPr>
          <p:spPr>
            <a:xfrm>
              <a:off x="1100571" y="3176975"/>
              <a:ext cx="6224400" cy="7975742"/>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0" name="직사각형 169"/>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2" name="직사각형 171"/>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설문지</a:t>
              </a:r>
              <a:endParaRPr lang="ko-KR" altLang="en-US" sz="800" b="1" dirty="0">
                <a:solidFill>
                  <a:schemeClr val="bg1"/>
                </a:solidFill>
                <a:latin typeface="+mn-ea"/>
                <a:ea typeface="+mn-ea"/>
              </a:endParaRPr>
            </a:p>
          </p:txBody>
        </p:sp>
        <p:sp>
          <p:nvSpPr>
            <p:cNvPr id="173" name="직사각형 172"/>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175" name="그룹 174"/>
          <p:cNvGrpSpPr/>
          <p:nvPr/>
        </p:nvGrpSpPr>
        <p:grpSpPr>
          <a:xfrm>
            <a:off x="2175459" y="3060594"/>
            <a:ext cx="6262500" cy="277348"/>
            <a:chOff x="2607507" y="5652882"/>
            <a:chExt cx="6262500" cy="277348"/>
          </a:xfrm>
        </p:grpSpPr>
        <p:sp>
          <p:nvSpPr>
            <p:cNvPr id="185" name="직사각형 184"/>
            <p:cNvSpPr/>
            <p:nvPr/>
          </p:nvSpPr>
          <p:spPr>
            <a:xfrm>
              <a:off x="7426984" y="5652882"/>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cxnSp>
          <p:nvCxnSpPr>
            <p:cNvPr id="179" name="직선 연결선 178"/>
            <p:cNvCxnSpPr/>
            <p:nvPr/>
          </p:nvCxnSpPr>
          <p:spPr>
            <a:xfrm>
              <a:off x="2607507" y="593023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34" name="자유형 233"/>
          <p:cNvSpPr/>
          <p:nvPr/>
        </p:nvSpPr>
        <p:spPr>
          <a:xfrm flipV="1">
            <a:off x="2370877" y="9909720"/>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239" name="직사각형 238"/>
          <p:cNvSpPr/>
          <p:nvPr/>
        </p:nvSpPr>
        <p:spPr>
          <a:xfrm>
            <a:off x="2265452" y="3376042"/>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240" name="그룹 239"/>
          <p:cNvGrpSpPr/>
          <p:nvPr/>
        </p:nvGrpSpPr>
        <p:grpSpPr>
          <a:xfrm>
            <a:off x="2584572" y="2736116"/>
            <a:ext cx="234360" cy="200055"/>
            <a:chOff x="1152270" y="11706839"/>
            <a:chExt cx="234360" cy="200055"/>
          </a:xfrm>
        </p:grpSpPr>
        <p:sp>
          <p:nvSpPr>
            <p:cNvPr id="241" name="모서리가 둥근 직사각형 2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4" name="직사각형 2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255" name="모서리가 둥근 직사각형 254"/>
          <p:cNvSpPr/>
          <p:nvPr/>
        </p:nvSpPr>
        <p:spPr>
          <a:xfrm>
            <a:off x="4363219" y="1028906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6" name="모서리가 둥근 직사각형 255"/>
          <p:cNvSpPr/>
          <p:nvPr/>
        </p:nvSpPr>
        <p:spPr>
          <a:xfrm>
            <a:off x="5327898" y="1028906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 name="그룹 2"/>
          <p:cNvGrpSpPr/>
          <p:nvPr/>
        </p:nvGrpSpPr>
        <p:grpSpPr>
          <a:xfrm>
            <a:off x="2265451" y="3625974"/>
            <a:ext cx="6062400" cy="1582457"/>
            <a:chOff x="1199058" y="2888940"/>
            <a:chExt cx="6062400" cy="1582457"/>
          </a:xfrm>
        </p:grpSpPr>
        <p:grpSp>
          <p:nvGrpSpPr>
            <p:cNvPr id="257" name="그룹 256"/>
            <p:cNvGrpSpPr/>
            <p:nvPr/>
          </p:nvGrpSpPr>
          <p:grpSpPr>
            <a:xfrm>
              <a:off x="1199058" y="2888940"/>
              <a:ext cx="6062400" cy="1582457"/>
              <a:chOff x="1208583" y="3501008"/>
              <a:chExt cx="6062400" cy="1582457"/>
            </a:xfrm>
          </p:grpSpPr>
          <p:sp>
            <p:nvSpPr>
              <p:cNvPr id="258" name="직사각형 257"/>
              <p:cNvSpPr/>
              <p:nvPr/>
            </p:nvSpPr>
            <p:spPr>
              <a:xfrm>
                <a:off x="1208583" y="3501008"/>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59" name="그룹 258"/>
              <p:cNvGrpSpPr/>
              <p:nvPr/>
            </p:nvGrpSpPr>
            <p:grpSpPr>
              <a:xfrm>
                <a:off x="1216013" y="3589970"/>
                <a:ext cx="6048000" cy="254124"/>
                <a:chOff x="1216013" y="4211563"/>
                <a:chExt cx="6048000" cy="254124"/>
              </a:xfrm>
            </p:grpSpPr>
            <p:cxnSp>
              <p:nvCxnSpPr>
                <p:cNvPr id="346" name="직선 연결선 34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47" name="직사각형 346"/>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1111111</a:t>
                  </a:r>
                </a:p>
              </p:txBody>
            </p:sp>
          </p:grpSp>
          <p:sp>
            <p:nvSpPr>
              <p:cNvPr id="260" name="직사각형 259"/>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61" name="직사각형 260"/>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03" name="직사각형 302"/>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04" name="직사각형 303"/>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325" name="Picture 525" descr="radio_off"/>
              <p:cNvPicPr>
                <a:picLocks noChangeAspect="1" noChangeArrowheads="1"/>
              </p:cNvPicPr>
              <p:nvPr/>
            </p:nvPicPr>
            <p:blipFill>
              <a:blip r:embed="rId15"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327" name="Picture 525" descr="radio_off"/>
              <p:cNvPicPr>
                <a:picLocks noChangeAspect="1" noChangeArrowheads="1"/>
              </p:cNvPicPr>
              <p:nvPr/>
            </p:nvPicPr>
            <p:blipFill>
              <a:blip r:embed="rId15"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343" name="Picture 525" descr="radio_off"/>
              <p:cNvPicPr>
                <a:picLocks noChangeAspect="1" noChangeArrowheads="1"/>
              </p:cNvPicPr>
              <p:nvPr/>
            </p:nvPicPr>
            <p:blipFill>
              <a:blip r:embed="rId15"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345" name="Picture 525" descr="radio_off"/>
              <p:cNvPicPr>
                <a:picLocks noChangeAspect="1" noChangeArrowheads="1"/>
              </p:cNvPicPr>
              <p:nvPr/>
            </p:nvPicPr>
            <p:blipFill>
              <a:blip r:embed="rId15" cstate="print">
                <a:grayscl/>
              </a:blip>
              <a:srcRect/>
              <a:stretch>
                <a:fillRect/>
              </a:stretch>
            </p:blipFill>
            <p:spPr bwMode="auto">
              <a:xfrm>
                <a:off x="1388604" y="4828860"/>
                <a:ext cx="117480" cy="112308"/>
              </a:xfrm>
              <a:prstGeom prst="rect">
                <a:avLst/>
              </a:prstGeom>
              <a:noFill/>
              <a:ln w="9525">
                <a:noFill/>
                <a:miter lim="800000"/>
                <a:headEnd/>
                <a:tailEnd/>
              </a:ln>
            </p:spPr>
          </p:pic>
        </p:grpSp>
        <p:sp>
          <p:nvSpPr>
            <p:cNvPr id="354" name="직사각형 353"/>
            <p:cNvSpPr/>
            <p:nvPr/>
          </p:nvSpPr>
          <p:spPr>
            <a:xfrm>
              <a:off x="1830377" y="4185104"/>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grpSp>
        <p:nvGrpSpPr>
          <p:cNvPr id="4" name="그룹 3"/>
          <p:cNvGrpSpPr/>
          <p:nvPr/>
        </p:nvGrpSpPr>
        <p:grpSpPr>
          <a:xfrm>
            <a:off x="2265451" y="5355885"/>
            <a:ext cx="6062400" cy="1582457"/>
            <a:chOff x="2183918" y="5291683"/>
            <a:chExt cx="6062400" cy="1582457"/>
          </a:xfrm>
        </p:grpSpPr>
        <p:grpSp>
          <p:nvGrpSpPr>
            <p:cNvPr id="362" name="그룹 361"/>
            <p:cNvGrpSpPr/>
            <p:nvPr/>
          </p:nvGrpSpPr>
          <p:grpSpPr>
            <a:xfrm>
              <a:off x="2183918" y="5291683"/>
              <a:ext cx="6062400" cy="1582457"/>
              <a:chOff x="1199059" y="4653136"/>
              <a:chExt cx="6062400" cy="1582457"/>
            </a:xfrm>
          </p:grpSpPr>
          <p:sp>
            <p:nvSpPr>
              <p:cNvPr id="363" name="직사각형 362"/>
              <p:cNvSpPr/>
              <p:nvPr/>
            </p:nvSpPr>
            <p:spPr>
              <a:xfrm>
                <a:off x="1199059" y="4653136"/>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64" name="그룹 363"/>
              <p:cNvGrpSpPr/>
              <p:nvPr/>
            </p:nvGrpSpPr>
            <p:grpSpPr>
              <a:xfrm>
                <a:off x="1206489" y="4742098"/>
                <a:ext cx="6048000" cy="254124"/>
                <a:chOff x="1216013" y="4211563"/>
                <a:chExt cx="6048000" cy="254124"/>
              </a:xfrm>
            </p:grpSpPr>
            <p:cxnSp>
              <p:nvCxnSpPr>
                <p:cNvPr id="376" name="직선 연결선 37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77" name="직사각형 376"/>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222222222</a:t>
                  </a:r>
                </a:p>
              </p:txBody>
            </p:sp>
          </p:grpSp>
          <p:sp>
            <p:nvSpPr>
              <p:cNvPr id="366" name="직사각형 365"/>
              <p:cNvSpPr/>
              <p:nvPr/>
            </p:nvSpPr>
            <p:spPr>
              <a:xfrm>
                <a:off x="1526818" y="512118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67" name="직사각형 366"/>
              <p:cNvSpPr/>
              <p:nvPr/>
            </p:nvSpPr>
            <p:spPr>
              <a:xfrm>
                <a:off x="1525192" y="541874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68" name="직사각형 367"/>
              <p:cNvSpPr/>
              <p:nvPr/>
            </p:nvSpPr>
            <p:spPr>
              <a:xfrm>
                <a:off x="1525192" y="56972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69" name="직사각형 368"/>
              <p:cNvSpPr/>
              <p:nvPr/>
            </p:nvSpPr>
            <p:spPr>
              <a:xfrm>
                <a:off x="1523096" y="594928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0" name="직사각형 369"/>
              <p:cNvSpPr/>
              <p:nvPr/>
            </p:nvSpPr>
            <p:spPr>
              <a:xfrm>
                <a:off x="1362125" y="5157192"/>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71" name="직사각형 370"/>
              <p:cNvSpPr/>
              <p:nvPr/>
            </p:nvSpPr>
            <p:spPr>
              <a:xfrm>
                <a:off x="1362125" y="5454761"/>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72" name="직사각형 371"/>
              <p:cNvSpPr/>
              <p:nvPr/>
            </p:nvSpPr>
            <p:spPr>
              <a:xfrm>
                <a:off x="1362125" y="5733268"/>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75" name="직사각형 374"/>
              <p:cNvSpPr/>
              <p:nvPr/>
            </p:nvSpPr>
            <p:spPr>
              <a:xfrm>
                <a:off x="1362125" y="5985296"/>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sp>
          <p:nvSpPr>
            <p:cNvPr id="378" name="직사각형 377"/>
            <p:cNvSpPr/>
            <p:nvPr/>
          </p:nvSpPr>
          <p:spPr>
            <a:xfrm>
              <a:off x="2832582" y="6597372"/>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sp>
        <p:nvSpPr>
          <p:cNvPr id="389" name="직사각형 388"/>
          <p:cNvSpPr/>
          <p:nvPr/>
        </p:nvSpPr>
        <p:spPr>
          <a:xfrm>
            <a:off x="2265451" y="7090445"/>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45" name="모서리가 둥근 직사각형 444"/>
          <p:cNvSpPr/>
          <p:nvPr/>
        </p:nvSpPr>
        <p:spPr>
          <a:xfrm>
            <a:off x="8498446" y="759579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7" name="직사각형 446"/>
          <p:cNvSpPr/>
          <p:nvPr/>
        </p:nvSpPr>
        <p:spPr>
          <a:xfrm>
            <a:off x="3215283" y="7910862"/>
            <a:ext cx="4995031" cy="215444"/>
          </a:xfrm>
          <a:prstGeom prst="rect">
            <a:avLst/>
          </a:prstGeom>
        </p:spPr>
        <p:txBody>
          <a:bodyPr wrap="square">
            <a:spAutoFit/>
          </a:bodyPr>
          <a:lstStyle/>
          <a:p>
            <a:pPr algn="ctr"/>
            <a:r>
              <a:rPr lang="ko-KR" altLang="en-US" sz="800" dirty="0" smtClean="0">
                <a:solidFill>
                  <a:schemeClr val="tx1">
                    <a:lumMod val="75000"/>
                    <a:lumOff val="25000"/>
                  </a:schemeClr>
                </a:solidFill>
                <a:latin typeface="+mn-ea"/>
                <a:ea typeface="+mn-ea"/>
              </a:rPr>
              <a:t>설문 참여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 참여하시기 바랍니다</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79" name="그룹 378"/>
          <p:cNvGrpSpPr/>
          <p:nvPr/>
        </p:nvGrpSpPr>
        <p:grpSpPr>
          <a:xfrm>
            <a:off x="2272881" y="7179406"/>
            <a:ext cx="6048000" cy="254124"/>
            <a:chOff x="1216013" y="4211563"/>
            <a:chExt cx="6048000" cy="254124"/>
          </a:xfrm>
        </p:grpSpPr>
        <p:cxnSp>
          <p:nvCxnSpPr>
            <p:cNvPr id="380" name="직선 연결선 379"/>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1" name="직사각형 380"/>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1-3.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33333333</a:t>
              </a:r>
            </a:p>
          </p:txBody>
        </p:sp>
      </p:grpSp>
      <p:graphicFrame>
        <p:nvGraphicFramePr>
          <p:cNvPr id="382" name="표 381"/>
          <p:cNvGraphicFramePr>
            <a:graphicFrameLocks noGrp="1"/>
          </p:cNvGraphicFramePr>
          <p:nvPr>
            <p:extLst>
              <p:ext uri="{D42A27DB-BD31-4B8C-83A1-F6EECF244321}">
                <p14:modId xmlns:p14="http://schemas.microsoft.com/office/powerpoint/2010/main" val="178269895"/>
              </p:ext>
            </p:extLst>
          </p:nvPr>
        </p:nvGraphicFramePr>
        <p:xfrm>
          <a:off x="2346984" y="7530474"/>
          <a:ext cx="5904656" cy="694362"/>
        </p:xfrm>
        <a:graphic>
          <a:graphicData uri="http://schemas.openxmlformats.org/drawingml/2006/table">
            <a:tbl>
              <a:tblPr firstRow="1" bandRow="1">
                <a:tableStyleId>{5C22544A-7EE6-4342-B048-85BDC9FD1C3A}</a:tableStyleId>
              </a:tblPr>
              <a:tblGrid>
                <a:gridCol w="3238184"/>
                <a:gridCol w="888824"/>
                <a:gridCol w="888824"/>
                <a:gridCol w="888824"/>
              </a:tblGrid>
              <a:tr h="231454">
                <a:tc>
                  <a:txBody>
                    <a:bodyPr/>
                    <a:lstStyle/>
                    <a:p>
                      <a:pPr algn="l" latinLnBrk="1"/>
                      <a:r>
                        <a:rPr lang="ko-KR" altLang="en-US" sz="800" b="1" dirty="0" smtClean="0">
                          <a:solidFill>
                            <a:schemeClr val="tx1">
                              <a:lumMod val="75000"/>
                              <a:lumOff val="25000"/>
                            </a:schemeClr>
                          </a:solidFill>
                          <a:latin typeface="+mn-ea"/>
                          <a:ea typeface="+mn-ea"/>
                        </a:rPr>
                        <a:t>문항</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그렇다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보통</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아니다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l" latinLnBrk="1"/>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11111111111111111111</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2222222222222</a:t>
                      </a:r>
                      <a:endParaRPr lang="ko-KR" altLang="en-US" sz="80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rgbClr val="FF0000"/>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pic>
        <p:nvPicPr>
          <p:cNvPr id="383" name="Picture 525" descr="radio_off"/>
          <p:cNvPicPr>
            <a:picLocks noChangeAspect="1" noChangeArrowheads="1"/>
          </p:cNvPicPr>
          <p:nvPr/>
        </p:nvPicPr>
        <p:blipFill>
          <a:blip r:embed="rId15" cstate="print">
            <a:grayscl/>
          </a:blip>
          <a:srcRect/>
          <a:stretch>
            <a:fillRect/>
          </a:stretch>
        </p:blipFill>
        <p:spPr bwMode="auto">
          <a:xfrm>
            <a:off x="5987169" y="7815993"/>
            <a:ext cx="117480" cy="112308"/>
          </a:xfrm>
          <a:prstGeom prst="rect">
            <a:avLst/>
          </a:prstGeom>
          <a:noFill/>
          <a:ln w="9525">
            <a:noFill/>
            <a:miter lim="800000"/>
            <a:headEnd/>
            <a:tailEnd/>
          </a:ln>
        </p:spPr>
      </p:pic>
      <p:pic>
        <p:nvPicPr>
          <p:cNvPr id="384" name="Picture 525" descr="radio_off"/>
          <p:cNvPicPr>
            <a:picLocks noChangeAspect="1" noChangeArrowheads="1"/>
          </p:cNvPicPr>
          <p:nvPr/>
        </p:nvPicPr>
        <p:blipFill>
          <a:blip r:embed="rId15" cstate="print">
            <a:grayscl/>
          </a:blip>
          <a:srcRect/>
          <a:stretch>
            <a:fillRect/>
          </a:stretch>
        </p:blipFill>
        <p:spPr bwMode="auto">
          <a:xfrm>
            <a:off x="6874020" y="7827478"/>
            <a:ext cx="117480" cy="112308"/>
          </a:xfrm>
          <a:prstGeom prst="rect">
            <a:avLst/>
          </a:prstGeom>
          <a:noFill/>
          <a:ln w="9525">
            <a:noFill/>
            <a:miter lim="800000"/>
            <a:headEnd/>
            <a:tailEnd/>
          </a:ln>
        </p:spPr>
      </p:pic>
      <p:pic>
        <p:nvPicPr>
          <p:cNvPr id="385" name="Picture 525" descr="radio_off"/>
          <p:cNvPicPr>
            <a:picLocks noChangeAspect="1" noChangeArrowheads="1"/>
          </p:cNvPicPr>
          <p:nvPr/>
        </p:nvPicPr>
        <p:blipFill>
          <a:blip r:embed="rId15" cstate="print">
            <a:grayscl/>
          </a:blip>
          <a:srcRect/>
          <a:stretch>
            <a:fillRect/>
          </a:stretch>
        </p:blipFill>
        <p:spPr bwMode="auto">
          <a:xfrm>
            <a:off x="7774120" y="7827478"/>
            <a:ext cx="117480" cy="112308"/>
          </a:xfrm>
          <a:prstGeom prst="rect">
            <a:avLst/>
          </a:prstGeom>
          <a:noFill/>
          <a:ln w="9525">
            <a:noFill/>
            <a:miter lim="800000"/>
            <a:headEnd/>
            <a:tailEnd/>
          </a:ln>
        </p:spPr>
      </p:pic>
      <p:pic>
        <p:nvPicPr>
          <p:cNvPr id="386" name="Picture 525" descr="radio_off"/>
          <p:cNvPicPr>
            <a:picLocks noChangeAspect="1" noChangeArrowheads="1"/>
          </p:cNvPicPr>
          <p:nvPr/>
        </p:nvPicPr>
        <p:blipFill>
          <a:blip r:embed="rId15" cstate="print">
            <a:grayscl/>
          </a:blip>
          <a:srcRect/>
          <a:stretch>
            <a:fillRect/>
          </a:stretch>
        </p:blipFill>
        <p:spPr bwMode="auto">
          <a:xfrm>
            <a:off x="5992913" y="8054200"/>
            <a:ext cx="117480" cy="112308"/>
          </a:xfrm>
          <a:prstGeom prst="rect">
            <a:avLst/>
          </a:prstGeom>
          <a:noFill/>
          <a:ln w="9525">
            <a:noFill/>
            <a:miter lim="800000"/>
            <a:headEnd/>
            <a:tailEnd/>
          </a:ln>
        </p:spPr>
      </p:pic>
      <p:pic>
        <p:nvPicPr>
          <p:cNvPr id="387" name="Picture 525" descr="radio_off"/>
          <p:cNvPicPr>
            <a:picLocks noChangeAspect="1" noChangeArrowheads="1"/>
          </p:cNvPicPr>
          <p:nvPr/>
        </p:nvPicPr>
        <p:blipFill>
          <a:blip r:embed="rId15" cstate="print">
            <a:grayscl/>
          </a:blip>
          <a:srcRect/>
          <a:stretch>
            <a:fillRect/>
          </a:stretch>
        </p:blipFill>
        <p:spPr bwMode="auto">
          <a:xfrm>
            <a:off x="6889289" y="8065685"/>
            <a:ext cx="117480" cy="112308"/>
          </a:xfrm>
          <a:prstGeom prst="rect">
            <a:avLst/>
          </a:prstGeom>
          <a:noFill/>
          <a:ln w="9525">
            <a:noFill/>
            <a:miter lim="800000"/>
            <a:headEnd/>
            <a:tailEnd/>
          </a:ln>
        </p:spPr>
      </p:pic>
      <p:pic>
        <p:nvPicPr>
          <p:cNvPr id="388" name="Picture 525" descr="radio_off"/>
          <p:cNvPicPr>
            <a:picLocks noChangeAspect="1" noChangeArrowheads="1"/>
          </p:cNvPicPr>
          <p:nvPr/>
        </p:nvPicPr>
        <p:blipFill>
          <a:blip r:embed="rId15" cstate="print">
            <a:grayscl/>
          </a:blip>
          <a:srcRect/>
          <a:stretch>
            <a:fillRect/>
          </a:stretch>
        </p:blipFill>
        <p:spPr bwMode="auto">
          <a:xfrm>
            <a:off x="7789389" y="8065685"/>
            <a:ext cx="117480" cy="112308"/>
          </a:xfrm>
          <a:prstGeom prst="rect">
            <a:avLst/>
          </a:prstGeom>
          <a:noFill/>
          <a:ln w="9525">
            <a:noFill/>
            <a:miter lim="800000"/>
            <a:headEnd/>
            <a:tailEnd/>
          </a:ln>
        </p:spPr>
      </p:pic>
      <p:grpSp>
        <p:nvGrpSpPr>
          <p:cNvPr id="5" name="그룹 4"/>
          <p:cNvGrpSpPr/>
          <p:nvPr/>
        </p:nvGrpSpPr>
        <p:grpSpPr>
          <a:xfrm>
            <a:off x="2264321" y="8482980"/>
            <a:ext cx="6062400" cy="1210716"/>
            <a:chOff x="2264321" y="8482980"/>
            <a:chExt cx="6062400" cy="1210716"/>
          </a:xfrm>
        </p:grpSpPr>
        <p:sp>
          <p:nvSpPr>
            <p:cNvPr id="390" name="직사각형 389"/>
            <p:cNvSpPr/>
            <p:nvPr/>
          </p:nvSpPr>
          <p:spPr>
            <a:xfrm>
              <a:off x="2264321" y="8482980"/>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1" name="그룹 390"/>
            <p:cNvGrpSpPr/>
            <p:nvPr/>
          </p:nvGrpSpPr>
          <p:grpSpPr>
            <a:xfrm>
              <a:off x="2271751" y="8571941"/>
              <a:ext cx="6048000" cy="254124"/>
              <a:chOff x="1216013" y="4211563"/>
              <a:chExt cx="6048000" cy="254124"/>
            </a:xfrm>
          </p:grpSpPr>
          <p:cxnSp>
            <p:nvCxnSpPr>
              <p:cNvPr id="392" name="직선 연결선 391"/>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3" name="직사각형 392"/>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1-4.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444444444444</a:t>
                </a:r>
              </a:p>
            </p:txBody>
          </p:sp>
        </p:grpSp>
        <p:sp>
          <p:nvSpPr>
            <p:cNvPr id="394" name="직사각형 393"/>
            <p:cNvSpPr/>
            <p:nvPr/>
          </p:nvSpPr>
          <p:spPr>
            <a:xfrm>
              <a:off x="4277319" y="8964091"/>
              <a:ext cx="1047606" cy="521778"/>
            </a:xfrm>
            <a:prstGeom prst="rect">
              <a:avLst/>
            </a:prstGeom>
            <a:solidFill>
              <a:schemeClr val="accent4">
                <a:lumMod val="20000"/>
                <a:lumOff val="8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3200" b="1" dirty="0" smtClean="0">
                  <a:solidFill>
                    <a:schemeClr val="tx1">
                      <a:lumMod val="50000"/>
                      <a:lumOff val="50000"/>
                    </a:schemeClr>
                  </a:solidFill>
                  <a:latin typeface="맑은 고딕" panose="020B0503020000020004" pitchFamily="50" charset="-127"/>
                  <a:ea typeface="맑은 고딕" panose="020B0503020000020004" pitchFamily="50" charset="-127"/>
                </a:rPr>
                <a:t>O</a:t>
              </a:r>
              <a:endParaRPr lang="ko-KR" altLang="en-US" sz="320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95" name="직사각형 394"/>
            <p:cNvSpPr/>
            <p:nvPr/>
          </p:nvSpPr>
          <p:spPr>
            <a:xfrm>
              <a:off x="5429447" y="8963342"/>
              <a:ext cx="1047606" cy="521778"/>
            </a:xfrm>
            <a:prstGeom prst="rect">
              <a:avLst/>
            </a:prstGeom>
            <a:solidFill>
              <a:schemeClr val="accent4">
                <a:lumMod val="20000"/>
                <a:lumOff val="8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3200" b="1" dirty="0" smtClean="0">
                  <a:solidFill>
                    <a:schemeClr val="tx1">
                      <a:lumMod val="50000"/>
                      <a:lumOff val="50000"/>
                    </a:schemeClr>
                  </a:solidFill>
                  <a:latin typeface="맑은 고딕" panose="020B0503020000020004" pitchFamily="50" charset="-127"/>
                  <a:ea typeface="맑은 고딕" panose="020B0503020000020004" pitchFamily="50" charset="-127"/>
                </a:rPr>
                <a:t>X</a:t>
              </a:r>
              <a:endParaRPr lang="ko-KR" altLang="en-US" sz="320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216" name="그룹 215"/>
          <p:cNvGrpSpPr/>
          <p:nvPr/>
        </p:nvGrpSpPr>
        <p:grpSpPr>
          <a:xfrm>
            <a:off x="579562" y="2166658"/>
            <a:ext cx="1386586" cy="5317057"/>
            <a:chOff x="579562" y="2166658"/>
            <a:chExt cx="1386586" cy="5317057"/>
          </a:xfrm>
        </p:grpSpPr>
        <p:grpSp>
          <p:nvGrpSpPr>
            <p:cNvPr id="217" name="그룹 216"/>
            <p:cNvGrpSpPr/>
            <p:nvPr/>
          </p:nvGrpSpPr>
          <p:grpSpPr>
            <a:xfrm>
              <a:off x="629956" y="3318264"/>
              <a:ext cx="1332000" cy="180000"/>
              <a:chOff x="666428" y="3785432"/>
              <a:chExt cx="1332000" cy="180000"/>
            </a:xfrm>
          </p:grpSpPr>
          <p:sp>
            <p:nvSpPr>
              <p:cNvPr id="437" name="모서리가 둥근 직사각형 43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6" y="3568824"/>
              <a:ext cx="1332000" cy="180000"/>
              <a:chOff x="666428" y="4310612"/>
              <a:chExt cx="1332000" cy="180000"/>
            </a:xfrm>
          </p:grpSpPr>
          <p:sp>
            <p:nvSpPr>
              <p:cNvPr id="435" name="모서리가 둥근 직사각형 43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3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5" y="3042501"/>
              <a:ext cx="1332000" cy="180000"/>
              <a:chOff x="666427" y="3266516"/>
              <a:chExt cx="1332000" cy="180000"/>
            </a:xfrm>
          </p:grpSpPr>
          <p:sp>
            <p:nvSpPr>
              <p:cNvPr id="433" name="모서리가 둥근 직사각형 43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34"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3854780"/>
              <a:ext cx="1332000" cy="180000"/>
              <a:chOff x="666428" y="4570824"/>
              <a:chExt cx="1332000" cy="180000"/>
            </a:xfrm>
          </p:grpSpPr>
          <p:sp>
            <p:nvSpPr>
              <p:cNvPr id="431" name="모서리가 둥근 직사각형 43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3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5316875"/>
              <a:ext cx="1332000" cy="180000"/>
              <a:chOff x="666428" y="5096004"/>
              <a:chExt cx="1332000" cy="180000"/>
            </a:xfrm>
          </p:grpSpPr>
          <p:sp>
            <p:nvSpPr>
              <p:cNvPr id="429" name="모서리가 둥근 직사각형 42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30"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4148" y="5634789"/>
              <a:ext cx="1332000" cy="180000"/>
              <a:chOff x="666428" y="3785432"/>
              <a:chExt cx="1332000" cy="180000"/>
            </a:xfrm>
          </p:grpSpPr>
          <p:sp>
            <p:nvSpPr>
              <p:cNvPr id="427" name="모서리가 둥근 직사각형 42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2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1150" y="4135825"/>
              <a:ext cx="1332000" cy="180000"/>
              <a:chOff x="666428" y="4570824"/>
              <a:chExt cx="1332000" cy="180000"/>
            </a:xfrm>
          </p:grpSpPr>
          <p:sp>
            <p:nvSpPr>
              <p:cNvPr id="425" name="모서리가 둥근 직사각형 42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2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6" y="4423395"/>
              <a:ext cx="1332000" cy="180000"/>
              <a:chOff x="666428" y="4310612"/>
              <a:chExt cx="1332000" cy="180000"/>
            </a:xfrm>
          </p:grpSpPr>
          <p:sp>
            <p:nvSpPr>
              <p:cNvPr id="423" name="모서리가 둥근 직사각형 4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2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5" name="TextBox 22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6" name="그룹 225"/>
            <p:cNvGrpSpPr/>
            <p:nvPr/>
          </p:nvGrpSpPr>
          <p:grpSpPr>
            <a:xfrm>
              <a:off x="632520" y="4723068"/>
              <a:ext cx="1332000" cy="180000"/>
              <a:chOff x="666428" y="4310612"/>
              <a:chExt cx="1332000" cy="180000"/>
            </a:xfrm>
          </p:grpSpPr>
          <p:sp>
            <p:nvSpPr>
              <p:cNvPr id="421" name="모서리가 둥근 직사각형 42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2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2752353"/>
              <a:ext cx="1332000" cy="180000"/>
              <a:chOff x="666427" y="3266516"/>
              <a:chExt cx="1332000" cy="180000"/>
            </a:xfrm>
          </p:grpSpPr>
          <p:sp>
            <p:nvSpPr>
              <p:cNvPr id="419" name="모서리가 둥근 직사각형 41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2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5005767"/>
              <a:ext cx="1332000" cy="180000"/>
              <a:chOff x="666428" y="4310612"/>
              <a:chExt cx="1332000" cy="180000"/>
            </a:xfrm>
          </p:grpSpPr>
          <p:sp>
            <p:nvSpPr>
              <p:cNvPr id="417" name="모서리가 둥근 직사각형 41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41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227787"/>
              <a:ext cx="1332000" cy="180000"/>
              <a:chOff x="666428" y="3785432"/>
              <a:chExt cx="1332000" cy="180000"/>
            </a:xfrm>
          </p:grpSpPr>
          <p:sp>
            <p:nvSpPr>
              <p:cNvPr id="415" name="모서리가 둥근 직사각형 41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1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487872"/>
              <a:ext cx="1332000" cy="180000"/>
              <a:chOff x="666428" y="4310612"/>
              <a:chExt cx="1332000" cy="180000"/>
            </a:xfrm>
          </p:grpSpPr>
          <p:sp>
            <p:nvSpPr>
              <p:cNvPr id="413" name="모서리가 둥근 직사각형 41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1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6773828"/>
              <a:ext cx="1332000" cy="180000"/>
              <a:chOff x="666428" y="4570824"/>
              <a:chExt cx="1332000" cy="180000"/>
            </a:xfrm>
          </p:grpSpPr>
          <p:sp>
            <p:nvSpPr>
              <p:cNvPr id="411" name="모서리가 둥근 직사각형 41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1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053155"/>
              <a:ext cx="1332000" cy="180000"/>
              <a:chOff x="666428" y="3785432"/>
              <a:chExt cx="1332000" cy="180000"/>
            </a:xfrm>
          </p:grpSpPr>
          <p:sp>
            <p:nvSpPr>
              <p:cNvPr id="409" name="모서리가 둥근 직사각형 40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1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2520" y="7303715"/>
              <a:ext cx="1332000" cy="180000"/>
              <a:chOff x="666428" y="4310612"/>
              <a:chExt cx="1332000" cy="180000"/>
            </a:xfrm>
          </p:grpSpPr>
          <p:sp>
            <p:nvSpPr>
              <p:cNvPr id="407" name="모서리가 둥근 직사각형 40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0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7" name="그룹 396"/>
            <p:cNvGrpSpPr/>
            <p:nvPr/>
          </p:nvGrpSpPr>
          <p:grpSpPr>
            <a:xfrm>
              <a:off x="622995" y="5922821"/>
              <a:ext cx="1332000" cy="180000"/>
              <a:chOff x="666427" y="3266516"/>
              <a:chExt cx="1332000" cy="180000"/>
            </a:xfrm>
          </p:grpSpPr>
          <p:sp>
            <p:nvSpPr>
              <p:cNvPr id="398" name="모서리가 둥근 직사각형 39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9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170341540"/>
      </p:ext>
    </p:extLst>
  </p:cSld>
  <p:clrMapOvr>
    <a:masterClrMapping/>
  </p:clrMapOvr>
  <p:transition>
    <p:wipe dir="r"/>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 name="모서리가 둥근 직사각형 445"/>
          <p:cNvSpPr/>
          <p:nvPr/>
        </p:nvSpPr>
        <p:spPr>
          <a:xfrm>
            <a:off x="5263312" y="818878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설문참여</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KNOU_UI_C02110000_08</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설문지  </a:t>
            </a:r>
            <a:r>
              <a:rPr lang="en-US" altLang="ko-KR" sz="800" spc="-60" dirty="0" smtClean="0">
                <a:latin typeface="+mn-ea"/>
                <a:ea typeface="+mn-ea"/>
              </a:rPr>
              <a:t>2</a:t>
            </a:r>
            <a:r>
              <a:rPr lang="ko-KR" altLang="en-US" sz="800" spc="-60" dirty="0" smtClean="0">
                <a:latin typeface="+mn-ea"/>
                <a:ea typeface="+mn-ea"/>
              </a:rPr>
              <a:t>페이지 </a:t>
            </a:r>
            <a:r>
              <a:rPr lang="en-US" altLang="ko-KR" sz="800" spc="-60" dirty="0" smtClean="0">
                <a:latin typeface="+mn-ea"/>
                <a:ea typeface="+mn-ea"/>
              </a:rPr>
              <a:t>: </a:t>
            </a:r>
            <a:r>
              <a:rPr lang="ko-KR" altLang="en-US" sz="800" spc="-60" dirty="0" smtClean="0">
                <a:latin typeface="+mn-ea"/>
                <a:ea typeface="+mn-ea"/>
              </a:rPr>
              <a:t>설문참여</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1174480386"/>
              </p:ext>
            </p:extLst>
          </p:nvPr>
        </p:nvGraphicFramePr>
        <p:xfrm>
          <a:off x="9499029" y="3456291"/>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참여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44" name="Group 37"/>
          <p:cNvGraphicFramePr>
            <a:graphicFrameLocks noGrp="1"/>
          </p:cNvGraphicFramePr>
          <p:nvPr>
            <p:extLst>
              <p:ext uri="{D42A27DB-BD31-4B8C-83A1-F6EECF244321}">
                <p14:modId xmlns:p14="http://schemas.microsoft.com/office/powerpoint/2010/main" val="3014969389"/>
              </p:ext>
            </p:extLst>
          </p:nvPr>
        </p:nvGraphicFramePr>
        <p:xfrm>
          <a:off x="1972097" y="7565098"/>
          <a:ext cx="7470353" cy="91172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66299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58" name="Group 37"/>
          <p:cNvGraphicFramePr>
            <a:graphicFrameLocks noGrp="1"/>
          </p:cNvGraphicFramePr>
          <p:nvPr>
            <p:extLst>
              <p:ext uri="{D42A27DB-BD31-4B8C-83A1-F6EECF244321}">
                <p14:modId xmlns:p14="http://schemas.microsoft.com/office/powerpoint/2010/main" val="4225595645"/>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168" name="그룹 167"/>
          <p:cNvGrpSpPr/>
          <p:nvPr/>
        </p:nvGrpSpPr>
        <p:grpSpPr>
          <a:xfrm>
            <a:off x="2178477" y="2708920"/>
            <a:ext cx="6224400" cy="6840760"/>
            <a:chOff x="1100571" y="3168288"/>
            <a:chExt cx="6224400" cy="6840760"/>
          </a:xfrm>
        </p:grpSpPr>
        <p:sp>
          <p:nvSpPr>
            <p:cNvPr id="169" name="직사각형 168"/>
            <p:cNvSpPr/>
            <p:nvPr/>
          </p:nvSpPr>
          <p:spPr>
            <a:xfrm>
              <a:off x="1100571" y="3176975"/>
              <a:ext cx="6224400" cy="683207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0" name="직사각형 169"/>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2" name="직사각형 171"/>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설문지</a:t>
              </a:r>
              <a:endParaRPr lang="ko-KR" altLang="en-US" sz="800" b="1" dirty="0">
                <a:solidFill>
                  <a:schemeClr val="bg1"/>
                </a:solidFill>
                <a:latin typeface="+mn-ea"/>
                <a:ea typeface="+mn-ea"/>
              </a:endParaRPr>
            </a:p>
          </p:txBody>
        </p:sp>
        <p:sp>
          <p:nvSpPr>
            <p:cNvPr id="173" name="직사각형 172"/>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74" name="모서리가 둥근 직사각형 173"/>
          <p:cNvSpPr/>
          <p:nvPr/>
        </p:nvSpPr>
        <p:spPr>
          <a:xfrm>
            <a:off x="4826038" y="912715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5" name="그룹 174"/>
          <p:cNvGrpSpPr/>
          <p:nvPr/>
        </p:nvGrpSpPr>
        <p:grpSpPr>
          <a:xfrm>
            <a:off x="2175459" y="3060594"/>
            <a:ext cx="6262500" cy="277348"/>
            <a:chOff x="2607507" y="5652882"/>
            <a:chExt cx="6262500" cy="277348"/>
          </a:xfrm>
        </p:grpSpPr>
        <p:sp>
          <p:nvSpPr>
            <p:cNvPr id="185" name="직사각형 184"/>
            <p:cNvSpPr/>
            <p:nvPr/>
          </p:nvSpPr>
          <p:spPr>
            <a:xfrm>
              <a:off x="7426984" y="5652882"/>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cxnSp>
          <p:nvCxnSpPr>
            <p:cNvPr id="179" name="직선 연결선 178"/>
            <p:cNvCxnSpPr/>
            <p:nvPr/>
          </p:nvCxnSpPr>
          <p:spPr>
            <a:xfrm>
              <a:off x="2607507" y="593023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34" name="자유형 233"/>
          <p:cNvSpPr/>
          <p:nvPr/>
        </p:nvSpPr>
        <p:spPr>
          <a:xfrm flipV="1">
            <a:off x="2370877" y="8685584"/>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239" name="직사각형 238"/>
          <p:cNvSpPr/>
          <p:nvPr/>
        </p:nvSpPr>
        <p:spPr>
          <a:xfrm>
            <a:off x="2265452" y="3376042"/>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240" name="그룹 239"/>
          <p:cNvGrpSpPr/>
          <p:nvPr/>
        </p:nvGrpSpPr>
        <p:grpSpPr>
          <a:xfrm>
            <a:off x="2584572" y="2736116"/>
            <a:ext cx="234360" cy="200055"/>
            <a:chOff x="1152270" y="11706839"/>
            <a:chExt cx="234360" cy="200055"/>
          </a:xfrm>
        </p:grpSpPr>
        <p:sp>
          <p:nvSpPr>
            <p:cNvPr id="241" name="모서리가 둥근 직사각형 2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4" name="직사각형 2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255" name="모서리가 둥근 직사각형 254"/>
          <p:cNvSpPr/>
          <p:nvPr/>
        </p:nvSpPr>
        <p:spPr>
          <a:xfrm>
            <a:off x="3891930" y="912741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이전</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6" name="모서리가 둥근 직사각형 255"/>
          <p:cNvSpPr/>
          <p:nvPr/>
        </p:nvSpPr>
        <p:spPr>
          <a:xfrm>
            <a:off x="5762142" y="912741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5" name="모서리가 둥근 직사각형 444"/>
          <p:cNvSpPr/>
          <p:nvPr/>
        </p:nvSpPr>
        <p:spPr>
          <a:xfrm>
            <a:off x="8498446" y="759579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7" name="그룹 216"/>
          <p:cNvGrpSpPr/>
          <p:nvPr/>
        </p:nvGrpSpPr>
        <p:grpSpPr>
          <a:xfrm>
            <a:off x="2265451" y="3625974"/>
            <a:ext cx="6062400" cy="1582457"/>
            <a:chOff x="1208583" y="3501008"/>
            <a:chExt cx="6062400" cy="1582457"/>
          </a:xfrm>
        </p:grpSpPr>
        <p:sp>
          <p:nvSpPr>
            <p:cNvPr id="218" name="직사각형 217"/>
            <p:cNvSpPr/>
            <p:nvPr/>
          </p:nvSpPr>
          <p:spPr>
            <a:xfrm>
              <a:off x="1208583" y="3501008"/>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19" name="그룹 218"/>
            <p:cNvGrpSpPr/>
            <p:nvPr/>
          </p:nvGrpSpPr>
          <p:grpSpPr>
            <a:xfrm>
              <a:off x="1216013" y="3589970"/>
              <a:ext cx="6048000" cy="254124"/>
              <a:chOff x="1216013" y="4211563"/>
              <a:chExt cx="6048000" cy="254124"/>
            </a:xfrm>
          </p:grpSpPr>
          <p:cxnSp>
            <p:nvCxnSpPr>
              <p:cNvPr id="228" name="직선 연결선 227"/>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29" name="직사각형 228"/>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66666666666</a:t>
                </a:r>
              </a:p>
            </p:txBody>
          </p:sp>
        </p:grpSp>
        <p:sp>
          <p:nvSpPr>
            <p:cNvPr id="220" name="직사각형 219"/>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21" name="직사각형 220"/>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23" name="직사각형 222"/>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224" name="Picture 525" descr="radio_off"/>
            <p:cNvPicPr>
              <a:picLocks noChangeAspect="1" noChangeArrowheads="1"/>
            </p:cNvPicPr>
            <p:nvPr/>
          </p:nvPicPr>
          <p:blipFill>
            <a:blip r:embed="rId15"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225" name="Picture 525" descr="radio_off"/>
            <p:cNvPicPr>
              <a:picLocks noChangeAspect="1" noChangeArrowheads="1"/>
            </p:cNvPicPr>
            <p:nvPr/>
          </p:nvPicPr>
          <p:blipFill>
            <a:blip r:embed="rId15"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226" name="Picture 525" descr="radio_off"/>
            <p:cNvPicPr>
              <a:picLocks noChangeAspect="1" noChangeArrowheads="1"/>
            </p:cNvPicPr>
            <p:nvPr/>
          </p:nvPicPr>
          <p:blipFill>
            <a:blip r:embed="rId15"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227" name="Picture 525" descr="radio_off"/>
            <p:cNvPicPr>
              <a:picLocks noChangeAspect="1" noChangeArrowheads="1"/>
            </p:cNvPicPr>
            <p:nvPr/>
          </p:nvPicPr>
          <p:blipFill>
            <a:blip r:embed="rId15" cstate="print">
              <a:grayscl/>
            </a:blip>
            <a:srcRect/>
            <a:stretch>
              <a:fillRect/>
            </a:stretch>
          </p:blipFill>
          <p:spPr bwMode="auto">
            <a:xfrm>
              <a:off x="1388604" y="4828860"/>
              <a:ext cx="117480" cy="112308"/>
            </a:xfrm>
            <a:prstGeom prst="rect">
              <a:avLst/>
            </a:prstGeom>
            <a:noFill/>
            <a:ln w="9525">
              <a:noFill/>
              <a:miter lim="800000"/>
              <a:headEnd/>
              <a:tailEnd/>
            </a:ln>
          </p:spPr>
        </p:pic>
      </p:grpSp>
      <p:sp>
        <p:nvSpPr>
          <p:cNvPr id="230" name="직사각형 229"/>
          <p:cNvSpPr/>
          <p:nvPr/>
        </p:nvSpPr>
        <p:spPr>
          <a:xfrm>
            <a:off x="2923048" y="4965928"/>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nvGrpSpPr>
          <p:cNvPr id="6" name="그룹 5"/>
          <p:cNvGrpSpPr/>
          <p:nvPr/>
        </p:nvGrpSpPr>
        <p:grpSpPr>
          <a:xfrm>
            <a:off x="2264321" y="5348867"/>
            <a:ext cx="6062400" cy="3101643"/>
            <a:chOff x="1199059" y="4598082"/>
            <a:chExt cx="6062400" cy="3101643"/>
          </a:xfrm>
        </p:grpSpPr>
        <p:grpSp>
          <p:nvGrpSpPr>
            <p:cNvPr id="231" name="그룹 230"/>
            <p:cNvGrpSpPr/>
            <p:nvPr/>
          </p:nvGrpSpPr>
          <p:grpSpPr>
            <a:xfrm>
              <a:off x="1199059" y="4598082"/>
              <a:ext cx="6062400" cy="3101643"/>
              <a:chOff x="1208583" y="3501008"/>
              <a:chExt cx="6062400" cy="3101643"/>
            </a:xfrm>
          </p:grpSpPr>
          <p:sp>
            <p:nvSpPr>
              <p:cNvPr id="232" name="직사각형 231"/>
              <p:cNvSpPr/>
              <p:nvPr/>
            </p:nvSpPr>
            <p:spPr>
              <a:xfrm>
                <a:off x="1208583" y="3501008"/>
                <a:ext cx="6062400" cy="3101643"/>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33" name="그룹 232"/>
              <p:cNvGrpSpPr/>
              <p:nvPr/>
            </p:nvGrpSpPr>
            <p:grpSpPr>
              <a:xfrm>
                <a:off x="1216013" y="3589970"/>
                <a:ext cx="6048000" cy="254124"/>
                <a:chOff x="1216013" y="4211563"/>
                <a:chExt cx="6048000" cy="254124"/>
              </a:xfrm>
            </p:grpSpPr>
            <p:cxnSp>
              <p:nvCxnSpPr>
                <p:cNvPr id="409" name="직선 연결선 408"/>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0" name="직사각형 409"/>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77777777777</a:t>
                  </a:r>
                </a:p>
              </p:txBody>
            </p:sp>
          </p:grpSp>
          <p:sp>
            <p:nvSpPr>
              <p:cNvPr id="396" name="직사각형 395"/>
              <p:cNvSpPr/>
              <p:nvPr/>
            </p:nvSpPr>
            <p:spPr>
              <a:xfrm>
                <a:off x="1536342" y="542827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7" name="직사각형 396"/>
              <p:cNvSpPr/>
              <p:nvPr/>
            </p:nvSpPr>
            <p:spPr>
              <a:xfrm>
                <a:off x="1534716" y="572582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8" name="직사각형 397"/>
              <p:cNvSpPr/>
              <p:nvPr/>
            </p:nvSpPr>
            <p:spPr>
              <a:xfrm>
                <a:off x="1534716" y="600433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9" name="직사각형 398"/>
              <p:cNvSpPr/>
              <p:nvPr/>
            </p:nvSpPr>
            <p:spPr>
              <a:xfrm>
                <a:off x="1532620" y="625636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405" name="Picture 525" descr="radio_off"/>
              <p:cNvPicPr>
                <a:picLocks noChangeAspect="1" noChangeArrowheads="1"/>
              </p:cNvPicPr>
              <p:nvPr/>
            </p:nvPicPr>
            <p:blipFill>
              <a:blip r:embed="rId15" cstate="print">
                <a:grayscl/>
              </a:blip>
              <a:srcRect/>
              <a:stretch>
                <a:fillRect/>
              </a:stretch>
            </p:blipFill>
            <p:spPr bwMode="auto">
              <a:xfrm>
                <a:off x="1379136" y="5479028"/>
                <a:ext cx="117480" cy="112308"/>
              </a:xfrm>
              <a:prstGeom prst="rect">
                <a:avLst/>
              </a:prstGeom>
              <a:noFill/>
              <a:ln w="9525">
                <a:noFill/>
                <a:miter lim="800000"/>
                <a:headEnd/>
                <a:tailEnd/>
              </a:ln>
            </p:spPr>
          </p:pic>
          <p:pic>
            <p:nvPicPr>
              <p:cNvPr id="406" name="Picture 525" descr="radio_off"/>
              <p:cNvPicPr>
                <a:picLocks noChangeAspect="1" noChangeArrowheads="1"/>
              </p:cNvPicPr>
              <p:nvPr/>
            </p:nvPicPr>
            <p:blipFill>
              <a:blip r:embed="rId15" cstate="print">
                <a:grayscl/>
              </a:blip>
              <a:srcRect/>
              <a:stretch>
                <a:fillRect/>
              </a:stretch>
            </p:blipFill>
            <p:spPr bwMode="auto">
              <a:xfrm>
                <a:off x="1388604" y="5767060"/>
                <a:ext cx="117480" cy="112308"/>
              </a:xfrm>
              <a:prstGeom prst="rect">
                <a:avLst/>
              </a:prstGeom>
              <a:noFill/>
              <a:ln w="9525">
                <a:noFill/>
                <a:miter lim="800000"/>
                <a:headEnd/>
                <a:tailEnd/>
              </a:ln>
            </p:spPr>
          </p:pic>
          <p:pic>
            <p:nvPicPr>
              <p:cNvPr id="407" name="Picture 525" descr="radio_off"/>
              <p:cNvPicPr>
                <a:picLocks noChangeAspect="1" noChangeArrowheads="1"/>
              </p:cNvPicPr>
              <p:nvPr/>
            </p:nvPicPr>
            <p:blipFill>
              <a:blip r:embed="rId15" cstate="print">
                <a:grayscl/>
              </a:blip>
              <a:srcRect/>
              <a:stretch>
                <a:fillRect/>
              </a:stretch>
            </p:blipFill>
            <p:spPr bwMode="auto">
              <a:xfrm>
                <a:off x="1388604" y="6036042"/>
                <a:ext cx="117480" cy="112308"/>
              </a:xfrm>
              <a:prstGeom prst="rect">
                <a:avLst/>
              </a:prstGeom>
              <a:noFill/>
              <a:ln w="9525">
                <a:noFill/>
                <a:miter lim="800000"/>
                <a:headEnd/>
                <a:tailEnd/>
              </a:ln>
            </p:spPr>
          </p:pic>
          <p:pic>
            <p:nvPicPr>
              <p:cNvPr id="408" name="Picture 525" descr="radio_off"/>
              <p:cNvPicPr>
                <a:picLocks noChangeAspect="1" noChangeArrowheads="1"/>
              </p:cNvPicPr>
              <p:nvPr/>
            </p:nvPicPr>
            <p:blipFill>
              <a:blip r:embed="rId15" cstate="print">
                <a:grayscl/>
              </a:blip>
              <a:srcRect/>
              <a:stretch>
                <a:fillRect/>
              </a:stretch>
            </p:blipFill>
            <p:spPr bwMode="auto">
              <a:xfrm>
                <a:off x="1388604" y="6288070"/>
                <a:ext cx="117480" cy="112308"/>
              </a:xfrm>
              <a:prstGeom prst="rect">
                <a:avLst/>
              </a:prstGeom>
              <a:noFill/>
              <a:ln w="9525">
                <a:noFill/>
                <a:miter lim="800000"/>
                <a:headEnd/>
                <a:tailEnd/>
              </a:ln>
            </p:spPr>
          </p:pic>
        </p:grpSp>
        <p:pic>
          <p:nvPicPr>
            <p:cNvPr id="411"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76549" y="5049180"/>
              <a:ext cx="2807713" cy="1331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12" name="직사각형 411"/>
            <p:cNvSpPr/>
            <p:nvPr/>
          </p:nvSpPr>
          <p:spPr>
            <a:xfrm>
              <a:off x="1866181" y="7370410"/>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grpSp>
        <p:nvGrpSpPr>
          <p:cNvPr id="198" name="그룹 197"/>
          <p:cNvGrpSpPr/>
          <p:nvPr/>
        </p:nvGrpSpPr>
        <p:grpSpPr>
          <a:xfrm>
            <a:off x="579562" y="2166658"/>
            <a:ext cx="1386586" cy="5317057"/>
            <a:chOff x="579562" y="2166658"/>
            <a:chExt cx="1386586" cy="5317057"/>
          </a:xfrm>
        </p:grpSpPr>
        <p:grpSp>
          <p:nvGrpSpPr>
            <p:cNvPr id="199" name="그룹 198"/>
            <p:cNvGrpSpPr/>
            <p:nvPr/>
          </p:nvGrpSpPr>
          <p:grpSpPr>
            <a:xfrm>
              <a:off x="629956" y="3318264"/>
              <a:ext cx="1332000" cy="180000"/>
              <a:chOff x="666428" y="3785432"/>
              <a:chExt cx="1332000" cy="180000"/>
            </a:xfrm>
          </p:grpSpPr>
          <p:sp>
            <p:nvSpPr>
              <p:cNvPr id="386" name="모서리가 둥근 직사각형 38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6" y="3568824"/>
              <a:ext cx="1332000" cy="180000"/>
              <a:chOff x="666428" y="4310612"/>
              <a:chExt cx="1332000" cy="180000"/>
            </a:xfrm>
          </p:grpSpPr>
          <p:sp>
            <p:nvSpPr>
              <p:cNvPr id="384" name="모서리가 둥근 직사각형 38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9955" y="3042501"/>
              <a:ext cx="1332000" cy="180000"/>
              <a:chOff x="666427" y="3266516"/>
              <a:chExt cx="1332000" cy="180000"/>
            </a:xfrm>
          </p:grpSpPr>
          <p:sp>
            <p:nvSpPr>
              <p:cNvPr id="382" name="모서리가 둥근 직사각형 38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29956" y="3854780"/>
              <a:ext cx="1332000" cy="180000"/>
              <a:chOff x="666428" y="4570824"/>
              <a:chExt cx="1332000" cy="180000"/>
            </a:xfrm>
          </p:grpSpPr>
          <p:sp>
            <p:nvSpPr>
              <p:cNvPr id="380" name="모서리가 둥근 직사각형 37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6" y="5316875"/>
              <a:ext cx="1332000" cy="180000"/>
              <a:chOff x="666428" y="5096004"/>
              <a:chExt cx="1332000" cy="180000"/>
            </a:xfrm>
          </p:grpSpPr>
          <p:sp>
            <p:nvSpPr>
              <p:cNvPr id="378" name="모서리가 둥근 직사각형 377"/>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9"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4148" y="5634789"/>
              <a:ext cx="1332000" cy="180000"/>
              <a:chOff x="666428" y="3785432"/>
              <a:chExt cx="1332000" cy="180000"/>
            </a:xfrm>
          </p:grpSpPr>
          <p:sp>
            <p:nvSpPr>
              <p:cNvPr id="376" name="모서리가 둥근 직사각형 37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1150" y="4135825"/>
              <a:ext cx="1332000" cy="180000"/>
              <a:chOff x="666428" y="4570824"/>
              <a:chExt cx="1332000" cy="180000"/>
            </a:xfrm>
          </p:grpSpPr>
          <p:sp>
            <p:nvSpPr>
              <p:cNvPr id="372" name="모서리가 둥근 직사각형 37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4423395"/>
              <a:ext cx="1332000" cy="180000"/>
              <a:chOff x="666428" y="4310612"/>
              <a:chExt cx="1332000" cy="180000"/>
            </a:xfrm>
          </p:grpSpPr>
          <p:sp>
            <p:nvSpPr>
              <p:cNvPr id="370" name="모서리가 둥근 직사각형 36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7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7" name="TextBox 20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08" name="그룹 207"/>
            <p:cNvGrpSpPr/>
            <p:nvPr/>
          </p:nvGrpSpPr>
          <p:grpSpPr>
            <a:xfrm>
              <a:off x="632520" y="4723068"/>
              <a:ext cx="1332000" cy="180000"/>
              <a:chOff x="666428" y="4310612"/>
              <a:chExt cx="1332000" cy="180000"/>
            </a:xfrm>
          </p:grpSpPr>
          <p:sp>
            <p:nvSpPr>
              <p:cNvPr id="368" name="모서리가 둥근 직사각형 36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2520" y="2752353"/>
              <a:ext cx="1332000" cy="180000"/>
              <a:chOff x="666427" y="3266516"/>
              <a:chExt cx="1332000" cy="180000"/>
            </a:xfrm>
          </p:grpSpPr>
          <p:sp>
            <p:nvSpPr>
              <p:cNvPr id="366" name="모서리가 둥근 직사각형 36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2520" y="5005767"/>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36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2520" y="6227787"/>
              <a:ext cx="1332000" cy="180000"/>
              <a:chOff x="666428" y="3785432"/>
              <a:chExt cx="1332000" cy="180000"/>
            </a:xfrm>
          </p:grpSpPr>
          <p:sp>
            <p:nvSpPr>
              <p:cNvPr id="354" name="모서리가 둥근 직사각형 35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6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2520" y="6487872"/>
              <a:ext cx="1332000" cy="180000"/>
              <a:chOff x="666428" y="4310612"/>
              <a:chExt cx="1332000" cy="180000"/>
            </a:xfrm>
          </p:grpSpPr>
          <p:sp>
            <p:nvSpPr>
              <p:cNvPr id="346" name="모서리가 둥근 직사각형 34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4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6773828"/>
              <a:ext cx="1332000" cy="180000"/>
              <a:chOff x="666428" y="4570824"/>
              <a:chExt cx="1332000" cy="180000"/>
            </a:xfrm>
          </p:grpSpPr>
          <p:sp>
            <p:nvSpPr>
              <p:cNvPr id="343" name="모서리가 둥근 직사각형 34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4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7053155"/>
              <a:ext cx="1332000" cy="180000"/>
              <a:chOff x="666428" y="3785432"/>
              <a:chExt cx="1332000" cy="180000"/>
            </a:xfrm>
          </p:grpSpPr>
          <p:sp>
            <p:nvSpPr>
              <p:cNvPr id="325" name="모서리가 둥근 직사각형 32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2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7303715"/>
              <a:ext cx="1332000" cy="180000"/>
              <a:chOff x="666428" y="4310612"/>
              <a:chExt cx="1332000" cy="180000"/>
            </a:xfrm>
          </p:grpSpPr>
          <p:sp>
            <p:nvSpPr>
              <p:cNvPr id="303" name="모서리가 둥근 직사각형 3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0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22995" y="5922821"/>
              <a:ext cx="1332000" cy="180000"/>
              <a:chOff x="666427" y="3266516"/>
              <a:chExt cx="1332000" cy="180000"/>
            </a:xfrm>
          </p:grpSpPr>
          <p:sp>
            <p:nvSpPr>
              <p:cNvPr id="258" name="모서리가 둥근 직사각형 25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115931206"/>
      </p:ext>
    </p:extLst>
  </p:cSld>
  <p:clrMapOvr>
    <a:masterClrMapping/>
  </p:clrMapOvr>
  <p:transition>
    <p:wipe dir="r"/>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 name="모서리가 둥근 직사각형 445"/>
          <p:cNvSpPr/>
          <p:nvPr/>
        </p:nvSpPr>
        <p:spPr>
          <a:xfrm>
            <a:off x="5263312" y="818878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설문참여</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KNOU_UI_C02110000_09</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설문결과 </a:t>
            </a:r>
            <a:r>
              <a:rPr lang="en-US" altLang="ko-KR" sz="800" spc="-60" dirty="0" smtClean="0">
                <a:latin typeface="+mn-ea"/>
                <a:ea typeface="+mn-ea"/>
              </a:rPr>
              <a:t>1</a:t>
            </a:r>
            <a:r>
              <a:rPr lang="ko-KR" altLang="en-US" sz="800" spc="-60" dirty="0" smtClean="0">
                <a:latin typeface="+mn-ea"/>
                <a:ea typeface="+mn-ea"/>
              </a:rPr>
              <a:t>페이지</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149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4087372945"/>
              </p:ext>
            </p:extLst>
          </p:nvPr>
        </p:nvGraphicFramePr>
        <p:xfrm>
          <a:off x="9499029" y="3456291"/>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참여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44" name="Group 37"/>
          <p:cNvGraphicFramePr>
            <a:graphicFrameLocks noGrp="1"/>
          </p:cNvGraphicFramePr>
          <p:nvPr>
            <p:extLst>
              <p:ext uri="{D42A27DB-BD31-4B8C-83A1-F6EECF244321}">
                <p14:modId xmlns:p14="http://schemas.microsoft.com/office/powerpoint/2010/main" val="409101202"/>
              </p:ext>
            </p:extLst>
          </p:nvPr>
        </p:nvGraphicFramePr>
        <p:xfrm>
          <a:off x="1972097" y="7565098"/>
          <a:ext cx="7470353" cy="91172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66299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58" name="Group 37"/>
          <p:cNvGraphicFramePr>
            <a:graphicFrameLocks noGrp="1"/>
          </p:cNvGraphicFramePr>
          <p:nvPr>
            <p:extLst>
              <p:ext uri="{D42A27DB-BD31-4B8C-83A1-F6EECF244321}">
                <p14:modId xmlns:p14="http://schemas.microsoft.com/office/powerpoint/2010/main" val="3677331673"/>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168" name="그룹 167"/>
          <p:cNvGrpSpPr/>
          <p:nvPr/>
        </p:nvGrpSpPr>
        <p:grpSpPr>
          <a:xfrm>
            <a:off x="2178477" y="2708920"/>
            <a:ext cx="6224400" cy="7984429"/>
            <a:chOff x="1100571" y="3168288"/>
            <a:chExt cx="6224400" cy="7984429"/>
          </a:xfrm>
        </p:grpSpPr>
        <p:sp>
          <p:nvSpPr>
            <p:cNvPr id="169" name="직사각형 168"/>
            <p:cNvSpPr/>
            <p:nvPr/>
          </p:nvSpPr>
          <p:spPr>
            <a:xfrm>
              <a:off x="1100571" y="3176975"/>
              <a:ext cx="6224400" cy="7975742"/>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0" name="직사각형 169"/>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2" name="직사각형 171"/>
            <p:cNvSpPr/>
            <p:nvPr/>
          </p:nvSpPr>
          <p:spPr>
            <a:xfrm>
              <a:off x="1109761" y="3201232"/>
              <a:ext cx="631904" cy="215444"/>
            </a:xfrm>
            <a:prstGeom prst="rect">
              <a:avLst/>
            </a:prstGeom>
          </p:spPr>
          <p:txBody>
            <a:bodyPr wrap="none">
              <a:spAutoFit/>
            </a:bodyPr>
            <a:lstStyle/>
            <a:p>
              <a:r>
                <a:rPr lang="ko-KR" altLang="en-US" sz="800" b="1" dirty="0" smtClean="0">
                  <a:solidFill>
                    <a:schemeClr val="bg1"/>
                  </a:solidFill>
                  <a:latin typeface="+mn-ea"/>
                  <a:ea typeface="+mn-ea"/>
                </a:rPr>
                <a:t>설문 결과</a:t>
              </a:r>
              <a:endParaRPr lang="ko-KR" altLang="en-US" sz="800" b="1" dirty="0">
                <a:solidFill>
                  <a:schemeClr val="bg1"/>
                </a:solidFill>
                <a:latin typeface="+mn-ea"/>
                <a:ea typeface="+mn-ea"/>
              </a:endParaRPr>
            </a:p>
          </p:txBody>
        </p:sp>
        <p:sp>
          <p:nvSpPr>
            <p:cNvPr id="173" name="직사각형 172"/>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34" name="자유형 233"/>
          <p:cNvSpPr/>
          <p:nvPr/>
        </p:nvSpPr>
        <p:spPr>
          <a:xfrm flipV="1">
            <a:off x="2389927" y="9982645"/>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239" name="직사각형 238"/>
          <p:cNvSpPr/>
          <p:nvPr/>
        </p:nvSpPr>
        <p:spPr>
          <a:xfrm>
            <a:off x="2265452" y="3006477"/>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240" name="그룹 239"/>
          <p:cNvGrpSpPr/>
          <p:nvPr/>
        </p:nvGrpSpPr>
        <p:grpSpPr>
          <a:xfrm>
            <a:off x="2720752" y="2745641"/>
            <a:ext cx="234360" cy="200055"/>
            <a:chOff x="1152270" y="11706839"/>
            <a:chExt cx="234360" cy="200055"/>
          </a:xfrm>
        </p:grpSpPr>
        <p:sp>
          <p:nvSpPr>
            <p:cNvPr id="241" name="모서리가 둥근 직사각형 2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4" name="직사각형 2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255" name="모서리가 둥근 직사각형 254"/>
          <p:cNvSpPr/>
          <p:nvPr/>
        </p:nvSpPr>
        <p:spPr>
          <a:xfrm>
            <a:off x="4363219" y="1028906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6" name="모서리가 둥근 직사각형 255"/>
          <p:cNvSpPr/>
          <p:nvPr/>
        </p:nvSpPr>
        <p:spPr>
          <a:xfrm>
            <a:off x="5327898" y="1028906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5" name="모서리가 둥근 직사각형 444"/>
          <p:cNvSpPr/>
          <p:nvPr/>
        </p:nvSpPr>
        <p:spPr>
          <a:xfrm>
            <a:off x="8498446" y="759579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6" name="그룹 5"/>
          <p:cNvGrpSpPr/>
          <p:nvPr/>
        </p:nvGrpSpPr>
        <p:grpSpPr>
          <a:xfrm>
            <a:off x="2265451" y="3373569"/>
            <a:ext cx="6062400" cy="1582457"/>
            <a:chOff x="2265451" y="3358711"/>
            <a:chExt cx="6062400" cy="1582457"/>
          </a:xfrm>
        </p:grpSpPr>
        <p:grpSp>
          <p:nvGrpSpPr>
            <p:cNvPr id="406" name="그룹 405"/>
            <p:cNvGrpSpPr/>
            <p:nvPr/>
          </p:nvGrpSpPr>
          <p:grpSpPr>
            <a:xfrm>
              <a:off x="2265451" y="3358711"/>
              <a:ext cx="6062400" cy="1582457"/>
              <a:chOff x="1199058" y="2888940"/>
              <a:chExt cx="6062400" cy="1582457"/>
            </a:xfrm>
          </p:grpSpPr>
          <p:sp>
            <p:nvSpPr>
              <p:cNvPr id="407" name="직사각형 406"/>
              <p:cNvSpPr/>
              <p:nvPr/>
            </p:nvSpPr>
            <p:spPr>
              <a:xfrm>
                <a:off x="1199058" y="2888940"/>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8" name="그룹 407"/>
              <p:cNvGrpSpPr/>
              <p:nvPr/>
            </p:nvGrpSpPr>
            <p:grpSpPr>
              <a:xfrm>
                <a:off x="1206488" y="2977902"/>
                <a:ext cx="6048000" cy="254124"/>
                <a:chOff x="1216013" y="4211563"/>
                <a:chExt cx="6048000" cy="254124"/>
              </a:xfrm>
            </p:grpSpPr>
            <p:cxnSp>
              <p:nvCxnSpPr>
                <p:cNvPr id="419" name="직선 연결선 418"/>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20" name="직사각형 419"/>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1111111</a:t>
                  </a:r>
                </a:p>
              </p:txBody>
            </p:sp>
          </p:grpSp>
          <p:grpSp>
            <p:nvGrpSpPr>
              <p:cNvPr id="409" name="그룹 408"/>
              <p:cNvGrpSpPr/>
              <p:nvPr/>
            </p:nvGrpSpPr>
            <p:grpSpPr>
              <a:xfrm>
                <a:off x="1360029" y="3356992"/>
                <a:ext cx="1900783" cy="1068499"/>
                <a:chOff x="1360029" y="3356992"/>
                <a:chExt cx="1900783" cy="1068499"/>
              </a:xfrm>
            </p:grpSpPr>
            <p:sp>
              <p:nvSpPr>
                <p:cNvPr id="411" name="직사각형 410"/>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2" name="직사각형 411"/>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3" name="직사각형 412"/>
                <p:cNvSpPr/>
                <p:nvPr/>
              </p:nvSpPr>
              <p:spPr>
                <a:xfrm>
                  <a:off x="1566719" y="393305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4" name="직사각형 413"/>
                <p:cNvSpPr/>
                <p:nvPr/>
              </p:nvSpPr>
              <p:spPr>
                <a:xfrm>
                  <a:off x="1564623" y="41850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5" name="직사각형 414"/>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16" name="직사각형 415"/>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17" name="직사각형 416"/>
                <p:cNvSpPr/>
                <p:nvPr/>
              </p:nvSpPr>
              <p:spPr>
                <a:xfrm>
                  <a:off x="1369554" y="3986026"/>
                  <a:ext cx="116381" cy="108000"/>
                </a:xfrm>
                <a:prstGeom prst="rect">
                  <a:avLst/>
                </a:prstGeom>
                <a:solidFill>
                  <a:srgbClr val="7030A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18" name="직사각형 417"/>
                <p:cNvSpPr/>
                <p:nvPr/>
              </p:nvSpPr>
              <p:spPr>
                <a:xfrm>
                  <a:off x="1371650" y="4228517"/>
                  <a:ext cx="116381" cy="108000"/>
                </a:xfrm>
                <a:prstGeom prst="rect">
                  <a:avLst/>
                </a:prstGeom>
                <a:solidFill>
                  <a:schemeClr val="accent1">
                    <a:lumMod val="60000"/>
                    <a:lumOff val="4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10" name="차트 409"/>
              <p:cNvGraphicFramePr/>
              <p:nvPr>
                <p:extLst>
                  <p:ext uri="{D42A27DB-BD31-4B8C-83A1-F6EECF244321}">
                    <p14:modId xmlns:p14="http://schemas.microsoft.com/office/powerpoint/2010/main" val="3621249993"/>
                  </p:ext>
                </p:extLst>
              </p:nvPr>
            </p:nvGraphicFramePr>
            <p:xfrm>
              <a:off x="5448430" y="3292413"/>
              <a:ext cx="1754376" cy="1044104"/>
            </p:xfrm>
            <a:graphic>
              <a:graphicData uri="http://schemas.openxmlformats.org/drawingml/2006/chart">
                <c:chart xmlns:c="http://schemas.openxmlformats.org/drawingml/2006/chart" xmlns:r="http://schemas.openxmlformats.org/officeDocument/2006/relationships" r:id="rId15"/>
              </a:graphicData>
            </a:graphic>
          </p:graphicFrame>
        </p:grpSp>
        <p:pic>
          <p:nvPicPr>
            <p:cNvPr id="421"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767813" y="4733556"/>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422" name="직선 연결선 421"/>
          <p:cNvCxnSpPr/>
          <p:nvPr/>
        </p:nvCxnSpPr>
        <p:spPr>
          <a:xfrm>
            <a:off x="2184984" y="3265934"/>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23" name="그룹 422"/>
          <p:cNvGrpSpPr/>
          <p:nvPr/>
        </p:nvGrpSpPr>
        <p:grpSpPr>
          <a:xfrm>
            <a:off x="2265451" y="5096428"/>
            <a:ext cx="6062400" cy="1582457"/>
            <a:chOff x="1199059" y="4581128"/>
            <a:chExt cx="6062400" cy="1582457"/>
          </a:xfrm>
        </p:grpSpPr>
        <p:grpSp>
          <p:nvGrpSpPr>
            <p:cNvPr id="424" name="그룹 423"/>
            <p:cNvGrpSpPr/>
            <p:nvPr/>
          </p:nvGrpSpPr>
          <p:grpSpPr>
            <a:xfrm>
              <a:off x="1199059" y="4581128"/>
              <a:ext cx="6062400" cy="1582457"/>
              <a:chOff x="1199059" y="4653136"/>
              <a:chExt cx="6062400" cy="1582457"/>
            </a:xfrm>
          </p:grpSpPr>
          <p:sp>
            <p:nvSpPr>
              <p:cNvPr id="436" name="직사각형 435"/>
              <p:cNvSpPr/>
              <p:nvPr/>
            </p:nvSpPr>
            <p:spPr>
              <a:xfrm>
                <a:off x="1199059" y="4653136"/>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37" name="그룹 436"/>
              <p:cNvGrpSpPr/>
              <p:nvPr/>
            </p:nvGrpSpPr>
            <p:grpSpPr>
              <a:xfrm>
                <a:off x="1206489" y="4742098"/>
                <a:ext cx="6048000" cy="254124"/>
                <a:chOff x="1216013" y="4211563"/>
                <a:chExt cx="6048000" cy="254124"/>
              </a:xfrm>
            </p:grpSpPr>
            <p:cxnSp>
              <p:nvCxnSpPr>
                <p:cNvPr id="438" name="직선 연결선 437"/>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39" name="직사각형 438"/>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222222222</a:t>
                  </a:r>
                </a:p>
              </p:txBody>
            </p:sp>
          </p:grpSp>
        </p:grpSp>
        <p:grpSp>
          <p:nvGrpSpPr>
            <p:cNvPr id="425" name="그룹 424"/>
            <p:cNvGrpSpPr/>
            <p:nvPr/>
          </p:nvGrpSpPr>
          <p:grpSpPr>
            <a:xfrm>
              <a:off x="1360029" y="5011080"/>
              <a:ext cx="1900783" cy="1068499"/>
              <a:chOff x="1360029" y="3356992"/>
              <a:chExt cx="1900783" cy="1068499"/>
            </a:xfrm>
          </p:grpSpPr>
          <p:sp>
            <p:nvSpPr>
              <p:cNvPr id="428" name="직사각형 427"/>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산</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29" name="직사각형 428"/>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0" name="직사각형 429"/>
              <p:cNvSpPr/>
              <p:nvPr/>
            </p:nvSpPr>
            <p:spPr>
              <a:xfrm>
                <a:off x="1566719" y="393305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1" name="직사각형 430"/>
              <p:cNvSpPr/>
              <p:nvPr/>
            </p:nvSpPr>
            <p:spPr>
              <a:xfrm>
                <a:off x="1564623" y="41850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2" name="직사각형 431"/>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33" name="직사각형 432"/>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34" name="직사각형 433"/>
              <p:cNvSpPr/>
              <p:nvPr/>
            </p:nvSpPr>
            <p:spPr>
              <a:xfrm>
                <a:off x="1369554" y="3986026"/>
                <a:ext cx="116381" cy="108000"/>
              </a:xfrm>
              <a:prstGeom prst="rect">
                <a:avLst/>
              </a:prstGeom>
              <a:solidFill>
                <a:srgbClr val="7030A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35" name="직사각형 434"/>
              <p:cNvSpPr/>
              <p:nvPr/>
            </p:nvSpPr>
            <p:spPr>
              <a:xfrm>
                <a:off x="1371650" y="4228517"/>
                <a:ext cx="116381" cy="108000"/>
              </a:xfrm>
              <a:prstGeom prst="rect">
                <a:avLst/>
              </a:prstGeom>
              <a:solidFill>
                <a:schemeClr val="accent1">
                  <a:lumMod val="60000"/>
                  <a:lumOff val="4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26" name="차트 425"/>
            <p:cNvGraphicFramePr/>
            <p:nvPr>
              <p:extLst>
                <p:ext uri="{D42A27DB-BD31-4B8C-83A1-F6EECF244321}">
                  <p14:modId xmlns:p14="http://schemas.microsoft.com/office/powerpoint/2010/main" val="3652161228"/>
                </p:ext>
              </p:extLst>
            </p:nvPr>
          </p:nvGraphicFramePr>
          <p:xfrm>
            <a:off x="5448430" y="4959408"/>
            <a:ext cx="1754376" cy="1044104"/>
          </p:xfrm>
          <a:graphic>
            <a:graphicData uri="http://schemas.openxmlformats.org/drawingml/2006/chart">
              <c:chart xmlns:c="http://schemas.openxmlformats.org/drawingml/2006/chart" xmlns:r="http://schemas.openxmlformats.org/officeDocument/2006/relationships" r:id="rId17"/>
            </a:graphicData>
          </a:graphic>
        </p:graphicFrame>
        <p:pic>
          <p:nvPicPr>
            <p:cNvPr id="42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09084" y="5952712"/>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52" name="직사각형 451"/>
          <p:cNvSpPr/>
          <p:nvPr/>
        </p:nvSpPr>
        <p:spPr>
          <a:xfrm>
            <a:off x="2265451" y="6822901"/>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48" name="그룹 447"/>
          <p:cNvGrpSpPr/>
          <p:nvPr/>
        </p:nvGrpSpPr>
        <p:grpSpPr>
          <a:xfrm>
            <a:off x="2272881" y="6911862"/>
            <a:ext cx="6048000" cy="254124"/>
            <a:chOff x="1216013" y="4211563"/>
            <a:chExt cx="6048000" cy="254124"/>
          </a:xfrm>
        </p:grpSpPr>
        <p:cxnSp>
          <p:nvCxnSpPr>
            <p:cNvPr id="449" name="직선 연결선 448"/>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0" name="직사각형 449"/>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1-3.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33333333</a:t>
              </a:r>
            </a:p>
          </p:txBody>
        </p:sp>
      </p:grpSp>
      <p:graphicFrame>
        <p:nvGraphicFramePr>
          <p:cNvPr id="451" name="표 450"/>
          <p:cNvGraphicFramePr>
            <a:graphicFrameLocks noGrp="1"/>
          </p:cNvGraphicFramePr>
          <p:nvPr>
            <p:extLst>
              <p:ext uri="{D42A27DB-BD31-4B8C-83A1-F6EECF244321}">
                <p14:modId xmlns:p14="http://schemas.microsoft.com/office/powerpoint/2010/main" val="642964254"/>
              </p:ext>
            </p:extLst>
          </p:nvPr>
        </p:nvGraphicFramePr>
        <p:xfrm>
          <a:off x="2346984" y="7262930"/>
          <a:ext cx="5904656" cy="694362"/>
        </p:xfrm>
        <a:graphic>
          <a:graphicData uri="http://schemas.openxmlformats.org/drawingml/2006/table">
            <a:tbl>
              <a:tblPr firstRow="1" bandRow="1">
                <a:tableStyleId>{5C22544A-7EE6-4342-B048-85BDC9FD1C3A}</a:tableStyleId>
              </a:tblPr>
              <a:tblGrid>
                <a:gridCol w="3238184"/>
                <a:gridCol w="888824"/>
                <a:gridCol w="888824"/>
                <a:gridCol w="888824"/>
              </a:tblGrid>
              <a:tr h="231454">
                <a:tc>
                  <a:txBody>
                    <a:bodyPr/>
                    <a:lstStyle/>
                    <a:p>
                      <a:pPr algn="l" latinLnBrk="1"/>
                      <a:r>
                        <a:rPr lang="ko-KR" altLang="en-US" sz="800" b="1" dirty="0" smtClean="0">
                          <a:solidFill>
                            <a:schemeClr val="tx1">
                              <a:lumMod val="75000"/>
                              <a:lumOff val="25000"/>
                            </a:schemeClr>
                          </a:solidFill>
                          <a:latin typeface="+mn-ea"/>
                          <a:ea typeface="+mn-ea"/>
                        </a:rPr>
                        <a:t>문항</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그렇다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보통</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아니다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l" latinLnBrk="1"/>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11111111111111111111</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solidFill>
                        </a:rPr>
                        <a:t>25%</a:t>
                      </a:r>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t>25%</a:t>
                      </a:r>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314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2222222222222</a:t>
                      </a:r>
                      <a:endParaRPr lang="ko-KR" altLang="en-US" sz="80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20%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30%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grpSp>
        <p:nvGrpSpPr>
          <p:cNvPr id="7" name="그룹 6"/>
          <p:cNvGrpSpPr/>
          <p:nvPr/>
        </p:nvGrpSpPr>
        <p:grpSpPr>
          <a:xfrm>
            <a:off x="2265451" y="8190233"/>
            <a:ext cx="6062400" cy="1613571"/>
            <a:chOff x="2265451" y="8190233"/>
            <a:chExt cx="6062400" cy="1613571"/>
          </a:xfrm>
        </p:grpSpPr>
        <p:sp>
          <p:nvSpPr>
            <p:cNvPr id="453" name="직사각형 452"/>
            <p:cNvSpPr/>
            <p:nvPr/>
          </p:nvSpPr>
          <p:spPr>
            <a:xfrm>
              <a:off x="2265451" y="8190233"/>
              <a:ext cx="6062400" cy="161357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54" name="그룹 453"/>
            <p:cNvGrpSpPr/>
            <p:nvPr/>
          </p:nvGrpSpPr>
          <p:grpSpPr>
            <a:xfrm>
              <a:off x="2272881" y="8279195"/>
              <a:ext cx="6048000" cy="254124"/>
              <a:chOff x="1216013" y="4211563"/>
              <a:chExt cx="6048000" cy="254124"/>
            </a:xfrm>
          </p:grpSpPr>
          <p:cxnSp>
            <p:nvCxnSpPr>
              <p:cNvPr id="455" name="직선 연결선 454"/>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6" name="직사각형 455"/>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1-4.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444444444444</a:t>
                </a:r>
              </a:p>
            </p:txBody>
          </p:sp>
        </p:grpSp>
        <p:grpSp>
          <p:nvGrpSpPr>
            <p:cNvPr id="464" name="그룹 463"/>
            <p:cNvGrpSpPr/>
            <p:nvPr/>
          </p:nvGrpSpPr>
          <p:grpSpPr>
            <a:xfrm>
              <a:off x="2413670" y="8889465"/>
              <a:ext cx="1900783" cy="537964"/>
              <a:chOff x="1360029" y="3356992"/>
              <a:chExt cx="1900783" cy="537964"/>
            </a:xfrm>
          </p:grpSpPr>
          <p:sp>
            <p:nvSpPr>
              <p:cNvPr id="465" name="직사각형 464"/>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O</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66" name="직사각형 465"/>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X</a:t>
                </a:r>
              </a:p>
            </p:txBody>
          </p:sp>
          <p:sp>
            <p:nvSpPr>
              <p:cNvPr id="468" name="직사각형 467"/>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69" name="직사각형 468"/>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70" name="차트 469"/>
            <p:cNvGraphicFramePr/>
            <p:nvPr>
              <p:extLst>
                <p:ext uri="{D42A27DB-BD31-4B8C-83A1-F6EECF244321}">
                  <p14:modId xmlns:p14="http://schemas.microsoft.com/office/powerpoint/2010/main" val="3085803653"/>
                </p:ext>
              </p:extLst>
            </p:nvPr>
          </p:nvGraphicFramePr>
          <p:xfrm>
            <a:off x="6546701" y="8558390"/>
            <a:ext cx="1754376" cy="1044104"/>
          </p:xfrm>
          <a:graphic>
            <a:graphicData uri="http://schemas.openxmlformats.org/drawingml/2006/chart">
              <c:chart xmlns:c="http://schemas.openxmlformats.org/drawingml/2006/chart" xmlns:r="http://schemas.openxmlformats.org/officeDocument/2006/relationships" r:id="rId18"/>
            </a:graphicData>
          </a:graphic>
        </p:graphicFrame>
        <p:pic>
          <p:nvPicPr>
            <p:cNvPr id="471"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65725" y="9558033"/>
              <a:ext cx="766012" cy="1797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16" name="그룹 215"/>
          <p:cNvGrpSpPr/>
          <p:nvPr/>
        </p:nvGrpSpPr>
        <p:grpSpPr>
          <a:xfrm>
            <a:off x="579562" y="2166658"/>
            <a:ext cx="1386586" cy="5317057"/>
            <a:chOff x="579562" y="2166658"/>
            <a:chExt cx="1386586" cy="5317057"/>
          </a:xfrm>
        </p:grpSpPr>
        <p:grpSp>
          <p:nvGrpSpPr>
            <p:cNvPr id="217" name="그룹 216"/>
            <p:cNvGrpSpPr/>
            <p:nvPr/>
          </p:nvGrpSpPr>
          <p:grpSpPr>
            <a:xfrm>
              <a:off x="629956" y="3318264"/>
              <a:ext cx="1332000" cy="180000"/>
              <a:chOff x="666428" y="3785432"/>
              <a:chExt cx="1332000" cy="180000"/>
            </a:xfrm>
          </p:grpSpPr>
          <p:sp>
            <p:nvSpPr>
              <p:cNvPr id="387" name="모서리가 둥근 직사각형 38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6" y="3568824"/>
              <a:ext cx="1332000" cy="180000"/>
              <a:chOff x="666428" y="4310612"/>
              <a:chExt cx="1332000" cy="180000"/>
            </a:xfrm>
          </p:grpSpPr>
          <p:sp>
            <p:nvSpPr>
              <p:cNvPr id="385" name="모서리가 둥근 직사각형 3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6"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5" y="3042501"/>
              <a:ext cx="1332000" cy="180000"/>
              <a:chOff x="666427" y="3266516"/>
              <a:chExt cx="1332000" cy="180000"/>
            </a:xfrm>
          </p:grpSpPr>
          <p:sp>
            <p:nvSpPr>
              <p:cNvPr id="383" name="모서리가 둥근 직사각형 3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4"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3854780"/>
              <a:ext cx="1332000" cy="180000"/>
              <a:chOff x="666428" y="4570824"/>
              <a:chExt cx="1332000" cy="180000"/>
            </a:xfrm>
          </p:grpSpPr>
          <p:sp>
            <p:nvSpPr>
              <p:cNvPr id="381" name="모서리가 둥근 직사각형 38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2"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5316875"/>
              <a:ext cx="1332000" cy="180000"/>
              <a:chOff x="666428" y="5096004"/>
              <a:chExt cx="1332000" cy="180000"/>
            </a:xfrm>
          </p:grpSpPr>
          <p:sp>
            <p:nvSpPr>
              <p:cNvPr id="379" name="모서리가 둥근 직사각형 37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80"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4148" y="5634789"/>
              <a:ext cx="1332000" cy="180000"/>
              <a:chOff x="666428" y="3785432"/>
              <a:chExt cx="1332000" cy="180000"/>
            </a:xfrm>
          </p:grpSpPr>
          <p:sp>
            <p:nvSpPr>
              <p:cNvPr id="377" name="모서리가 둥근 직사각형 37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1150" y="4135825"/>
              <a:ext cx="1332000" cy="180000"/>
              <a:chOff x="666428" y="4570824"/>
              <a:chExt cx="1332000" cy="180000"/>
            </a:xfrm>
          </p:grpSpPr>
          <p:sp>
            <p:nvSpPr>
              <p:cNvPr id="375" name="모서리가 둥근 직사각형 3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6"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29956" y="4423395"/>
              <a:ext cx="1332000" cy="180000"/>
              <a:chOff x="666428" y="4310612"/>
              <a:chExt cx="1332000" cy="180000"/>
            </a:xfrm>
          </p:grpSpPr>
          <p:sp>
            <p:nvSpPr>
              <p:cNvPr id="371" name="모서리가 둥근 직사각형 3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72"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5" name="TextBox 22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6" name="그룹 225"/>
            <p:cNvGrpSpPr/>
            <p:nvPr/>
          </p:nvGrpSpPr>
          <p:grpSpPr>
            <a:xfrm>
              <a:off x="632520" y="4723068"/>
              <a:ext cx="1332000" cy="180000"/>
              <a:chOff x="666428" y="4310612"/>
              <a:chExt cx="1332000" cy="180000"/>
            </a:xfrm>
          </p:grpSpPr>
          <p:sp>
            <p:nvSpPr>
              <p:cNvPr id="369" name="모서리가 둥근 직사각형 36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7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2752353"/>
              <a:ext cx="1332000" cy="180000"/>
              <a:chOff x="666427" y="3266516"/>
              <a:chExt cx="1332000" cy="180000"/>
            </a:xfrm>
          </p:grpSpPr>
          <p:sp>
            <p:nvSpPr>
              <p:cNvPr id="367" name="모서리가 둥근 직사각형 3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68"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5005767"/>
              <a:ext cx="1332000" cy="180000"/>
              <a:chOff x="666428" y="4310612"/>
              <a:chExt cx="1332000" cy="180000"/>
            </a:xfrm>
          </p:grpSpPr>
          <p:sp>
            <p:nvSpPr>
              <p:cNvPr id="364" name="모서리가 둥근 직사각형 363"/>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366"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227787"/>
              <a:ext cx="1332000" cy="180000"/>
              <a:chOff x="666428" y="3785432"/>
              <a:chExt cx="1332000" cy="180000"/>
            </a:xfrm>
          </p:grpSpPr>
          <p:sp>
            <p:nvSpPr>
              <p:cNvPr id="362" name="모서리가 둥근 직사각형 36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6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487872"/>
              <a:ext cx="1332000" cy="180000"/>
              <a:chOff x="666428" y="4310612"/>
              <a:chExt cx="1332000" cy="180000"/>
            </a:xfrm>
          </p:grpSpPr>
          <p:sp>
            <p:nvSpPr>
              <p:cNvPr id="347" name="모서리가 둥근 직사각형 34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54"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6773828"/>
              <a:ext cx="1332000" cy="180000"/>
              <a:chOff x="666428" y="4570824"/>
              <a:chExt cx="1332000" cy="180000"/>
            </a:xfrm>
          </p:grpSpPr>
          <p:sp>
            <p:nvSpPr>
              <p:cNvPr id="345" name="모서리가 둥근 직사각형 34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46"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053155"/>
              <a:ext cx="1332000" cy="180000"/>
              <a:chOff x="666428" y="3785432"/>
              <a:chExt cx="1332000" cy="180000"/>
            </a:xfrm>
          </p:grpSpPr>
          <p:sp>
            <p:nvSpPr>
              <p:cNvPr id="327" name="모서리가 둥근 직사각형 32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4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2520" y="7303715"/>
              <a:ext cx="1332000" cy="180000"/>
              <a:chOff x="666428" y="4310612"/>
              <a:chExt cx="1332000" cy="180000"/>
            </a:xfrm>
          </p:grpSpPr>
          <p:sp>
            <p:nvSpPr>
              <p:cNvPr id="304" name="모서리가 둥근 직사각형 3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2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22995" y="5922821"/>
              <a:ext cx="1332000" cy="180000"/>
              <a:chOff x="666427" y="3266516"/>
              <a:chExt cx="1332000" cy="180000"/>
            </a:xfrm>
          </p:grpSpPr>
          <p:sp>
            <p:nvSpPr>
              <p:cNvPr id="259" name="모서리가 둥근 직사각형 25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0"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975644183"/>
      </p:ext>
    </p:extLst>
  </p:cSld>
  <p:clrMapOvr>
    <a:masterClrMapping/>
  </p:clrMapOvr>
  <p:transition>
    <p:wipe dir="r"/>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 name="모서리가 둥근 직사각형 445"/>
          <p:cNvSpPr/>
          <p:nvPr/>
        </p:nvSpPr>
        <p:spPr>
          <a:xfrm>
            <a:off x="5263312" y="818878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설문참여</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KNOU_UI_C02110000_10</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설문결과 </a:t>
            </a:r>
            <a:r>
              <a:rPr lang="en-US" altLang="ko-KR" sz="800" spc="-60" dirty="0" smtClean="0">
                <a:latin typeface="+mn-ea"/>
                <a:ea typeface="+mn-ea"/>
              </a:rPr>
              <a:t>2</a:t>
            </a:r>
            <a:r>
              <a:rPr lang="ko-KR" altLang="en-US" sz="800" spc="-60" dirty="0" smtClean="0">
                <a:latin typeface="+mn-ea"/>
                <a:ea typeface="+mn-ea"/>
              </a:rPr>
              <a:t>페이지</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917212328"/>
              </p:ext>
            </p:extLst>
          </p:nvPr>
        </p:nvGraphicFramePr>
        <p:xfrm>
          <a:off x="9499029" y="3456291"/>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참여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44" name="Group 37"/>
          <p:cNvGraphicFramePr>
            <a:graphicFrameLocks noGrp="1"/>
          </p:cNvGraphicFramePr>
          <p:nvPr>
            <p:extLst>
              <p:ext uri="{D42A27DB-BD31-4B8C-83A1-F6EECF244321}">
                <p14:modId xmlns:p14="http://schemas.microsoft.com/office/powerpoint/2010/main" val="2261910852"/>
              </p:ext>
            </p:extLst>
          </p:nvPr>
        </p:nvGraphicFramePr>
        <p:xfrm>
          <a:off x="1972097" y="7565098"/>
          <a:ext cx="7470353" cy="91172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66299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58" name="Group 37"/>
          <p:cNvGraphicFramePr>
            <a:graphicFrameLocks noGrp="1"/>
          </p:cNvGraphicFramePr>
          <p:nvPr>
            <p:extLst>
              <p:ext uri="{D42A27DB-BD31-4B8C-83A1-F6EECF244321}">
                <p14:modId xmlns:p14="http://schemas.microsoft.com/office/powerpoint/2010/main" val="1442910370"/>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168" name="그룹 167"/>
          <p:cNvGrpSpPr/>
          <p:nvPr/>
        </p:nvGrpSpPr>
        <p:grpSpPr>
          <a:xfrm>
            <a:off x="2178477" y="2708920"/>
            <a:ext cx="6224400" cy="6336704"/>
            <a:chOff x="1100571" y="3168288"/>
            <a:chExt cx="6224400" cy="6336704"/>
          </a:xfrm>
        </p:grpSpPr>
        <p:sp>
          <p:nvSpPr>
            <p:cNvPr id="169" name="직사각형 168"/>
            <p:cNvSpPr/>
            <p:nvPr/>
          </p:nvSpPr>
          <p:spPr>
            <a:xfrm>
              <a:off x="1100571" y="3176975"/>
              <a:ext cx="6224400" cy="6328017"/>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0" name="직사각형 169"/>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2" name="직사각형 171"/>
            <p:cNvSpPr/>
            <p:nvPr/>
          </p:nvSpPr>
          <p:spPr>
            <a:xfrm>
              <a:off x="1109761" y="3201232"/>
              <a:ext cx="631904" cy="215444"/>
            </a:xfrm>
            <a:prstGeom prst="rect">
              <a:avLst/>
            </a:prstGeom>
          </p:spPr>
          <p:txBody>
            <a:bodyPr wrap="none">
              <a:spAutoFit/>
            </a:bodyPr>
            <a:lstStyle/>
            <a:p>
              <a:r>
                <a:rPr lang="ko-KR" altLang="en-US" sz="800" b="1" dirty="0" smtClean="0">
                  <a:solidFill>
                    <a:schemeClr val="bg1"/>
                  </a:solidFill>
                  <a:latin typeface="+mn-ea"/>
                  <a:ea typeface="+mn-ea"/>
                </a:rPr>
                <a:t>설문 결과</a:t>
              </a:r>
              <a:endParaRPr lang="ko-KR" altLang="en-US" sz="800" b="1" dirty="0">
                <a:solidFill>
                  <a:schemeClr val="bg1"/>
                </a:solidFill>
                <a:latin typeface="+mn-ea"/>
                <a:ea typeface="+mn-ea"/>
              </a:endParaRPr>
            </a:p>
          </p:txBody>
        </p:sp>
        <p:sp>
          <p:nvSpPr>
            <p:cNvPr id="173" name="직사각형 172"/>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34" name="자유형 233"/>
          <p:cNvSpPr/>
          <p:nvPr/>
        </p:nvSpPr>
        <p:spPr>
          <a:xfrm flipV="1">
            <a:off x="2389927" y="8325544"/>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239" name="직사각형 238"/>
          <p:cNvSpPr/>
          <p:nvPr/>
        </p:nvSpPr>
        <p:spPr>
          <a:xfrm>
            <a:off x="2265452" y="3006477"/>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240" name="그룹 239"/>
          <p:cNvGrpSpPr/>
          <p:nvPr/>
        </p:nvGrpSpPr>
        <p:grpSpPr>
          <a:xfrm>
            <a:off x="2720752" y="2745641"/>
            <a:ext cx="234360" cy="200055"/>
            <a:chOff x="1152270" y="11706839"/>
            <a:chExt cx="234360" cy="200055"/>
          </a:xfrm>
        </p:grpSpPr>
        <p:sp>
          <p:nvSpPr>
            <p:cNvPr id="241" name="모서리가 둥근 직사각형 2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4" name="직사각형 25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255" name="모서리가 둥근 직사각형 254"/>
          <p:cNvSpPr/>
          <p:nvPr/>
        </p:nvSpPr>
        <p:spPr>
          <a:xfrm>
            <a:off x="4363219" y="865912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이전</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6" name="모서리가 둥근 직사각형 255"/>
          <p:cNvSpPr/>
          <p:nvPr/>
        </p:nvSpPr>
        <p:spPr>
          <a:xfrm>
            <a:off x="5327898" y="865912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45" name="모서리가 둥근 직사각형 444"/>
          <p:cNvSpPr/>
          <p:nvPr/>
        </p:nvSpPr>
        <p:spPr>
          <a:xfrm>
            <a:off x="8498446" y="759579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422" name="직선 연결선 421"/>
          <p:cNvCxnSpPr/>
          <p:nvPr/>
        </p:nvCxnSpPr>
        <p:spPr>
          <a:xfrm>
            <a:off x="2184984" y="3265934"/>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 name="그룹 2"/>
          <p:cNvGrpSpPr/>
          <p:nvPr/>
        </p:nvGrpSpPr>
        <p:grpSpPr>
          <a:xfrm>
            <a:off x="2265451" y="3376042"/>
            <a:ext cx="6062400" cy="1582457"/>
            <a:chOff x="1199059" y="11027563"/>
            <a:chExt cx="6062400" cy="1582457"/>
          </a:xfrm>
        </p:grpSpPr>
        <p:grpSp>
          <p:nvGrpSpPr>
            <p:cNvPr id="216" name="그룹 215"/>
            <p:cNvGrpSpPr/>
            <p:nvPr/>
          </p:nvGrpSpPr>
          <p:grpSpPr>
            <a:xfrm>
              <a:off x="1199059" y="11027563"/>
              <a:ext cx="6062400" cy="1582457"/>
              <a:chOff x="1208583" y="3501008"/>
              <a:chExt cx="6062400" cy="1582457"/>
            </a:xfrm>
          </p:grpSpPr>
          <p:sp>
            <p:nvSpPr>
              <p:cNvPr id="217" name="직사각형 216"/>
              <p:cNvSpPr/>
              <p:nvPr/>
            </p:nvSpPr>
            <p:spPr>
              <a:xfrm>
                <a:off x="1208583" y="3501008"/>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18" name="그룹 217"/>
              <p:cNvGrpSpPr/>
              <p:nvPr/>
            </p:nvGrpSpPr>
            <p:grpSpPr>
              <a:xfrm>
                <a:off x="1216013" y="3589970"/>
                <a:ext cx="6048000" cy="254124"/>
                <a:chOff x="1216013" y="4211563"/>
                <a:chExt cx="6048000" cy="254124"/>
              </a:xfrm>
            </p:grpSpPr>
            <p:cxnSp>
              <p:nvCxnSpPr>
                <p:cNvPr id="227" name="직선 연결선 22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28" name="직사각형 227"/>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66666666666</a:t>
                  </a:r>
                </a:p>
              </p:txBody>
            </p:sp>
          </p:grpSp>
          <p:sp>
            <p:nvSpPr>
              <p:cNvPr id="219" name="직사각형 218"/>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20" name="직사각형 219"/>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21" name="직사각형 220"/>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223" name="Picture 525" descr="radio_off"/>
              <p:cNvPicPr>
                <a:picLocks noChangeAspect="1" noChangeArrowheads="1"/>
              </p:cNvPicPr>
              <p:nvPr/>
            </p:nvPicPr>
            <p:blipFill>
              <a:blip r:embed="rId15"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224" name="Picture 525" descr="radio_off"/>
              <p:cNvPicPr>
                <a:picLocks noChangeAspect="1" noChangeArrowheads="1"/>
              </p:cNvPicPr>
              <p:nvPr/>
            </p:nvPicPr>
            <p:blipFill>
              <a:blip r:embed="rId15"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225" name="Picture 525" descr="radio_off"/>
              <p:cNvPicPr>
                <a:picLocks noChangeAspect="1" noChangeArrowheads="1"/>
              </p:cNvPicPr>
              <p:nvPr/>
            </p:nvPicPr>
            <p:blipFill>
              <a:blip r:embed="rId15"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226" name="Picture 525" descr="radio_off"/>
              <p:cNvPicPr>
                <a:picLocks noChangeAspect="1" noChangeArrowheads="1"/>
              </p:cNvPicPr>
              <p:nvPr/>
            </p:nvPicPr>
            <p:blipFill>
              <a:blip r:embed="rId15" cstate="print">
                <a:grayscl/>
              </a:blip>
              <a:srcRect/>
              <a:stretch>
                <a:fillRect/>
              </a:stretch>
            </p:blipFill>
            <p:spPr bwMode="auto">
              <a:xfrm>
                <a:off x="1388604" y="4828860"/>
                <a:ext cx="117480" cy="112308"/>
              </a:xfrm>
              <a:prstGeom prst="rect">
                <a:avLst/>
              </a:prstGeom>
              <a:noFill/>
              <a:ln w="9525">
                <a:noFill/>
                <a:miter lim="800000"/>
                <a:headEnd/>
                <a:tailEnd/>
              </a:ln>
            </p:spPr>
          </p:pic>
        </p:grpSp>
        <p:graphicFrame>
          <p:nvGraphicFramePr>
            <p:cNvPr id="229" name="차트 228"/>
            <p:cNvGraphicFramePr/>
            <p:nvPr>
              <p:extLst>
                <p:ext uri="{D42A27DB-BD31-4B8C-83A1-F6EECF244321}">
                  <p14:modId xmlns:p14="http://schemas.microsoft.com/office/powerpoint/2010/main" val="580232121"/>
                </p:ext>
              </p:extLst>
            </p:nvPr>
          </p:nvGraphicFramePr>
          <p:xfrm>
            <a:off x="5495156" y="11394599"/>
            <a:ext cx="1754376" cy="1044104"/>
          </p:xfrm>
          <a:graphic>
            <a:graphicData uri="http://schemas.openxmlformats.org/drawingml/2006/chart">
              <c:chart xmlns:c="http://schemas.openxmlformats.org/drawingml/2006/chart" xmlns:r="http://schemas.openxmlformats.org/officeDocument/2006/relationships" r:id="rId16"/>
            </a:graphicData>
          </a:graphic>
        </p:graphicFrame>
        <p:pic>
          <p:nvPicPr>
            <p:cNvPr id="23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755810" y="12387903"/>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32" name="그룹 231"/>
          <p:cNvGrpSpPr/>
          <p:nvPr/>
        </p:nvGrpSpPr>
        <p:grpSpPr>
          <a:xfrm>
            <a:off x="2265451" y="5123284"/>
            <a:ext cx="6062400" cy="1613571"/>
            <a:chOff x="2265451" y="8190233"/>
            <a:chExt cx="6062400" cy="1613571"/>
          </a:xfrm>
        </p:grpSpPr>
        <p:sp>
          <p:nvSpPr>
            <p:cNvPr id="233" name="직사각형 232"/>
            <p:cNvSpPr/>
            <p:nvPr/>
          </p:nvSpPr>
          <p:spPr>
            <a:xfrm>
              <a:off x="2265451" y="8190233"/>
              <a:ext cx="6062400" cy="161357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57" name="그룹 256"/>
            <p:cNvGrpSpPr/>
            <p:nvPr/>
          </p:nvGrpSpPr>
          <p:grpSpPr>
            <a:xfrm>
              <a:off x="2272881" y="8279195"/>
              <a:ext cx="6048000" cy="254124"/>
              <a:chOff x="1216013" y="4211563"/>
              <a:chExt cx="6048000" cy="254124"/>
            </a:xfrm>
          </p:grpSpPr>
          <p:cxnSp>
            <p:nvCxnSpPr>
              <p:cNvPr id="327" name="직선 연결선 32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43" name="직사각형 342"/>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777777777777777777</a:t>
                </a:r>
              </a:p>
            </p:txBody>
          </p:sp>
        </p:grpSp>
        <p:grpSp>
          <p:nvGrpSpPr>
            <p:cNvPr id="258" name="그룹 257"/>
            <p:cNvGrpSpPr/>
            <p:nvPr/>
          </p:nvGrpSpPr>
          <p:grpSpPr>
            <a:xfrm>
              <a:off x="2413670" y="8889465"/>
              <a:ext cx="1900783" cy="537964"/>
              <a:chOff x="1360029" y="3356992"/>
              <a:chExt cx="1900783" cy="537964"/>
            </a:xfrm>
          </p:grpSpPr>
          <p:sp>
            <p:nvSpPr>
              <p:cNvPr id="261" name="직사각형 260"/>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O</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03" name="직사각형 302"/>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X</a:t>
                </a:r>
              </a:p>
            </p:txBody>
          </p:sp>
          <p:sp>
            <p:nvSpPr>
              <p:cNvPr id="304" name="직사각형 303"/>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325" name="직사각형 324"/>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259" name="차트 258"/>
            <p:cNvGraphicFramePr/>
            <p:nvPr>
              <p:extLst>
                <p:ext uri="{D42A27DB-BD31-4B8C-83A1-F6EECF244321}">
                  <p14:modId xmlns:p14="http://schemas.microsoft.com/office/powerpoint/2010/main" val="3107551850"/>
                </p:ext>
              </p:extLst>
            </p:nvPr>
          </p:nvGraphicFramePr>
          <p:xfrm>
            <a:off x="6546701" y="8558390"/>
            <a:ext cx="1754376" cy="1044104"/>
          </p:xfrm>
          <a:graphic>
            <a:graphicData uri="http://schemas.openxmlformats.org/drawingml/2006/chart">
              <c:chart xmlns:c="http://schemas.openxmlformats.org/drawingml/2006/chart" xmlns:r="http://schemas.openxmlformats.org/officeDocument/2006/relationships" r:id="rId18"/>
            </a:graphicData>
          </a:graphic>
        </p:graphicFrame>
        <p:pic>
          <p:nvPicPr>
            <p:cNvPr id="260"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65725" y="9558033"/>
              <a:ext cx="766012" cy="1797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45" name="직사각형 344"/>
          <p:cNvSpPr/>
          <p:nvPr/>
        </p:nvSpPr>
        <p:spPr>
          <a:xfrm>
            <a:off x="2265451" y="6898804"/>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46" name="그룹 345"/>
          <p:cNvGrpSpPr/>
          <p:nvPr/>
        </p:nvGrpSpPr>
        <p:grpSpPr>
          <a:xfrm>
            <a:off x="2272881" y="6987765"/>
            <a:ext cx="6048000" cy="254124"/>
            <a:chOff x="1216013" y="4211563"/>
            <a:chExt cx="6048000" cy="254124"/>
          </a:xfrm>
        </p:grpSpPr>
        <p:cxnSp>
          <p:nvCxnSpPr>
            <p:cNvPr id="347" name="직선 연결선 34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54" name="직사각형 353"/>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2-3.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33333333</a:t>
              </a:r>
            </a:p>
          </p:txBody>
        </p:sp>
      </p:grpSp>
      <p:graphicFrame>
        <p:nvGraphicFramePr>
          <p:cNvPr id="362" name="표 361"/>
          <p:cNvGraphicFramePr>
            <a:graphicFrameLocks noGrp="1"/>
          </p:cNvGraphicFramePr>
          <p:nvPr>
            <p:extLst>
              <p:ext uri="{D42A27DB-BD31-4B8C-83A1-F6EECF244321}">
                <p14:modId xmlns:p14="http://schemas.microsoft.com/office/powerpoint/2010/main" val="2260001078"/>
              </p:ext>
            </p:extLst>
          </p:nvPr>
        </p:nvGraphicFramePr>
        <p:xfrm>
          <a:off x="2346984" y="7338833"/>
          <a:ext cx="5904656" cy="694362"/>
        </p:xfrm>
        <a:graphic>
          <a:graphicData uri="http://schemas.openxmlformats.org/drawingml/2006/table">
            <a:tbl>
              <a:tblPr firstRow="1" bandRow="1">
                <a:tableStyleId>{5C22544A-7EE6-4342-B048-85BDC9FD1C3A}</a:tableStyleId>
              </a:tblPr>
              <a:tblGrid>
                <a:gridCol w="3238184"/>
                <a:gridCol w="888824"/>
                <a:gridCol w="888824"/>
                <a:gridCol w="888824"/>
              </a:tblGrid>
              <a:tr h="231454">
                <a:tc>
                  <a:txBody>
                    <a:bodyPr/>
                    <a:lstStyle/>
                    <a:p>
                      <a:pPr algn="l" latinLnBrk="1"/>
                      <a:r>
                        <a:rPr lang="ko-KR" altLang="en-US" sz="800" b="1" dirty="0" smtClean="0">
                          <a:solidFill>
                            <a:schemeClr val="tx1">
                              <a:lumMod val="75000"/>
                              <a:lumOff val="25000"/>
                            </a:schemeClr>
                          </a:solidFill>
                          <a:latin typeface="+mn-ea"/>
                          <a:ea typeface="+mn-ea"/>
                        </a:rPr>
                        <a:t>문항</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그렇다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보통</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아니다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l" latinLnBrk="1"/>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11111111111111111111</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solidFill>
                        </a:rPr>
                        <a:t>25%</a:t>
                      </a:r>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t>25%</a:t>
                      </a:r>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314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2222222222222</a:t>
                      </a:r>
                      <a:endParaRPr lang="ko-KR" altLang="en-US" sz="80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20%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30%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grpSp>
        <p:nvGrpSpPr>
          <p:cNvPr id="198" name="그룹 197"/>
          <p:cNvGrpSpPr/>
          <p:nvPr/>
        </p:nvGrpSpPr>
        <p:grpSpPr>
          <a:xfrm>
            <a:off x="579562" y="2166658"/>
            <a:ext cx="1386586" cy="5317057"/>
            <a:chOff x="579562" y="2166658"/>
            <a:chExt cx="1386586" cy="5317057"/>
          </a:xfrm>
        </p:grpSpPr>
        <p:grpSp>
          <p:nvGrpSpPr>
            <p:cNvPr id="199" name="그룹 198"/>
            <p:cNvGrpSpPr/>
            <p:nvPr/>
          </p:nvGrpSpPr>
          <p:grpSpPr>
            <a:xfrm>
              <a:off x="629956" y="3318264"/>
              <a:ext cx="1332000" cy="180000"/>
              <a:chOff x="666428" y="3785432"/>
              <a:chExt cx="1332000" cy="180000"/>
            </a:xfrm>
          </p:grpSpPr>
          <p:sp>
            <p:nvSpPr>
              <p:cNvPr id="406" name="모서리가 둥근 직사각형 40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0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6" y="3568824"/>
              <a:ext cx="1332000" cy="180000"/>
              <a:chOff x="666428" y="4310612"/>
              <a:chExt cx="1332000" cy="180000"/>
            </a:xfrm>
          </p:grpSpPr>
          <p:sp>
            <p:nvSpPr>
              <p:cNvPr id="399" name="모서리가 둥근 직사각형 3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05"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9955" y="3042501"/>
              <a:ext cx="1332000" cy="180000"/>
              <a:chOff x="666427" y="3266516"/>
              <a:chExt cx="1332000" cy="180000"/>
            </a:xfrm>
          </p:grpSpPr>
          <p:sp>
            <p:nvSpPr>
              <p:cNvPr id="397" name="모서리가 둥근 직사각형 3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98"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29956" y="3854780"/>
              <a:ext cx="1332000" cy="180000"/>
              <a:chOff x="666428" y="4570824"/>
              <a:chExt cx="1332000" cy="180000"/>
            </a:xfrm>
          </p:grpSpPr>
          <p:sp>
            <p:nvSpPr>
              <p:cNvPr id="395" name="모서리가 둥근 직사각형 3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96"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6" y="5316875"/>
              <a:ext cx="1332000" cy="180000"/>
              <a:chOff x="666428" y="5096004"/>
              <a:chExt cx="1332000" cy="180000"/>
            </a:xfrm>
          </p:grpSpPr>
          <p:sp>
            <p:nvSpPr>
              <p:cNvPr id="393" name="모서리가 둥근 직사각형 3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94"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4148" y="5634789"/>
              <a:ext cx="1332000" cy="180000"/>
              <a:chOff x="666428" y="3785432"/>
              <a:chExt cx="1332000" cy="180000"/>
            </a:xfrm>
          </p:grpSpPr>
          <p:sp>
            <p:nvSpPr>
              <p:cNvPr id="391" name="모서리가 둥근 직사각형 3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9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1150" y="4135825"/>
              <a:ext cx="1332000" cy="180000"/>
              <a:chOff x="666428" y="4570824"/>
              <a:chExt cx="1332000" cy="180000"/>
            </a:xfrm>
          </p:grpSpPr>
          <p:sp>
            <p:nvSpPr>
              <p:cNvPr id="389" name="모서리가 둥근 직사각형 3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90"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4423395"/>
              <a:ext cx="1332000" cy="180000"/>
              <a:chOff x="666428" y="4310612"/>
              <a:chExt cx="1332000" cy="180000"/>
            </a:xfrm>
          </p:grpSpPr>
          <p:sp>
            <p:nvSpPr>
              <p:cNvPr id="387" name="모서리가 둥근 직사각형 3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8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7" name="TextBox 20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08" name="그룹 207"/>
            <p:cNvGrpSpPr/>
            <p:nvPr/>
          </p:nvGrpSpPr>
          <p:grpSpPr>
            <a:xfrm>
              <a:off x="632520" y="4723068"/>
              <a:ext cx="1332000" cy="180000"/>
              <a:chOff x="666428" y="4310612"/>
              <a:chExt cx="1332000" cy="180000"/>
            </a:xfrm>
          </p:grpSpPr>
          <p:sp>
            <p:nvSpPr>
              <p:cNvPr id="385" name="모서리가 둥근 직사각형 3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86"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2520" y="2752353"/>
              <a:ext cx="1332000" cy="180000"/>
              <a:chOff x="666427" y="3266516"/>
              <a:chExt cx="1332000" cy="180000"/>
            </a:xfrm>
          </p:grpSpPr>
          <p:sp>
            <p:nvSpPr>
              <p:cNvPr id="383" name="모서리가 둥근 직사각형 3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84"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2520" y="5005767"/>
              <a:ext cx="1332000" cy="180000"/>
              <a:chOff x="666428" y="4310612"/>
              <a:chExt cx="1332000" cy="180000"/>
            </a:xfrm>
          </p:grpSpPr>
          <p:sp>
            <p:nvSpPr>
              <p:cNvPr id="381" name="모서리가 둥근 직사각형 380"/>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382"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2520" y="6227787"/>
              <a:ext cx="1332000" cy="180000"/>
              <a:chOff x="666428" y="3785432"/>
              <a:chExt cx="1332000" cy="180000"/>
            </a:xfrm>
          </p:grpSpPr>
          <p:sp>
            <p:nvSpPr>
              <p:cNvPr id="379" name="모서리가 둥근 직사각형 3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2520" y="6487872"/>
              <a:ext cx="1332000" cy="180000"/>
              <a:chOff x="666428" y="4310612"/>
              <a:chExt cx="1332000" cy="180000"/>
            </a:xfrm>
          </p:grpSpPr>
          <p:sp>
            <p:nvSpPr>
              <p:cNvPr id="377" name="모서리가 둥근 직사각형 3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78"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6773828"/>
              <a:ext cx="1332000" cy="180000"/>
              <a:chOff x="666428" y="4570824"/>
              <a:chExt cx="1332000" cy="180000"/>
            </a:xfrm>
          </p:grpSpPr>
          <p:sp>
            <p:nvSpPr>
              <p:cNvPr id="375" name="모서리가 둥근 직사각형 3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76"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7053155"/>
              <a:ext cx="1332000" cy="180000"/>
              <a:chOff x="666428" y="3785432"/>
              <a:chExt cx="1332000" cy="180000"/>
            </a:xfrm>
          </p:grpSpPr>
          <p:sp>
            <p:nvSpPr>
              <p:cNvPr id="371" name="모서리가 둥근 직사각형 37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7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7303715"/>
              <a:ext cx="1332000" cy="180000"/>
              <a:chOff x="666428" y="4310612"/>
              <a:chExt cx="1332000" cy="180000"/>
            </a:xfrm>
          </p:grpSpPr>
          <p:sp>
            <p:nvSpPr>
              <p:cNvPr id="369" name="모서리가 둥근 직사각형 36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70"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22995" y="5922821"/>
              <a:ext cx="1332000" cy="180000"/>
              <a:chOff x="666427" y="3266516"/>
              <a:chExt cx="1332000" cy="180000"/>
            </a:xfrm>
          </p:grpSpPr>
          <p:sp>
            <p:nvSpPr>
              <p:cNvPr id="364" name="모서리가 둥근 직사각형 36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66"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508992568"/>
      </p:ext>
    </p:extLst>
  </p:cSld>
  <p:clrMapOvr>
    <a:masterClrMapping/>
  </p:clrMapOvr>
  <p:transition>
    <p:wipe dir="r"/>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KNOU_UI_C02110000_11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설문 </a:t>
            </a:r>
            <a:r>
              <a:rPr lang="en-US" altLang="ko-KR" sz="800" spc="-60" dirty="0" smtClean="0">
                <a:latin typeface="+mn-ea"/>
                <a:ea typeface="+mn-ea"/>
              </a:rPr>
              <a:t>&gt; </a:t>
            </a:r>
            <a:r>
              <a:rPr lang="ko-KR" altLang="en-US" sz="800" spc="-60" dirty="0" smtClean="0">
                <a:latin typeface="+mn-ea"/>
                <a:ea typeface="+mn-ea"/>
              </a:rPr>
              <a:t>피드백</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설문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설문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설문</a:t>
                </a:r>
                <a:endParaRPr kumimoji="1" lang="ko-KR" altLang="en-US" sz="800" dirty="0">
                  <a:solidFill>
                    <a:schemeClr val="tx1">
                      <a:lumMod val="75000"/>
                      <a:lumOff val="25000"/>
                    </a:schemeClr>
                  </a:solidFill>
                  <a:latin typeface="+mn-ea"/>
                  <a:ea typeface="+mn-ea"/>
                  <a:cs typeface="Calibri" pitchFamily="34" charset="0"/>
                </a:endParaRPr>
              </a:p>
            </p:txBody>
          </p:sp>
          <p:pic>
            <p:nvPicPr>
              <p:cNvPr id="28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설문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00" name="Group 175"/>
          <p:cNvGraphicFramePr>
            <a:graphicFrameLocks noGrp="1"/>
          </p:cNvGraphicFramePr>
          <p:nvPr>
            <p:extLst>
              <p:ext uri="{D42A27DB-BD31-4B8C-83A1-F6EECF244321}">
                <p14:modId xmlns:p14="http://schemas.microsoft.com/office/powerpoint/2010/main" val="4029194032"/>
              </p:ext>
            </p:extLst>
          </p:nvPr>
        </p:nvGraphicFramePr>
        <p:xfrm>
          <a:off x="9499029" y="3456291"/>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401" name="모서리가 둥근 직사각형 40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403" name="직선 연결선 402"/>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4" name="직사각형 403"/>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설문정보 및 참여</a:t>
            </a:r>
          </a:p>
        </p:txBody>
      </p:sp>
      <p:graphicFrame>
        <p:nvGraphicFramePr>
          <p:cNvPr id="458" name="Group 37"/>
          <p:cNvGraphicFramePr>
            <a:graphicFrameLocks noGrp="1"/>
          </p:cNvGraphicFramePr>
          <p:nvPr>
            <p:extLst>
              <p:ext uri="{D42A27DB-BD31-4B8C-83A1-F6EECF244321}">
                <p14:modId xmlns:p14="http://schemas.microsoft.com/office/powerpoint/2010/main" val="3445998791"/>
              </p:ext>
            </p:extLst>
          </p:nvPr>
        </p:nvGraphicFramePr>
        <p:xfrm>
          <a:off x="1972097" y="4065463"/>
          <a:ext cx="7470353" cy="338861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전체설문전체설문</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 조회가능</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설문</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59" name="직사각형 45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60" name="그룹 459"/>
          <p:cNvGrpSpPr/>
          <p:nvPr/>
        </p:nvGrpSpPr>
        <p:grpSpPr>
          <a:xfrm>
            <a:off x="3219475" y="4543465"/>
            <a:ext cx="6151862" cy="1148064"/>
            <a:chOff x="3229000" y="4452549"/>
            <a:chExt cx="6151862" cy="1148064"/>
          </a:xfrm>
        </p:grpSpPr>
        <p:sp>
          <p:nvSpPr>
            <p:cNvPr id="46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설문내용</a:t>
              </a:r>
              <a:r>
                <a:rPr lang="ko-KR" altLang="en-US" sz="800" dirty="0">
                  <a:solidFill>
                    <a:schemeClr val="tx1">
                      <a:lumMod val="75000"/>
                      <a:lumOff val="25000"/>
                    </a:schemeClr>
                  </a:solidFill>
                  <a:latin typeface="+mn-ea"/>
                  <a:ea typeface="+mn-ea"/>
                </a:rPr>
                <a:t> 설문내용</a:t>
              </a:r>
              <a:endParaRPr lang="en-US" altLang="ko-KR" sz="800" dirty="0">
                <a:solidFill>
                  <a:schemeClr val="tx1">
                    <a:lumMod val="75000"/>
                    <a:lumOff val="25000"/>
                  </a:schemeClr>
                </a:solidFill>
                <a:latin typeface="+mn-ea"/>
                <a:ea typeface="+mn-ea"/>
              </a:endParaRPr>
            </a:p>
          </p:txBody>
        </p:sp>
        <p:sp>
          <p:nvSpPr>
            <p:cNvPr id="46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463" name="직사각형 462"/>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설문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67" name="TextBox 466"/>
          <p:cNvSpPr txBox="1"/>
          <p:nvPr/>
        </p:nvSpPr>
        <p:spPr>
          <a:xfrm>
            <a:off x="3522365" y="691929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aphicFrame>
        <p:nvGraphicFramePr>
          <p:cNvPr id="168" name="Group 37"/>
          <p:cNvGraphicFramePr>
            <a:graphicFrameLocks noGrp="1"/>
          </p:cNvGraphicFramePr>
          <p:nvPr>
            <p:extLst>
              <p:ext uri="{D42A27DB-BD31-4B8C-83A1-F6EECF244321}">
                <p14:modId xmlns:p14="http://schemas.microsoft.com/office/powerpoint/2010/main" val="3014007385"/>
              </p:ext>
            </p:extLst>
          </p:nvPr>
        </p:nvGraphicFramePr>
        <p:xfrm>
          <a:off x="1972097" y="7542981"/>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설문결과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69" name="모서리가 둥근 직사각형 168"/>
          <p:cNvSpPr/>
          <p:nvPr/>
        </p:nvSpPr>
        <p:spPr>
          <a:xfrm>
            <a:off x="8498446" y="757367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0" name="모서리가 둥근 직사각형 169"/>
          <p:cNvSpPr/>
          <p:nvPr/>
        </p:nvSpPr>
        <p:spPr>
          <a:xfrm>
            <a:off x="3216024" y="804703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설문결과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0" name="그룹 159"/>
          <p:cNvGrpSpPr/>
          <p:nvPr/>
        </p:nvGrpSpPr>
        <p:grpSpPr>
          <a:xfrm>
            <a:off x="2235627" y="3842289"/>
            <a:ext cx="6170401" cy="3681642"/>
            <a:chOff x="1100571" y="3168288"/>
            <a:chExt cx="6170401" cy="3681642"/>
          </a:xfrm>
        </p:grpSpPr>
        <p:sp>
          <p:nvSpPr>
            <p:cNvPr id="161" name="직사각형 160"/>
            <p:cNvSpPr/>
            <p:nvPr/>
          </p:nvSpPr>
          <p:spPr>
            <a:xfrm>
              <a:off x="1100571" y="3176974"/>
              <a:ext cx="6170400" cy="367295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62" name="직사각형 161"/>
            <p:cNvSpPr/>
            <p:nvPr/>
          </p:nvSpPr>
          <p:spPr>
            <a:xfrm>
              <a:off x="1100572" y="3168288"/>
              <a:ext cx="61704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63" name="직사각형 162"/>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피드백</a:t>
              </a:r>
              <a:endParaRPr lang="ko-KR" altLang="en-US" sz="800" b="1" dirty="0">
                <a:solidFill>
                  <a:schemeClr val="bg1"/>
                </a:solidFill>
                <a:latin typeface="+mn-ea"/>
                <a:ea typeface="+mn-ea"/>
              </a:endParaRPr>
            </a:p>
          </p:txBody>
        </p:sp>
        <p:sp>
          <p:nvSpPr>
            <p:cNvPr id="164" name="직사각형 163"/>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65" name="모서리가 둥근 직사각형 164"/>
          <p:cNvSpPr/>
          <p:nvPr/>
        </p:nvSpPr>
        <p:spPr>
          <a:xfrm>
            <a:off x="4845088" y="717910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6" name="그룹 165"/>
          <p:cNvGrpSpPr/>
          <p:nvPr/>
        </p:nvGrpSpPr>
        <p:grpSpPr>
          <a:xfrm>
            <a:off x="2216696" y="4113946"/>
            <a:ext cx="6249838" cy="304407"/>
            <a:chOff x="2288704" y="6797001"/>
            <a:chExt cx="6249838" cy="304407"/>
          </a:xfrm>
        </p:grpSpPr>
        <p:sp>
          <p:nvSpPr>
            <p:cNvPr id="167" name="직사각형 166"/>
            <p:cNvSpPr/>
            <p:nvPr/>
          </p:nvSpPr>
          <p:spPr>
            <a:xfrm>
              <a:off x="2288704" y="6853163"/>
              <a:ext cx="1439818" cy="246221"/>
            </a:xfrm>
            <a:prstGeom prst="rect">
              <a:avLst/>
            </a:prstGeom>
          </p:spPr>
          <p:txBody>
            <a:bodyPr wrap="none">
              <a:spAutoFit/>
            </a:bodyPr>
            <a:lstStyle/>
            <a:p>
              <a:r>
                <a:rPr lang="ko-KR" altLang="en-US" sz="1000" b="1" dirty="0" smtClean="0">
                  <a:solidFill>
                    <a:schemeClr val="tx1">
                      <a:lumMod val="75000"/>
                      <a:lumOff val="25000"/>
                    </a:schemeClr>
                  </a:solidFill>
                  <a:latin typeface="+mn-ea"/>
                  <a:ea typeface="+mn-ea"/>
                </a:rPr>
                <a:t>일한 번역연습</a:t>
              </a:r>
              <a:r>
                <a:rPr lang="en-US" altLang="ko-KR" sz="1000" b="1" dirty="0" smtClean="0">
                  <a:solidFill>
                    <a:schemeClr val="tx1">
                      <a:lumMod val="75000"/>
                      <a:lumOff val="25000"/>
                    </a:schemeClr>
                  </a:solidFill>
                  <a:latin typeface="+mn-ea"/>
                  <a:ea typeface="+mn-ea"/>
                </a:rPr>
                <a:t>01 1</a:t>
              </a:r>
              <a:r>
                <a:rPr lang="ko-KR" altLang="en-US" sz="1000" b="1" dirty="0" smtClean="0">
                  <a:solidFill>
                    <a:schemeClr val="tx1">
                      <a:lumMod val="75000"/>
                      <a:lumOff val="25000"/>
                    </a:schemeClr>
                  </a:solidFill>
                  <a:latin typeface="+mn-ea"/>
                  <a:ea typeface="+mn-ea"/>
                </a:rPr>
                <a:t>반</a:t>
              </a:r>
              <a:endParaRPr lang="ko-KR" altLang="en-US" sz="1000" dirty="0">
                <a:latin typeface="+mn-ea"/>
                <a:ea typeface="+mn-ea"/>
              </a:endParaRPr>
            </a:p>
          </p:txBody>
        </p:sp>
        <p:grpSp>
          <p:nvGrpSpPr>
            <p:cNvPr id="176" name="그룹 175"/>
            <p:cNvGrpSpPr/>
            <p:nvPr/>
          </p:nvGrpSpPr>
          <p:grpSpPr>
            <a:xfrm>
              <a:off x="6607370" y="6797001"/>
              <a:ext cx="1931172" cy="304407"/>
              <a:chOff x="5407617" y="2286397"/>
              <a:chExt cx="1931172" cy="304407"/>
            </a:xfrm>
          </p:grpSpPr>
          <p:sp>
            <p:nvSpPr>
              <p:cNvPr id="177" name="직사각형 176"/>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178" name="직사각형 177"/>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grpSp>
      <p:grpSp>
        <p:nvGrpSpPr>
          <p:cNvPr id="179" name="그룹 178"/>
          <p:cNvGrpSpPr/>
          <p:nvPr/>
        </p:nvGrpSpPr>
        <p:grpSpPr>
          <a:xfrm>
            <a:off x="2226222" y="4427587"/>
            <a:ext cx="6093761" cy="1061425"/>
            <a:chOff x="2298230" y="7158203"/>
            <a:chExt cx="6093761" cy="1061425"/>
          </a:xfrm>
        </p:grpSpPr>
        <p:sp>
          <p:nvSpPr>
            <p:cNvPr id="180" name="TextBox 179"/>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1" name="직사각형 180"/>
            <p:cNvSpPr/>
            <p:nvPr/>
          </p:nvSpPr>
          <p:spPr>
            <a:xfrm>
              <a:off x="2387191" y="7388631"/>
              <a:ext cx="6004800" cy="830997"/>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2" name="직사각형 181"/>
            <p:cNvSpPr/>
            <p:nvPr/>
          </p:nvSpPr>
          <p:spPr>
            <a:xfrm>
              <a:off x="2506824" y="7453919"/>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nvGrpSpPr>
            <p:cNvPr id="183" name="그룹 182"/>
            <p:cNvGrpSpPr/>
            <p:nvPr/>
          </p:nvGrpSpPr>
          <p:grpSpPr>
            <a:xfrm>
              <a:off x="2523778" y="7977358"/>
              <a:ext cx="1800000" cy="180000"/>
              <a:chOff x="1388604" y="4041068"/>
              <a:chExt cx="1800000" cy="180000"/>
            </a:xfrm>
          </p:grpSpPr>
          <p:sp>
            <p:nvSpPr>
              <p:cNvPr id="184" name="직사각형 183"/>
              <p:cNvSpPr/>
              <p:nvPr/>
            </p:nvSpPr>
            <p:spPr>
              <a:xfrm>
                <a:off x="1388604" y="4041068"/>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185"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415896" y="4069062"/>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186" name="그룹 185"/>
          <p:cNvGrpSpPr/>
          <p:nvPr/>
        </p:nvGrpSpPr>
        <p:grpSpPr>
          <a:xfrm>
            <a:off x="2226221" y="5561020"/>
            <a:ext cx="6093761" cy="876759"/>
            <a:chOff x="2298230" y="7158203"/>
            <a:chExt cx="6093761" cy="876759"/>
          </a:xfrm>
        </p:grpSpPr>
        <p:sp>
          <p:nvSpPr>
            <p:cNvPr id="187" name="TextBox 186"/>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2026.05.06 13:35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8" name="직사각형 187"/>
            <p:cNvSpPr/>
            <p:nvPr/>
          </p:nvSpPr>
          <p:spPr>
            <a:xfrm>
              <a:off x="2387191" y="7388631"/>
              <a:ext cx="6004800" cy="64633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9" name="직사각형 188"/>
            <p:cNvSpPr/>
            <p:nvPr/>
          </p:nvSpPr>
          <p:spPr>
            <a:xfrm>
              <a:off x="2506824" y="7482494"/>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grpSp>
        <p:nvGrpSpPr>
          <p:cNvPr id="190" name="그룹 189"/>
          <p:cNvGrpSpPr/>
          <p:nvPr/>
        </p:nvGrpSpPr>
        <p:grpSpPr>
          <a:xfrm>
            <a:off x="2226221" y="6496769"/>
            <a:ext cx="6093761" cy="483639"/>
            <a:chOff x="2298230" y="7158203"/>
            <a:chExt cx="6093761" cy="483639"/>
          </a:xfrm>
        </p:grpSpPr>
        <p:sp>
          <p:nvSpPr>
            <p:cNvPr id="191" name="TextBox 190"/>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92" name="직사각형 191"/>
            <p:cNvSpPr/>
            <p:nvPr/>
          </p:nvSpPr>
          <p:spPr>
            <a:xfrm>
              <a:off x="2387191" y="7388631"/>
              <a:ext cx="6004800" cy="25321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193" name="그룹 192"/>
            <p:cNvGrpSpPr/>
            <p:nvPr/>
          </p:nvGrpSpPr>
          <p:grpSpPr>
            <a:xfrm>
              <a:off x="2523778" y="7437065"/>
              <a:ext cx="1800000" cy="180000"/>
              <a:chOff x="1388604" y="3500775"/>
              <a:chExt cx="1800000" cy="180000"/>
            </a:xfrm>
          </p:grpSpPr>
          <p:sp>
            <p:nvSpPr>
              <p:cNvPr id="194" name="직사각형 193"/>
              <p:cNvSpPr/>
              <p:nvPr/>
            </p:nvSpPr>
            <p:spPr>
              <a:xfrm>
                <a:off x="1388604" y="3500775"/>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195"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415896" y="3528769"/>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196" name="그룹 195"/>
          <p:cNvGrpSpPr/>
          <p:nvPr/>
        </p:nvGrpSpPr>
        <p:grpSpPr>
          <a:xfrm>
            <a:off x="8661609" y="7405409"/>
            <a:ext cx="234360" cy="200055"/>
            <a:chOff x="1152270" y="11706839"/>
            <a:chExt cx="234360" cy="200055"/>
          </a:xfrm>
        </p:grpSpPr>
        <p:sp>
          <p:nvSpPr>
            <p:cNvPr id="197" name="모서리가 둥근 직사각형 1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8" name="직사각형 19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199" name="꺾인 연결선 198"/>
          <p:cNvCxnSpPr>
            <a:endCxn id="161" idx="3"/>
          </p:cNvCxnSpPr>
          <p:nvPr/>
        </p:nvCxnSpPr>
        <p:spPr>
          <a:xfrm rot="16200000" flipV="1">
            <a:off x="7726699" y="6366782"/>
            <a:ext cx="1901077" cy="542419"/>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1868631"/>
      </p:ext>
    </p:extLst>
  </p:cSld>
  <p:clrMapOvr>
    <a:masterClrMapping/>
  </p:clrMapOvr>
  <p:transition>
    <p:wipe dir="r"/>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토론</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616878669"/>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리스트형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486957226"/>
              </p:ext>
            </p:extLst>
          </p:nvPr>
        </p:nvGraphicFramePr>
        <p:xfrm>
          <a:off x="9499029" y="1484784"/>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토론방</a:t>
                      </a:r>
                      <a:r>
                        <a:rPr lang="ko-KR" altLang="en-US" sz="800" kern="1200" dirty="0" smtClean="0">
                          <a:solidFill>
                            <a:schemeClr val="tx1">
                              <a:lumMod val="75000"/>
                              <a:lumOff val="25000"/>
                            </a:schemeClr>
                          </a:solidFill>
                          <a:latin typeface="+mn-ea"/>
                          <a:ea typeface="+mn-ea"/>
                          <a:cs typeface="+mn-cs"/>
                        </a:rPr>
                        <a:t>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1339846956"/>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토론명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387772219"/>
              </p:ext>
            </p:extLst>
          </p:nvPr>
        </p:nvGraphicFramePr>
        <p:xfrm>
          <a:off x="1975898" y="4120856"/>
          <a:ext cx="7484566" cy="1642702"/>
        </p:xfrm>
        <a:graphic>
          <a:graphicData uri="http://schemas.openxmlformats.org/drawingml/2006/table">
            <a:tbl>
              <a:tblPr/>
              <a:tblGrid>
                <a:gridCol w="253454">
                  <a:extLst>
                    <a:ext uri="{9D8B030D-6E8A-4147-A177-3AD203B41FA5}">
                      <a16:colId xmlns:a16="http://schemas.microsoft.com/office/drawing/2014/main" xmlns="" val="20001"/>
                    </a:ext>
                  </a:extLst>
                </a:gridCol>
                <a:gridCol w="452219"/>
                <a:gridCol w="1141777"/>
                <a:gridCol w="1802393"/>
                <a:gridCol w="415512"/>
                <a:gridCol w="313371"/>
                <a:gridCol w="517653"/>
                <a:gridCol w="529171"/>
                <a:gridCol w="520641"/>
                <a:gridCol w="529171"/>
                <a:gridCol w="417911"/>
                <a:gridCol w="591293"/>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토론</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토론글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댓글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토론</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일반토론일반토론</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토론 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토론팀토론</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일반토론일반토론</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일반토론일반토론</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38</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일반토론일반토론</a:t>
                      </a:r>
                      <a:r>
                        <a:rPr lang="en-US" altLang="ko-KR" sz="800" b="0" kern="1200" dirty="0" smtClean="0">
                          <a:solidFill>
                            <a:srgbClr val="0070C0"/>
                          </a:solidFill>
                          <a:latin typeface="+mn-ea"/>
                          <a:ea typeface="+mn-ea"/>
                          <a:cs typeface="+mn-cs"/>
                        </a:rPr>
                        <a:t>04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16</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rgbClr val="0070C0"/>
                          </a:solidFill>
                          <a:latin typeface="+mn-ea"/>
                          <a:ea typeface="+mn-ea"/>
                          <a:cs typeface="+mn-cs"/>
                        </a:rPr>
                        <a:t>0</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토론</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일반토론일반토론</a:t>
                      </a:r>
                      <a:r>
                        <a:rPr lang="en-US" altLang="ko-KR" sz="800" b="0" kern="1200" dirty="0" smtClean="0">
                          <a:solidFill>
                            <a:srgbClr val="0070C0"/>
                          </a:solidFill>
                          <a:latin typeface="+mn-ea"/>
                          <a:ea typeface="+mn-ea"/>
                          <a:cs typeface="+mn-cs"/>
                        </a:rPr>
                        <a:t>05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858222"/>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87" name="그룹 186"/>
          <p:cNvGrpSpPr/>
          <p:nvPr/>
        </p:nvGrpSpPr>
        <p:grpSpPr>
          <a:xfrm>
            <a:off x="2947015" y="4197595"/>
            <a:ext cx="234360" cy="200055"/>
            <a:chOff x="1152270" y="11706839"/>
            <a:chExt cx="234360" cy="200055"/>
          </a:xfrm>
        </p:grpSpPr>
        <p:sp>
          <p:nvSpPr>
            <p:cNvPr id="188" name="모서리가 둥근 직사각형 1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9" name="직사각형 1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9" name="그룹 208"/>
          <p:cNvGrpSpPr/>
          <p:nvPr/>
        </p:nvGrpSpPr>
        <p:grpSpPr>
          <a:xfrm>
            <a:off x="8535064" y="3654549"/>
            <a:ext cx="234360" cy="200055"/>
            <a:chOff x="1152270"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2" name="그룹 211"/>
          <p:cNvGrpSpPr/>
          <p:nvPr/>
        </p:nvGrpSpPr>
        <p:grpSpPr>
          <a:xfrm>
            <a:off x="8741563" y="3654549"/>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27" name="그룹 326"/>
          <p:cNvGrpSpPr/>
          <p:nvPr/>
        </p:nvGrpSpPr>
        <p:grpSpPr>
          <a:xfrm>
            <a:off x="7939236" y="4330279"/>
            <a:ext cx="234360" cy="200055"/>
            <a:chOff x="1152270" y="11706839"/>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68" name="그룹 367"/>
          <p:cNvGrpSpPr/>
          <p:nvPr/>
        </p:nvGrpSpPr>
        <p:grpSpPr>
          <a:xfrm>
            <a:off x="8650505" y="4571603"/>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토론방</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토론방</a:t>
            </a:r>
            <a:endParaRPr lang="ko-KR" altLang="en-US" sz="800" kern="0" dirty="0">
              <a:solidFill>
                <a:schemeClr val="tx1">
                  <a:lumMod val="75000"/>
                  <a:lumOff val="25000"/>
                </a:schemeClr>
              </a:solidFill>
              <a:latin typeface="+mn-ea"/>
              <a:ea typeface="+mn-ea"/>
            </a:endParaRPr>
          </a:p>
        </p:txBody>
      </p:sp>
      <p:sp>
        <p:nvSpPr>
          <p:cNvPr id="192" name="Rectangle 122"/>
          <p:cNvSpPr>
            <a:spLocks noChangeArrowheads="1"/>
          </p:cNvSpPr>
          <p:nvPr/>
        </p:nvSpPr>
        <p:spPr bwMode="auto">
          <a:xfrm>
            <a:off x="8896426" y="50856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토론방</a:t>
            </a:r>
            <a:endParaRPr lang="ko-KR" altLang="en-US" sz="800" kern="0" dirty="0">
              <a:solidFill>
                <a:schemeClr val="tx1">
                  <a:lumMod val="75000"/>
                  <a:lumOff val="25000"/>
                </a:schemeClr>
              </a:solidFill>
              <a:latin typeface="+mn-ea"/>
              <a:ea typeface="+mn-ea"/>
            </a:endParaRPr>
          </a:p>
        </p:txBody>
      </p:sp>
      <p:sp>
        <p:nvSpPr>
          <p:cNvPr id="193" name="Rectangle 122"/>
          <p:cNvSpPr>
            <a:spLocks noChangeArrowheads="1"/>
          </p:cNvSpPr>
          <p:nvPr/>
        </p:nvSpPr>
        <p:spPr bwMode="auto">
          <a:xfrm>
            <a:off x="8894510" y="53202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토론방</a:t>
            </a:r>
            <a:endParaRPr lang="ko-KR" altLang="en-US" sz="800" kern="0" dirty="0">
              <a:solidFill>
                <a:schemeClr val="tx1">
                  <a:lumMod val="75000"/>
                  <a:lumOff val="25000"/>
                </a:schemeClr>
              </a:solidFill>
              <a:latin typeface="+mn-ea"/>
              <a:ea typeface="+mn-ea"/>
            </a:endParaRPr>
          </a:p>
        </p:txBody>
      </p:sp>
      <p:sp>
        <p:nvSpPr>
          <p:cNvPr id="194" name="Rectangle 122"/>
          <p:cNvSpPr>
            <a:spLocks noChangeArrowheads="1"/>
          </p:cNvSpPr>
          <p:nvPr/>
        </p:nvSpPr>
        <p:spPr bwMode="auto">
          <a:xfrm>
            <a:off x="8896546" y="5565331"/>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토론방</a:t>
            </a:r>
            <a:endParaRPr lang="ko-KR" altLang="en-US" sz="800" kern="0" dirty="0">
              <a:solidFill>
                <a:schemeClr val="tx1">
                  <a:lumMod val="75000"/>
                  <a:lumOff val="25000"/>
                </a:schemeClr>
              </a:solidFill>
              <a:latin typeface="+mn-ea"/>
              <a:ea typeface="+mn-ea"/>
            </a:endParaRPr>
          </a:p>
        </p:txBody>
      </p:sp>
      <p:sp>
        <p:nvSpPr>
          <p:cNvPr id="204" name="Rectangle 122"/>
          <p:cNvSpPr>
            <a:spLocks noChangeArrowheads="1"/>
          </p:cNvSpPr>
          <p:nvPr/>
        </p:nvSpPr>
        <p:spPr bwMode="auto">
          <a:xfrm>
            <a:off x="890014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토론방</a:t>
            </a:r>
            <a:endParaRPr lang="ko-KR" altLang="en-US" sz="800" kern="0" dirty="0">
              <a:solidFill>
                <a:schemeClr val="tx1">
                  <a:lumMod val="75000"/>
                  <a:lumOff val="25000"/>
                </a:schemeClr>
              </a:solidFill>
              <a:latin typeface="+mn-ea"/>
              <a:ea typeface="+mn-ea"/>
            </a:endParaRPr>
          </a:p>
        </p:txBody>
      </p:sp>
      <p:grpSp>
        <p:nvGrpSpPr>
          <p:cNvPr id="208" name="그룹 207"/>
          <p:cNvGrpSpPr/>
          <p:nvPr/>
        </p:nvGrpSpPr>
        <p:grpSpPr>
          <a:xfrm>
            <a:off x="9288338" y="4715619"/>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195" name="사각형 설명선 194"/>
          <p:cNvSpPr/>
          <p:nvPr/>
        </p:nvSpPr>
        <p:spPr bwMode="auto">
          <a:xfrm>
            <a:off x="4736976" y="6339420"/>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grpSp>
        <p:nvGrpSpPr>
          <p:cNvPr id="197" name="그룹 196"/>
          <p:cNvGrpSpPr/>
          <p:nvPr/>
        </p:nvGrpSpPr>
        <p:grpSpPr>
          <a:xfrm>
            <a:off x="579562" y="2166658"/>
            <a:ext cx="1386586" cy="5317057"/>
            <a:chOff x="579562" y="2166658"/>
            <a:chExt cx="1386586" cy="5317057"/>
          </a:xfrm>
        </p:grpSpPr>
        <p:grpSp>
          <p:nvGrpSpPr>
            <p:cNvPr id="198" name="그룹 197"/>
            <p:cNvGrpSpPr/>
            <p:nvPr/>
          </p:nvGrpSpPr>
          <p:grpSpPr>
            <a:xfrm>
              <a:off x="629956" y="3318264"/>
              <a:ext cx="1332000" cy="180000"/>
              <a:chOff x="666428" y="3785432"/>
              <a:chExt cx="1332000" cy="180000"/>
            </a:xfrm>
          </p:grpSpPr>
          <p:sp>
            <p:nvSpPr>
              <p:cNvPr id="378" name="모서리가 둥근 직사각형 37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29956" y="3568824"/>
              <a:ext cx="1332000" cy="180000"/>
              <a:chOff x="666428" y="4310612"/>
              <a:chExt cx="1332000" cy="180000"/>
            </a:xfrm>
          </p:grpSpPr>
          <p:sp>
            <p:nvSpPr>
              <p:cNvPr id="376" name="모서리가 둥근 직사각형 37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7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5" y="3042501"/>
              <a:ext cx="1332000" cy="180000"/>
              <a:chOff x="666427" y="3266516"/>
              <a:chExt cx="1332000" cy="180000"/>
            </a:xfrm>
          </p:grpSpPr>
          <p:sp>
            <p:nvSpPr>
              <p:cNvPr id="372" name="모서리가 둥근 직사각형 37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9956" y="3854780"/>
              <a:ext cx="1332000" cy="180000"/>
              <a:chOff x="666428" y="4570824"/>
              <a:chExt cx="1332000" cy="180000"/>
            </a:xfrm>
          </p:grpSpPr>
          <p:sp>
            <p:nvSpPr>
              <p:cNvPr id="364" name="모서리가 둥근 직사각형 36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71"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6" y="5316875"/>
              <a:ext cx="1332000" cy="180000"/>
              <a:chOff x="666428" y="5096004"/>
              <a:chExt cx="1332000" cy="180000"/>
            </a:xfrm>
          </p:grpSpPr>
          <p:sp>
            <p:nvSpPr>
              <p:cNvPr id="362" name="모서리가 둥근 직사각형 361"/>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363"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4148" y="5634789"/>
              <a:ext cx="1332000" cy="180000"/>
              <a:chOff x="666428" y="3785432"/>
              <a:chExt cx="1332000" cy="180000"/>
            </a:xfrm>
          </p:grpSpPr>
          <p:sp>
            <p:nvSpPr>
              <p:cNvPr id="347" name="모서리가 둥근 직사각형 34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5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1150" y="4135825"/>
              <a:ext cx="1332000" cy="180000"/>
              <a:chOff x="666428" y="4570824"/>
              <a:chExt cx="1332000" cy="180000"/>
            </a:xfrm>
          </p:grpSpPr>
          <p:sp>
            <p:nvSpPr>
              <p:cNvPr id="345" name="모서리가 둥근 직사각형 34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4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6" y="4423395"/>
              <a:ext cx="1332000" cy="180000"/>
              <a:chOff x="666428" y="4310612"/>
              <a:chExt cx="1332000" cy="180000"/>
            </a:xfrm>
          </p:grpSpPr>
          <p:sp>
            <p:nvSpPr>
              <p:cNvPr id="325" name="모서리가 둥근 직사각형 32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4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7" name="TextBox 21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18" name="그룹 217"/>
            <p:cNvGrpSpPr/>
            <p:nvPr/>
          </p:nvGrpSpPr>
          <p:grpSpPr>
            <a:xfrm>
              <a:off x="632520" y="4723068"/>
              <a:ext cx="1332000" cy="180000"/>
              <a:chOff x="666428" y="4310612"/>
              <a:chExt cx="1332000" cy="180000"/>
            </a:xfrm>
          </p:grpSpPr>
          <p:sp>
            <p:nvSpPr>
              <p:cNvPr id="303" name="모서리가 둥근 직사각형 3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0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32520" y="2752353"/>
              <a:ext cx="1332000" cy="180000"/>
              <a:chOff x="666427" y="3266516"/>
              <a:chExt cx="1332000" cy="180000"/>
            </a:xfrm>
          </p:grpSpPr>
          <p:sp>
            <p:nvSpPr>
              <p:cNvPr id="260" name="모서리가 둥근 직사각형 25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6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32520" y="5005767"/>
              <a:ext cx="1332000" cy="180000"/>
              <a:chOff x="666428" y="4310612"/>
              <a:chExt cx="1332000" cy="180000"/>
            </a:xfrm>
          </p:grpSpPr>
          <p:sp>
            <p:nvSpPr>
              <p:cNvPr id="258" name="모서리가 둥근 직사각형 25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5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2520" y="6227787"/>
              <a:ext cx="1332000" cy="180000"/>
              <a:chOff x="666428" y="3785432"/>
              <a:chExt cx="1332000" cy="180000"/>
            </a:xfrm>
          </p:grpSpPr>
          <p:sp>
            <p:nvSpPr>
              <p:cNvPr id="256" name="모서리가 둥근 직사각형 25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2520" y="6487872"/>
              <a:ext cx="1332000" cy="180000"/>
              <a:chOff x="666428" y="4310612"/>
              <a:chExt cx="1332000" cy="180000"/>
            </a:xfrm>
          </p:grpSpPr>
          <p:sp>
            <p:nvSpPr>
              <p:cNvPr id="254" name="모서리가 둥근 직사각형 2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5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2520" y="6773828"/>
              <a:ext cx="1332000" cy="180000"/>
              <a:chOff x="666428" y="4570824"/>
              <a:chExt cx="1332000" cy="180000"/>
            </a:xfrm>
          </p:grpSpPr>
          <p:sp>
            <p:nvSpPr>
              <p:cNvPr id="240" name="모서리가 둥근 직사각형 23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41"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7053155"/>
              <a:ext cx="1332000" cy="180000"/>
              <a:chOff x="666428" y="3785432"/>
              <a:chExt cx="1332000" cy="180000"/>
            </a:xfrm>
          </p:grpSpPr>
          <p:sp>
            <p:nvSpPr>
              <p:cNvPr id="234" name="모서리가 둥근 직사각형 23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3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7303715"/>
              <a:ext cx="1332000" cy="180000"/>
              <a:chOff x="666428" y="4310612"/>
              <a:chExt cx="1332000" cy="180000"/>
            </a:xfrm>
          </p:grpSpPr>
          <p:sp>
            <p:nvSpPr>
              <p:cNvPr id="232" name="모서리가 둥근 직사각형 23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3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22995" y="5922821"/>
              <a:ext cx="1332000" cy="180000"/>
              <a:chOff x="666427" y="3266516"/>
              <a:chExt cx="1332000" cy="180000"/>
            </a:xfrm>
          </p:grpSpPr>
          <p:sp>
            <p:nvSpPr>
              <p:cNvPr id="228" name="모서리가 둥근 직사각형 22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2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498199858"/>
      </p:ext>
    </p:extLst>
  </p:cSld>
  <p:clrMapOvr>
    <a:masterClrMapping/>
  </p:clrMapOvr>
  <p:transition>
    <p:wipe dir="r"/>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카드형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88555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688245957"/>
              </p:ext>
            </p:extLst>
          </p:nvPr>
        </p:nvGraphicFramePr>
        <p:xfrm>
          <a:off x="9499029" y="3363393"/>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설문명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상세화면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토론방</a:t>
                      </a:r>
                      <a:r>
                        <a:rPr lang="ko-KR" altLang="en-US" sz="800" kern="1200" dirty="0" smtClean="0">
                          <a:solidFill>
                            <a:schemeClr val="tx1">
                              <a:lumMod val="75000"/>
                              <a:lumOff val="25000"/>
                            </a:schemeClr>
                          </a:solidFill>
                          <a:latin typeface="+mn-ea"/>
                          <a:ea typeface="+mn-ea"/>
                          <a:cs typeface="+mn-cs"/>
                        </a:rPr>
                        <a:t>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33495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74" name="Group 37"/>
          <p:cNvGraphicFramePr>
            <a:graphicFrameLocks noGrp="1"/>
          </p:cNvGraphicFramePr>
          <p:nvPr>
            <p:extLst>
              <p:ext uri="{D42A27DB-BD31-4B8C-83A1-F6EECF244321}">
                <p14:modId xmlns:p14="http://schemas.microsoft.com/office/powerpoint/2010/main" val="4030401474"/>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토론명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5"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97" name="직사각형 196"/>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pic>
        <p:nvPicPr>
          <p:cNvPr id="20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1"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19" name="그룹 218"/>
          <p:cNvGrpSpPr/>
          <p:nvPr/>
        </p:nvGrpSpPr>
        <p:grpSpPr>
          <a:xfrm>
            <a:off x="8535064" y="3654549"/>
            <a:ext cx="234360" cy="200055"/>
            <a:chOff x="1152270" y="11706839"/>
            <a:chExt cx="234360" cy="200055"/>
          </a:xfrm>
        </p:grpSpPr>
        <p:sp>
          <p:nvSpPr>
            <p:cNvPr id="220" name="모서리가 둥근 직사각형 2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1" name="직사각형 22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2" name="그룹 221"/>
          <p:cNvGrpSpPr/>
          <p:nvPr/>
        </p:nvGrpSpPr>
        <p:grpSpPr>
          <a:xfrm>
            <a:off x="8741563" y="3654549"/>
            <a:ext cx="234360" cy="200055"/>
            <a:chOff x="1152270" y="11706839"/>
            <a:chExt cx="234360" cy="200055"/>
          </a:xfrm>
        </p:grpSpPr>
        <p:sp>
          <p:nvSpPr>
            <p:cNvPr id="223" name="모서리가 둥근 직사각형 2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4" name="직사각형 2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25" name="직사각형 224"/>
          <p:cNvSpPr/>
          <p:nvPr/>
        </p:nvSpPr>
        <p:spPr>
          <a:xfrm>
            <a:off x="1968256" y="41109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26" name="직사각형 225"/>
          <p:cNvSpPr/>
          <p:nvPr/>
        </p:nvSpPr>
        <p:spPr>
          <a:xfrm>
            <a:off x="2037959" y="45431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8" name="모서리가 둥근 직사각형 227"/>
          <p:cNvSpPr/>
          <p:nvPr/>
        </p:nvSpPr>
        <p:spPr>
          <a:xfrm>
            <a:off x="2042520" y="4180555"/>
            <a:ext cx="540000" cy="144000"/>
          </a:xfrm>
          <a:prstGeom prst="roundRect">
            <a:avLst/>
          </a:prstGeom>
          <a:solidFill>
            <a:srgbClr val="DC8006"/>
          </a:solidFill>
          <a:ln w="317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토론</a:t>
            </a:r>
          </a:p>
        </p:txBody>
      </p:sp>
      <p:sp>
        <p:nvSpPr>
          <p:cNvPr id="229" name="직사각형 228"/>
          <p:cNvSpPr/>
          <p:nvPr/>
        </p:nvSpPr>
        <p:spPr>
          <a:xfrm>
            <a:off x="2047833" y="4327584"/>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일반토로혼일반토론</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30" name="직사각형 229"/>
          <p:cNvSpPr/>
          <p:nvPr/>
        </p:nvSpPr>
        <p:spPr>
          <a:xfrm>
            <a:off x="2044105" y="4778667"/>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참여기간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33" name="직사각형 232"/>
          <p:cNvSpPr/>
          <p:nvPr/>
        </p:nvSpPr>
        <p:spPr>
          <a:xfrm>
            <a:off x="5728546" y="411098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34" name="직사각형 233"/>
          <p:cNvSpPr/>
          <p:nvPr/>
        </p:nvSpPr>
        <p:spPr>
          <a:xfrm>
            <a:off x="5798249" y="454314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40" name="모서리가 둥근 직사각형 239"/>
          <p:cNvSpPr/>
          <p:nvPr/>
        </p:nvSpPr>
        <p:spPr>
          <a:xfrm>
            <a:off x="5802810" y="4180556"/>
            <a:ext cx="540000" cy="144000"/>
          </a:xfrm>
          <a:prstGeom prst="roundRect">
            <a:avLst/>
          </a:prstGeom>
          <a:solidFill>
            <a:srgbClr val="DC8006"/>
          </a:solidFill>
          <a:ln w="317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토론</a:t>
            </a:r>
          </a:p>
        </p:txBody>
      </p:sp>
      <p:sp>
        <p:nvSpPr>
          <p:cNvPr id="241" name="직사각형 240"/>
          <p:cNvSpPr/>
          <p:nvPr/>
        </p:nvSpPr>
        <p:spPr>
          <a:xfrm>
            <a:off x="5808123" y="4327585"/>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토론팀토론</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54" name="직사각형 253"/>
          <p:cNvSpPr/>
          <p:nvPr/>
        </p:nvSpPr>
        <p:spPr>
          <a:xfrm>
            <a:off x="5804395" y="4778668"/>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1</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57" name="직사각형 256"/>
          <p:cNvSpPr/>
          <p:nvPr/>
        </p:nvSpPr>
        <p:spPr>
          <a:xfrm>
            <a:off x="1962572" y="6120606"/>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58" name="직사각형 257"/>
          <p:cNvSpPr/>
          <p:nvPr/>
        </p:nvSpPr>
        <p:spPr>
          <a:xfrm>
            <a:off x="2032275" y="6552773"/>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60" name="모서리가 둥근 직사각형 259"/>
          <p:cNvSpPr/>
          <p:nvPr/>
        </p:nvSpPr>
        <p:spPr>
          <a:xfrm>
            <a:off x="2036836" y="6190182"/>
            <a:ext cx="540000" cy="144000"/>
          </a:xfrm>
          <a:prstGeom prst="roundRect">
            <a:avLst/>
          </a:prstGeom>
          <a:solidFill>
            <a:srgbClr val="DC8006"/>
          </a:solidFill>
          <a:ln w="317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토론</a:t>
            </a:r>
          </a:p>
        </p:txBody>
      </p:sp>
      <p:sp>
        <p:nvSpPr>
          <p:cNvPr id="261" name="직사각형 260"/>
          <p:cNvSpPr/>
          <p:nvPr/>
        </p:nvSpPr>
        <p:spPr>
          <a:xfrm>
            <a:off x="2042149" y="6337211"/>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일반토론일반토론</a:t>
            </a:r>
            <a:r>
              <a:rPr lang="en-US" altLang="ko-KR" sz="800" b="1" dirty="0" smtClean="0">
                <a:solidFill>
                  <a:schemeClr val="tx1">
                    <a:lumMod val="75000"/>
                    <a:lumOff val="25000"/>
                  </a:schemeClr>
                </a:solidFill>
                <a:latin typeface="+mn-ea"/>
                <a:ea typeface="+mn-ea"/>
              </a:rPr>
              <a:t>02</a:t>
            </a:r>
            <a:endParaRPr lang="ko-KR" altLang="en-US" sz="800" b="1" dirty="0">
              <a:solidFill>
                <a:schemeClr val="tx1">
                  <a:lumMod val="75000"/>
                  <a:lumOff val="25000"/>
                </a:schemeClr>
              </a:solidFill>
              <a:latin typeface="+mn-ea"/>
              <a:ea typeface="+mn-ea"/>
            </a:endParaRPr>
          </a:p>
        </p:txBody>
      </p:sp>
      <p:sp>
        <p:nvSpPr>
          <p:cNvPr id="303" name="직사각형 302"/>
          <p:cNvSpPr/>
          <p:nvPr/>
        </p:nvSpPr>
        <p:spPr>
          <a:xfrm>
            <a:off x="2038421" y="6788294"/>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25" name="직사각형 324"/>
          <p:cNvSpPr/>
          <p:nvPr/>
        </p:nvSpPr>
        <p:spPr>
          <a:xfrm>
            <a:off x="5722862" y="6120607"/>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43" name="직사각형 342"/>
          <p:cNvSpPr/>
          <p:nvPr/>
        </p:nvSpPr>
        <p:spPr>
          <a:xfrm>
            <a:off x="5792565" y="6552774"/>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346" name="모서리가 둥근 직사각형 345"/>
          <p:cNvSpPr/>
          <p:nvPr/>
        </p:nvSpPr>
        <p:spPr>
          <a:xfrm>
            <a:off x="5797126" y="6190183"/>
            <a:ext cx="540000" cy="144000"/>
          </a:xfrm>
          <a:prstGeom prst="roundRect">
            <a:avLst/>
          </a:prstGeom>
          <a:solidFill>
            <a:srgbClr val="DC8006"/>
          </a:solidFill>
          <a:ln w="317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토론</a:t>
            </a:r>
          </a:p>
        </p:txBody>
      </p:sp>
      <p:sp>
        <p:nvSpPr>
          <p:cNvPr id="347" name="직사각형 346"/>
          <p:cNvSpPr/>
          <p:nvPr/>
        </p:nvSpPr>
        <p:spPr>
          <a:xfrm>
            <a:off x="5802439" y="6337212"/>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일반토론일반토론</a:t>
            </a:r>
            <a:r>
              <a:rPr lang="en-US" altLang="ko-KR" sz="800" b="1" dirty="0" smtClean="0">
                <a:solidFill>
                  <a:schemeClr val="tx1">
                    <a:lumMod val="75000"/>
                    <a:lumOff val="25000"/>
                  </a:schemeClr>
                </a:solidFill>
                <a:latin typeface="+mn-ea"/>
                <a:ea typeface="+mn-ea"/>
              </a:rPr>
              <a:t>03</a:t>
            </a:r>
            <a:endParaRPr lang="ko-KR" altLang="en-US" sz="800" b="1" dirty="0">
              <a:solidFill>
                <a:schemeClr val="tx1">
                  <a:lumMod val="75000"/>
                  <a:lumOff val="25000"/>
                </a:schemeClr>
              </a:solidFill>
              <a:latin typeface="+mn-ea"/>
              <a:ea typeface="+mn-ea"/>
            </a:endParaRPr>
          </a:p>
        </p:txBody>
      </p:sp>
      <p:sp>
        <p:nvSpPr>
          <p:cNvPr id="354" name="직사각형 353"/>
          <p:cNvSpPr/>
          <p:nvPr/>
        </p:nvSpPr>
        <p:spPr>
          <a:xfrm>
            <a:off x="5798711" y="6788295"/>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63" name="직사각형 362"/>
          <p:cNvSpPr/>
          <p:nvPr/>
        </p:nvSpPr>
        <p:spPr>
          <a:xfrm>
            <a:off x="1966764" y="813683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64" name="직사각형 363"/>
          <p:cNvSpPr/>
          <p:nvPr/>
        </p:nvSpPr>
        <p:spPr>
          <a:xfrm>
            <a:off x="2036467" y="856899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372" name="모서리가 둥근 직사각형 371"/>
          <p:cNvSpPr/>
          <p:nvPr/>
        </p:nvSpPr>
        <p:spPr>
          <a:xfrm>
            <a:off x="2041028" y="8206406"/>
            <a:ext cx="540000" cy="144000"/>
          </a:xfrm>
          <a:prstGeom prst="roundRect">
            <a:avLst/>
          </a:prstGeom>
          <a:solidFill>
            <a:srgbClr val="DC8006"/>
          </a:solidFill>
          <a:ln w="317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토론</a:t>
            </a:r>
          </a:p>
        </p:txBody>
      </p:sp>
      <p:sp>
        <p:nvSpPr>
          <p:cNvPr id="375" name="직사각형 374"/>
          <p:cNvSpPr/>
          <p:nvPr/>
        </p:nvSpPr>
        <p:spPr>
          <a:xfrm>
            <a:off x="2046341" y="8353435"/>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일반토론일반토론</a:t>
            </a:r>
            <a:r>
              <a:rPr lang="en-US" altLang="ko-KR" sz="800" b="1" dirty="0" smtClean="0">
                <a:solidFill>
                  <a:schemeClr val="tx1">
                    <a:lumMod val="75000"/>
                    <a:lumOff val="25000"/>
                  </a:schemeClr>
                </a:solidFill>
                <a:latin typeface="+mn-ea"/>
                <a:ea typeface="+mn-ea"/>
              </a:rPr>
              <a:t>04</a:t>
            </a:r>
            <a:endParaRPr lang="ko-KR" altLang="en-US" sz="800" b="1" dirty="0">
              <a:solidFill>
                <a:schemeClr val="tx1">
                  <a:lumMod val="75000"/>
                  <a:lumOff val="25000"/>
                </a:schemeClr>
              </a:solidFill>
              <a:latin typeface="+mn-ea"/>
              <a:ea typeface="+mn-ea"/>
            </a:endParaRPr>
          </a:p>
        </p:txBody>
      </p:sp>
      <p:sp>
        <p:nvSpPr>
          <p:cNvPr id="376" name="직사각형 375"/>
          <p:cNvSpPr/>
          <p:nvPr/>
        </p:nvSpPr>
        <p:spPr>
          <a:xfrm>
            <a:off x="2042613" y="8804518"/>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78" name="직사각형 377"/>
          <p:cNvSpPr/>
          <p:nvPr/>
        </p:nvSpPr>
        <p:spPr>
          <a:xfrm>
            <a:off x="5727054" y="8136831"/>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79" name="직사각형 378"/>
          <p:cNvSpPr/>
          <p:nvPr/>
        </p:nvSpPr>
        <p:spPr>
          <a:xfrm>
            <a:off x="5796757" y="8568998"/>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381" name="모서리가 둥근 직사각형 380"/>
          <p:cNvSpPr/>
          <p:nvPr/>
        </p:nvSpPr>
        <p:spPr>
          <a:xfrm>
            <a:off x="5801318" y="8206407"/>
            <a:ext cx="540000" cy="144000"/>
          </a:xfrm>
          <a:prstGeom prst="roundRect">
            <a:avLst/>
          </a:prstGeom>
          <a:solidFill>
            <a:srgbClr val="DC8006"/>
          </a:solidFill>
          <a:ln w="317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토론</a:t>
            </a:r>
          </a:p>
        </p:txBody>
      </p:sp>
      <p:sp>
        <p:nvSpPr>
          <p:cNvPr id="382" name="직사각형 381"/>
          <p:cNvSpPr/>
          <p:nvPr/>
        </p:nvSpPr>
        <p:spPr>
          <a:xfrm>
            <a:off x="5806631" y="8353436"/>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일반토론일반토론</a:t>
            </a:r>
            <a:r>
              <a:rPr lang="en-US" altLang="ko-KR" sz="800" b="1" dirty="0" smtClean="0">
                <a:solidFill>
                  <a:schemeClr val="tx1">
                    <a:lumMod val="75000"/>
                    <a:lumOff val="25000"/>
                  </a:schemeClr>
                </a:solidFill>
                <a:latin typeface="+mn-ea"/>
                <a:ea typeface="+mn-ea"/>
              </a:rPr>
              <a:t>05</a:t>
            </a:r>
            <a:endParaRPr lang="ko-KR" altLang="en-US" sz="800" b="1" dirty="0">
              <a:solidFill>
                <a:schemeClr val="tx1">
                  <a:lumMod val="75000"/>
                  <a:lumOff val="25000"/>
                </a:schemeClr>
              </a:solidFill>
              <a:latin typeface="+mn-ea"/>
              <a:ea typeface="+mn-ea"/>
            </a:endParaRPr>
          </a:p>
        </p:txBody>
      </p:sp>
      <p:sp>
        <p:nvSpPr>
          <p:cNvPr id="383" name="직사각형 382"/>
          <p:cNvSpPr/>
          <p:nvPr/>
        </p:nvSpPr>
        <p:spPr>
          <a:xfrm>
            <a:off x="5802903" y="8804519"/>
            <a:ext cx="3542109" cy="811367"/>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r>
              <a:rPr lang="en-US" altLang="ko-KR" sz="800" dirty="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85" name="그룹 384"/>
          <p:cNvGrpSpPr/>
          <p:nvPr/>
        </p:nvGrpSpPr>
        <p:grpSpPr>
          <a:xfrm>
            <a:off x="3080792" y="4321760"/>
            <a:ext cx="234360" cy="200055"/>
            <a:chOff x="1152270" y="11706839"/>
            <a:chExt cx="234360" cy="200055"/>
          </a:xfrm>
        </p:grpSpPr>
        <p:sp>
          <p:nvSpPr>
            <p:cNvPr id="386" name="모서리가 둥근 직사각형 3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7" name="직사각형 38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91" name="모서리가 둥근 직사각형 390"/>
          <p:cNvSpPr/>
          <p:nvPr/>
        </p:nvSpPr>
        <p:spPr>
          <a:xfrm>
            <a:off x="6374110" y="4183004"/>
            <a:ext cx="180000" cy="144000"/>
          </a:xfrm>
          <a:prstGeom prst="roundRect">
            <a:avLst/>
          </a:prstGeom>
          <a:solidFill>
            <a:srgbClr val="DC8006"/>
          </a:solidFill>
          <a:ln w="3175">
            <a:solidFill>
              <a:srgbClr val="DC800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graphicFrame>
        <p:nvGraphicFramePr>
          <p:cNvPr id="403" name="Group 37"/>
          <p:cNvGraphicFramePr>
            <a:graphicFrameLocks noGrp="1"/>
          </p:cNvGraphicFramePr>
          <p:nvPr>
            <p:extLst>
              <p:ext uri="{D42A27DB-BD31-4B8C-83A1-F6EECF244321}">
                <p14:modId xmlns:p14="http://schemas.microsoft.com/office/powerpoint/2010/main" val="2170994855"/>
              </p:ext>
            </p:extLst>
          </p:nvPr>
        </p:nvGraphicFramePr>
        <p:xfrm>
          <a:off x="2079329" y="4600210"/>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04" name="Group 37"/>
          <p:cNvGraphicFramePr>
            <a:graphicFrameLocks noGrp="1"/>
          </p:cNvGraphicFramePr>
          <p:nvPr>
            <p:extLst>
              <p:ext uri="{D42A27DB-BD31-4B8C-83A1-F6EECF244321}">
                <p14:modId xmlns:p14="http://schemas.microsoft.com/office/powerpoint/2010/main" val="652255824"/>
              </p:ext>
            </p:extLst>
          </p:nvPr>
        </p:nvGraphicFramePr>
        <p:xfrm>
          <a:off x="5839619" y="460021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05" name="Group 37"/>
          <p:cNvGraphicFramePr>
            <a:graphicFrameLocks noGrp="1"/>
          </p:cNvGraphicFramePr>
          <p:nvPr>
            <p:extLst>
              <p:ext uri="{D42A27DB-BD31-4B8C-83A1-F6EECF244321}">
                <p14:modId xmlns:p14="http://schemas.microsoft.com/office/powerpoint/2010/main" val="2469607181"/>
              </p:ext>
            </p:extLst>
          </p:nvPr>
        </p:nvGraphicFramePr>
        <p:xfrm>
          <a:off x="2073645" y="6609837"/>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06" name="Group 37"/>
          <p:cNvGraphicFramePr>
            <a:graphicFrameLocks noGrp="1"/>
          </p:cNvGraphicFramePr>
          <p:nvPr>
            <p:extLst>
              <p:ext uri="{D42A27DB-BD31-4B8C-83A1-F6EECF244321}">
                <p14:modId xmlns:p14="http://schemas.microsoft.com/office/powerpoint/2010/main" val="1431567208"/>
              </p:ext>
            </p:extLst>
          </p:nvPr>
        </p:nvGraphicFramePr>
        <p:xfrm>
          <a:off x="5833935" y="6609838"/>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07" name="Group 37"/>
          <p:cNvGraphicFramePr>
            <a:graphicFrameLocks noGrp="1"/>
          </p:cNvGraphicFramePr>
          <p:nvPr>
            <p:extLst>
              <p:ext uri="{D42A27DB-BD31-4B8C-83A1-F6EECF244321}">
                <p14:modId xmlns:p14="http://schemas.microsoft.com/office/powerpoint/2010/main" val="2132661558"/>
              </p:ext>
            </p:extLst>
          </p:nvPr>
        </p:nvGraphicFramePr>
        <p:xfrm>
          <a:off x="2077837" y="862606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08" name="Group 37"/>
          <p:cNvGraphicFramePr>
            <a:graphicFrameLocks noGrp="1"/>
          </p:cNvGraphicFramePr>
          <p:nvPr>
            <p:extLst>
              <p:ext uri="{D42A27DB-BD31-4B8C-83A1-F6EECF244321}">
                <p14:modId xmlns:p14="http://schemas.microsoft.com/office/powerpoint/2010/main" val="330319747"/>
              </p:ext>
            </p:extLst>
          </p:nvPr>
        </p:nvGraphicFramePr>
        <p:xfrm>
          <a:off x="5838127" y="8626062"/>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sp>
        <p:nvSpPr>
          <p:cNvPr id="409" name="모서리가 둥근 직사각형 408"/>
          <p:cNvSpPr/>
          <p:nvPr/>
        </p:nvSpPr>
        <p:spPr>
          <a:xfrm>
            <a:off x="8436979" y="573431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0" name="모서리가 둥근 직사각형 409"/>
          <p:cNvSpPr/>
          <p:nvPr/>
        </p:nvSpPr>
        <p:spPr>
          <a:xfrm>
            <a:off x="8436275"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1" name="모서리가 둥근 직사각형 410"/>
          <p:cNvSpPr/>
          <p:nvPr/>
        </p:nvSpPr>
        <p:spPr>
          <a:xfrm>
            <a:off x="4674493"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2" name="모서리가 둥근 직사각형 411"/>
          <p:cNvSpPr/>
          <p:nvPr/>
        </p:nvSpPr>
        <p:spPr>
          <a:xfrm>
            <a:off x="8436275"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3" name="모서리가 둥근 직사각형 412"/>
          <p:cNvSpPr/>
          <p:nvPr/>
        </p:nvSpPr>
        <p:spPr>
          <a:xfrm>
            <a:off x="4684018" y="573935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14" name="모서리가 둥근 직사각형 413"/>
          <p:cNvSpPr/>
          <p:nvPr/>
        </p:nvSpPr>
        <p:spPr>
          <a:xfrm>
            <a:off x="4668663"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15" name="그룹 414"/>
          <p:cNvGrpSpPr/>
          <p:nvPr/>
        </p:nvGrpSpPr>
        <p:grpSpPr>
          <a:xfrm>
            <a:off x="5016838" y="5576634"/>
            <a:ext cx="234360" cy="200055"/>
            <a:chOff x="1152270" y="11706839"/>
            <a:chExt cx="234360" cy="200055"/>
          </a:xfrm>
        </p:grpSpPr>
        <p:sp>
          <p:nvSpPr>
            <p:cNvPr id="416" name="모서리가 둥근 직사각형 41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7" name="직사각형 41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18" name="그룹 417"/>
          <p:cNvGrpSpPr/>
          <p:nvPr/>
        </p:nvGrpSpPr>
        <p:grpSpPr>
          <a:xfrm>
            <a:off x="6383635" y="5358940"/>
            <a:ext cx="234360" cy="200055"/>
            <a:chOff x="1152270" y="11706839"/>
            <a:chExt cx="234360" cy="200055"/>
          </a:xfrm>
        </p:grpSpPr>
        <p:sp>
          <p:nvSpPr>
            <p:cNvPr id="419" name="모서리가 둥근 직사각형 4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0" name="직사각형 41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03" name="그룹 202"/>
          <p:cNvGrpSpPr/>
          <p:nvPr/>
        </p:nvGrpSpPr>
        <p:grpSpPr>
          <a:xfrm>
            <a:off x="579562" y="2166658"/>
            <a:ext cx="1386586" cy="5317057"/>
            <a:chOff x="579562" y="2166658"/>
            <a:chExt cx="1386586" cy="5317057"/>
          </a:xfrm>
        </p:grpSpPr>
        <p:grpSp>
          <p:nvGrpSpPr>
            <p:cNvPr id="204" name="그룹 203"/>
            <p:cNvGrpSpPr/>
            <p:nvPr/>
          </p:nvGrpSpPr>
          <p:grpSpPr>
            <a:xfrm>
              <a:off x="629956" y="3318264"/>
              <a:ext cx="1332000" cy="180000"/>
              <a:chOff x="666428" y="3785432"/>
              <a:chExt cx="1332000" cy="180000"/>
            </a:xfrm>
          </p:grpSpPr>
          <p:sp>
            <p:nvSpPr>
              <p:cNvPr id="425" name="모서리가 둥근 직사각형 42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2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29956" y="3568824"/>
              <a:ext cx="1332000" cy="180000"/>
              <a:chOff x="666428" y="4310612"/>
              <a:chExt cx="1332000" cy="180000"/>
            </a:xfrm>
          </p:grpSpPr>
          <p:sp>
            <p:nvSpPr>
              <p:cNvPr id="423" name="모서리가 둥근 직사각형 4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2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5" y="3042501"/>
              <a:ext cx="1332000" cy="180000"/>
              <a:chOff x="666427" y="3266516"/>
              <a:chExt cx="1332000" cy="180000"/>
            </a:xfrm>
          </p:grpSpPr>
          <p:sp>
            <p:nvSpPr>
              <p:cNvPr id="421" name="모서리가 둥근 직사각형 42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2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6" y="3854780"/>
              <a:ext cx="1332000" cy="180000"/>
              <a:chOff x="666428" y="4570824"/>
              <a:chExt cx="1332000" cy="180000"/>
            </a:xfrm>
          </p:grpSpPr>
          <p:sp>
            <p:nvSpPr>
              <p:cNvPr id="401" name="모서리가 둥근 직사각형 40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0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29956" y="5316875"/>
              <a:ext cx="1332000" cy="180000"/>
              <a:chOff x="666428" y="5096004"/>
              <a:chExt cx="1332000" cy="180000"/>
            </a:xfrm>
          </p:grpSpPr>
          <p:sp>
            <p:nvSpPr>
              <p:cNvPr id="399" name="모서리가 둥근 직사각형 398"/>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400"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4148" y="5634789"/>
              <a:ext cx="1332000" cy="180000"/>
              <a:chOff x="666428" y="3785432"/>
              <a:chExt cx="1332000" cy="180000"/>
            </a:xfrm>
          </p:grpSpPr>
          <p:sp>
            <p:nvSpPr>
              <p:cNvPr id="397" name="모서리가 둥근 직사각형 39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1150" y="4135825"/>
              <a:ext cx="1332000" cy="180000"/>
              <a:chOff x="666428" y="4570824"/>
              <a:chExt cx="1332000" cy="180000"/>
            </a:xfrm>
          </p:grpSpPr>
          <p:sp>
            <p:nvSpPr>
              <p:cNvPr id="395" name="모서리가 둥근 직사각형 3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9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29956" y="4423395"/>
              <a:ext cx="1332000" cy="180000"/>
              <a:chOff x="666428" y="4310612"/>
              <a:chExt cx="1332000" cy="180000"/>
            </a:xfrm>
          </p:grpSpPr>
          <p:sp>
            <p:nvSpPr>
              <p:cNvPr id="393" name="모서리가 둥근 직사각형 39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9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2" name="TextBox 211"/>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13" name="그룹 212"/>
            <p:cNvGrpSpPr/>
            <p:nvPr/>
          </p:nvGrpSpPr>
          <p:grpSpPr>
            <a:xfrm>
              <a:off x="632520" y="4723068"/>
              <a:ext cx="1332000" cy="180000"/>
              <a:chOff x="666428" y="4310612"/>
              <a:chExt cx="1332000" cy="180000"/>
            </a:xfrm>
          </p:grpSpPr>
          <p:sp>
            <p:nvSpPr>
              <p:cNvPr id="390" name="모서리가 둥근 직사각형 38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9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2752353"/>
              <a:ext cx="1332000" cy="180000"/>
              <a:chOff x="666427" y="3266516"/>
              <a:chExt cx="1332000" cy="180000"/>
            </a:xfrm>
          </p:grpSpPr>
          <p:sp>
            <p:nvSpPr>
              <p:cNvPr id="388" name="모서리가 둥근 직사각형 38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8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5005767"/>
              <a:ext cx="1332000" cy="180000"/>
              <a:chOff x="666428" y="4310612"/>
              <a:chExt cx="1332000" cy="180000"/>
            </a:xfrm>
          </p:grpSpPr>
          <p:sp>
            <p:nvSpPr>
              <p:cNvPr id="380" name="모서리가 둥근 직사각형 37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6227787"/>
              <a:ext cx="1332000" cy="180000"/>
              <a:chOff x="666428" y="3785432"/>
              <a:chExt cx="1332000" cy="180000"/>
            </a:xfrm>
          </p:grpSpPr>
          <p:sp>
            <p:nvSpPr>
              <p:cNvPr id="371" name="모서리가 둥근 직사각형 37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7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2520" y="6487872"/>
              <a:ext cx="1332000" cy="180000"/>
              <a:chOff x="666428" y="4310612"/>
              <a:chExt cx="1332000" cy="180000"/>
            </a:xfrm>
          </p:grpSpPr>
          <p:sp>
            <p:nvSpPr>
              <p:cNvPr id="369" name="모서리가 둥근 직사각형 36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7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2520" y="6773828"/>
              <a:ext cx="1332000" cy="180000"/>
              <a:chOff x="666428" y="4570824"/>
              <a:chExt cx="1332000" cy="180000"/>
            </a:xfrm>
          </p:grpSpPr>
          <p:sp>
            <p:nvSpPr>
              <p:cNvPr id="367" name="모서리가 둥근 직사각형 36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68"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7053155"/>
              <a:ext cx="1332000" cy="180000"/>
              <a:chOff x="666428" y="3785432"/>
              <a:chExt cx="1332000" cy="180000"/>
            </a:xfrm>
          </p:grpSpPr>
          <p:sp>
            <p:nvSpPr>
              <p:cNvPr id="362" name="모서리가 둥근 직사각형 36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6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303715"/>
              <a:ext cx="1332000" cy="180000"/>
              <a:chOff x="666428" y="4310612"/>
              <a:chExt cx="1332000" cy="180000"/>
            </a:xfrm>
          </p:grpSpPr>
          <p:sp>
            <p:nvSpPr>
              <p:cNvPr id="327" name="모서리가 둥근 직사각형 3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9" name="그룹 238"/>
            <p:cNvGrpSpPr/>
            <p:nvPr/>
          </p:nvGrpSpPr>
          <p:grpSpPr>
            <a:xfrm>
              <a:off x="622995" y="5922821"/>
              <a:ext cx="1332000" cy="180000"/>
              <a:chOff x="666427" y="3266516"/>
              <a:chExt cx="1332000" cy="180000"/>
            </a:xfrm>
          </p:grpSpPr>
          <p:sp>
            <p:nvSpPr>
              <p:cNvPr id="255" name="모서리가 둥근 직사각형 25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5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32113" y="4221088"/>
            <a:ext cx="360000" cy="144000"/>
          </a:xfrm>
          <a:prstGeom prst="round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강의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7" name="모서리가 둥근 직사각형 236"/>
          <p:cNvSpPr/>
          <p:nvPr/>
        </p:nvSpPr>
        <p:spPr>
          <a:xfrm>
            <a:off x="22744" y="4408749"/>
            <a:ext cx="36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과제</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8" name="모서리가 둥근 직사각형 237"/>
          <p:cNvSpPr/>
          <p:nvPr/>
        </p:nvSpPr>
        <p:spPr>
          <a:xfrm>
            <a:off x="22744" y="4597450"/>
            <a:ext cx="360000" cy="144000"/>
          </a:xfrm>
          <a:prstGeom prst="roundRect">
            <a:avLst/>
          </a:prstGeom>
          <a:solidFill>
            <a:srgbClr val="F8910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토론</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2" name="모서리가 둥근 직사각형 241"/>
          <p:cNvSpPr/>
          <p:nvPr/>
        </p:nvSpPr>
        <p:spPr>
          <a:xfrm>
            <a:off x="22684" y="4789091"/>
            <a:ext cx="360000" cy="144000"/>
          </a:xfrm>
          <a:prstGeom prst="roundRect">
            <a:avLst/>
          </a:prstGeom>
          <a:solidFill>
            <a:srgbClr val="8439BD"/>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3" name="모서리가 둥근 직사각형 242"/>
          <p:cNvSpPr/>
          <p:nvPr/>
        </p:nvSpPr>
        <p:spPr>
          <a:xfrm>
            <a:off x="18709" y="4979032"/>
            <a:ext cx="360000" cy="144000"/>
          </a:xfrm>
          <a:prstGeom prst="roundRect">
            <a:avLst/>
          </a:prstGeom>
          <a:solidFill>
            <a:srgbClr val="D6D1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설문</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4" name="모서리가 둥근 직사각형 243"/>
          <p:cNvSpPr/>
          <p:nvPr/>
        </p:nvSpPr>
        <p:spPr>
          <a:xfrm>
            <a:off x="22684" y="5168838"/>
            <a:ext cx="360000" cy="144000"/>
          </a:xfrm>
          <a:prstGeom prst="roundRect">
            <a:avLst/>
          </a:prstGeom>
          <a:solidFill>
            <a:srgbClr val="0070C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45" name="모서리가 둥근 직사각형 244"/>
          <p:cNvSpPr/>
          <p:nvPr/>
        </p:nvSpPr>
        <p:spPr>
          <a:xfrm>
            <a:off x="18356" y="5354182"/>
            <a:ext cx="360000" cy="144000"/>
          </a:xfrm>
          <a:prstGeom prst="roundRect">
            <a:avLst/>
          </a:prstGeom>
          <a:solidFill>
            <a:srgbClr val="1E04BC"/>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246" name="모서리가 둥근 직사각형 245"/>
          <p:cNvSpPr/>
          <p:nvPr/>
        </p:nvSpPr>
        <p:spPr>
          <a:xfrm>
            <a:off x="-58937" y="5529660"/>
            <a:ext cx="432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Tree>
    <p:extLst>
      <p:ext uri="{BB962C8B-B14F-4D97-AF65-F5344CB8AC3E}">
        <p14:creationId xmlns:p14="http://schemas.microsoft.com/office/powerpoint/2010/main" val="3771562409"/>
      </p:ext>
    </p:extLst>
  </p:cSld>
  <p:clrMapOvr>
    <a:masterClrMapping/>
  </p:clrMapOvr>
  <p:transition>
    <p:wipe dir="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smtClean="0">
                <a:latin typeface="+mn-ea"/>
                <a:ea typeface="+mn-ea"/>
              </a:rPr>
              <a:t>토론정보 및 참여 </a:t>
            </a:r>
            <a:r>
              <a:rPr lang="en-US" altLang="ko-KR" sz="800" spc="-60" dirty="0" smtClean="0">
                <a:latin typeface="+mn-ea"/>
                <a:ea typeface="+mn-ea"/>
              </a:rPr>
              <a:t>: </a:t>
            </a:r>
            <a:r>
              <a:rPr lang="ko-KR" altLang="en-US" sz="800" spc="-60" dirty="0" smtClean="0">
                <a:latin typeface="+mn-ea"/>
                <a:ea typeface="+mn-ea"/>
              </a:rPr>
              <a:t>일반토론</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88555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5509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토론정보 및 참여</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1311445321"/>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383549790"/>
              </p:ext>
            </p:extLst>
          </p:nvPr>
        </p:nvGraphicFramePr>
        <p:xfrm>
          <a:off x="1972097" y="4065463"/>
          <a:ext cx="7470353" cy="512417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토론내용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토론</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참여글</a:t>
                      </a:r>
                      <a:r>
                        <a:rPr lang="ko-KR" altLang="en-US" sz="800" b="0" dirty="0" smtClean="0">
                          <a:solidFill>
                            <a:schemeClr val="tx1">
                              <a:lumMod val="75000"/>
                              <a:lumOff val="25000"/>
                            </a:schemeClr>
                          </a:solidFill>
                          <a:latin typeface="+mn-ea"/>
                          <a:ea typeface="+mn-ea"/>
                        </a:rPr>
                        <a:t> 보기 옵션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사용 안 함</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답변요청</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17380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찬반 토론으로 설정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4" name="직사각형 213"/>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16" name="그룹 215"/>
          <p:cNvGrpSpPr/>
          <p:nvPr/>
        </p:nvGrpSpPr>
        <p:grpSpPr>
          <a:xfrm>
            <a:off x="1872228" y="4110380"/>
            <a:ext cx="234360" cy="200055"/>
            <a:chOff x="1152270" y="11716364"/>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227" name="TextBox 226"/>
          <p:cNvSpPr txBox="1"/>
          <p:nvPr/>
        </p:nvSpPr>
        <p:spPr>
          <a:xfrm>
            <a:off x="3531890" y="663545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231" name="그룹 230"/>
          <p:cNvGrpSpPr/>
          <p:nvPr/>
        </p:nvGrpSpPr>
        <p:grpSpPr>
          <a:xfrm>
            <a:off x="1892195" y="3392976"/>
            <a:ext cx="234360" cy="200055"/>
            <a:chOff x="1152270" y="11716364"/>
            <a:chExt cx="234360" cy="200055"/>
          </a:xfrm>
        </p:grpSpPr>
        <p:sp>
          <p:nvSpPr>
            <p:cNvPr id="232" name="모서리가 둥근 직사각형 2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9" name="직사각형 23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04" name="그룹 303"/>
          <p:cNvGrpSpPr/>
          <p:nvPr/>
        </p:nvGrpSpPr>
        <p:grpSpPr>
          <a:xfrm>
            <a:off x="3216263" y="6957370"/>
            <a:ext cx="2114928" cy="162000"/>
            <a:chOff x="3225788" y="7298382"/>
            <a:chExt cx="2114928" cy="162000"/>
          </a:xfrm>
        </p:grpSpPr>
        <p:sp>
          <p:nvSpPr>
            <p:cNvPr id="327" name="직사각형 32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345"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362" name="그룹 361"/>
          <p:cNvGrpSpPr/>
          <p:nvPr/>
        </p:nvGrpSpPr>
        <p:grpSpPr>
          <a:xfrm>
            <a:off x="4960656" y="6947867"/>
            <a:ext cx="234360" cy="200055"/>
            <a:chOff x="1152270" y="11716364"/>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368" name="직사각형 367"/>
          <p:cNvSpPr/>
          <p:nvPr/>
        </p:nvSpPr>
        <p:spPr>
          <a:xfrm>
            <a:off x="3171849" y="8244011"/>
            <a:ext cx="351038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비율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69" name="직사각형 368"/>
          <p:cNvSpPr/>
          <p:nvPr/>
        </p:nvSpPr>
        <p:spPr>
          <a:xfrm>
            <a:off x="3173378" y="8489190"/>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작성자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70" name="직사각형 369"/>
          <p:cNvSpPr/>
          <p:nvPr/>
        </p:nvSpPr>
        <p:spPr>
          <a:xfrm>
            <a:off x="3173378" y="8731113"/>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의견 글 복수 등록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sp>
        <p:nvSpPr>
          <p:cNvPr id="371" name="직사각형 370"/>
          <p:cNvSpPr/>
          <p:nvPr/>
        </p:nvSpPr>
        <p:spPr>
          <a:xfrm>
            <a:off x="3175473" y="8974196"/>
            <a:ext cx="2629169"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의견 변경가능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grpSp>
        <p:nvGrpSpPr>
          <p:cNvPr id="377" name="그룹 376"/>
          <p:cNvGrpSpPr/>
          <p:nvPr/>
        </p:nvGrpSpPr>
        <p:grpSpPr>
          <a:xfrm>
            <a:off x="2983998" y="8508240"/>
            <a:ext cx="234360" cy="200055"/>
            <a:chOff x="1152270" y="11716364"/>
            <a:chExt cx="234360" cy="200055"/>
          </a:xfrm>
        </p:grpSpPr>
        <p:sp>
          <p:nvSpPr>
            <p:cNvPr id="380" name="모서리가 둥근 직사각형 3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4" name="직사각형 38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88" name="그룹 387"/>
          <p:cNvGrpSpPr/>
          <p:nvPr/>
        </p:nvGrpSpPr>
        <p:grpSpPr>
          <a:xfrm>
            <a:off x="3219475" y="4547092"/>
            <a:ext cx="6151862" cy="1148064"/>
            <a:chOff x="3229000" y="4452549"/>
            <a:chExt cx="6151862" cy="1148064"/>
          </a:xfrm>
        </p:grpSpPr>
        <p:sp>
          <p:nvSpPr>
            <p:cNvPr id="389"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a:t>
              </a:r>
              <a:endParaRPr lang="en-US" altLang="ko-KR" sz="800" dirty="0">
                <a:solidFill>
                  <a:schemeClr val="tx1">
                    <a:lumMod val="75000"/>
                    <a:lumOff val="25000"/>
                  </a:schemeClr>
                </a:solidFill>
                <a:latin typeface="+mn-ea"/>
                <a:ea typeface="+mn-ea"/>
              </a:endParaRPr>
            </a:p>
          </p:txBody>
        </p:sp>
        <p:sp>
          <p:nvSpPr>
            <p:cNvPr id="390"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aphicFrame>
        <p:nvGraphicFramePr>
          <p:cNvPr id="392" name="Group 175"/>
          <p:cNvGraphicFramePr>
            <a:graphicFrameLocks noGrp="1"/>
          </p:cNvGraphicFramePr>
          <p:nvPr>
            <p:extLst>
              <p:ext uri="{D42A27DB-BD31-4B8C-83A1-F6EECF244321}">
                <p14:modId xmlns:p14="http://schemas.microsoft.com/office/powerpoint/2010/main" val="2701893162"/>
              </p:ext>
            </p:extLst>
          </p:nvPr>
        </p:nvGraphicFramePr>
        <p:xfrm>
          <a:off x="9499029" y="1484784"/>
          <a:ext cx="1404156" cy="60982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토론정보및참여</a:t>
                      </a:r>
                      <a:r>
                        <a:rPr lang="ko-KR" altLang="en-US" sz="800" kern="1200" dirty="0" smtClean="0">
                          <a:solidFill>
                            <a:schemeClr val="tx1">
                              <a:lumMod val="75000"/>
                              <a:lumOff val="25000"/>
                            </a:schemeClr>
                          </a:solidFill>
                          <a:latin typeface="+mn-lt"/>
                          <a:ea typeface="+mn-ea"/>
                          <a:cs typeface="+mn-cs"/>
                        </a:rPr>
                        <a:t> 탭</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토론정보및참여</a:t>
                      </a:r>
                      <a:r>
                        <a:rPr lang="ko-KR" altLang="en-US" sz="800" kern="1200" dirty="0" smtClean="0">
                          <a:solidFill>
                            <a:schemeClr val="tx1">
                              <a:lumMod val="75000"/>
                              <a:lumOff val="25000"/>
                            </a:schemeClr>
                          </a:solidFill>
                          <a:latin typeface="+mn-lt"/>
                          <a:ea typeface="+mn-ea"/>
                          <a:cs typeface="+mn-cs"/>
                        </a:rPr>
                        <a:t> 화면 링크</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토론방</a:t>
                      </a:r>
                      <a:r>
                        <a:rPr lang="ko-KR" altLang="en-US" sz="800" kern="1200" dirty="0" smtClean="0">
                          <a:solidFill>
                            <a:schemeClr val="tx1">
                              <a:lumMod val="75000"/>
                              <a:lumOff val="25000"/>
                            </a:schemeClr>
                          </a:solidFill>
                          <a:latin typeface="+mn-lt"/>
                          <a:ea typeface="+mn-ea"/>
                          <a:cs typeface="+mn-cs"/>
                        </a:rPr>
                        <a:t> 탭</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토론방</a:t>
                      </a:r>
                      <a:r>
                        <a:rPr lang="ko-KR" altLang="en-US" sz="800" kern="1200" dirty="0" smtClean="0">
                          <a:solidFill>
                            <a:schemeClr val="tx1">
                              <a:lumMod val="75000"/>
                              <a:lumOff val="25000"/>
                            </a:schemeClr>
                          </a:solidFill>
                          <a:latin typeface="+mn-lt"/>
                          <a:ea typeface="+mn-ea"/>
                          <a:cs typeface="+mn-cs"/>
                        </a:rPr>
                        <a:t> 화면 링크</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토론 정보 펼침</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접음</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파일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찬반토론 옵션 설정 정보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카운트</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미참여</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설문참여</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 버튼</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메모 </a:t>
                      </a:r>
                      <a:r>
                        <a:rPr lang="ko-KR" altLang="en-US" sz="800" kern="1200" dirty="0" err="1" smtClean="0">
                          <a:solidFill>
                            <a:schemeClr val="tx1">
                              <a:lumMod val="75000"/>
                              <a:lumOff val="25000"/>
                            </a:schemeClr>
                          </a:solidFill>
                          <a:latin typeface="+mn-ea"/>
                          <a:ea typeface="+mn-ea"/>
                          <a:cs typeface="+mn-cs"/>
                        </a:rPr>
                        <a:t>레이어</a:t>
                      </a:r>
                      <a:r>
                        <a:rPr lang="ko-KR" altLang="en-US" sz="800" kern="1200" dirty="0" smtClean="0">
                          <a:solidFill>
                            <a:schemeClr val="tx1">
                              <a:lumMod val="75000"/>
                              <a:lumOff val="25000"/>
                            </a:schemeClr>
                          </a:solidFill>
                          <a:latin typeface="+mn-ea"/>
                          <a:ea typeface="+mn-ea"/>
                          <a:cs typeface="+mn-cs"/>
                        </a:rPr>
                        <a:t> 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3" name="그룹 392"/>
          <p:cNvGrpSpPr/>
          <p:nvPr/>
        </p:nvGrpSpPr>
        <p:grpSpPr>
          <a:xfrm>
            <a:off x="3036403" y="3387819"/>
            <a:ext cx="234360" cy="200055"/>
            <a:chOff x="1152270" y="11716364"/>
            <a:chExt cx="234360" cy="200055"/>
          </a:xfrm>
        </p:grpSpPr>
        <p:sp>
          <p:nvSpPr>
            <p:cNvPr id="394" name="모서리가 둥근 직사각형 3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5" name="직사각형 39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88" name="그룹 187"/>
          <p:cNvGrpSpPr/>
          <p:nvPr/>
        </p:nvGrpSpPr>
        <p:grpSpPr>
          <a:xfrm>
            <a:off x="5069155" y="9875906"/>
            <a:ext cx="234360" cy="200055"/>
            <a:chOff x="1152270" y="11716364"/>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aphicFrame>
        <p:nvGraphicFramePr>
          <p:cNvPr id="191" name="Group 37"/>
          <p:cNvGraphicFramePr>
            <a:graphicFrameLocks noGrp="1"/>
          </p:cNvGraphicFramePr>
          <p:nvPr>
            <p:extLst>
              <p:ext uri="{D42A27DB-BD31-4B8C-83A1-F6EECF244321}">
                <p14:modId xmlns:p14="http://schemas.microsoft.com/office/powerpoint/2010/main" val="3101912556"/>
              </p:ext>
            </p:extLst>
          </p:nvPr>
        </p:nvGraphicFramePr>
        <p:xfrm>
          <a:off x="1972097" y="9283953"/>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토론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토론 참여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토론 참여하시기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2" name="모서리가 둥근 직사각형 191"/>
          <p:cNvSpPr/>
          <p:nvPr/>
        </p:nvSpPr>
        <p:spPr>
          <a:xfrm>
            <a:off x="8498446" y="931464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3" name="모서리가 둥근 직사각형 192"/>
          <p:cNvSpPr/>
          <p:nvPr/>
        </p:nvSpPr>
        <p:spPr>
          <a:xfrm>
            <a:off x="5263312" y="990764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a:t>
            </a:r>
            <a:r>
              <a:rPr lang="ko-KR" altLang="en-US" sz="800" dirty="0" err="1">
                <a:solidFill>
                  <a:schemeClr val="bg1"/>
                </a:solidFill>
                <a:latin typeface="맑은 고딕" panose="020B0503020000020004" pitchFamily="50" charset="-127"/>
                <a:ea typeface="맑은 고딕" panose="020B0503020000020004" pitchFamily="50" charset="-127"/>
              </a:rPr>
              <a:t>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94" name="그룹 193"/>
          <p:cNvGrpSpPr/>
          <p:nvPr/>
        </p:nvGrpSpPr>
        <p:grpSpPr>
          <a:xfrm>
            <a:off x="8308801" y="9295596"/>
            <a:ext cx="234360" cy="200055"/>
            <a:chOff x="1152270" y="11716364"/>
            <a:chExt cx="234360" cy="200055"/>
          </a:xfrm>
        </p:grpSpPr>
        <p:sp>
          <p:nvSpPr>
            <p:cNvPr id="195" name="모서리가 둥근 직사각형 1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6" name="직사각형 19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197" name="그룹 196"/>
          <p:cNvGrpSpPr/>
          <p:nvPr/>
        </p:nvGrpSpPr>
        <p:grpSpPr>
          <a:xfrm>
            <a:off x="9034657" y="9174512"/>
            <a:ext cx="234360" cy="200055"/>
            <a:chOff x="1152270" y="11716364"/>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187" name="그룹 186"/>
          <p:cNvGrpSpPr/>
          <p:nvPr/>
        </p:nvGrpSpPr>
        <p:grpSpPr>
          <a:xfrm>
            <a:off x="579562" y="2166658"/>
            <a:ext cx="1386586" cy="5317057"/>
            <a:chOff x="579562" y="2166658"/>
            <a:chExt cx="1386586" cy="5317057"/>
          </a:xfrm>
        </p:grpSpPr>
        <p:grpSp>
          <p:nvGrpSpPr>
            <p:cNvPr id="200" name="그룹 199"/>
            <p:cNvGrpSpPr/>
            <p:nvPr/>
          </p:nvGrpSpPr>
          <p:grpSpPr>
            <a:xfrm>
              <a:off x="629956" y="3318264"/>
              <a:ext cx="1332000" cy="180000"/>
              <a:chOff x="666428" y="3785432"/>
              <a:chExt cx="1332000" cy="180000"/>
            </a:xfrm>
          </p:grpSpPr>
          <p:sp>
            <p:nvSpPr>
              <p:cNvPr id="401" name="모서리가 둥근 직사각형 4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0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9956" y="3568824"/>
              <a:ext cx="1332000" cy="180000"/>
              <a:chOff x="666428" y="4310612"/>
              <a:chExt cx="1332000" cy="180000"/>
            </a:xfrm>
          </p:grpSpPr>
          <p:sp>
            <p:nvSpPr>
              <p:cNvPr id="399" name="모서리가 둥근 직사각형 3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0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29955" y="3042501"/>
              <a:ext cx="1332000" cy="180000"/>
              <a:chOff x="666427" y="3266516"/>
              <a:chExt cx="1332000" cy="180000"/>
            </a:xfrm>
          </p:grpSpPr>
          <p:sp>
            <p:nvSpPr>
              <p:cNvPr id="397" name="모서리가 둥근 직사각형 3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98"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29956" y="3854780"/>
              <a:ext cx="1332000" cy="180000"/>
              <a:chOff x="666428" y="4570824"/>
              <a:chExt cx="1332000" cy="180000"/>
            </a:xfrm>
          </p:grpSpPr>
          <p:sp>
            <p:nvSpPr>
              <p:cNvPr id="391" name="모서리가 둥근 직사각형 3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9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5316875"/>
              <a:ext cx="1332000" cy="180000"/>
              <a:chOff x="666428" y="5096004"/>
              <a:chExt cx="1332000" cy="180000"/>
            </a:xfrm>
          </p:grpSpPr>
          <p:sp>
            <p:nvSpPr>
              <p:cNvPr id="386" name="모서리가 둥근 직사각형 385"/>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387"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34148" y="5634789"/>
              <a:ext cx="1332000" cy="180000"/>
              <a:chOff x="666428" y="3785432"/>
              <a:chExt cx="1332000" cy="180000"/>
            </a:xfrm>
          </p:grpSpPr>
          <p:sp>
            <p:nvSpPr>
              <p:cNvPr id="383" name="모서리가 둥근 직사각형 38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8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31150" y="4135825"/>
              <a:ext cx="1332000" cy="180000"/>
              <a:chOff x="666428" y="4570824"/>
              <a:chExt cx="1332000" cy="180000"/>
            </a:xfrm>
          </p:grpSpPr>
          <p:sp>
            <p:nvSpPr>
              <p:cNvPr id="381" name="모서리가 둥근 직사각형 38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8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9956" y="4423395"/>
              <a:ext cx="1332000" cy="180000"/>
              <a:chOff x="666428" y="4310612"/>
              <a:chExt cx="1332000" cy="180000"/>
            </a:xfrm>
          </p:grpSpPr>
          <p:sp>
            <p:nvSpPr>
              <p:cNvPr id="378" name="모서리가 둥근 직사각형 37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7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2" name="TextBox 221"/>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3" name="그룹 222"/>
            <p:cNvGrpSpPr/>
            <p:nvPr/>
          </p:nvGrpSpPr>
          <p:grpSpPr>
            <a:xfrm>
              <a:off x="632520" y="4723068"/>
              <a:ext cx="1332000" cy="180000"/>
              <a:chOff x="666428" y="4310612"/>
              <a:chExt cx="1332000" cy="180000"/>
            </a:xfrm>
          </p:grpSpPr>
          <p:sp>
            <p:nvSpPr>
              <p:cNvPr id="375" name="모서리가 둥근 직사각형 37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7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2752353"/>
              <a:ext cx="1332000" cy="180000"/>
              <a:chOff x="666427" y="3266516"/>
              <a:chExt cx="1332000" cy="180000"/>
            </a:xfrm>
          </p:grpSpPr>
          <p:sp>
            <p:nvSpPr>
              <p:cNvPr id="364" name="모서리가 둥근 직사각형 36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7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5005767"/>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6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6227787"/>
              <a:ext cx="1332000" cy="180000"/>
              <a:chOff x="666428" y="3785432"/>
              <a:chExt cx="1332000" cy="180000"/>
            </a:xfrm>
          </p:grpSpPr>
          <p:sp>
            <p:nvSpPr>
              <p:cNvPr id="346" name="모서리가 둥근 직사각형 34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4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487872"/>
              <a:ext cx="1332000" cy="180000"/>
              <a:chOff x="666428" y="4310612"/>
              <a:chExt cx="1332000" cy="180000"/>
            </a:xfrm>
          </p:grpSpPr>
          <p:sp>
            <p:nvSpPr>
              <p:cNvPr id="325" name="모서리가 둥근 직사각형 32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4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773828"/>
              <a:ext cx="1332000" cy="180000"/>
              <a:chOff x="666428" y="4570824"/>
              <a:chExt cx="1332000" cy="180000"/>
            </a:xfrm>
          </p:grpSpPr>
          <p:sp>
            <p:nvSpPr>
              <p:cNvPr id="261" name="모서리가 둥근 직사각형 26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0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7053155"/>
              <a:ext cx="1332000" cy="180000"/>
              <a:chOff x="666428" y="3785432"/>
              <a:chExt cx="1332000" cy="180000"/>
            </a:xfrm>
          </p:grpSpPr>
          <p:sp>
            <p:nvSpPr>
              <p:cNvPr id="259" name="모서리가 둥근 직사각형 25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6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2520" y="7303715"/>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22995" y="5922821"/>
              <a:ext cx="1332000" cy="180000"/>
              <a:chOff x="666427" y="3266516"/>
              <a:chExt cx="1332000" cy="180000"/>
            </a:xfrm>
          </p:grpSpPr>
          <p:sp>
            <p:nvSpPr>
              <p:cNvPr id="241" name="모서리가 둥근 직사각형 24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54"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944315705"/>
      </p:ext>
    </p:extLst>
  </p:cSld>
  <p:clrMapOvr>
    <a:masterClrMapping/>
  </p:clrMapOvr>
  <p:transition>
    <p:wipe dir="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smtClean="0">
                <a:latin typeface="+mn-ea"/>
                <a:ea typeface="+mn-ea"/>
              </a:rPr>
              <a:t>토론정보 및 참여 </a:t>
            </a:r>
            <a:r>
              <a:rPr lang="en-US" altLang="ko-KR" sz="800" spc="-60" dirty="0" smtClean="0">
                <a:latin typeface="+mn-ea"/>
                <a:ea typeface="+mn-ea"/>
              </a:rPr>
              <a:t>: </a:t>
            </a:r>
            <a:r>
              <a:rPr lang="ko-KR" altLang="en-US" sz="800" spc="-60" dirty="0" err="1" smtClean="0">
                <a:latin typeface="+mn-ea"/>
                <a:ea typeface="+mn-ea"/>
              </a:rPr>
              <a:t>팀토론</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429297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26807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57423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토론정보 및 참여</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1839859442"/>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2074663340"/>
              </p:ext>
            </p:extLst>
          </p:nvPr>
        </p:nvGraphicFramePr>
        <p:xfrm>
          <a:off x="1972097" y="4065463"/>
          <a:ext cx="7470353" cy="1038812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토론내용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55448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토론</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a:t>
                      </a:r>
                      <a:r>
                        <a:rPr lang="en-US" altLang="ko-KR" sz="800" b="0" dirty="0" smtClean="0">
                          <a:solidFill>
                            <a:schemeClr val="tx1">
                              <a:lumMod val="75000"/>
                              <a:lumOff val="25000"/>
                            </a:schemeClr>
                          </a:solidFill>
                          <a:latin typeface="+mn-ea"/>
                        </a:rPr>
                        <a:t>: </a:t>
                      </a:r>
                      <a:r>
                        <a:rPr lang="ko-KR" altLang="en-US" sz="800" b="0" dirty="0" smtClean="0">
                          <a:solidFill>
                            <a:schemeClr val="tx1">
                              <a:lumMod val="75000"/>
                              <a:lumOff val="25000"/>
                            </a:schemeClr>
                          </a:solidFill>
                          <a:latin typeface="+mn-ea"/>
                        </a:rPr>
                        <a:t>토론 학습그룹 </a:t>
                      </a:r>
                      <a:r>
                        <a:rPr lang="en-US" altLang="ko-KR" sz="800" b="0" dirty="0" smtClean="0">
                          <a:solidFill>
                            <a:schemeClr val="tx1">
                              <a:lumMod val="75000"/>
                              <a:lumOff val="25000"/>
                            </a:schemeClr>
                          </a:solidFill>
                          <a:latin typeface="+mn-ea"/>
                        </a:rPr>
                        <a:t>002</a:t>
                      </a:r>
                    </a:p>
                  </a:txBody>
                  <a:tcPr marL="86752" marR="86752" marT="0"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참여글</a:t>
                      </a:r>
                      <a:r>
                        <a:rPr lang="ko-KR" altLang="en-US" sz="800" b="0" dirty="0" smtClean="0">
                          <a:solidFill>
                            <a:schemeClr val="tx1">
                              <a:lumMod val="75000"/>
                              <a:lumOff val="25000"/>
                            </a:schemeClr>
                          </a:solidFill>
                          <a:latin typeface="+mn-ea"/>
                          <a:ea typeface="+mn-ea"/>
                        </a:rPr>
                        <a:t> 보기 옵션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사용 안 함</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답변요청</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17380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찬반 토론으로 설정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4" name="직사각형 213"/>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27" name="TextBox 226"/>
          <p:cNvSpPr txBox="1"/>
          <p:nvPr/>
        </p:nvSpPr>
        <p:spPr>
          <a:xfrm>
            <a:off x="3531890" y="663545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304" name="그룹 303"/>
          <p:cNvGrpSpPr/>
          <p:nvPr/>
        </p:nvGrpSpPr>
        <p:grpSpPr>
          <a:xfrm>
            <a:off x="3216263" y="6957370"/>
            <a:ext cx="2114928" cy="162000"/>
            <a:chOff x="3225788" y="7298382"/>
            <a:chExt cx="2114928" cy="162000"/>
          </a:xfrm>
        </p:grpSpPr>
        <p:sp>
          <p:nvSpPr>
            <p:cNvPr id="327" name="직사각형 32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345"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68" name="직사각형 367"/>
          <p:cNvSpPr/>
          <p:nvPr/>
        </p:nvSpPr>
        <p:spPr>
          <a:xfrm>
            <a:off x="3171849" y="13485737"/>
            <a:ext cx="351038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비율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69" name="직사각형 368"/>
          <p:cNvSpPr/>
          <p:nvPr/>
        </p:nvSpPr>
        <p:spPr>
          <a:xfrm>
            <a:off x="3173378" y="13730916"/>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작성자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70" name="직사각형 369"/>
          <p:cNvSpPr/>
          <p:nvPr/>
        </p:nvSpPr>
        <p:spPr>
          <a:xfrm>
            <a:off x="3173378" y="13972839"/>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의견 글 복수 등록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sp>
        <p:nvSpPr>
          <p:cNvPr id="371" name="직사각형 370"/>
          <p:cNvSpPr/>
          <p:nvPr/>
        </p:nvSpPr>
        <p:spPr>
          <a:xfrm>
            <a:off x="3175473" y="14215922"/>
            <a:ext cx="2629169"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의견 변경가능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grpSp>
        <p:nvGrpSpPr>
          <p:cNvPr id="388" name="그룹 387"/>
          <p:cNvGrpSpPr/>
          <p:nvPr/>
        </p:nvGrpSpPr>
        <p:grpSpPr>
          <a:xfrm>
            <a:off x="3219475" y="4547092"/>
            <a:ext cx="6151862" cy="1148064"/>
            <a:chOff x="3229000" y="4452549"/>
            <a:chExt cx="6151862" cy="1148064"/>
          </a:xfrm>
        </p:grpSpPr>
        <p:sp>
          <p:nvSpPr>
            <p:cNvPr id="389"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a:t>
              </a:r>
              <a:endParaRPr lang="en-US" altLang="ko-KR" sz="800" dirty="0">
                <a:solidFill>
                  <a:schemeClr val="tx1">
                    <a:lumMod val="75000"/>
                    <a:lumOff val="25000"/>
                  </a:schemeClr>
                </a:solidFill>
                <a:latin typeface="+mn-ea"/>
                <a:ea typeface="+mn-ea"/>
              </a:endParaRPr>
            </a:p>
          </p:txBody>
        </p:sp>
        <p:sp>
          <p:nvSpPr>
            <p:cNvPr id="390" name="Track"/>
            <p:cNvSpPr>
              <a:spLocks/>
            </p:cNvSpPr>
            <p:nvPr>
              <p:custDataLst>
                <p:tags r:id="rId5"/>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aphicFrame>
        <p:nvGraphicFramePr>
          <p:cNvPr id="392" name="Group 175"/>
          <p:cNvGraphicFramePr>
            <a:graphicFrameLocks noGrp="1"/>
          </p:cNvGraphicFramePr>
          <p:nvPr>
            <p:extLst>
              <p:ext uri="{D42A27DB-BD31-4B8C-83A1-F6EECF244321}">
                <p14:modId xmlns:p14="http://schemas.microsoft.com/office/powerpoint/2010/main" val="2572019452"/>
              </p:ext>
            </p:extLst>
          </p:nvPr>
        </p:nvGraphicFramePr>
        <p:xfrm>
          <a:off x="9499029" y="4819545"/>
          <a:ext cx="1404156" cy="53667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팀 토론</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예</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인 경우</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학습그룹분류명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학습그룹별 토론 설정 사용여부 </a:t>
                      </a:r>
                      <a:endParaRPr lang="en-US" altLang="ko-KR" sz="800" kern="1200" dirty="0" smtClean="0">
                        <a:solidFill>
                          <a:schemeClr val="tx1">
                            <a:lumMod val="75000"/>
                            <a:lumOff val="25000"/>
                          </a:schemeClr>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사용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사용 </a:t>
                      </a:r>
                      <a:r>
                        <a:rPr lang="ko-KR" altLang="en-US" sz="800" kern="1200" dirty="0" err="1" smtClean="0">
                          <a:solidFill>
                            <a:schemeClr val="tx1">
                              <a:lumMod val="75000"/>
                              <a:lumOff val="25000"/>
                            </a:schemeClr>
                          </a:solidFill>
                          <a:latin typeface="+mn-lt"/>
                          <a:ea typeface="+mn-ea"/>
                          <a:cs typeface="+mn-cs"/>
                        </a:rPr>
                        <a:t>안함</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188" name="그룹 187"/>
          <p:cNvGrpSpPr/>
          <p:nvPr/>
        </p:nvGrpSpPr>
        <p:grpSpPr>
          <a:xfrm>
            <a:off x="4603199" y="7163891"/>
            <a:ext cx="234360" cy="200055"/>
            <a:chOff x="1152270" y="11716364"/>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191" name="Group 37"/>
          <p:cNvGraphicFramePr>
            <a:graphicFrameLocks noGrp="1"/>
          </p:cNvGraphicFramePr>
          <p:nvPr>
            <p:extLst>
              <p:ext uri="{D42A27DB-BD31-4B8C-83A1-F6EECF244321}">
                <p14:modId xmlns:p14="http://schemas.microsoft.com/office/powerpoint/2010/main" val="2272770025"/>
              </p:ext>
            </p:extLst>
          </p:nvPr>
        </p:nvGraphicFramePr>
        <p:xfrm>
          <a:off x="3253383" y="7398965"/>
          <a:ext cx="5741591" cy="5237534"/>
        </p:xfrm>
        <a:graphic>
          <a:graphicData uri="http://schemas.openxmlformats.org/drawingml/2006/table">
            <a:tbl>
              <a:tblPr/>
              <a:tblGrid>
                <a:gridCol w="345183"/>
                <a:gridCol w="715887"/>
                <a:gridCol w="3744417"/>
                <a:gridCol w="936104"/>
              </a:tblGrid>
              <a:tr h="287984">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학습그룹별 토론 설정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798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구성원</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19707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1</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493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25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76432">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2</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300028">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3</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4</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267612">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첨부파일</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bl>
          </a:graphicData>
        </a:graphic>
      </p:graphicFrame>
      <p:grpSp>
        <p:nvGrpSpPr>
          <p:cNvPr id="192" name="그룹 191"/>
          <p:cNvGrpSpPr/>
          <p:nvPr/>
        </p:nvGrpSpPr>
        <p:grpSpPr>
          <a:xfrm>
            <a:off x="4349281" y="8216502"/>
            <a:ext cx="3663061" cy="600864"/>
            <a:chOff x="3229000" y="4452549"/>
            <a:chExt cx="3663061" cy="600864"/>
          </a:xfrm>
        </p:grpSpPr>
        <p:sp>
          <p:nvSpPr>
            <p:cNvPr id="193"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94" name="Track"/>
            <p:cNvSpPr>
              <a:spLocks/>
            </p:cNvSpPr>
            <p:nvPr>
              <p:custDataLst>
                <p:tags r:id="rId4"/>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95" name="그룹 194"/>
          <p:cNvGrpSpPr/>
          <p:nvPr/>
        </p:nvGrpSpPr>
        <p:grpSpPr>
          <a:xfrm>
            <a:off x="4357758" y="8917532"/>
            <a:ext cx="2114928" cy="162000"/>
            <a:chOff x="3225788" y="7298382"/>
            <a:chExt cx="2114928" cy="162000"/>
          </a:xfrm>
        </p:grpSpPr>
        <p:sp>
          <p:nvSpPr>
            <p:cNvPr id="196" name="직사각형 195"/>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97"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98" name="그룹 197"/>
          <p:cNvGrpSpPr/>
          <p:nvPr/>
        </p:nvGrpSpPr>
        <p:grpSpPr>
          <a:xfrm>
            <a:off x="4348361" y="9386614"/>
            <a:ext cx="3663061" cy="600864"/>
            <a:chOff x="3229000" y="4452549"/>
            <a:chExt cx="3663061" cy="600864"/>
          </a:xfrm>
        </p:grpSpPr>
        <p:sp>
          <p:nvSpPr>
            <p:cNvPr id="199"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200" name="Track"/>
            <p:cNvSpPr>
              <a:spLocks/>
            </p:cNvSpPr>
            <p:nvPr>
              <p:custDataLst>
                <p:tags r:id="rId3"/>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01" name="그룹 200"/>
          <p:cNvGrpSpPr/>
          <p:nvPr/>
        </p:nvGrpSpPr>
        <p:grpSpPr>
          <a:xfrm>
            <a:off x="4356838" y="10087644"/>
            <a:ext cx="2114928" cy="162000"/>
            <a:chOff x="3225788" y="7298382"/>
            <a:chExt cx="2114928" cy="162000"/>
          </a:xfrm>
        </p:grpSpPr>
        <p:sp>
          <p:nvSpPr>
            <p:cNvPr id="202" name="직사각형 201"/>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04"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06" name="그룹 205"/>
          <p:cNvGrpSpPr/>
          <p:nvPr/>
        </p:nvGrpSpPr>
        <p:grpSpPr>
          <a:xfrm>
            <a:off x="4348361" y="10568383"/>
            <a:ext cx="3663061" cy="600864"/>
            <a:chOff x="3229000" y="4452549"/>
            <a:chExt cx="3663061" cy="600864"/>
          </a:xfrm>
        </p:grpSpPr>
        <p:sp>
          <p:nvSpPr>
            <p:cNvPr id="219"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220" name="Track"/>
            <p:cNvSpPr>
              <a:spLocks/>
            </p:cNvSpPr>
            <p:nvPr>
              <p:custDataLst>
                <p:tags r:id="rId2"/>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21" name="그룹 220"/>
          <p:cNvGrpSpPr/>
          <p:nvPr/>
        </p:nvGrpSpPr>
        <p:grpSpPr>
          <a:xfrm>
            <a:off x="4356838" y="11259888"/>
            <a:ext cx="2114928" cy="162000"/>
            <a:chOff x="3225788" y="7298382"/>
            <a:chExt cx="2114928" cy="162000"/>
          </a:xfrm>
        </p:grpSpPr>
        <p:sp>
          <p:nvSpPr>
            <p:cNvPr id="222" name="직사각형 221"/>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3"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24" name="그룹 223"/>
          <p:cNvGrpSpPr/>
          <p:nvPr/>
        </p:nvGrpSpPr>
        <p:grpSpPr>
          <a:xfrm>
            <a:off x="4348361" y="11720511"/>
            <a:ext cx="3663061" cy="600864"/>
            <a:chOff x="3229000" y="4452549"/>
            <a:chExt cx="3663061" cy="600864"/>
          </a:xfrm>
        </p:grpSpPr>
        <p:sp>
          <p:nvSpPr>
            <p:cNvPr id="225"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226" name="Track"/>
            <p:cNvSpPr>
              <a:spLocks/>
            </p:cNvSpPr>
            <p:nvPr>
              <p:custDataLst>
                <p:tags r:id="rId1"/>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28" name="그룹 227"/>
          <p:cNvGrpSpPr/>
          <p:nvPr/>
        </p:nvGrpSpPr>
        <p:grpSpPr>
          <a:xfrm>
            <a:off x="4356838" y="12421541"/>
            <a:ext cx="2114928" cy="162000"/>
            <a:chOff x="3225788" y="7298382"/>
            <a:chExt cx="2114928" cy="162000"/>
          </a:xfrm>
        </p:grpSpPr>
        <p:sp>
          <p:nvSpPr>
            <p:cNvPr id="229" name="직사각형 22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30"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33" name="직사각형 232"/>
          <p:cNvSpPr/>
          <p:nvPr/>
        </p:nvSpPr>
        <p:spPr>
          <a:xfrm>
            <a:off x="1947714" y="7168939"/>
            <a:ext cx="7484640" cy="5505660"/>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grpSp>
        <p:nvGrpSpPr>
          <p:cNvPr id="234" name="그룹 233"/>
          <p:cNvGrpSpPr/>
          <p:nvPr/>
        </p:nvGrpSpPr>
        <p:grpSpPr>
          <a:xfrm>
            <a:off x="1878542" y="7110933"/>
            <a:ext cx="234360" cy="200055"/>
            <a:chOff x="1152270" y="11716364"/>
            <a:chExt cx="234360" cy="200055"/>
          </a:xfrm>
        </p:grpSpPr>
        <p:sp>
          <p:nvSpPr>
            <p:cNvPr id="240" name="모서리가 둥근 직사각형 23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1" name="직사각형 24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54" name="그룹 253"/>
          <p:cNvGrpSpPr/>
          <p:nvPr/>
        </p:nvGrpSpPr>
        <p:grpSpPr>
          <a:xfrm>
            <a:off x="4573910" y="7451923"/>
            <a:ext cx="234360" cy="200055"/>
            <a:chOff x="1152270" y="11716364"/>
            <a:chExt cx="234360" cy="200055"/>
          </a:xfrm>
        </p:grpSpPr>
        <p:sp>
          <p:nvSpPr>
            <p:cNvPr id="255" name="모서리가 둥근 직사각형 25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6" name="직사각형 25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16" name="그룹 215"/>
          <p:cNvGrpSpPr/>
          <p:nvPr/>
        </p:nvGrpSpPr>
        <p:grpSpPr>
          <a:xfrm>
            <a:off x="5069155" y="15147618"/>
            <a:ext cx="234360" cy="200055"/>
            <a:chOff x="1152270" y="11716364"/>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aphicFrame>
        <p:nvGraphicFramePr>
          <p:cNvPr id="231" name="Group 37"/>
          <p:cNvGraphicFramePr>
            <a:graphicFrameLocks noGrp="1"/>
          </p:cNvGraphicFramePr>
          <p:nvPr>
            <p:extLst>
              <p:ext uri="{D42A27DB-BD31-4B8C-83A1-F6EECF244321}">
                <p14:modId xmlns:p14="http://schemas.microsoft.com/office/powerpoint/2010/main" val="1858385607"/>
              </p:ext>
            </p:extLst>
          </p:nvPr>
        </p:nvGraphicFramePr>
        <p:xfrm>
          <a:off x="1972097" y="14555665"/>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토론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토론 참여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토론 참여하시기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32" name="모서리가 둥근 직사각형 231"/>
          <p:cNvSpPr/>
          <p:nvPr/>
        </p:nvSpPr>
        <p:spPr>
          <a:xfrm>
            <a:off x="8498446" y="1458635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9" name="모서리가 둥근 직사각형 238"/>
          <p:cNvSpPr/>
          <p:nvPr/>
        </p:nvSpPr>
        <p:spPr>
          <a:xfrm>
            <a:off x="5263312" y="1517935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a:t>
            </a:r>
            <a:r>
              <a:rPr lang="ko-KR" altLang="en-US" sz="800" dirty="0" err="1">
                <a:solidFill>
                  <a:schemeClr val="bg1"/>
                </a:solidFill>
                <a:latin typeface="맑은 고딕" panose="020B0503020000020004" pitchFamily="50" charset="-127"/>
                <a:ea typeface="맑은 고딕" panose="020B0503020000020004" pitchFamily="50" charset="-127"/>
              </a:rPr>
              <a:t>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57" name="그룹 256"/>
          <p:cNvGrpSpPr/>
          <p:nvPr/>
        </p:nvGrpSpPr>
        <p:grpSpPr>
          <a:xfrm>
            <a:off x="8308801" y="14567308"/>
            <a:ext cx="234360" cy="200055"/>
            <a:chOff x="1152270" y="11716364"/>
            <a:chExt cx="234360" cy="200055"/>
          </a:xfrm>
        </p:grpSpPr>
        <p:sp>
          <p:nvSpPr>
            <p:cNvPr id="258" name="모서리가 둥근 직사각형 25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9" name="직사각형 25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60" name="그룹 259"/>
          <p:cNvGrpSpPr/>
          <p:nvPr/>
        </p:nvGrpSpPr>
        <p:grpSpPr>
          <a:xfrm>
            <a:off x="9034657" y="14446224"/>
            <a:ext cx="234360" cy="200055"/>
            <a:chOff x="1152270" y="11716364"/>
            <a:chExt cx="234360" cy="200055"/>
          </a:xfrm>
        </p:grpSpPr>
        <p:sp>
          <p:nvSpPr>
            <p:cNvPr id="261" name="모서리가 둥근 직사각형 2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3" name="직사각형 30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325" name="그룹 324"/>
          <p:cNvGrpSpPr/>
          <p:nvPr/>
        </p:nvGrpSpPr>
        <p:grpSpPr>
          <a:xfrm>
            <a:off x="579562" y="2166658"/>
            <a:ext cx="1386586" cy="5317057"/>
            <a:chOff x="579562" y="2166658"/>
            <a:chExt cx="1386586" cy="5317057"/>
          </a:xfrm>
        </p:grpSpPr>
        <p:grpSp>
          <p:nvGrpSpPr>
            <p:cNvPr id="343" name="그룹 342"/>
            <p:cNvGrpSpPr/>
            <p:nvPr/>
          </p:nvGrpSpPr>
          <p:grpSpPr>
            <a:xfrm>
              <a:off x="629956" y="3318264"/>
              <a:ext cx="1332000" cy="180000"/>
              <a:chOff x="666428" y="3785432"/>
              <a:chExt cx="1332000" cy="180000"/>
            </a:xfrm>
          </p:grpSpPr>
          <p:sp>
            <p:nvSpPr>
              <p:cNvPr id="422" name="모서리가 둥근 직사각형 42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2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29956" y="3568824"/>
              <a:ext cx="1332000" cy="180000"/>
              <a:chOff x="666428" y="4310612"/>
              <a:chExt cx="1332000" cy="180000"/>
            </a:xfrm>
          </p:grpSpPr>
          <p:sp>
            <p:nvSpPr>
              <p:cNvPr id="420" name="모서리가 둥근 직사각형 41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21"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29955" y="3042501"/>
              <a:ext cx="1332000" cy="180000"/>
              <a:chOff x="666427" y="3266516"/>
              <a:chExt cx="1332000" cy="180000"/>
            </a:xfrm>
          </p:grpSpPr>
          <p:sp>
            <p:nvSpPr>
              <p:cNvPr id="418" name="모서리가 둥근 직사각형 41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19"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4" name="그룹 353"/>
            <p:cNvGrpSpPr/>
            <p:nvPr/>
          </p:nvGrpSpPr>
          <p:grpSpPr>
            <a:xfrm>
              <a:off x="629956" y="3854780"/>
              <a:ext cx="1332000" cy="180000"/>
              <a:chOff x="666428" y="4570824"/>
              <a:chExt cx="1332000" cy="180000"/>
            </a:xfrm>
          </p:grpSpPr>
          <p:sp>
            <p:nvSpPr>
              <p:cNvPr id="416" name="모서리가 둥근 직사각형 41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17"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29956" y="5316875"/>
              <a:ext cx="1332000" cy="180000"/>
              <a:chOff x="666428" y="5096004"/>
              <a:chExt cx="1332000" cy="180000"/>
            </a:xfrm>
          </p:grpSpPr>
          <p:sp>
            <p:nvSpPr>
              <p:cNvPr id="414" name="모서리가 둥근 직사각형 413"/>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415"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34148" y="5634789"/>
              <a:ext cx="1332000" cy="180000"/>
              <a:chOff x="666428" y="3785432"/>
              <a:chExt cx="1332000" cy="180000"/>
            </a:xfrm>
          </p:grpSpPr>
          <p:sp>
            <p:nvSpPr>
              <p:cNvPr id="412" name="모서리가 둥근 직사각형 41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1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4" name="그룹 363"/>
            <p:cNvGrpSpPr/>
            <p:nvPr/>
          </p:nvGrpSpPr>
          <p:grpSpPr>
            <a:xfrm>
              <a:off x="631150" y="4135825"/>
              <a:ext cx="1332000" cy="180000"/>
              <a:chOff x="666428" y="4570824"/>
              <a:chExt cx="1332000" cy="180000"/>
            </a:xfrm>
          </p:grpSpPr>
          <p:sp>
            <p:nvSpPr>
              <p:cNvPr id="410" name="모서리가 둥근 직사각형 40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11"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29956" y="4423395"/>
              <a:ext cx="1332000" cy="180000"/>
              <a:chOff x="666428" y="4310612"/>
              <a:chExt cx="1332000" cy="180000"/>
            </a:xfrm>
          </p:grpSpPr>
          <p:sp>
            <p:nvSpPr>
              <p:cNvPr id="408" name="모서리가 둥근 직사각형 40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0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67" name="TextBox 36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72" name="그룹 371"/>
            <p:cNvGrpSpPr/>
            <p:nvPr/>
          </p:nvGrpSpPr>
          <p:grpSpPr>
            <a:xfrm>
              <a:off x="632520" y="4723068"/>
              <a:ext cx="1332000" cy="180000"/>
              <a:chOff x="666428" y="4310612"/>
              <a:chExt cx="1332000" cy="180000"/>
            </a:xfrm>
          </p:grpSpPr>
          <p:sp>
            <p:nvSpPr>
              <p:cNvPr id="406" name="모서리가 둥근 직사각형 40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07"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5" name="그룹 374"/>
            <p:cNvGrpSpPr/>
            <p:nvPr/>
          </p:nvGrpSpPr>
          <p:grpSpPr>
            <a:xfrm>
              <a:off x="632520" y="2752353"/>
              <a:ext cx="1332000" cy="180000"/>
              <a:chOff x="666427" y="3266516"/>
              <a:chExt cx="1332000" cy="180000"/>
            </a:xfrm>
          </p:grpSpPr>
          <p:sp>
            <p:nvSpPr>
              <p:cNvPr id="404" name="모서리가 둥근 직사각형 40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05"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6" name="그룹 375"/>
            <p:cNvGrpSpPr/>
            <p:nvPr/>
          </p:nvGrpSpPr>
          <p:grpSpPr>
            <a:xfrm>
              <a:off x="632520" y="5005767"/>
              <a:ext cx="1332000" cy="180000"/>
              <a:chOff x="666428" y="4310612"/>
              <a:chExt cx="1332000" cy="180000"/>
            </a:xfrm>
          </p:grpSpPr>
          <p:sp>
            <p:nvSpPr>
              <p:cNvPr id="402" name="모서리가 둥근 직사각형 40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03"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7" name="그룹 376"/>
            <p:cNvGrpSpPr/>
            <p:nvPr/>
          </p:nvGrpSpPr>
          <p:grpSpPr>
            <a:xfrm>
              <a:off x="632520" y="6227787"/>
              <a:ext cx="1332000" cy="180000"/>
              <a:chOff x="666428" y="3785432"/>
              <a:chExt cx="1332000" cy="180000"/>
            </a:xfrm>
          </p:grpSpPr>
          <p:sp>
            <p:nvSpPr>
              <p:cNvPr id="400" name="모서리가 둥근 직사각형 39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0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8" name="그룹 377"/>
            <p:cNvGrpSpPr/>
            <p:nvPr/>
          </p:nvGrpSpPr>
          <p:grpSpPr>
            <a:xfrm>
              <a:off x="632520" y="6487872"/>
              <a:ext cx="1332000" cy="180000"/>
              <a:chOff x="666428" y="4310612"/>
              <a:chExt cx="1332000" cy="180000"/>
            </a:xfrm>
          </p:grpSpPr>
          <p:sp>
            <p:nvSpPr>
              <p:cNvPr id="398" name="모서리가 둥근 직사각형 39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99"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9" name="그룹 378"/>
            <p:cNvGrpSpPr/>
            <p:nvPr/>
          </p:nvGrpSpPr>
          <p:grpSpPr>
            <a:xfrm>
              <a:off x="632520" y="6773828"/>
              <a:ext cx="1332000" cy="180000"/>
              <a:chOff x="666428" y="4570824"/>
              <a:chExt cx="1332000" cy="180000"/>
            </a:xfrm>
          </p:grpSpPr>
          <p:sp>
            <p:nvSpPr>
              <p:cNvPr id="396" name="모서리가 둥근 직사각형 39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97" name="Picture 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0" name="그룹 379"/>
            <p:cNvGrpSpPr/>
            <p:nvPr/>
          </p:nvGrpSpPr>
          <p:grpSpPr>
            <a:xfrm>
              <a:off x="632520" y="7053155"/>
              <a:ext cx="1332000" cy="180000"/>
              <a:chOff x="666428" y="3785432"/>
              <a:chExt cx="1332000" cy="180000"/>
            </a:xfrm>
          </p:grpSpPr>
          <p:sp>
            <p:nvSpPr>
              <p:cNvPr id="394" name="모서리가 둥근 직사각형 39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9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1" name="그룹 380"/>
            <p:cNvGrpSpPr/>
            <p:nvPr/>
          </p:nvGrpSpPr>
          <p:grpSpPr>
            <a:xfrm>
              <a:off x="632520" y="7303715"/>
              <a:ext cx="1332000" cy="180000"/>
              <a:chOff x="666428" y="4310612"/>
              <a:chExt cx="1332000" cy="180000"/>
            </a:xfrm>
          </p:grpSpPr>
          <p:sp>
            <p:nvSpPr>
              <p:cNvPr id="391" name="모서리가 둥근 직사각형 39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93" name="Picture 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3" name="그룹 382"/>
            <p:cNvGrpSpPr/>
            <p:nvPr/>
          </p:nvGrpSpPr>
          <p:grpSpPr>
            <a:xfrm>
              <a:off x="622995" y="5922821"/>
              <a:ext cx="1332000" cy="180000"/>
              <a:chOff x="666427" y="3266516"/>
              <a:chExt cx="1332000" cy="180000"/>
            </a:xfrm>
          </p:grpSpPr>
          <p:sp>
            <p:nvSpPr>
              <p:cNvPr id="384" name="모서리가 둥근 직사각형 38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85" name="Picture 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7607771" y="378484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7" name="그룹 236"/>
          <p:cNvGrpSpPr/>
          <p:nvPr/>
        </p:nvGrpSpPr>
        <p:grpSpPr>
          <a:xfrm>
            <a:off x="9873927" y="4251526"/>
            <a:ext cx="2052001" cy="3560806"/>
            <a:chOff x="1100571" y="3012284"/>
            <a:chExt cx="2052001" cy="3560806"/>
          </a:xfrm>
        </p:grpSpPr>
        <p:sp>
          <p:nvSpPr>
            <p:cNvPr id="238" name="직사각형 237"/>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3" name="직사각형 242"/>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244" name="직사각형 243"/>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45" name="모서리가 둥근 직사각형 244"/>
          <p:cNvSpPr/>
          <p:nvPr/>
        </p:nvSpPr>
        <p:spPr>
          <a:xfrm>
            <a:off x="10489396" y="747662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46" name="Group 37"/>
          <p:cNvGraphicFramePr>
            <a:graphicFrameLocks noGrp="1"/>
          </p:cNvGraphicFramePr>
          <p:nvPr>
            <p:extLst>
              <p:ext uri="{D42A27DB-BD31-4B8C-83A1-F6EECF244321}">
                <p14:modId xmlns:p14="http://schemas.microsoft.com/office/powerpoint/2010/main" val="243961499"/>
              </p:ext>
            </p:extLst>
          </p:nvPr>
        </p:nvGraphicFramePr>
        <p:xfrm>
          <a:off x="9945935" y="4548376"/>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247" name="꺾인 연결선 246"/>
          <p:cNvCxnSpPr>
            <a:stCxn id="236" idx="2"/>
            <a:endCxn id="242" idx="0"/>
          </p:cNvCxnSpPr>
          <p:nvPr/>
        </p:nvCxnSpPr>
        <p:spPr>
          <a:xfrm rot="16200000" flipH="1">
            <a:off x="9325786" y="2696832"/>
            <a:ext cx="306127" cy="2842157"/>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3359066"/>
      </p:ext>
    </p:extLst>
  </p:cSld>
  <p:clrMapOvr>
    <a:masterClrMapping/>
  </p:clrMapOvr>
  <p:transition>
    <p:wipe dir="r"/>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smtClean="0">
                <a:latin typeface="+mn-ea"/>
                <a:ea typeface="+mn-ea"/>
              </a:rPr>
              <a:t>토론정보 및 참여 </a:t>
            </a:r>
            <a:r>
              <a:rPr lang="en-US" altLang="ko-KR" sz="800" spc="-60" dirty="0" smtClean="0">
                <a:latin typeface="+mn-ea"/>
                <a:ea typeface="+mn-ea"/>
              </a:rPr>
              <a:t>: </a:t>
            </a:r>
            <a:r>
              <a:rPr lang="ko-KR" altLang="en-US" sz="800" spc="-60" dirty="0" smtClean="0">
                <a:latin typeface="+mn-ea"/>
                <a:ea typeface="+mn-ea"/>
              </a:rPr>
              <a:t>토론 참여 후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9828473"/>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28773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127787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토론정보 및 참여</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1760143232"/>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3550322625"/>
              </p:ext>
            </p:extLst>
          </p:nvPr>
        </p:nvGraphicFramePr>
        <p:xfrm>
          <a:off x="1972097" y="4065463"/>
          <a:ext cx="7470353" cy="512417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토론내용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토론</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참여글</a:t>
                      </a:r>
                      <a:r>
                        <a:rPr lang="ko-KR" altLang="en-US" sz="800" b="0" dirty="0" smtClean="0">
                          <a:solidFill>
                            <a:schemeClr val="tx1">
                              <a:lumMod val="75000"/>
                              <a:lumOff val="25000"/>
                            </a:schemeClr>
                          </a:solidFill>
                          <a:latin typeface="+mn-ea"/>
                          <a:ea typeface="+mn-ea"/>
                        </a:rPr>
                        <a:t> 보기 옵션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사용 안 함</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답변요청</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17380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찬반 토론으로 설정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4" name="직사각형 213"/>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27" name="TextBox 226"/>
          <p:cNvSpPr txBox="1"/>
          <p:nvPr/>
        </p:nvSpPr>
        <p:spPr>
          <a:xfrm>
            <a:off x="3531890" y="663545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304" name="그룹 303"/>
          <p:cNvGrpSpPr/>
          <p:nvPr/>
        </p:nvGrpSpPr>
        <p:grpSpPr>
          <a:xfrm>
            <a:off x="3216263" y="6957370"/>
            <a:ext cx="2114928" cy="162000"/>
            <a:chOff x="3225788" y="7298382"/>
            <a:chExt cx="2114928" cy="162000"/>
          </a:xfrm>
        </p:grpSpPr>
        <p:sp>
          <p:nvSpPr>
            <p:cNvPr id="327" name="직사각형 32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345"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68" name="직사각형 367"/>
          <p:cNvSpPr/>
          <p:nvPr/>
        </p:nvSpPr>
        <p:spPr>
          <a:xfrm>
            <a:off x="3171849" y="8244011"/>
            <a:ext cx="351038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비율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69" name="직사각형 368"/>
          <p:cNvSpPr/>
          <p:nvPr/>
        </p:nvSpPr>
        <p:spPr>
          <a:xfrm>
            <a:off x="3173378" y="8489190"/>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작성자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70" name="직사각형 369"/>
          <p:cNvSpPr/>
          <p:nvPr/>
        </p:nvSpPr>
        <p:spPr>
          <a:xfrm>
            <a:off x="3173378" y="8731113"/>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의견 글 복수 등록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sp>
        <p:nvSpPr>
          <p:cNvPr id="371" name="직사각형 370"/>
          <p:cNvSpPr/>
          <p:nvPr/>
        </p:nvSpPr>
        <p:spPr>
          <a:xfrm>
            <a:off x="3175473" y="8974196"/>
            <a:ext cx="2629169"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의견 변경가능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grpSp>
        <p:nvGrpSpPr>
          <p:cNvPr id="388" name="그룹 387"/>
          <p:cNvGrpSpPr/>
          <p:nvPr/>
        </p:nvGrpSpPr>
        <p:grpSpPr>
          <a:xfrm>
            <a:off x="3219475" y="4547092"/>
            <a:ext cx="6151862" cy="1148064"/>
            <a:chOff x="3229000" y="4452549"/>
            <a:chExt cx="6151862" cy="1148064"/>
          </a:xfrm>
        </p:grpSpPr>
        <p:sp>
          <p:nvSpPr>
            <p:cNvPr id="389"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a:t>
              </a:r>
              <a:endParaRPr lang="en-US" altLang="ko-KR" sz="800" dirty="0">
                <a:solidFill>
                  <a:schemeClr val="tx1">
                    <a:lumMod val="75000"/>
                    <a:lumOff val="25000"/>
                  </a:schemeClr>
                </a:solidFill>
                <a:latin typeface="+mn-ea"/>
                <a:ea typeface="+mn-ea"/>
              </a:endParaRPr>
            </a:p>
          </p:txBody>
        </p:sp>
        <p:sp>
          <p:nvSpPr>
            <p:cNvPr id="390"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aphicFrame>
        <p:nvGraphicFramePr>
          <p:cNvPr id="392" name="Group 175"/>
          <p:cNvGraphicFramePr>
            <a:graphicFrameLocks noGrp="1"/>
          </p:cNvGraphicFramePr>
          <p:nvPr>
            <p:extLst>
              <p:ext uri="{D42A27DB-BD31-4B8C-83A1-F6EECF244321}">
                <p14:modId xmlns:p14="http://schemas.microsoft.com/office/powerpoint/2010/main" val="876757762"/>
              </p:ext>
            </p:extLst>
          </p:nvPr>
        </p:nvGraphicFramePr>
        <p:xfrm>
          <a:off x="9499029" y="5385209"/>
          <a:ext cx="1404156" cy="50010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lt"/>
                          <a:ea typeface="+mn-ea"/>
                          <a:cs typeface="+mn-cs"/>
                        </a:rPr>
                        <a:t>토론방</a:t>
                      </a:r>
                      <a:r>
                        <a:rPr lang="ko-KR" altLang="en-US" sz="800" kern="1200" baseline="0" dirty="0" smtClean="0">
                          <a:solidFill>
                            <a:schemeClr val="tx1">
                              <a:lumMod val="75000"/>
                              <a:lumOff val="25000"/>
                            </a:schemeClr>
                          </a:solidFill>
                          <a:latin typeface="+mn-lt"/>
                          <a:ea typeface="+mn-ea"/>
                          <a:cs typeface="+mn-cs"/>
                        </a:rPr>
                        <a:t> 참여 기록</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메모 </a:t>
                      </a:r>
                      <a:r>
                        <a:rPr lang="ko-KR" altLang="en-US" sz="800" kern="1200" dirty="0" err="1" smtClean="0">
                          <a:solidFill>
                            <a:schemeClr val="tx1">
                              <a:lumMod val="75000"/>
                              <a:lumOff val="25000"/>
                            </a:schemeClr>
                          </a:solidFill>
                          <a:latin typeface="+mn-ea"/>
                          <a:ea typeface="+mn-ea"/>
                          <a:cs typeface="+mn-cs"/>
                        </a:rPr>
                        <a:t>레이어</a:t>
                      </a:r>
                      <a:r>
                        <a:rPr lang="ko-KR" altLang="en-US" sz="800" kern="1200" dirty="0" smtClean="0">
                          <a:solidFill>
                            <a:schemeClr val="tx1">
                              <a:lumMod val="75000"/>
                              <a:lumOff val="25000"/>
                            </a:schemeClr>
                          </a:solidFill>
                          <a:latin typeface="+mn-ea"/>
                          <a:ea typeface="+mn-ea"/>
                          <a:cs typeface="+mn-cs"/>
                        </a:rPr>
                        <a:t> 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aphicFrame>
        <p:nvGraphicFramePr>
          <p:cNvPr id="187" name="Group 37"/>
          <p:cNvGraphicFramePr>
            <a:graphicFrameLocks noGrp="1"/>
          </p:cNvGraphicFramePr>
          <p:nvPr>
            <p:extLst>
              <p:ext uri="{D42A27DB-BD31-4B8C-83A1-F6EECF244321}">
                <p14:modId xmlns:p14="http://schemas.microsoft.com/office/powerpoint/2010/main" val="1572549765"/>
              </p:ext>
            </p:extLst>
          </p:nvPr>
        </p:nvGraphicFramePr>
        <p:xfrm>
          <a:off x="1972097" y="9271173"/>
          <a:ext cx="7470355" cy="1384354"/>
        </p:xfrm>
        <a:graphic>
          <a:graphicData uri="http://schemas.openxmlformats.org/drawingml/2006/table">
            <a:tbl>
              <a:tblPr/>
              <a:tblGrid>
                <a:gridCol w="460623"/>
                <a:gridCol w="2196244"/>
                <a:gridCol w="2196244"/>
                <a:gridCol w="1308622"/>
                <a:gridCol w="1308622"/>
              </a:tblGrid>
              <a:tr h="248726">
                <a:tc gridSpan="5">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토론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4</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토론글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1 /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3</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3</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chemeClr val="tx1">
                              <a:lumMod val="75000"/>
                              <a:lumOff val="25000"/>
                            </a:schemeClr>
                          </a:solidFill>
                          <a:latin typeface="+mn-ea"/>
                          <a:ea typeface="+mn-ea"/>
                        </a:rPr>
                        <a:t>토론글 </a:t>
                      </a:r>
                      <a:r>
                        <a:rPr lang="en-US" altLang="ko-KR" sz="800" b="0" smtClean="0">
                          <a:solidFill>
                            <a:schemeClr val="tx1">
                              <a:lumMod val="75000"/>
                              <a:lumOff val="25000"/>
                            </a:schemeClr>
                          </a:solidFill>
                          <a:latin typeface="+mn-ea"/>
                          <a:ea typeface="+mn-ea"/>
                        </a:rPr>
                        <a:t>: 1 / </a:t>
                      </a:r>
                      <a:r>
                        <a:rPr lang="ko-KR" altLang="en-US" sz="800" b="0" smtClean="0">
                          <a:solidFill>
                            <a:schemeClr val="tx1">
                              <a:lumMod val="75000"/>
                              <a:lumOff val="25000"/>
                            </a:schemeClr>
                          </a:solidFill>
                          <a:latin typeface="+mn-ea"/>
                          <a:ea typeface="+mn-ea"/>
                        </a:rPr>
                        <a:t>댓글 </a:t>
                      </a:r>
                      <a:r>
                        <a:rPr lang="en-US" altLang="ko-KR" sz="800" b="0" smtClean="0">
                          <a:solidFill>
                            <a:schemeClr val="tx1">
                              <a:lumMod val="75000"/>
                              <a:lumOff val="25000"/>
                            </a:schemeClr>
                          </a:solidFill>
                          <a:latin typeface="+mn-ea"/>
                          <a:ea typeface="+mn-ea"/>
                        </a:rPr>
                        <a:t>: 3</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smtClean="0">
                          <a:solidFill>
                            <a:schemeClr val="tx1">
                              <a:lumMod val="75000"/>
                              <a:lumOff val="25000"/>
                            </a:schemeClr>
                          </a:solidFill>
                          <a:latin typeface="+mn-ea"/>
                          <a:ea typeface="+mn-ea"/>
                        </a:rPr>
                        <a:t>토론글 </a:t>
                      </a:r>
                      <a:r>
                        <a:rPr lang="en-US" altLang="ko-KR" sz="800" b="0" smtClean="0">
                          <a:solidFill>
                            <a:schemeClr val="tx1">
                              <a:lumMod val="75000"/>
                              <a:lumOff val="25000"/>
                            </a:schemeClr>
                          </a:solidFill>
                          <a:latin typeface="+mn-ea"/>
                          <a:ea typeface="+mn-ea"/>
                        </a:rPr>
                        <a:t>: 1 / </a:t>
                      </a:r>
                      <a:r>
                        <a:rPr lang="ko-KR" altLang="en-US" sz="800" b="0" smtClean="0">
                          <a:solidFill>
                            <a:schemeClr val="tx1">
                              <a:lumMod val="75000"/>
                              <a:lumOff val="25000"/>
                            </a:schemeClr>
                          </a:solidFill>
                          <a:latin typeface="+mn-ea"/>
                          <a:ea typeface="+mn-ea"/>
                        </a:rPr>
                        <a:t>댓글 </a:t>
                      </a:r>
                      <a:r>
                        <a:rPr lang="en-US" altLang="ko-KR" sz="800" b="0" smtClean="0">
                          <a:solidFill>
                            <a:schemeClr val="tx1">
                              <a:lumMod val="75000"/>
                              <a:lumOff val="25000"/>
                            </a:schemeClr>
                          </a:solidFill>
                          <a:latin typeface="+mn-ea"/>
                          <a:ea typeface="+mn-ea"/>
                        </a:rPr>
                        <a:t>: 3</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토론글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1 /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3</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0" name="모서리가 둥근 직사각형 199"/>
          <p:cNvSpPr/>
          <p:nvPr/>
        </p:nvSpPr>
        <p:spPr>
          <a:xfrm>
            <a:off x="8498446" y="930186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1" name="모서리가 둥근 직사각형 200"/>
          <p:cNvSpPr/>
          <p:nvPr/>
        </p:nvSpPr>
        <p:spPr>
          <a:xfrm>
            <a:off x="5263312" y="1077381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02" name="그룹 201"/>
          <p:cNvGrpSpPr/>
          <p:nvPr/>
        </p:nvGrpSpPr>
        <p:grpSpPr>
          <a:xfrm>
            <a:off x="1825201" y="9549680"/>
            <a:ext cx="234360" cy="200055"/>
            <a:chOff x="1152270" y="11716364"/>
            <a:chExt cx="234360" cy="200055"/>
          </a:xfrm>
        </p:grpSpPr>
        <p:sp>
          <p:nvSpPr>
            <p:cNvPr id="204" name="모서리가 둥근 직사각형 2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6" name="직사각형 20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6" name="그룹 165"/>
          <p:cNvGrpSpPr/>
          <p:nvPr/>
        </p:nvGrpSpPr>
        <p:grpSpPr>
          <a:xfrm>
            <a:off x="579562" y="2166658"/>
            <a:ext cx="1386586" cy="5317057"/>
            <a:chOff x="579562" y="2166658"/>
            <a:chExt cx="1386586" cy="5317057"/>
          </a:xfrm>
        </p:grpSpPr>
        <p:grpSp>
          <p:nvGrpSpPr>
            <p:cNvPr id="167" name="그룹 166"/>
            <p:cNvGrpSpPr/>
            <p:nvPr/>
          </p:nvGrpSpPr>
          <p:grpSpPr>
            <a:xfrm>
              <a:off x="629956" y="3318264"/>
              <a:ext cx="1332000" cy="180000"/>
              <a:chOff x="666428" y="3785432"/>
              <a:chExt cx="1332000" cy="180000"/>
            </a:xfrm>
          </p:grpSpPr>
          <p:sp>
            <p:nvSpPr>
              <p:cNvPr id="255" name="모서리가 둥근 직사각형 25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9956" y="3568824"/>
              <a:ext cx="1332000" cy="180000"/>
              <a:chOff x="666428" y="4310612"/>
              <a:chExt cx="1332000" cy="180000"/>
            </a:xfrm>
          </p:grpSpPr>
          <p:sp>
            <p:nvSpPr>
              <p:cNvPr id="241" name="모서리가 둥근 직사각형 24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5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29955" y="304250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29956" y="3854780"/>
              <a:ext cx="1332000" cy="180000"/>
              <a:chOff x="666428" y="4570824"/>
              <a:chExt cx="1332000" cy="180000"/>
            </a:xfrm>
          </p:grpSpPr>
          <p:sp>
            <p:nvSpPr>
              <p:cNvPr id="233" name="모서리가 둥근 직사각형 23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3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5316875"/>
              <a:ext cx="1332000" cy="180000"/>
              <a:chOff x="666428" y="5096004"/>
              <a:chExt cx="1332000" cy="180000"/>
            </a:xfrm>
          </p:grpSpPr>
          <p:sp>
            <p:nvSpPr>
              <p:cNvPr id="231" name="모서리가 둥근 직사각형 230"/>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232"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4148" y="5634789"/>
              <a:ext cx="1332000" cy="180000"/>
              <a:chOff x="666428" y="3785432"/>
              <a:chExt cx="1332000" cy="180000"/>
            </a:xfrm>
          </p:grpSpPr>
          <p:sp>
            <p:nvSpPr>
              <p:cNvPr id="229" name="모서리가 둥근 직사각형 22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1150" y="4135825"/>
              <a:ext cx="1332000" cy="180000"/>
              <a:chOff x="666428" y="4570824"/>
              <a:chExt cx="1332000" cy="180000"/>
            </a:xfrm>
          </p:grpSpPr>
          <p:sp>
            <p:nvSpPr>
              <p:cNvPr id="226" name="모서리가 둥근 직사각형 22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28"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6" y="4423395"/>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6" name="TextBox 17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77" name="그룹 176"/>
            <p:cNvGrpSpPr/>
            <p:nvPr/>
          </p:nvGrpSpPr>
          <p:grpSpPr>
            <a:xfrm>
              <a:off x="632520" y="4723068"/>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2520" y="2752353"/>
              <a:ext cx="1332000" cy="180000"/>
              <a:chOff x="666427" y="3266516"/>
              <a:chExt cx="1332000" cy="180000"/>
            </a:xfrm>
          </p:grpSpPr>
          <p:sp>
            <p:nvSpPr>
              <p:cNvPr id="220" name="모서리가 둥근 직사각형 21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2520" y="5005767"/>
              <a:ext cx="1332000" cy="180000"/>
              <a:chOff x="666428" y="4310612"/>
              <a:chExt cx="1332000" cy="180000"/>
            </a:xfrm>
          </p:grpSpPr>
          <p:sp>
            <p:nvSpPr>
              <p:cNvPr id="218" name="모서리가 둥근 직사각형 21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2520" y="6227787"/>
              <a:ext cx="1332000" cy="180000"/>
              <a:chOff x="666428" y="3785432"/>
              <a:chExt cx="1332000" cy="180000"/>
            </a:xfrm>
          </p:grpSpPr>
          <p:sp>
            <p:nvSpPr>
              <p:cNvPr id="216" name="모서리가 둥근 직사각형 21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2520" y="6487872"/>
              <a:ext cx="1332000" cy="180000"/>
              <a:chOff x="666428" y="4310612"/>
              <a:chExt cx="1332000" cy="180000"/>
            </a:xfrm>
          </p:grpSpPr>
          <p:sp>
            <p:nvSpPr>
              <p:cNvPr id="198" name="모서리가 둥근 직사각형 19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19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2520" y="6773828"/>
              <a:ext cx="1332000" cy="180000"/>
              <a:chOff x="666428" y="4570824"/>
              <a:chExt cx="1332000" cy="180000"/>
            </a:xfrm>
          </p:grpSpPr>
          <p:sp>
            <p:nvSpPr>
              <p:cNvPr id="196" name="모서리가 둥근 직사각형 19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9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7053155"/>
              <a:ext cx="1332000" cy="180000"/>
              <a:chOff x="666428" y="3785432"/>
              <a:chExt cx="1332000" cy="180000"/>
            </a:xfrm>
          </p:grpSpPr>
          <p:sp>
            <p:nvSpPr>
              <p:cNvPr id="194" name="모서리가 둥근 직사각형 19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9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7303715"/>
              <a:ext cx="1332000" cy="180000"/>
              <a:chOff x="666428" y="4310612"/>
              <a:chExt cx="1332000" cy="180000"/>
            </a:xfrm>
          </p:grpSpPr>
          <p:sp>
            <p:nvSpPr>
              <p:cNvPr id="192" name="모서리가 둥근 직사각형 19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9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22995" y="5922821"/>
              <a:ext cx="1332000" cy="180000"/>
              <a:chOff x="666427" y="3266516"/>
              <a:chExt cx="1332000" cy="180000"/>
            </a:xfrm>
          </p:grpSpPr>
          <p:sp>
            <p:nvSpPr>
              <p:cNvPr id="188" name="모서리가 둥근 직사각형 18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18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586522036"/>
      </p:ext>
    </p:extLst>
  </p:cSld>
  <p:clrMapOvr>
    <a:masterClrMapping/>
  </p:clrMapOvr>
  <p:transition>
    <p:wipe dir="r"/>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KNOU_UI_C02120000_05</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smtClean="0">
                <a:latin typeface="+mn-ea"/>
                <a:ea typeface="+mn-ea"/>
              </a:rPr>
              <a:t>토론정보 및 참여 </a:t>
            </a:r>
            <a:r>
              <a:rPr lang="en-US" altLang="ko-KR" sz="800" spc="-60" dirty="0" smtClean="0">
                <a:latin typeface="+mn-ea"/>
                <a:ea typeface="+mn-ea"/>
              </a:rPr>
              <a:t>: </a:t>
            </a:r>
            <a:r>
              <a:rPr lang="ko-KR" altLang="en-US" sz="800" spc="-60" dirty="0" smtClean="0">
                <a:latin typeface="+mn-ea"/>
                <a:ea typeface="+mn-ea"/>
              </a:rPr>
              <a:t>일반토론</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88555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5509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토론정보 및 참여</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348668203"/>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1647251576"/>
              </p:ext>
            </p:extLst>
          </p:nvPr>
        </p:nvGraphicFramePr>
        <p:xfrm>
          <a:off x="1972097" y="4065463"/>
          <a:ext cx="7470353" cy="512417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토론내용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토론</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참여글</a:t>
                      </a:r>
                      <a:r>
                        <a:rPr lang="ko-KR" altLang="en-US" sz="800" b="0" dirty="0" smtClean="0">
                          <a:solidFill>
                            <a:schemeClr val="tx1">
                              <a:lumMod val="75000"/>
                              <a:lumOff val="25000"/>
                            </a:schemeClr>
                          </a:solidFill>
                          <a:latin typeface="+mn-ea"/>
                          <a:ea typeface="+mn-ea"/>
                        </a:rPr>
                        <a:t> 보기 옵션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사용 안 함</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답변요청</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17380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찬반 토론으로 설정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4" name="직사각형 213"/>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27" name="TextBox 226"/>
          <p:cNvSpPr txBox="1"/>
          <p:nvPr/>
        </p:nvSpPr>
        <p:spPr>
          <a:xfrm>
            <a:off x="3531890" y="663545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304" name="그룹 303"/>
          <p:cNvGrpSpPr/>
          <p:nvPr/>
        </p:nvGrpSpPr>
        <p:grpSpPr>
          <a:xfrm>
            <a:off x="3216263" y="6957370"/>
            <a:ext cx="2114928" cy="162000"/>
            <a:chOff x="3225788" y="7298382"/>
            <a:chExt cx="2114928" cy="162000"/>
          </a:xfrm>
        </p:grpSpPr>
        <p:sp>
          <p:nvSpPr>
            <p:cNvPr id="327" name="직사각형 32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345"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68" name="직사각형 367"/>
          <p:cNvSpPr/>
          <p:nvPr/>
        </p:nvSpPr>
        <p:spPr>
          <a:xfrm>
            <a:off x="3171849" y="8244011"/>
            <a:ext cx="351038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비율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69" name="직사각형 368"/>
          <p:cNvSpPr/>
          <p:nvPr/>
        </p:nvSpPr>
        <p:spPr>
          <a:xfrm>
            <a:off x="3173378" y="8489190"/>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작성자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70" name="직사각형 369"/>
          <p:cNvSpPr/>
          <p:nvPr/>
        </p:nvSpPr>
        <p:spPr>
          <a:xfrm>
            <a:off x="3173378" y="8731113"/>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의견 글 복수 등록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sp>
        <p:nvSpPr>
          <p:cNvPr id="371" name="직사각형 370"/>
          <p:cNvSpPr/>
          <p:nvPr/>
        </p:nvSpPr>
        <p:spPr>
          <a:xfrm>
            <a:off x="3175473" y="8974196"/>
            <a:ext cx="2629169"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의견 변경가능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grpSp>
        <p:nvGrpSpPr>
          <p:cNvPr id="388" name="그룹 387"/>
          <p:cNvGrpSpPr/>
          <p:nvPr/>
        </p:nvGrpSpPr>
        <p:grpSpPr>
          <a:xfrm>
            <a:off x="3219475" y="4547092"/>
            <a:ext cx="6151862" cy="1148064"/>
            <a:chOff x="3229000" y="4452549"/>
            <a:chExt cx="6151862" cy="1148064"/>
          </a:xfrm>
        </p:grpSpPr>
        <p:sp>
          <p:nvSpPr>
            <p:cNvPr id="389"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a:t>
              </a:r>
              <a:endParaRPr lang="en-US" altLang="ko-KR" sz="800" dirty="0">
                <a:solidFill>
                  <a:schemeClr val="tx1">
                    <a:lumMod val="75000"/>
                    <a:lumOff val="25000"/>
                  </a:schemeClr>
                </a:solidFill>
                <a:latin typeface="+mn-ea"/>
                <a:ea typeface="+mn-ea"/>
              </a:endParaRPr>
            </a:p>
          </p:txBody>
        </p:sp>
        <p:sp>
          <p:nvSpPr>
            <p:cNvPr id="390"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aphicFrame>
        <p:nvGraphicFramePr>
          <p:cNvPr id="392" name="Group 175"/>
          <p:cNvGraphicFramePr>
            <a:graphicFrameLocks noGrp="1"/>
          </p:cNvGraphicFramePr>
          <p:nvPr>
            <p:extLst>
              <p:ext uri="{D42A27DB-BD31-4B8C-83A1-F6EECF244321}">
                <p14:modId xmlns:p14="http://schemas.microsoft.com/office/powerpoint/2010/main" val="1434167592"/>
              </p:ext>
            </p:extLst>
          </p:nvPr>
        </p:nvGraphicFramePr>
        <p:xfrm>
          <a:off x="9499029" y="3667417"/>
          <a:ext cx="1404156" cy="573252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최초 </a:t>
                      </a:r>
                      <a:r>
                        <a:rPr lang="ko-KR" altLang="en-US" sz="800" kern="1200" baseline="0" dirty="0" err="1" smtClean="0">
                          <a:solidFill>
                            <a:schemeClr val="tx1">
                              <a:lumMod val="75000"/>
                              <a:lumOff val="25000"/>
                            </a:schemeClr>
                          </a:solidFill>
                          <a:latin typeface="+mn-lt"/>
                          <a:ea typeface="+mn-ea"/>
                          <a:cs typeface="+mn-cs"/>
                        </a:rPr>
                        <a:t>토론글</a:t>
                      </a:r>
                      <a:r>
                        <a:rPr lang="ko-KR" altLang="en-US" sz="800" kern="1200" baseline="0" dirty="0" smtClean="0">
                          <a:solidFill>
                            <a:schemeClr val="tx1">
                              <a:lumMod val="75000"/>
                              <a:lumOff val="25000"/>
                            </a:schemeClr>
                          </a:solidFill>
                          <a:latin typeface="+mn-lt"/>
                          <a:ea typeface="+mn-ea"/>
                          <a:cs typeface="+mn-cs"/>
                        </a:rPr>
                        <a:t> </a:t>
                      </a:r>
                      <a:r>
                        <a:rPr lang="ko-KR" altLang="en-US" sz="800" kern="1200" baseline="0" dirty="0" err="1" smtClean="0">
                          <a:solidFill>
                            <a:schemeClr val="tx1">
                              <a:lumMod val="75000"/>
                              <a:lumOff val="25000"/>
                            </a:schemeClr>
                          </a:solidFill>
                          <a:latin typeface="+mn-lt"/>
                          <a:ea typeface="+mn-ea"/>
                          <a:cs typeface="+mn-cs"/>
                        </a:rPr>
                        <a:t>작성일시</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메모 </a:t>
                      </a:r>
                      <a:r>
                        <a:rPr lang="ko-KR" altLang="en-US" sz="800" kern="1200" dirty="0" err="1" smtClean="0">
                          <a:solidFill>
                            <a:schemeClr val="tx1">
                              <a:lumMod val="75000"/>
                              <a:lumOff val="25000"/>
                            </a:schemeClr>
                          </a:solidFill>
                          <a:latin typeface="+mn-ea"/>
                          <a:ea typeface="+mn-ea"/>
                          <a:cs typeface="+mn-cs"/>
                        </a:rPr>
                        <a:t>레이어</a:t>
                      </a:r>
                      <a:r>
                        <a:rPr lang="ko-KR" altLang="en-US" sz="800" kern="1200" dirty="0" smtClean="0">
                          <a:solidFill>
                            <a:schemeClr val="tx1">
                              <a:lumMod val="75000"/>
                              <a:lumOff val="25000"/>
                            </a:schemeClr>
                          </a:solidFill>
                          <a:latin typeface="+mn-ea"/>
                          <a:ea typeface="+mn-ea"/>
                          <a:cs typeface="+mn-cs"/>
                        </a:rPr>
                        <a:t> 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aphicFrame>
        <p:nvGraphicFramePr>
          <p:cNvPr id="188" name="Group 37"/>
          <p:cNvGraphicFramePr>
            <a:graphicFrameLocks noGrp="1"/>
          </p:cNvGraphicFramePr>
          <p:nvPr>
            <p:extLst>
              <p:ext uri="{D42A27DB-BD31-4B8C-83A1-F6EECF244321}">
                <p14:modId xmlns:p14="http://schemas.microsoft.com/office/powerpoint/2010/main" val="682823351"/>
              </p:ext>
            </p:extLst>
          </p:nvPr>
        </p:nvGraphicFramePr>
        <p:xfrm>
          <a:off x="1972097" y="9295557"/>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토론참여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 </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현황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토론글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5 /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12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9" name="모서리가 둥근 직사각형 188"/>
          <p:cNvSpPr/>
          <p:nvPr/>
        </p:nvSpPr>
        <p:spPr>
          <a:xfrm>
            <a:off x="8498446" y="932625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95" name="그룹 194"/>
          <p:cNvGrpSpPr/>
          <p:nvPr/>
        </p:nvGrpSpPr>
        <p:grpSpPr>
          <a:xfrm>
            <a:off x="3991342" y="9556124"/>
            <a:ext cx="234360" cy="200055"/>
            <a:chOff x="1152270" y="11716364"/>
            <a:chExt cx="234360" cy="200055"/>
          </a:xfrm>
        </p:grpSpPr>
        <p:sp>
          <p:nvSpPr>
            <p:cNvPr id="196" name="모서리가 둥근 직사각형 19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7" name="직사각형 19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98" name="그룹 197"/>
          <p:cNvGrpSpPr/>
          <p:nvPr/>
        </p:nvGrpSpPr>
        <p:grpSpPr>
          <a:xfrm>
            <a:off x="3433891" y="10034686"/>
            <a:ext cx="234360" cy="200055"/>
            <a:chOff x="1152270" y="11716364"/>
            <a:chExt cx="234360" cy="200055"/>
          </a:xfrm>
        </p:grpSpPr>
        <p:sp>
          <p:nvSpPr>
            <p:cNvPr id="199" name="모서리가 둥근 직사각형 19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0" name="직사각형 19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68" name="그룹 167"/>
          <p:cNvGrpSpPr/>
          <p:nvPr/>
        </p:nvGrpSpPr>
        <p:grpSpPr>
          <a:xfrm>
            <a:off x="579562" y="2166658"/>
            <a:ext cx="1386586" cy="5317057"/>
            <a:chOff x="579562" y="2166658"/>
            <a:chExt cx="1386586" cy="5317057"/>
          </a:xfrm>
        </p:grpSpPr>
        <p:grpSp>
          <p:nvGrpSpPr>
            <p:cNvPr id="169" name="그룹 168"/>
            <p:cNvGrpSpPr/>
            <p:nvPr/>
          </p:nvGrpSpPr>
          <p:grpSpPr>
            <a:xfrm>
              <a:off x="629956" y="3318264"/>
              <a:ext cx="1332000" cy="180000"/>
              <a:chOff x="666428" y="3785432"/>
              <a:chExt cx="1332000" cy="180000"/>
            </a:xfrm>
          </p:grpSpPr>
          <p:sp>
            <p:nvSpPr>
              <p:cNvPr id="259" name="모서리가 둥근 직사각형 25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6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29956" y="3568824"/>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5" y="3042501"/>
              <a:ext cx="1332000" cy="180000"/>
              <a:chOff x="666427" y="3266516"/>
              <a:chExt cx="1332000" cy="180000"/>
            </a:xfrm>
          </p:grpSpPr>
          <p:sp>
            <p:nvSpPr>
              <p:cNvPr id="255" name="모서리가 둥근 직사각형 25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5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29956" y="3854780"/>
              <a:ext cx="1332000" cy="180000"/>
              <a:chOff x="666428" y="4570824"/>
              <a:chExt cx="1332000" cy="180000"/>
            </a:xfrm>
          </p:grpSpPr>
          <p:sp>
            <p:nvSpPr>
              <p:cNvPr id="241" name="모서리가 둥근 직사각형 24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5316875"/>
              <a:ext cx="1332000" cy="180000"/>
              <a:chOff x="666428" y="5096004"/>
              <a:chExt cx="1332000" cy="180000"/>
            </a:xfrm>
          </p:grpSpPr>
          <p:sp>
            <p:nvSpPr>
              <p:cNvPr id="239" name="모서리가 둥근 직사각형 238"/>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240"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34148" y="5634789"/>
              <a:ext cx="1332000" cy="180000"/>
              <a:chOff x="666428" y="3785432"/>
              <a:chExt cx="1332000" cy="180000"/>
            </a:xfrm>
          </p:grpSpPr>
          <p:sp>
            <p:nvSpPr>
              <p:cNvPr id="233" name="모서리가 둥근 직사각형 23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31150" y="4135825"/>
              <a:ext cx="1332000" cy="180000"/>
              <a:chOff x="666428" y="4570824"/>
              <a:chExt cx="1332000" cy="180000"/>
            </a:xfrm>
          </p:grpSpPr>
          <p:sp>
            <p:nvSpPr>
              <p:cNvPr id="231" name="모서리가 둥근 직사각형 23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3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29956" y="4423395"/>
              <a:ext cx="1332000" cy="180000"/>
              <a:chOff x="666428" y="4310612"/>
              <a:chExt cx="1332000" cy="180000"/>
            </a:xfrm>
          </p:grpSpPr>
          <p:sp>
            <p:nvSpPr>
              <p:cNvPr id="229" name="모서리가 둥근 직사각형 2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3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8" name="TextBox 17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79" name="그룹 178"/>
            <p:cNvGrpSpPr/>
            <p:nvPr/>
          </p:nvGrpSpPr>
          <p:grpSpPr>
            <a:xfrm>
              <a:off x="632520" y="4723068"/>
              <a:ext cx="1332000" cy="180000"/>
              <a:chOff x="666428" y="4310612"/>
              <a:chExt cx="1332000" cy="180000"/>
            </a:xfrm>
          </p:grpSpPr>
          <p:sp>
            <p:nvSpPr>
              <p:cNvPr id="226" name="모서리가 둥근 직사각형 22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2520" y="2752353"/>
              <a:ext cx="1332000" cy="180000"/>
              <a:chOff x="666427" y="3266516"/>
              <a:chExt cx="1332000" cy="180000"/>
            </a:xfrm>
          </p:grpSpPr>
          <p:sp>
            <p:nvSpPr>
              <p:cNvPr id="224" name="모서리가 둥근 직사각형 22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2520" y="5005767"/>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2520" y="6227787"/>
              <a:ext cx="1332000" cy="180000"/>
              <a:chOff x="666428" y="3785432"/>
              <a:chExt cx="1332000" cy="180000"/>
            </a:xfrm>
          </p:grpSpPr>
          <p:sp>
            <p:nvSpPr>
              <p:cNvPr id="220" name="모서리가 둥근 직사각형 21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6487872"/>
              <a:ext cx="1332000" cy="180000"/>
              <a:chOff x="666428" y="4310612"/>
              <a:chExt cx="1332000" cy="180000"/>
            </a:xfrm>
          </p:grpSpPr>
          <p:sp>
            <p:nvSpPr>
              <p:cNvPr id="218" name="모서리가 둥근 직사각형 21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6773828"/>
              <a:ext cx="1332000" cy="180000"/>
              <a:chOff x="666428" y="4570824"/>
              <a:chExt cx="1332000" cy="180000"/>
            </a:xfrm>
          </p:grpSpPr>
          <p:sp>
            <p:nvSpPr>
              <p:cNvPr id="216" name="모서리가 둥근 직사각형 21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7053155"/>
              <a:ext cx="1332000" cy="180000"/>
              <a:chOff x="666428" y="3785432"/>
              <a:chExt cx="1332000" cy="180000"/>
            </a:xfrm>
          </p:grpSpPr>
          <p:sp>
            <p:nvSpPr>
              <p:cNvPr id="204" name="모서리가 둥근 직사각형 2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7303715"/>
              <a:ext cx="1332000" cy="180000"/>
              <a:chOff x="666428" y="4310612"/>
              <a:chExt cx="1332000" cy="180000"/>
            </a:xfrm>
          </p:grpSpPr>
          <p:sp>
            <p:nvSpPr>
              <p:cNvPr id="201" name="모서리가 둥근 직사각형 20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22995" y="5922821"/>
              <a:ext cx="1332000" cy="180000"/>
              <a:chOff x="666427" y="3266516"/>
              <a:chExt cx="1332000" cy="180000"/>
            </a:xfrm>
          </p:grpSpPr>
          <p:sp>
            <p:nvSpPr>
              <p:cNvPr id="191" name="모서리가 둥근 직사각형 19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19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731594167"/>
      </p:ext>
    </p:extLst>
  </p:cSld>
  <p:clrMapOvr>
    <a:masterClrMapping/>
  </p:clrMapOvr>
  <p:transition>
    <p:wipe dir="r"/>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KNOU_UI_C02120000_06</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smtClean="0">
                <a:latin typeface="+mn-ea"/>
                <a:ea typeface="+mn-ea"/>
              </a:rPr>
              <a:t>피드백</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159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88555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3448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5509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토론정보 및 참여</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4024247677"/>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1202157131"/>
              </p:ext>
            </p:extLst>
          </p:nvPr>
        </p:nvGraphicFramePr>
        <p:xfrm>
          <a:off x="1972097" y="4065463"/>
          <a:ext cx="7470353" cy="512417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토론내용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토론</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참여글</a:t>
                      </a:r>
                      <a:r>
                        <a:rPr lang="ko-KR" altLang="en-US" sz="800" b="0" dirty="0" smtClean="0">
                          <a:solidFill>
                            <a:schemeClr val="tx1">
                              <a:lumMod val="75000"/>
                              <a:lumOff val="25000"/>
                            </a:schemeClr>
                          </a:solidFill>
                          <a:latin typeface="+mn-ea"/>
                          <a:ea typeface="+mn-ea"/>
                        </a:rPr>
                        <a:t> 보기 옵션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사용 안 함</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답변요청</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17380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찬반 토론으로 설정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4" name="직사각형 213"/>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27" name="TextBox 226"/>
          <p:cNvSpPr txBox="1"/>
          <p:nvPr/>
        </p:nvSpPr>
        <p:spPr>
          <a:xfrm>
            <a:off x="3531890" y="663545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304" name="그룹 303"/>
          <p:cNvGrpSpPr/>
          <p:nvPr/>
        </p:nvGrpSpPr>
        <p:grpSpPr>
          <a:xfrm>
            <a:off x="3216263" y="6957370"/>
            <a:ext cx="2114928" cy="162000"/>
            <a:chOff x="3225788" y="7298382"/>
            <a:chExt cx="2114928" cy="162000"/>
          </a:xfrm>
        </p:grpSpPr>
        <p:sp>
          <p:nvSpPr>
            <p:cNvPr id="327" name="직사각형 32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345"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68" name="직사각형 367"/>
          <p:cNvSpPr/>
          <p:nvPr/>
        </p:nvSpPr>
        <p:spPr>
          <a:xfrm>
            <a:off x="3171849" y="8244011"/>
            <a:ext cx="351038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비율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69" name="직사각형 368"/>
          <p:cNvSpPr/>
          <p:nvPr/>
        </p:nvSpPr>
        <p:spPr>
          <a:xfrm>
            <a:off x="3173378" y="8489190"/>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작성자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70" name="직사각형 369"/>
          <p:cNvSpPr/>
          <p:nvPr/>
        </p:nvSpPr>
        <p:spPr>
          <a:xfrm>
            <a:off x="3173378" y="8731113"/>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의견 글 복수 등록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sp>
        <p:nvSpPr>
          <p:cNvPr id="371" name="직사각형 370"/>
          <p:cNvSpPr/>
          <p:nvPr/>
        </p:nvSpPr>
        <p:spPr>
          <a:xfrm>
            <a:off x="3175473" y="8974196"/>
            <a:ext cx="2629169"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의견 변경가능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grpSp>
        <p:nvGrpSpPr>
          <p:cNvPr id="388" name="그룹 387"/>
          <p:cNvGrpSpPr/>
          <p:nvPr/>
        </p:nvGrpSpPr>
        <p:grpSpPr>
          <a:xfrm>
            <a:off x="3219475" y="4547092"/>
            <a:ext cx="6151862" cy="1148064"/>
            <a:chOff x="3229000" y="4452549"/>
            <a:chExt cx="6151862" cy="1148064"/>
          </a:xfrm>
        </p:grpSpPr>
        <p:sp>
          <p:nvSpPr>
            <p:cNvPr id="389"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a:t>
              </a:r>
              <a:endParaRPr lang="en-US" altLang="ko-KR" sz="800" dirty="0">
                <a:solidFill>
                  <a:schemeClr val="tx1">
                    <a:lumMod val="75000"/>
                    <a:lumOff val="25000"/>
                  </a:schemeClr>
                </a:solidFill>
                <a:latin typeface="+mn-ea"/>
                <a:ea typeface="+mn-ea"/>
              </a:endParaRPr>
            </a:p>
          </p:txBody>
        </p:sp>
        <p:sp>
          <p:nvSpPr>
            <p:cNvPr id="390"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aphicFrame>
        <p:nvGraphicFramePr>
          <p:cNvPr id="392" name="Group 175"/>
          <p:cNvGraphicFramePr>
            <a:graphicFrameLocks noGrp="1"/>
          </p:cNvGraphicFramePr>
          <p:nvPr>
            <p:extLst>
              <p:ext uri="{D42A27DB-BD31-4B8C-83A1-F6EECF244321}">
                <p14:modId xmlns:p14="http://schemas.microsoft.com/office/powerpoint/2010/main" val="1321047696"/>
              </p:ext>
            </p:extLst>
          </p:nvPr>
        </p:nvGraphicFramePr>
        <p:xfrm>
          <a:off x="9499029" y="3667417"/>
          <a:ext cx="1404156" cy="50010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피드백 </a:t>
                      </a:r>
                      <a:r>
                        <a:rPr lang="ko-KR" altLang="en-US" sz="800" kern="1200" baseline="0" dirty="0" err="1" smtClean="0">
                          <a:solidFill>
                            <a:schemeClr val="tx1">
                              <a:lumMod val="75000"/>
                              <a:lumOff val="25000"/>
                            </a:schemeClr>
                          </a:solidFill>
                          <a:latin typeface="+mn-lt"/>
                          <a:ea typeface="+mn-ea"/>
                          <a:cs typeface="+mn-cs"/>
                        </a:rPr>
                        <a:t>레이어팝업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메모 </a:t>
                      </a:r>
                      <a:r>
                        <a:rPr lang="ko-KR" altLang="en-US" sz="800" kern="1200" dirty="0" err="1" smtClean="0">
                          <a:solidFill>
                            <a:schemeClr val="tx1">
                              <a:lumMod val="75000"/>
                              <a:lumOff val="25000"/>
                            </a:schemeClr>
                          </a:solidFill>
                          <a:latin typeface="+mn-ea"/>
                          <a:ea typeface="+mn-ea"/>
                          <a:cs typeface="+mn-cs"/>
                        </a:rPr>
                        <a:t>레이어</a:t>
                      </a:r>
                      <a:r>
                        <a:rPr lang="ko-KR" altLang="en-US" sz="800" kern="1200" dirty="0" smtClean="0">
                          <a:solidFill>
                            <a:schemeClr val="tx1">
                              <a:lumMod val="75000"/>
                              <a:lumOff val="25000"/>
                            </a:schemeClr>
                          </a:solidFill>
                          <a:latin typeface="+mn-ea"/>
                          <a:ea typeface="+mn-ea"/>
                          <a:cs typeface="+mn-cs"/>
                        </a:rPr>
                        <a:t> 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aphicFrame>
        <p:nvGraphicFramePr>
          <p:cNvPr id="188" name="Group 37"/>
          <p:cNvGraphicFramePr>
            <a:graphicFrameLocks noGrp="1"/>
          </p:cNvGraphicFramePr>
          <p:nvPr>
            <p:extLst>
              <p:ext uri="{D42A27DB-BD31-4B8C-83A1-F6EECF244321}">
                <p14:modId xmlns:p14="http://schemas.microsoft.com/office/powerpoint/2010/main" val="1101850714"/>
              </p:ext>
            </p:extLst>
          </p:nvPr>
        </p:nvGraphicFramePr>
        <p:xfrm>
          <a:off x="1972097" y="9295557"/>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토론참여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 </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현황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토론글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5 /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a:t>
                      </a:r>
                      <a:r>
                        <a:rPr lang="en-US" altLang="ko-KR" sz="800" b="0" dirty="0" smtClean="0">
                          <a:solidFill>
                            <a:schemeClr val="tx1">
                              <a:lumMod val="75000"/>
                              <a:lumOff val="25000"/>
                            </a:schemeClr>
                          </a:solidFill>
                          <a:latin typeface="+mn-ea"/>
                          <a:ea typeface="+mn-ea"/>
                        </a:rPr>
                        <a:t>: 12</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9" name="모서리가 둥근 직사각형 188"/>
          <p:cNvSpPr/>
          <p:nvPr/>
        </p:nvSpPr>
        <p:spPr>
          <a:xfrm>
            <a:off x="8498446" y="932625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8" name="그룹 167"/>
          <p:cNvGrpSpPr/>
          <p:nvPr/>
        </p:nvGrpSpPr>
        <p:grpSpPr>
          <a:xfrm>
            <a:off x="2235627" y="5580006"/>
            <a:ext cx="6170401" cy="3681642"/>
            <a:chOff x="1100571" y="3168288"/>
            <a:chExt cx="6170401" cy="3681642"/>
          </a:xfrm>
        </p:grpSpPr>
        <p:sp>
          <p:nvSpPr>
            <p:cNvPr id="169" name="직사각형 168"/>
            <p:cNvSpPr/>
            <p:nvPr/>
          </p:nvSpPr>
          <p:spPr>
            <a:xfrm>
              <a:off x="1100571" y="3176974"/>
              <a:ext cx="6170400" cy="367295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0" name="직사각형 169"/>
            <p:cNvSpPr/>
            <p:nvPr/>
          </p:nvSpPr>
          <p:spPr>
            <a:xfrm>
              <a:off x="1100572" y="3168288"/>
              <a:ext cx="61704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2" name="직사각형 171"/>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피드백</a:t>
              </a:r>
              <a:endParaRPr lang="ko-KR" altLang="en-US" sz="800" b="1" dirty="0">
                <a:solidFill>
                  <a:schemeClr val="bg1"/>
                </a:solidFill>
                <a:latin typeface="+mn-ea"/>
                <a:ea typeface="+mn-ea"/>
              </a:endParaRPr>
            </a:p>
          </p:txBody>
        </p:sp>
        <p:sp>
          <p:nvSpPr>
            <p:cNvPr id="173" name="직사각형 172"/>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74" name="모서리가 둥근 직사각형 173"/>
          <p:cNvSpPr/>
          <p:nvPr/>
        </p:nvSpPr>
        <p:spPr>
          <a:xfrm>
            <a:off x="4845088" y="8916821"/>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5" name="그룹 174"/>
          <p:cNvGrpSpPr/>
          <p:nvPr/>
        </p:nvGrpSpPr>
        <p:grpSpPr>
          <a:xfrm>
            <a:off x="2216696" y="5851663"/>
            <a:ext cx="6249838" cy="304407"/>
            <a:chOff x="2288704" y="6797001"/>
            <a:chExt cx="6249838" cy="304407"/>
          </a:xfrm>
        </p:grpSpPr>
        <p:sp>
          <p:nvSpPr>
            <p:cNvPr id="176" name="직사각형 175"/>
            <p:cNvSpPr/>
            <p:nvPr/>
          </p:nvSpPr>
          <p:spPr>
            <a:xfrm>
              <a:off x="2288704" y="6853163"/>
              <a:ext cx="1439818" cy="246221"/>
            </a:xfrm>
            <a:prstGeom prst="rect">
              <a:avLst/>
            </a:prstGeom>
          </p:spPr>
          <p:txBody>
            <a:bodyPr wrap="none">
              <a:spAutoFit/>
            </a:bodyPr>
            <a:lstStyle/>
            <a:p>
              <a:r>
                <a:rPr lang="ko-KR" altLang="en-US" sz="1000" b="1" dirty="0" smtClean="0">
                  <a:solidFill>
                    <a:schemeClr val="tx1">
                      <a:lumMod val="75000"/>
                      <a:lumOff val="25000"/>
                    </a:schemeClr>
                  </a:solidFill>
                  <a:latin typeface="+mn-ea"/>
                  <a:ea typeface="+mn-ea"/>
                </a:rPr>
                <a:t>일한 번역연습</a:t>
              </a:r>
              <a:r>
                <a:rPr lang="en-US" altLang="ko-KR" sz="1000" b="1" dirty="0" smtClean="0">
                  <a:solidFill>
                    <a:schemeClr val="tx1">
                      <a:lumMod val="75000"/>
                      <a:lumOff val="25000"/>
                    </a:schemeClr>
                  </a:solidFill>
                  <a:latin typeface="+mn-ea"/>
                  <a:ea typeface="+mn-ea"/>
                </a:rPr>
                <a:t>01 1</a:t>
              </a:r>
              <a:r>
                <a:rPr lang="ko-KR" altLang="en-US" sz="1000" b="1" dirty="0" smtClean="0">
                  <a:solidFill>
                    <a:schemeClr val="tx1">
                      <a:lumMod val="75000"/>
                      <a:lumOff val="25000"/>
                    </a:schemeClr>
                  </a:solidFill>
                  <a:latin typeface="+mn-ea"/>
                  <a:ea typeface="+mn-ea"/>
                </a:rPr>
                <a:t>반</a:t>
              </a:r>
              <a:endParaRPr lang="ko-KR" altLang="en-US" sz="1000" dirty="0">
                <a:latin typeface="+mn-ea"/>
                <a:ea typeface="+mn-ea"/>
              </a:endParaRPr>
            </a:p>
          </p:txBody>
        </p:sp>
        <p:grpSp>
          <p:nvGrpSpPr>
            <p:cNvPr id="177" name="그룹 176"/>
            <p:cNvGrpSpPr/>
            <p:nvPr/>
          </p:nvGrpSpPr>
          <p:grpSpPr>
            <a:xfrm>
              <a:off x="6607370" y="6797001"/>
              <a:ext cx="1931172" cy="304407"/>
              <a:chOff x="5407617" y="2286397"/>
              <a:chExt cx="1931172" cy="304407"/>
            </a:xfrm>
          </p:grpSpPr>
          <p:sp>
            <p:nvSpPr>
              <p:cNvPr id="178" name="직사각형 177"/>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179" name="직사각형 178"/>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grpSp>
      <p:grpSp>
        <p:nvGrpSpPr>
          <p:cNvPr id="180" name="그룹 179"/>
          <p:cNvGrpSpPr/>
          <p:nvPr/>
        </p:nvGrpSpPr>
        <p:grpSpPr>
          <a:xfrm>
            <a:off x="2226222" y="6165304"/>
            <a:ext cx="6093761" cy="1061425"/>
            <a:chOff x="2298230" y="7158203"/>
            <a:chExt cx="6093761" cy="1061425"/>
          </a:xfrm>
        </p:grpSpPr>
        <p:sp>
          <p:nvSpPr>
            <p:cNvPr id="181" name="TextBox 180"/>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2" name="직사각형 181"/>
            <p:cNvSpPr/>
            <p:nvPr/>
          </p:nvSpPr>
          <p:spPr>
            <a:xfrm>
              <a:off x="2387191" y="7388631"/>
              <a:ext cx="6004800" cy="830997"/>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3" name="직사각형 182"/>
            <p:cNvSpPr/>
            <p:nvPr/>
          </p:nvSpPr>
          <p:spPr>
            <a:xfrm>
              <a:off x="2506824" y="7453919"/>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nvGrpSpPr>
            <p:cNvPr id="184" name="그룹 183"/>
            <p:cNvGrpSpPr/>
            <p:nvPr/>
          </p:nvGrpSpPr>
          <p:grpSpPr>
            <a:xfrm>
              <a:off x="2523778" y="7977358"/>
              <a:ext cx="1800000" cy="180000"/>
              <a:chOff x="1388604" y="4041068"/>
              <a:chExt cx="1800000" cy="180000"/>
            </a:xfrm>
          </p:grpSpPr>
          <p:sp>
            <p:nvSpPr>
              <p:cNvPr id="185" name="직사각형 184"/>
              <p:cNvSpPr/>
              <p:nvPr/>
            </p:nvSpPr>
            <p:spPr>
              <a:xfrm>
                <a:off x="1388604" y="4041068"/>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18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15896" y="4069062"/>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187" name="그룹 186"/>
          <p:cNvGrpSpPr/>
          <p:nvPr/>
        </p:nvGrpSpPr>
        <p:grpSpPr>
          <a:xfrm>
            <a:off x="2226221" y="7298737"/>
            <a:ext cx="6093761" cy="876759"/>
            <a:chOff x="2298230" y="7158203"/>
            <a:chExt cx="6093761" cy="876759"/>
          </a:xfrm>
        </p:grpSpPr>
        <p:sp>
          <p:nvSpPr>
            <p:cNvPr id="190" name="TextBox 189"/>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2026.05.06 13:35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2387191" y="7388631"/>
              <a:ext cx="6004800" cy="64633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92" name="직사각형 191"/>
            <p:cNvSpPr/>
            <p:nvPr/>
          </p:nvSpPr>
          <p:spPr>
            <a:xfrm>
              <a:off x="2506824" y="7482494"/>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grpSp>
        <p:nvGrpSpPr>
          <p:cNvPr id="193" name="그룹 192"/>
          <p:cNvGrpSpPr/>
          <p:nvPr/>
        </p:nvGrpSpPr>
        <p:grpSpPr>
          <a:xfrm>
            <a:off x="2226221" y="8234486"/>
            <a:ext cx="6093761" cy="483639"/>
            <a:chOff x="2298230" y="7158203"/>
            <a:chExt cx="6093761" cy="483639"/>
          </a:xfrm>
        </p:grpSpPr>
        <p:sp>
          <p:nvSpPr>
            <p:cNvPr id="194" name="TextBox 193"/>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01" name="직사각형 200"/>
            <p:cNvSpPr/>
            <p:nvPr/>
          </p:nvSpPr>
          <p:spPr>
            <a:xfrm>
              <a:off x="2387191" y="7388631"/>
              <a:ext cx="6004800" cy="25321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202" name="그룹 201"/>
            <p:cNvGrpSpPr/>
            <p:nvPr/>
          </p:nvGrpSpPr>
          <p:grpSpPr>
            <a:xfrm>
              <a:off x="2523778" y="7437065"/>
              <a:ext cx="1800000" cy="180000"/>
              <a:chOff x="1388604" y="3500775"/>
              <a:chExt cx="1800000" cy="180000"/>
            </a:xfrm>
          </p:grpSpPr>
          <p:sp>
            <p:nvSpPr>
              <p:cNvPr id="204" name="직사각형 203"/>
              <p:cNvSpPr/>
              <p:nvPr/>
            </p:nvSpPr>
            <p:spPr>
              <a:xfrm>
                <a:off x="1388604" y="3500775"/>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20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15896" y="3528769"/>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216" name="그룹 215"/>
          <p:cNvGrpSpPr/>
          <p:nvPr/>
        </p:nvGrpSpPr>
        <p:grpSpPr>
          <a:xfrm>
            <a:off x="8661609" y="9143126"/>
            <a:ext cx="234360" cy="200055"/>
            <a:chOff x="1152270" y="11706839"/>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cxnSp>
        <p:nvCxnSpPr>
          <p:cNvPr id="219" name="꺾인 연결선 218"/>
          <p:cNvCxnSpPr>
            <a:endCxn id="169" idx="3"/>
          </p:cNvCxnSpPr>
          <p:nvPr/>
        </p:nvCxnSpPr>
        <p:spPr>
          <a:xfrm rot="16200000" flipV="1">
            <a:off x="7726699" y="8104499"/>
            <a:ext cx="1901077" cy="542419"/>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95" name="그룹 194"/>
          <p:cNvGrpSpPr/>
          <p:nvPr/>
        </p:nvGrpSpPr>
        <p:grpSpPr>
          <a:xfrm>
            <a:off x="579562" y="2166658"/>
            <a:ext cx="1386586" cy="5317057"/>
            <a:chOff x="579562" y="2166658"/>
            <a:chExt cx="1386586" cy="5317057"/>
          </a:xfrm>
        </p:grpSpPr>
        <p:grpSp>
          <p:nvGrpSpPr>
            <p:cNvPr id="196" name="그룹 195"/>
            <p:cNvGrpSpPr/>
            <p:nvPr/>
          </p:nvGrpSpPr>
          <p:grpSpPr>
            <a:xfrm>
              <a:off x="629956" y="3318264"/>
              <a:ext cx="1332000" cy="180000"/>
              <a:chOff x="666428" y="3785432"/>
              <a:chExt cx="1332000" cy="180000"/>
            </a:xfrm>
          </p:grpSpPr>
          <p:sp>
            <p:nvSpPr>
              <p:cNvPr id="386" name="모서리가 둥근 직사각형 38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29956" y="3568824"/>
              <a:ext cx="1332000" cy="180000"/>
              <a:chOff x="666428" y="4310612"/>
              <a:chExt cx="1332000" cy="180000"/>
            </a:xfrm>
          </p:grpSpPr>
          <p:sp>
            <p:nvSpPr>
              <p:cNvPr id="384" name="모서리가 둥근 직사각형 38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29955" y="3042501"/>
              <a:ext cx="1332000" cy="180000"/>
              <a:chOff x="666427" y="3266516"/>
              <a:chExt cx="1332000" cy="180000"/>
            </a:xfrm>
          </p:grpSpPr>
          <p:sp>
            <p:nvSpPr>
              <p:cNvPr id="382" name="모서리가 둥근 직사각형 38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29956" y="3854780"/>
              <a:ext cx="1332000" cy="180000"/>
              <a:chOff x="666428" y="4570824"/>
              <a:chExt cx="1332000" cy="180000"/>
            </a:xfrm>
          </p:grpSpPr>
          <p:sp>
            <p:nvSpPr>
              <p:cNvPr id="380" name="모서리가 둥근 직사각형 37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6" y="5316875"/>
              <a:ext cx="1332000" cy="180000"/>
              <a:chOff x="666428" y="5096004"/>
              <a:chExt cx="1332000" cy="180000"/>
            </a:xfrm>
          </p:grpSpPr>
          <p:sp>
            <p:nvSpPr>
              <p:cNvPr id="378" name="모서리가 둥근 직사각형 377"/>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379"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34148" y="5634789"/>
              <a:ext cx="1332000" cy="180000"/>
              <a:chOff x="666428" y="3785432"/>
              <a:chExt cx="1332000" cy="180000"/>
            </a:xfrm>
          </p:grpSpPr>
          <p:sp>
            <p:nvSpPr>
              <p:cNvPr id="376" name="모서리가 둥근 직사각형 37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1150" y="4135825"/>
              <a:ext cx="1332000" cy="180000"/>
              <a:chOff x="666428" y="4570824"/>
              <a:chExt cx="1332000" cy="180000"/>
            </a:xfrm>
          </p:grpSpPr>
          <p:sp>
            <p:nvSpPr>
              <p:cNvPr id="372" name="모서리가 둥근 직사각형 37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29956" y="4423395"/>
              <a:ext cx="1332000" cy="180000"/>
              <a:chOff x="666428" y="4310612"/>
              <a:chExt cx="1332000" cy="180000"/>
            </a:xfrm>
          </p:grpSpPr>
          <p:sp>
            <p:nvSpPr>
              <p:cNvPr id="366" name="모서리가 둥근 직사각형 36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3" name="TextBox 22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4" name="그룹 223"/>
            <p:cNvGrpSpPr/>
            <p:nvPr/>
          </p:nvGrpSpPr>
          <p:grpSpPr>
            <a:xfrm>
              <a:off x="632520" y="4723068"/>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2752353"/>
              <a:ext cx="1332000" cy="180000"/>
              <a:chOff x="666427" y="3266516"/>
              <a:chExt cx="1332000" cy="180000"/>
            </a:xfrm>
          </p:grpSpPr>
          <p:sp>
            <p:nvSpPr>
              <p:cNvPr id="354" name="모서리가 둥근 직사각형 35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5005767"/>
              <a:ext cx="1332000" cy="180000"/>
              <a:chOff x="666428" y="4310612"/>
              <a:chExt cx="1332000" cy="180000"/>
            </a:xfrm>
          </p:grpSpPr>
          <p:sp>
            <p:nvSpPr>
              <p:cNvPr id="346" name="모서리가 둥근 직사각형 34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25" name="모서리가 둥근 직사각형 32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4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847150685"/>
      </p:ext>
    </p:extLst>
  </p:cSld>
  <p:clrMapOvr>
    <a:masterClrMapping/>
  </p:clrMapOvr>
  <p:transition>
    <p:wipe dir="r"/>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KNOU_UI_C02120000_07</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err="1" smtClean="0">
                <a:latin typeface="+mn-ea"/>
                <a:ea typeface="+mn-ea"/>
              </a:rPr>
              <a:t>토론방</a:t>
            </a:r>
            <a:r>
              <a:rPr lang="ko-KR" altLang="en-US" sz="800" spc="-60" dirty="0" smtClean="0">
                <a:latin typeface="+mn-ea"/>
                <a:ea typeface="+mn-ea"/>
              </a:rPr>
              <a:t> </a:t>
            </a:r>
            <a:r>
              <a:rPr lang="en-US" altLang="ko-KR" sz="800" spc="-60" dirty="0" smtClean="0">
                <a:latin typeface="+mn-ea"/>
                <a:ea typeface="+mn-ea"/>
              </a:rPr>
              <a:t>: </a:t>
            </a:r>
            <a:r>
              <a:rPr lang="ko-KR" altLang="en-US" sz="800" spc="-60" dirty="0" smtClean="0">
                <a:latin typeface="+mn-ea"/>
                <a:ea typeface="+mn-ea"/>
              </a:rPr>
              <a:t>일반토론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9309127"/>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784039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토론방</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1774959622"/>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2122582542"/>
              </p:ext>
            </p:extLst>
          </p:nvPr>
        </p:nvGraphicFramePr>
        <p:xfrm>
          <a:off x="1972097" y="4065463"/>
          <a:ext cx="7470353" cy="512417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토론내용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참여형</a:t>
                      </a:r>
                      <a:r>
                        <a:rPr lang="ko-KR" altLang="en-US" sz="800" b="0" dirty="0" smtClean="0">
                          <a:solidFill>
                            <a:schemeClr val="tx1">
                              <a:lumMod val="75000"/>
                              <a:lumOff val="25000"/>
                            </a:schemeClr>
                          </a:solidFill>
                          <a:latin typeface="+mn-ea"/>
                        </a:rPr>
                        <a:t> </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토론</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참여글</a:t>
                      </a:r>
                      <a:r>
                        <a:rPr lang="ko-KR" altLang="en-US" sz="800" b="0" dirty="0" smtClean="0">
                          <a:solidFill>
                            <a:schemeClr val="tx1">
                              <a:lumMod val="75000"/>
                              <a:lumOff val="25000"/>
                            </a:schemeClr>
                          </a:solidFill>
                          <a:latin typeface="+mn-ea"/>
                          <a:ea typeface="+mn-ea"/>
                        </a:rPr>
                        <a:t> 보기 옵션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사용 안 함</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댓글</a:t>
                      </a:r>
                      <a:r>
                        <a:rPr lang="ko-KR" altLang="en-US" sz="800" b="0" dirty="0" smtClean="0">
                          <a:solidFill>
                            <a:schemeClr val="tx1">
                              <a:lumMod val="75000"/>
                              <a:lumOff val="25000"/>
                            </a:schemeClr>
                          </a:solidFill>
                          <a:latin typeface="+mn-ea"/>
                          <a:ea typeface="+mn-ea"/>
                        </a:rPr>
                        <a:t> 답변요청</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17380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찬반 토론으로 설정</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4" name="직사각형 213"/>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27" name="TextBox 226"/>
          <p:cNvSpPr txBox="1"/>
          <p:nvPr/>
        </p:nvSpPr>
        <p:spPr>
          <a:xfrm>
            <a:off x="3531890" y="6635452"/>
            <a:ext cx="3036296" cy="228041"/>
          </a:xfrm>
          <a:prstGeom prst="rect">
            <a:avLst/>
          </a:prstGeom>
          <a:noFill/>
        </p:spPr>
        <p:txBody>
          <a:bodyPr wrap="square" rtlCol="0" anchor="ctr">
            <a:noAutofit/>
          </a:bodyPr>
          <a:lstStyle/>
          <a:p>
            <a:pPr>
              <a:lnSpc>
                <a:spcPct val="150000"/>
              </a:lnSpc>
            </a:pP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설문 참여 </a:t>
            </a:r>
            <a:r>
              <a:rPr lang="en-US" altLang="ko-KR" sz="800" dirty="0" smtClean="0">
                <a:solidFill>
                  <a:srgbClr val="0070C0"/>
                </a:solidFill>
                <a:latin typeface="+mj-ea"/>
                <a:ea typeface="+mj-ea"/>
              </a:rPr>
              <a:t>: 100</a:t>
            </a:r>
            <a:r>
              <a:rPr lang="ko-KR" altLang="en-US" sz="800" dirty="0" smtClean="0">
                <a:solidFill>
                  <a:srgbClr val="0070C0"/>
                </a:solidFill>
                <a:latin typeface="+mj-ea"/>
                <a:ea typeface="+mj-ea"/>
              </a:rPr>
              <a:t>점</a:t>
            </a:r>
            <a:r>
              <a:rPr lang="en-US" altLang="ko-KR" sz="800" dirty="0" smtClean="0">
                <a:solidFill>
                  <a:srgbClr val="0070C0"/>
                </a:solidFill>
                <a:latin typeface="+mj-ea"/>
                <a:ea typeface="+mj-ea"/>
              </a:rPr>
              <a:t>, </a:t>
            </a:r>
            <a:r>
              <a:rPr lang="ko-KR" altLang="en-US" sz="800" dirty="0" err="1" smtClean="0">
                <a:solidFill>
                  <a:srgbClr val="0070C0"/>
                </a:solidFill>
                <a:latin typeface="+mj-ea"/>
                <a:ea typeface="+mj-ea"/>
              </a:rPr>
              <a:t>미참여</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0</a:t>
            </a:r>
            <a:r>
              <a:rPr lang="ko-KR" altLang="en-US" sz="800" dirty="0" smtClean="0">
                <a:solidFill>
                  <a:srgbClr val="0070C0"/>
                </a:solidFill>
                <a:latin typeface="+mj-ea"/>
                <a:ea typeface="+mj-ea"/>
              </a:rPr>
              <a:t>점 자동배점 </a:t>
            </a:r>
            <a:r>
              <a:rPr lang="en-US" altLang="ko-KR" sz="800" dirty="0" smtClean="0">
                <a:solidFill>
                  <a:srgbClr val="0070C0"/>
                </a:solidFill>
                <a:latin typeface="+mj-ea"/>
                <a:ea typeface="+mj-ea"/>
              </a:rPr>
              <a:t>)</a:t>
            </a:r>
            <a:r>
              <a:rPr lang="ko-KR" altLang="en-US" sz="800" dirty="0" smtClean="0">
                <a:solidFill>
                  <a:srgbClr val="0070C0"/>
                </a:solidFill>
                <a:latin typeface="+mj-ea"/>
                <a:ea typeface="+mj-ea"/>
              </a:rPr>
              <a:t> </a:t>
            </a:r>
            <a:r>
              <a:rPr lang="en-US" altLang="ko-KR" sz="800" dirty="0" smtClean="0">
                <a:solidFill>
                  <a:srgbClr val="0070C0"/>
                </a:solidFill>
                <a:latin typeface="+mj-ea"/>
                <a:ea typeface="+mj-ea"/>
              </a:rPr>
              <a:t>  </a:t>
            </a:r>
            <a:r>
              <a:rPr lang="ko-KR" altLang="en-US" sz="800" dirty="0" smtClean="0">
                <a:solidFill>
                  <a:srgbClr val="0070C0"/>
                </a:solidFill>
                <a:latin typeface="+mj-ea"/>
                <a:ea typeface="+mj-ea"/>
              </a:rPr>
              <a:t> </a:t>
            </a:r>
            <a:endParaRPr lang="en-US" altLang="ko-KR" sz="800" dirty="0">
              <a:solidFill>
                <a:srgbClr val="0070C0"/>
              </a:solidFill>
              <a:latin typeface="+mj-ea"/>
              <a:ea typeface="+mj-ea"/>
            </a:endParaRPr>
          </a:p>
        </p:txBody>
      </p:sp>
      <p:grpSp>
        <p:nvGrpSpPr>
          <p:cNvPr id="304" name="그룹 303"/>
          <p:cNvGrpSpPr/>
          <p:nvPr/>
        </p:nvGrpSpPr>
        <p:grpSpPr>
          <a:xfrm>
            <a:off x="3216263" y="6957370"/>
            <a:ext cx="2114928" cy="162000"/>
            <a:chOff x="3225788" y="7298382"/>
            <a:chExt cx="2114928" cy="162000"/>
          </a:xfrm>
        </p:grpSpPr>
        <p:sp>
          <p:nvSpPr>
            <p:cNvPr id="327" name="직사각형 32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345"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368" name="직사각형 367"/>
          <p:cNvSpPr/>
          <p:nvPr/>
        </p:nvSpPr>
        <p:spPr>
          <a:xfrm>
            <a:off x="3171849" y="8244011"/>
            <a:ext cx="351038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비율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69" name="직사각형 368"/>
          <p:cNvSpPr/>
          <p:nvPr/>
        </p:nvSpPr>
        <p:spPr>
          <a:xfrm>
            <a:off x="3173378" y="8489190"/>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작성자 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a:t>
            </a:r>
            <a:endParaRPr lang="ko-KR" altLang="en-US" sz="800" dirty="0">
              <a:solidFill>
                <a:schemeClr val="accent1"/>
              </a:solidFill>
              <a:latin typeface="+mn-ea"/>
              <a:ea typeface="+mn-ea"/>
            </a:endParaRPr>
          </a:p>
        </p:txBody>
      </p:sp>
      <p:sp>
        <p:nvSpPr>
          <p:cNvPr id="370" name="직사각형 369"/>
          <p:cNvSpPr/>
          <p:nvPr/>
        </p:nvSpPr>
        <p:spPr>
          <a:xfrm>
            <a:off x="3173378" y="8731113"/>
            <a:ext cx="3180663"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의견 글 복수 등록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sp>
        <p:nvSpPr>
          <p:cNvPr id="371" name="직사각형 370"/>
          <p:cNvSpPr/>
          <p:nvPr/>
        </p:nvSpPr>
        <p:spPr>
          <a:xfrm>
            <a:off x="3175473" y="8974196"/>
            <a:ext cx="2629169"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찬반 의견 변경가능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a:t>
            </a:r>
            <a:endParaRPr lang="ko-KR" altLang="en-US" sz="800" dirty="0">
              <a:solidFill>
                <a:schemeClr val="accent1"/>
              </a:solidFill>
              <a:latin typeface="+mn-ea"/>
              <a:ea typeface="+mn-ea"/>
            </a:endParaRPr>
          </a:p>
        </p:txBody>
      </p:sp>
      <p:grpSp>
        <p:nvGrpSpPr>
          <p:cNvPr id="388" name="그룹 387"/>
          <p:cNvGrpSpPr/>
          <p:nvPr/>
        </p:nvGrpSpPr>
        <p:grpSpPr>
          <a:xfrm>
            <a:off x="3219475" y="4547092"/>
            <a:ext cx="6151862" cy="1148064"/>
            <a:chOff x="3229000" y="4452549"/>
            <a:chExt cx="6151862" cy="1148064"/>
          </a:xfrm>
        </p:grpSpPr>
        <p:sp>
          <p:nvSpPr>
            <p:cNvPr id="389"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토론내용 토론내용 토론내용 토론내용</a:t>
              </a:r>
              <a:endParaRPr lang="en-US" altLang="ko-KR" sz="800" dirty="0">
                <a:solidFill>
                  <a:schemeClr val="tx1">
                    <a:lumMod val="75000"/>
                    <a:lumOff val="25000"/>
                  </a:schemeClr>
                </a:solidFill>
                <a:latin typeface="+mn-ea"/>
                <a:ea typeface="+mn-ea"/>
              </a:endParaRPr>
            </a:p>
          </p:txBody>
        </p:sp>
        <p:sp>
          <p:nvSpPr>
            <p:cNvPr id="390"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aphicFrame>
        <p:nvGraphicFramePr>
          <p:cNvPr id="195" name="Group 175"/>
          <p:cNvGraphicFramePr>
            <a:graphicFrameLocks noGrp="1"/>
          </p:cNvGraphicFramePr>
          <p:nvPr>
            <p:extLst>
              <p:ext uri="{D42A27DB-BD31-4B8C-83A1-F6EECF244321}">
                <p14:modId xmlns:p14="http://schemas.microsoft.com/office/powerpoint/2010/main" val="1787802620"/>
              </p:ext>
            </p:extLst>
          </p:nvPr>
        </p:nvGraphicFramePr>
        <p:xfrm>
          <a:off x="9499029" y="6376289"/>
          <a:ext cx="1404156" cy="67578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lt"/>
                          <a:ea typeface="+mn-ea"/>
                          <a:cs typeface="+mn-cs"/>
                        </a:rPr>
                        <a:t>토론방</a:t>
                      </a:r>
                      <a:r>
                        <a:rPr lang="ko-KR" altLang="en-US" sz="800" kern="1200" baseline="0" dirty="0" smtClean="0">
                          <a:solidFill>
                            <a:schemeClr val="tx1">
                              <a:lumMod val="75000"/>
                              <a:lumOff val="25000"/>
                            </a:schemeClr>
                          </a:solidFill>
                          <a:latin typeface="+mn-lt"/>
                          <a:ea typeface="+mn-ea"/>
                          <a:cs typeface="+mn-cs"/>
                        </a:rPr>
                        <a:t> 화면링크</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토론정보 펼침</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숨김</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err="1" smtClean="0">
                          <a:solidFill>
                            <a:schemeClr val="tx1">
                              <a:lumMod val="75000"/>
                              <a:lumOff val="25000"/>
                            </a:schemeClr>
                          </a:solidFill>
                          <a:latin typeface="+mn-ea"/>
                          <a:ea typeface="+mn-ea"/>
                          <a:cs typeface="+mn-cs"/>
                        </a:rPr>
                        <a:t>참여글</a:t>
                      </a:r>
                      <a:r>
                        <a:rPr lang="ko-KR" altLang="en-US" sz="800" kern="1200" dirty="0" smtClean="0">
                          <a:solidFill>
                            <a:schemeClr val="tx1">
                              <a:lumMod val="75000"/>
                              <a:lumOff val="25000"/>
                            </a:schemeClr>
                          </a:solidFill>
                          <a:latin typeface="+mn-ea"/>
                          <a:ea typeface="+mn-ea"/>
                          <a:cs typeface="+mn-cs"/>
                        </a:rPr>
                        <a:t> </a:t>
                      </a:r>
                      <a:r>
                        <a:rPr lang="ko-KR" altLang="en-US" sz="800" kern="1200" dirty="0" err="1" smtClean="0">
                          <a:solidFill>
                            <a:schemeClr val="tx1">
                              <a:lumMod val="75000"/>
                              <a:lumOff val="25000"/>
                            </a:schemeClr>
                          </a:solidFill>
                          <a:latin typeface="+mn-ea"/>
                          <a:ea typeface="+mn-ea"/>
                          <a:cs typeface="+mn-cs"/>
                        </a:rPr>
                        <a:t>입력폼</a:t>
                      </a:r>
                      <a:r>
                        <a:rPr lang="ko-KR" altLang="en-US" sz="800" kern="1200" dirty="0" smtClean="0">
                          <a:solidFill>
                            <a:schemeClr val="tx1">
                              <a:lumMod val="75000"/>
                              <a:lumOff val="25000"/>
                            </a:schemeClr>
                          </a:solidFill>
                          <a:latin typeface="+mn-ea"/>
                          <a:ea typeface="+mn-ea"/>
                          <a:cs typeface="+mn-cs"/>
                        </a:rPr>
                        <a:t>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a:t>
                      </a: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a:t>
                      </a:r>
                      <a:r>
                        <a:rPr lang="ko-KR" altLang="en-US" sz="800" kern="1200" dirty="0" err="1" smtClean="0">
                          <a:solidFill>
                            <a:schemeClr val="tx1">
                              <a:lumMod val="75000"/>
                              <a:lumOff val="25000"/>
                            </a:schemeClr>
                          </a:solidFill>
                          <a:latin typeface="+mn-ea"/>
                          <a:ea typeface="+mn-ea"/>
                          <a:cs typeface="+mn-cs"/>
                        </a:rPr>
                        <a:t>갯수</a:t>
                      </a:r>
                      <a:r>
                        <a:rPr lang="ko-KR" altLang="en-US" sz="800" kern="1200" dirty="0" smtClean="0">
                          <a:solidFill>
                            <a:schemeClr val="tx1">
                              <a:lumMod val="75000"/>
                              <a:lumOff val="25000"/>
                            </a:schemeClr>
                          </a:solidFill>
                          <a:latin typeface="+mn-ea"/>
                          <a:ea typeface="+mn-ea"/>
                          <a:cs typeface="+mn-cs"/>
                        </a:rPr>
                        <a:t>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관련 추가기능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수정</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삭제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글인 경우에만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참여글</a:t>
                      </a:r>
                      <a:r>
                        <a:rPr lang="ko-KR" altLang="en-US" sz="800" kern="1200" dirty="0" smtClean="0">
                          <a:solidFill>
                            <a:schemeClr val="tx1">
                              <a:lumMod val="75000"/>
                              <a:lumOff val="25000"/>
                            </a:schemeClr>
                          </a:solidFill>
                          <a:latin typeface="+mn-ea"/>
                          <a:ea typeface="+mn-ea"/>
                          <a:cs typeface="+mn-cs"/>
                        </a:rPr>
                        <a:t>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삭제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삭제</a:t>
                      </a:r>
                      <a:r>
                        <a:rPr lang="en-US" altLang="ko-KR" sz="800" kern="1200" dirty="0" smtClean="0">
                          <a:solidFill>
                            <a:schemeClr val="tx1">
                              <a:lumMod val="75000"/>
                              <a:lumOff val="25000"/>
                            </a:schemeClr>
                          </a:solidFill>
                          <a:latin typeface="+mn-ea"/>
                          <a:ea typeface="+mn-ea"/>
                          <a:cs typeface="+mn-cs"/>
                        </a:rPr>
                        <a:t>flag</a:t>
                      </a:r>
                      <a:r>
                        <a:rPr lang="ko-KR" altLang="en-US" sz="800" kern="1200" dirty="0" smtClean="0">
                          <a:solidFill>
                            <a:schemeClr val="tx1">
                              <a:lumMod val="75000"/>
                              <a:lumOff val="25000"/>
                            </a:schemeClr>
                          </a:solidFill>
                          <a:latin typeface="+mn-ea"/>
                          <a:ea typeface="+mn-ea"/>
                          <a:cs typeface="+mn-cs"/>
                        </a:rPr>
                        <a:t>처리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간편 </a:t>
                      </a:r>
                      <a:r>
                        <a:rPr lang="ko-KR" altLang="en-US" sz="800" kern="1200" dirty="0" err="1" smtClean="0">
                          <a:solidFill>
                            <a:schemeClr val="tx1">
                              <a:lumMod val="75000"/>
                              <a:lumOff val="25000"/>
                            </a:schemeClr>
                          </a:solidFill>
                          <a:latin typeface="+mn-ea"/>
                          <a:ea typeface="+mn-ea"/>
                          <a:cs typeface="+mn-cs"/>
                        </a:rPr>
                        <a:t>답글</a:t>
                      </a:r>
                      <a:r>
                        <a:rPr lang="ko-KR" altLang="en-US" sz="800" kern="1200" dirty="0" smtClean="0">
                          <a:solidFill>
                            <a:schemeClr val="tx1">
                              <a:lumMod val="75000"/>
                              <a:lumOff val="25000"/>
                            </a:schemeClr>
                          </a:solidFill>
                          <a:latin typeface="+mn-ea"/>
                          <a:ea typeface="+mn-ea"/>
                          <a:cs typeface="+mn-cs"/>
                        </a:rPr>
                        <a:t> </a:t>
                      </a:r>
                      <a:r>
                        <a:rPr lang="ko-KR" altLang="en-US" sz="800" kern="1200" dirty="0" err="1" smtClean="0">
                          <a:solidFill>
                            <a:schemeClr val="tx1">
                              <a:lumMod val="75000"/>
                              <a:lumOff val="25000"/>
                            </a:schemeClr>
                          </a:solidFill>
                          <a:latin typeface="+mn-ea"/>
                          <a:ea typeface="+mn-ea"/>
                          <a:cs typeface="+mn-cs"/>
                        </a:rPr>
                        <a:t>선택시</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editor</a:t>
                      </a:r>
                      <a:r>
                        <a:rPr lang="ko-KR" altLang="en-US" sz="800" kern="1200" dirty="0" smtClean="0">
                          <a:solidFill>
                            <a:schemeClr val="tx1">
                              <a:lumMod val="75000"/>
                              <a:lumOff val="25000"/>
                            </a:schemeClr>
                          </a:solidFill>
                          <a:latin typeface="+mn-ea"/>
                          <a:ea typeface="+mn-ea"/>
                          <a:cs typeface="+mn-cs"/>
                        </a:rPr>
                        <a:t>에 자동입력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답변이 필요한 </a:t>
                      </a:r>
                      <a:r>
                        <a:rPr lang="ko-KR" altLang="en-US" sz="800" kern="1200" dirty="0" err="1" smtClean="0">
                          <a:solidFill>
                            <a:schemeClr val="tx1">
                              <a:lumMod val="75000"/>
                              <a:lumOff val="25000"/>
                            </a:schemeClr>
                          </a:solidFill>
                          <a:latin typeface="+mn-ea"/>
                          <a:ea typeface="+mn-ea"/>
                          <a:cs typeface="+mn-cs"/>
                        </a:rPr>
                        <a:t>댓글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a:t>
                      </a:r>
                      <a:r>
                        <a:rPr lang="en-US" altLang="ko-KR" sz="800" kern="1200" dirty="0" smtClean="0">
                          <a:solidFill>
                            <a:schemeClr val="tx1">
                              <a:lumMod val="75000"/>
                              <a:lumOff val="25000"/>
                            </a:schemeClr>
                          </a:solidFill>
                          <a:latin typeface="+mn-ea"/>
                          <a:ea typeface="+mn-ea"/>
                          <a:cs typeface="+mn-cs"/>
                        </a:rPr>
                        <a:t>Q&amp;A</a:t>
                      </a:r>
                      <a:r>
                        <a:rPr lang="ko-KR" altLang="en-US" sz="800" kern="1200" dirty="0" smtClean="0">
                          <a:solidFill>
                            <a:schemeClr val="tx1">
                              <a:lumMod val="75000"/>
                              <a:lumOff val="25000"/>
                            </a:schemeClr>
                          </a:solidFill>
                          <a:latin typeface="+mn-ea"/>
                          <a:ea typeface="+mn-ea"/>
                          <a:cs typeface="+mn-cs"/>
                        </a:rPr>
                        <a:t>에 같이 등록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교수가 토론 </a:t>
                      </a:r>
                      <a:r>
                        <a:rPr lang="ko-KR" altLang="en-US" sz="800" kern="1200" dirty="0" err="1" smtClean="0">
                          <a:solidFill>
                            <a:schemeClr val="tx1">
                              <a:lumMod val="75000"/>
                              <a:lumOff val="25000"/>
                            </a:schemeClr>
                          </a:solidFill>
                          <a:latin typeface="+mn-ea"/>
                          <a:ea typeface="+mn-ea"/>
                          <a:cs typeface="+mn-cs"/>
                        </a:rPr>
                        <a:t>등록시</a:t>
                      </a:r>
                      <a:r>
                        <a:rPr lang="ko-KR" altLang="en-US" sz="800" kern="1200" dirty="0" smtClean="0">
                          <a:solidFill>
                            <a:schemeClr val="tx1">
                              <a:lumMod val="75000"/>
                              <a:lumOff val="25000"/>
                            </a:schemeClr>
                          </a:solidFill>
                          <a:latin typeface="+mn-ea"/>
                          <a:ea typeface="+mn-ea"/>
                          <a:cs typeface="+mn-cs"/>
                        </a:rPr>
                        <a:t> 옵션으로 설정함</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답변 요청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예</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인 경우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저장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삭제된 </a:t>
                      </a:r>
                      <a:r>
                        <a:rPr lang="ko-KR" altLang="en-US" sz="800" kern="1200" baseline="0" dirty="0" err="1" smtClean="0">
                          <a:solidFill>
                            <a:schemeClr val="tx1">
                              <a:lumMod val="75000"/>
                              <a:lumOff val="25000"/>
                            </a:schemeClr>
                          </a:solidFill>
                          <a:latin typeface="+mn-ea"/>
                          <a:ea typeface="+mn-ea"/>
                          <a:cs typeface="+mn-cs"/>
                        </a:rPr>
                        <a:t>댓글</a:t>
                      </a:r>
                      <a:r>
                        <a:rPr lang="ko-KR" altLang="en-US" sz="800" kern="1200" baseline="0" dirty="0" smtClean="0">
                          <a:solidFill>
                            <a:schemeClr val="tx1">
                              <a:lumMod val="75000"/>
                              <a:lumOff val="25000"/>
                            </a:schemeClr>
                          </a:solidFill>
                          <a:latin typeface="+mn-ea"/>
                          <a:ea typeface="+mn-ea"/>
                          <a:cs typeface="+mn-cs"/>
                        </a:rPr>
                        <a:t> 표시</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참여글</a:t>
                      </a:r>
                      <a:r>
                        <a:rPr lang="ko-KR" altLang="en-US" sz="800" kern="1200" dirty="0" smtClean="0">
                          <a:solidFill>
                            <a:schemeClr val="tx1">
                              <a:lumMod val="75000"/>
                              <a:lumOff val="25000"/>
                            </a:schemeClr>
                          </a:solidFill>
                          <a:latin typeface="+mn-ea"/>
                          <a:ea typeface="+mn-ea"/>
                          <a:cs typeface="+mn-cs"/>
                        </a:rPr>
                        <a:t> 글자수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aphicFrame>
        <p:nvGraphicFramePr>
          <p:cNvPr id="231" name="Group 37"/>
          <p:cNvGraphicFramePr>
            <a:graphicFrameLocks noGrp="1"/>
          </p:cNvGraphicFramePr>
          <p:nvPr>
            <p:extLst>
              <p:ext uri="{D42A27DB-BD31-4B8C-83A1-F6EECF244321}">
                <p14:modId xmlns:p14="http://schemas.microsoft.com/office/powerpoint/2010/main" val="369679928"/>
              </p:ext>
            </p:extLst>
          </p:nvPr>
        </p:nvGraphicFramePr>
        <p:xfrm>
          <a:off x="1972097" y="9280698"/>
          <a:ext cx="7470353" cy="10894945"/>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err="1" smtClean="0">
                          <a:solidFill>
                            <a:schemeClr val="tx1">
                              <a:lumMod val="75000"/>
                              <a:lumOff val="25000"/>
                            </a:schemeClr>
                          </a:solidFill>
                          <a:latin typeface="+mn-ea"/>
                          <a:ea typeface="+mn-ea"/>
                          <a:cs typeface="+mn-cs"/>
                        </a:rPr>
                        <a:t>토론방</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07726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856895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32" name="모서리가 둥근 직사각형 231"/>
          <p:cNvSpPr/>
          <p:nvPr/>
        </p:nvSpPr>
        <p:spPr>
          <a:xfrm>
            <a:off x="8193360" y="9326194"/>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참여글</a:t>
            </a:r>
            <a:r>
              <a:rPr lang="ko-KR" altLang="en-US" sz="800" dirty="0" smtClean="0">
                <a:solidFill>
                  <a:schemeClr val="bg1"/>
                </a:solidFill>
                <a:latin typeface="맑은 고딕" panose="020B0503020000020004" pitchFamily="50" charset="-127"/>
                <a:ea typeface="맑은 고딕" panose="020B0503020000020004" pitchFamily="50" charset="-127"/>
              </a:rPr>
              <a:t> 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233"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37161" y="9611665"/>
            <a:ext cx="7340400" cy="11344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34" name="그룹 233"/>
          <p:cNvGrpSpPr/>
          <p:nvPr/>
        </p:nvGrpSpPr>
        <p:grpSpPr>
          <a:xfrm>
            <a:off x="2034580" y="10803140"/>
            <a:ext cx="7341504" cy="733609"/>
            <a:chOff x="1202386" y="5786119"/>
            <a:chExt cx="7341504" cy="733609"/>
          </a:xfrm>
        </p:grpSpPr>
        <p:sp>
          <p:nvSpPr>
            <p:cNvPr id="239" name="직사각형 238"/>
            <p:cNvSpPr/>
            <p:nvPr/>
          </p:nvSpPr>
          <p:spPr>
            <a:xfrm>
              <a:off x="1202386" y="5786119"/>
              <a:ext cx="7341504" cy="492293"/>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40"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454459" y="5938537"/>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1" name="Rectangle 122"/>
            <p:cNvSpPr>
              <a:spLocks noChangeArrowheads="1"/>
            </p:cNvSpPr>
            <p:nvPr/>
          </p:nvSpPr>
          <p:spPr bwMode="auto">
            <a:xfrm>
              <a:off x="3690173" y="5942451"/>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254" name="TextBox 253"/>
            <p:cNvSpPr txBox="1"/>
            <p:nvPr/>
          </p:nvSpPr>
          <p:spPr>
            <a:xfrm>
              <a:off x="4598884" y="5922702"/>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255" name="그룹 254"/>
            <p:cNvGrpSpPr/>
            <p:nvPr/>
          </p:nvGrpSpPr>
          <p:grpSpPr>
            <a:xfrm>
              <a:off x="1203366" y="6304284"/>
              <a:ext cx="2149735" cy="215444"/>
              <a:chOff x="1856656" y="7619742"/>
              <a:chExt cx="2149735" cy="215444"/>
            </a:xfrm>
          </p:grpSpPr>
          <p:sp>
            <p:nvSpPr>
              <p:cNvPr id="256" name="직사각형 255"/>
              <p:cNvSpPr/>
              <p:nvPr/>
            </p:nvSpPr>
            <p:spPr>
              <a:xfrm>
                <a:off x="1856656" y="7648317"/>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57" name="직사각형 256"/>
              <p:cNvSpPr/>
              <p:nvPr/>
            </p:nvSpPr>
            <p:spPr>
              <a:xfrm>
                <a:off x="3754399" y="7619742"/>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sp>
        <p:nvSpPr>
          <p:cNvPr id="258" name="직사각형 257"/>
          <p:cNvSpPr/>
          <p:nvPr/>
        </p:nvSpPr>
        <p:spPr>
          <a:xfrm>
            <a:off x="9057456" y="9261648"/>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59" name="직사각형 258"/>
          <p:cNvSpPr/>
          <p:nvPr/>
        </p:nvSpPr>
        <p:spPr>
          <a:xfrm>
            <a:off x="2000671" y="9574063"/>
            <a:ext cx="7421513" cy="2007890"/>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grpSp>
        <p:nvGrpSpPr>
          <p:cNvPr id="260" name="그룹 259"/>
          <p:cNvGrpSpPr/>
          <p:nvPr/>
        </p:nvGrpSpPr>
        <p:grpSpPr>
          <a:xfrm>
            <a:off x="9172897" y="9199165"/>
            <a:ext cx="234360" cy="200055"/>
            <a:chOff x="1152270" y="11716364"/>
            <a:chExt cx="234360" cy="200055"/>
          </a:xfrm>
        </p:grpSpPr>
        <p:sp>
          <p:nvSpPr>
            <p:cNvPr id="261" name="모서리가 둥근 직사각형 2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3" name="직사각형 30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25" name="직사각형 324"/>
          <p:cNvSpPr/>
          <p:nvPr/>
        </p:nvSpPr>
        <p:spPr>
          <a:xfrm>
            <a:off x="2037675" y="11940802"/>
            <a:ext cx="7338409" cy="6552728"/>
          </a:xfrm>
          <a:prstGeom prst="rect">
            <a:avLst/>
          </a:prstGeom>
          <a:solidFill>
            <a:srgbClr val="E0E6EE"/>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43" name="그룹 342"/>
          <p:cNvGrpSpPr/>
          <p:nvPr/>
        </p:nvGrpSpPr>
        <p:grpSpPr>
          <a:xfrm>
            <a:off x="2037852" y="11663002"/>
            <a:ext cx="2051052" cy="201600"/>
            <a:chOff x="1746548" y="3340058"/>
            <a:chExt cx="2051052" cy="201600"/>
          </a:xfrm>
        </p:grpSpPr>
        <p:pic>
          <p:nvPicPr>
            <p:cNvPr id="34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575323" y="3340058"/>
              <a:ext cx="222277" cy="201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7" name="직사각형 346"/>
            <p:cNvSpPr/>
            <p:nvPr/>
          </p:nvSpPr>
          <p:spPr>
            <a:xfrm>
              <a:off x="1746548" y="3347487"/>
              <a:ext cx="1800000" cy="1836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학번</a:t>
              </a:r>
              <a:r>
                <a:rPr lang="en-US" altLang="ko-KR" sz="800" dirty="0" smtClean="0">
                  <a:solidFill>
                    <a:schemeClr val="tx1">
                      <a:lumMod val="50000"/>
                      <a:lumOff val="50000"/>
                    </a:schemeClr>
                  </a:solidFill>
                  <a:latin typeface="+mn-ea"/>
                </a:rPr>
                <a:t>, </a:t>
              </a:r>
              <a:r>
                <a:rPr lang="ko-KR" altLang="en-US" sz="800" dirty="0" smtClean="0">
                  <a:solidFill>
                    <a:schemeClr val="tx1">
                      <a:lumMod val="50000"/>
                      <a:lumOff val="50000"/>
                    </a:schemeClr>
                  </a:solidFill>
                  <a:latin typeface="+mn-ea"/>
                </a:rPr>
                <a:t>이름 입력</a:t>
              </a:r>
              <a:endParaRPr lang="en-US" altLang="ko-KR" sz="800" dirty="0">
                <a:solidFill>
                  <a:schemeClr val="tx1">
                    <a:lumMod val="50000"/>
                    <a:lumOff val="50000"/>
                  </a:schemeClr>
                </a:solidFill>
                <a:latin typeface="+mn-ea"/>
              </a:endParaRPr>
            </a:p>
          </p:txBody>
        </p:sp>
      </p:grpSp>
      <p:grpSp>
        <p:nvGrpSpPr>
          <p:cNvPr id="334" name="그룹 333"/>
          <p:cNvGrpSpPr/>
          <p:nvPr/>
        </p:nvGrpSpPr>
        <p:grpSpPr>
          <a:xfrm>
            <a:off x="416496" y="2077611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4" name="그룹 353"/>
          <p:cNvGrpSpPr/>
          <p:nvPr/>
        </p:nvGrpSpPr>
        <p:grpSpPr>
          <a:xfrm>
            <a:off x="2044105" y="12025098"/>
            <a:ext cx="7329958" cy="906104"/>
            <a:chOff x="2044105" y="7307907"/>
            <a:chExt cx="7329958" cy="906104"/>
          </a:xfrm>
        </p:grpSpPr>
        <p:pic>
          <p:nvPicPr>
            <p:cNvPr id="362"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9268838" y="7346881"/>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3" name="직사각형 362"/>
            <p:cNvSpPr/>
            <p:nvPr/>
          </p:nvSpPr>
          <p:spPr>
            <a:xfrm>
              <a:off x="8978382" y="7307907"/>
              <a:ext cx="243978" cy="215444"/>
            </a:xfrm>
            <a:prstGeom prst="rect">
              <a:avLst/>
            </a:prstGeom>
            <a:solidFill>
              <a:schemeClr val="bg1">
                <a:lumMod val="95000"/>
              </a:schemeClr>
            </a:solidFill>
            <a:ln>
              <a:solidFill>
                <a:schemeClr val="bg1">
                  <a:lumMod val="65000"/>
                </a:schemeClr>
              </a:solidFill>
            </a:ln>
          </p:spPr>
          <p:txBody>
            <a:bodyPr wrap="none">
              <a:spAutoFit/>
            </a:bodyPr>
            <a:lstStyle/>
            <a:p>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p:txBody>
        </p:sp>
        <p:grpSp>
          <p:nvGrpSpPr>
            <p:cNvPr id="364" name="그룹 363"/>
            <p:cNvGrpSpPr/>
            <p:nvPr/>
          </p:nvGrpSpPr>
          <p:grpSpPr>
            <a:xfrm>
              <a:off x="2044105" y="7633755"/>
              <a:ext cx="7322400" cy="580256"/>
              <a:chOff x="2044105" y="7633755"/>
              <a:chExt cx="7322400" cy="580256"/>
            </a:xfrm>
          </p:grpSpPr>
          <p:sp>
            <p:nvSpPr>
              <p:cNvPr id="378" name="직사각형 377"/>
              <p:cNvSpPr/>
              <p:nvPr/>
            </p:nvSpPr>
            <p:spPr>
              <a:xfrm>
                <a:off x="2104641" y="7633755"/>
                <a:ext cx="7210800" cy="50524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err="1">
                    <a:solidFill>
                      <a:schemeClr val="tx1">
                        <a:lumMod val="75000"/>
                        <a:lumOff val="25000"/>
                      </a:schemeClr>
                    </a:solidFill>
                    <a:latin typeface="+mn-ea"/>
                  </a:rPr>
                  <a:t>ㅇㅇㅇㅇㅇㅇㅇㅇㅇㅇㅇㅇㅇㅇㅇㅇㅇㅇㅇㅇㅇㅇㅇ</a:t>
                </a:r>
                <a:endParaRPr lang="en-US" altLang="ko-KR" sz="800" dirty="0">
                  <a:solidFill>
                    <a:schemeClr val="tx1">
                      <a:lumMod val="75000"/>
                      <a:lumOff val="25000"/>
                    </a:schemeClr>
                  </a:solidFill>
                  <a:latin typeface="+mn-ea"/>
                </a:endParaRPr>
              </a:p>
              <a:p>
                <a:pPr>
                  <a:lnSpc>
                    <a:spcPct val="150000"/>
                  </a:lnSpc>
                </a:pPr>
                <a:r>
                  <a:rPr lang="ko-KR" altLang="en-US"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ㅇㅇㅇㅇㅇㅇㅇㅇㅇㅇㅇㅇㅇㅇ</a:t>
                </a:r>
                <a:r>
                  <a:rPr lang="en-US" altLang="ko-KR" sz="800" dirty="0" smtClean="0">
                    <a:solidFill>
                      <a:schemeClr val="tx1">
                        <a:lumMod val="75000"/>
                        <a:lumOff val="25000"/>
                      </a:schemeClr>
                    </a:solidFill>
                    <a:latin typeface="+mn-ea"/>
                  </a:rPr>
                  <a:t> </a:t>
                </a:r>
                <a:r>
                  <a:rPr lang="ko-KR" altLang="en-US" sz="800" dirty="0" err="1">
                    <a:solidFill>
                      <a:schemeClr val="tx1">
                        <a:lumMod val="75000"/>
                        <a:lumOff val="25000"/>
                      </a:schemeClr>
                    </a:solidFill>
                    <a:latin typeface="+mn-ea"/>
                  </a:rPr>
                  <a:t>ㅇㅇㅇㅇㅇㅇ</a:t>
                </a:r>
                <a:endParaRPr lang="en-US" altLang="ko-KR" sz="800" dirty="0">
                  <a:solidFill>
                    <a:schemeClr val="tx1">
                      <a:lumMod val="75000"/>
                      <a:lumOff val="25000"/>
                    </a:schemeClr>
                  </a:solidFill>
                  <a:latin typeface="+mn-ea"/>
                </a:endParaRPr>
              </a:p>
            </p:txBody>
          </p:sp>
          <p:cxnSp>
            <p:nvCxnSpPr>
              <p:cNvPr id="379" name="직선 연결선 378"/>
              <p:cNvCxnSpPr/>
              <p:nvPr/>
            </p:nvCxnSpPr>
            <p:spPr>
              <a:xfrm>
                <a:off x="2044105" y="8214011"/>
                <a:ext cx="7322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6" name="직사각형 365"/>
            <p:cNvSpPr/>
            <p:nvPr/>
          </p:nvSpPr>
          <p:spPr>
            <a:xfrm rot="10800000">
              <a:off x="8892491" y="7791488"/>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67" name="그룹 366"/>
            <p:cNvGrpSpPr/>
            <p:nvPr/>
          </p:nvGrpSpPr>
          <p:grpSpPr>
            <a:xfrm>
              <a:off x="2114165" y="7317432"/>
              <a:ext cx="3775217" cy="235074"/>
              <a:chOff x="2114165" y="7317432"/>
              <a:chExt cx="3775217" cy="235074"/>
            </a:xfrm>
          </p:grpSpPr>
          <p:grpSp>
            <p:nvGrpSpPr>
              <p:cNvPr id="372" name="그룹 371"/>
              <p:cNvGrpSpPr/>
              <p:nvPr/>
            </p:nvGrpSpPr>
            <p:grpSpPr>
              <a:xfrm>
                <a:off x="2288704" y="7317432"/>
                <a:ext cx="3600678" cy="232895"/>
                <a:chOff x="2415527" y="7355248"/>
                <a:chExt cx="3600678" cy="232895"/>
              </a:xfrm>
            </p:grpSpPr>
            <p:sp>
              <p:nvSpPr>
                <p:cNvPr id="376" name="직사각형 375"/>
                <p:cNvSpPr/>
                <p:nvPr/>
              </p:nvSpPr>
              <p:spPr>
                <a:xfrm>
                  <a:off x="3427035" y="7355248"/>
                  <a:ext cx="2589170"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en-US" altLang="ko-KR" sz="800" dirty="0" smtClean="0">
                      <a:solidFill>
                        <a:srgbClr val="0070C0"/>
                      </a:solidFill>
                      <a:latin typeface="+mn-ea"/>
                      <a:ea typeface="+mn-ea"/>
                    </a:rPr>
                    <a:t>45</a:t>
                  </a:r>
                  <a:r>
                    <a:rPr lang="ko-KR" altLang="en-US" sz="800" dirty="0" smtClean="0">
                      <a:solidFill>
                        <a:srgbClr val="0070C0"/>
                      </a:solidFill>
                      <a:latin typeface="+mn-ea"/>
                      <a:ea typeface="+mn-ea"/>
                    </a:rPr>
                    <a:t>자</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작성일시</a:t>
                  </a:r>
                  <a:r>
                    <a:rPr lang="ko-KR" altLang="en-US"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2026.03.15 (16:15) </a:t>
                  </a: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첨부파일 </a:t>
                  </a:r>
                  <a:r>
                    <a:rPr lang="en-US" altLang="ko-KR" sz="800" dirty="0" smtClean="0">
                      <a:solidFill>
                        <a:schemeClr val="tx1">
                          <a:lumMod val="75000"/>
                          <a:lumOff val="25000"/>
                        </a:schemeClr>
                      </a:solidFill>
                      <a:latin typeface="+mn-ea"/>
                      <a:ea typeface="+mn-ea"/>
                    </a:rPr>
                    <a:t>: - </a:t>
                  </a:r>
                  <a:endParaRPr lang="en-US" altLang="ko-KR" sz="800" dirty="0">
                    <a:solidFill>
                      <a:schemeClr val="tx1">
                        <a:lumMod val="75000"/>
                        <a:lumOff val="25000"/>
                      </a:schemeClr>
                    </a:solidFill>
                    <a:latin typeface="+mn-ea"/>
                    <a:ea typeface="+mn-ea"/>
                  </a:endParaRPr>
                </a:p>
              </p:txBody>
            </p:sp>
            <p:sp>
              <p:nvSpPr>
                <p:cNvPr id="377" name="직사각형 376"/>
                <p:cNvSpPr/>
                <p:nvPr/>
              </p:nvSpPr>
              <p:spPr>
                <a:xfrm>
                  <a:off x="2415527" y="7372699"/>
                  <a:ext cx="1095172" cy="215444"/>
                </a:xfrm>
                <a:prstGeom prst="rect">
                  <a:avLst/>
                </a:prstGeom>
              </p:spPr>
              <p:txBody>
                <a:bodyPr wrap="none">
                  <a:spAutoFit/>
                </a:bodyPr>
                <a:lstStyle/>
                <a:p>
                  <a:r>
                    <a:rPr lang="ko-KR" altLang="en-US" sz="800" dirty="0" smtClean="0">
                      <a:latin typeface="+mn-ea"/>
                      <a:ea typeface="+mn-ea"/>
                    </a:rPr>
                    <a:t>홍*생 </a:t>
                  </a:r>
                  <a:r>
                    <a:rPr lang="en-US" altLang="ko-KR" sz="800" dirty="0" smtClean="0">
                      <a:latin typeface="+mn-ea"/>
                      <a:ea typeface="+mn-ea"/>
                    </a:rPr>
                    <a:t>(8254874566)</a:t>
                  </a:r>
                  <a:endParaRPr lang="ko-KR" altLang="en-US" sz="800" dirty="0">
                    <a:latin typeface="+mn-ea"/>
                    <a:ea typeface="+mn-ea"/>
                  </a:endParaRPr>
                </a:p>
              </p:txBody>
            </p:sp>
          </p:grpSp>
          <p:pic>
            <p:nvPicPr>
              <p:cNvPr id="375"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14165" y="7336506"/>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380" name="그룹 379"/>
          <p:cNvGrpSpPr/>
          <p:nvPr/>
        </p:nvGrpSpPr>
        <p:grpSpPr>
          <a:xfrm>
            <a:off x="8297377" y="12997206"/>
            <a:ext cx="1004678" cy="280129"/>
            <a:chOff x="7088099" y="8280015"/>
            <a:chExt cx="1004678" cy="280129"/>
          </a:xfrm>
        </p:grpSpPr>
        <p:sp>
          <p:nvSpPr>
            <p:cNvPr id="381" name="직사각형 380"/>
            <p:cNvSpPr/>
            <p:nvPr/>
          </p:nvSpPr>
          <p:spPr>
            <a:xfrm>
              <a:off x="7192777" y="8280015"/>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작성 </a:t>
              </a:r>
              <a:endParaRPr lang="en-US" altLang="ko-KR" sz="800" dirty="0">
                <a:solidFill>
                  <a:schemeClr val="tx1">
                    <a:lumMod val="75000"/>
                    <a:lumOff val="25000"/>
                  </a:schemeClr>
                </a:solidFill>
                <a:latin typeface="+mn-ea"/>
              </a:endParaRPr>
            </a:p>
          </p:txBody>
        </p:sp>
        <p:sp>
          <p:nvSpPr>
            <p:cNvPr id="382" name="직사각형 381"/>
            <p:cNvSpPr/>
            <p:nvPr/>
          </p:nvSpPr>
          <p:spPr>
            <a:xfrm rot="10800000">
              <a:off x="7088099" y="8313923"/>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383" name="그룹 382"/>
          <p:cNvGrpSpPr/>
          <p:nvPr/>
        </p:nvGrpSpPr>
        <p:grpSpPr>
          <a:xfrm>
            <a:off x="1999914" y="12997234"/>
            <a:ext cx="1729891" cy="271050"/>
            <a:chOff x="1807132" y="7226402"/>
            <a:chExt cx="1729891" cy="271050"/>
          </a:xfrm>
        </p:grpSpPr>
        <p:sp>
          <p:nvSpPr>
            <p:cNvPr id="384" name="직사각형 383"/>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a:t>
              </a:r>
              <a:r>
                <a:rPr lang="ko-KR" altLang="en-US" sz="800" dirty="0" err="1" smtClean="0">
                  <a:solidFill>
                    <a:schemeClr val="tx1">
                      <a:lumMod val="75000"/>
                      <a:lumOff val="25000"/>
                    </a:schemeClr>
                  </a:solidFill>
                  <a:latin typeface="+mn-ea"/>
                </a:rPr>
                <a:t>댓글이</a:t>
              </a:r>
              <a:r>
                <a:rPr lang="ko-KR" altLang="en-US" sz="800" dirty="0" smtClean="0">
                  <a:solidFill>
                    <a:schemeClr val="tx1">
                      <a:lumMod val="75000"/>
                      <a:lumOff val="25000"/>
                    </a:schemeClr>
                  </a:solidFill>
                  <a:latin typeface="+mn-ea"/>
                </a:rPr>
                <a:t>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385" name="직사각형 384"/>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sp>
        <p:nvSpPr>
          <p:cNvPr id="386" name="직사각형 385"/>
          <p:cNvSpPr/>
          <p:nvPr/>
        </p:nvSpPr>
        <p:spPr>
          <a:xfrm>
            <a:off x="2104878" y="13306384"/>
            <a:ext cx="7200000"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38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209742" y="13391163"/>
            <a:ext cx="5904000" cy="783096"/>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391" name="TextBox 390"/>
          <p:cNvSpPr txBox="1"/>
          <p:nvPr/>
        </p:nvSpPr>
        <p:spPr>
          <a:xfrm>
            <a:off x="2219466" y="13597092"/>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393" name="직사각형 392"/>
          <p:cNvSpPr/>
          <p:nvPr/>
        </p:nvSpPr>
        <p:spPr>
          <a:xfrm>
            <a:off x="8193360" y="13387957"/>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94" name="TextBox 393"/>
          <p:cNvSpPr txBox="1"/>
          <p:nvPr/>
        </p:nvSpPr>
        <p:spPr>
          <a:xfrm>
            <a:off x="8200990" y="13390013"/>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95" name="그룹 394"/>
          <p:cNvGrpSpPr/>
          <p:nvPr/>
        </p:nvGrpSpPr>
        <p:grpSpPr>
          <a:xfrm>
            <a:off x="8236794" y="13783961"/>
            <a:ext cx="928576" cy="215444"/>
            <a:chOff x="8337376" y="8326124"/>
            <a:chExt cx="928576" cy="215444"/>
          </a:xfrm>
        </p:grpSpPr>
        <p:sp>
          <p:nvSpPr>
            <p:cNvPr id="396" name="직사각형 395"/>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397" name="TextBox 396"/>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398" name="그룹 397"/>
          <p:cNvGrpSpPr/>
          <p:nvPr/>
        </p:nvGrpSpPr>
        <p:grpSpPr>
          <a:xfrm>
            <a:off x="8227269" y="13603941"/>
            <a:ext cx="936004" cy="215444"/>
            <a:chOff x="6851687" y="7802438"/>
            <a:chExt cx="936004" cy="215444"/>
          </a:xfrm>
        </p:grpSpPr>
        <p:grpSp>
          <p:nvGrpSpPr>
            <p:cNvPr id="399" name="그룹 398"/>
            <p:cNvGrpSpPr/>
            <p:nvPr/>
          </p:nvGrpSpPr>
          <p:grpSpPr>
            <a:xfrm>
              <a:off x="6851687" y="7802438"/>
              <a:ext cx="936004" cy="215444"/>
              <a:chOff x="8337376" y="8047616"/>
              <a:chExt cx="936004" cy="215444"/>
            </a:xfrm>
          </p:grpSpPr>
          <p:sp>
            <p:nvSpPr>
              <p:cNvPr id="401" name="직사각형 400"/>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402" name="TextBox 401"/>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400"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403" name="그룹 402"/>
          <p:cNvGrpSpPr/>
          <p:nvPr/>
        </p:nvGrpSpPr>
        <p:grpSpPr>
          <a:xfrm>
            <a:off x="8236794" y="13966657"/>
            <a:ext cx="928576" cy="215444"/>
            <a:chOff x="8337376" y="8326124"/>
            <a:chExt cx="928576" cy="215444"/>
          </a:xfrm>
        </p:grpSpPr>
        <p:sp>
          <p:nvSpPr>
            <p:cNvPr id="404" name="직사각형 403"/>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405" name="TextBox 404"/>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406" name="모서리가 둥근 직사각형 405"/>
          <p:cNvSpPr/>
          <p:nvPr/>
        </p:nvSpPr>
        <p:spPr>
          <a:xfrm>
            <a:off x="8511419" y="14246342"/>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07" name="그룹 406"/>
          <p:cNvGrpSpPr/>
          <p:nvPr/>
        </p:nvGrpSpPr>
        <p:grpSpPr>
          <a:xfrm>
            <a:off x="2199489" y="14233543"/>
            <a:ext cx="5014334" cy="215444"/>
            <a:chOff x="2023662" y="8496619"/>
            <a:chExt cx="5014334" cy="215444"/>
          </a:xfrm>
        </p:grpSpPr>
        <p:sp>
          <p:nvSpPr>
            <p:cNvPr id="408" name="직사각형 407"/>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09" name="TextBox 408"/>
            <p:cNvSpPr txBox="1"/>
            <p:nvPr/>
          </p:nvSpPr>
          <p:spPr>
            <a:xfrm>
              <a:off x="2092010" y="8496619"/>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답변을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410" name="직사각형 409"/>
          <p:cNvSpPr/>
          <p:nvPr/>
        </p:nvSpPr>
        <p:spPr>
          <a:xfrm>
            <a:off x="2197646" y="1486198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11" name="직사각형 410"/>
          <p:cNvSpPr/>
          <p:nvPr/>
        </p:nvSpPr>
        <p:spPr>
          <a:xfrm>
            <a:off x="3116353" y="14642266"/>
            <a:ext cx="5490005"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a:t>
            </a:r>
            <a:r>
              <a:rPr lang="ko-KR" altLang="en-US" sz="800" dirty="0" err="1">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cxnSp>
        <p:nvCxnSpPr>
          <p:cNvPr id="412" name="꺾인 연결선 411"/>
          <p:cNvCxnSpPr>
            <a:stCxn id="468" idx="2"/>
            <a:endCxn id="474" idx="1"/>
          </p:cNvCxnSpPr>
          <p:nvPr/>
        </p:nvCxnSpPr>
        <p:spPr>
          <a:xfrm rot="16200000" flipH="1">
            <a:off x="2176579" y="14957138"/>
            <a:ext cx="405730" cy="275749"/>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13" name="꺾인 연결선 412"/>
          <p:cNvCxnSpPr>
            <a:stCxn id="468" idx="2"/>
            <a:endCxn id="480" idx="1"/>
          </p:cNvCxnSpPr>
          <p:nvPr/>
        </p:nvCxnSpPr>
        <p:spPr>
          <a:xfrm rot="16200000" flipH="1">
            <a:off x="1685682" y="15448036"/>
            <a:ext cx="1391549" cy="279772"/>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415" name="그룹 414"/>
          <p:cNvGrpSpPr/>
          <p:nvPr/>
        </p:nvGrpSpPr>
        <p:grpSpPr>
          <a:xfrm>
            <a:off x="8265368" y="14678366"/>
            <a:ext cx="969911" cy="263175"/>
            <a:chOff x="6836830" y="8933894"/>
            <a:chExt cx="969911" cy="263175"/>
          </a:xfrm>
        </p:grpSpPr>
        <p:sp>
          <p:nvSpPr>
            <p:cNvPr id="417" name="직사각형 41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18" name="직사각형 417"/>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9" name="그룹 418"/>
          <p:cNvGrpSpPr/>
          <p:nvPr/>
        </p:nvGrpSpPr>
        <p:grpSpPr>
          <a:xfrm>
            <a:off x="8270700" y="15202574"/>
            <a:ext cx="1063165" cy="263175"/>
            <a:chOff x="8270700" y="10880325"/>
            <a:chExt cx="1063165" cy="263175"/>
          </a:xfrm>
        </p:grpSpPr>
        <p:grpSp>
          <p:nvGrpSpPr>
            <p:cNvPr id="420" name="그룹 419"/>
            <p:cNvGrpSpPr/>
            <p:nvPr/>
          </p:nvGrpSpPr>
          <p:grpSpPr>
            <a:xfrm>
              <a:off x="8270700" y="10880325"/>
              <a:ext cx="969911" cy="263175"/>
              <a:chOff x="6836830" y="8933894"/>
              <a:chExt cx="969911" cy="263175"/>
            </a:xfrm>
          </p:grpSpPr>
          <p:sp>
            <p:nvSpPr>
              <p:cNvPr id="422" name="직사각형 421"/>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23" name="직사각형 422"/>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421"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9276265" y="10946482"/>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5" name="그룹 424"/>
          <p:cNvGrpSpPr/>
          <p:nvPr/>
        </p:nvGrpSpPr>
        <p:grpSpPr>
          <a:xfrm>
            <a:off x="8236893" y="16179482"/>
            <a:ext cx="998486" cy="273146"/>
            <a:chOff x="6808255" y="8945069"/>
            <a:chExt cx="998486" cy="273146"/>
          </a:xfrm>
        </p:grpSpPr>
        <p:sp>
          <p:nvSpPr>
            <p:cNvPr id="427" name="직사각형 42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28" name="직사각형 427"/>
            <p:cNvSpPr/>
            <p:nvPr/>
          </p:nvSpPr>
          <p:spPr>
            <a:xfrm rot="10800000">
              <a:off x="6808255" y="89719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30" name="그룹 429"/>
          <p:cNvGrpSpPr/>
          <p:nvPr/>
        </p:nvGrpSpPr>
        <p:grpSpPr>
          <a:xfrm>
            <a:off x="8270700" y="18009745"/>
            <a:ext cx="969911" cy="263175"/>
            <a:chOff x="6836830" y="8933894"/>
            <a:chExt cx="969911" cy="263175"/>
          </a:xfrm>
        </p:grpSpPr>
        <p:sp>
          <p:nvSpPr>
            <p:cNvPr id="432" name="직사각형 431"/>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33" name="직사각형 432"/>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sp>
        <p:nvSpPr>
          <p:cNvPr id="434" name="직사각형 433"/>
          <p:cNvSpPr/>
          <p:nvPr/>
        </p:nvSpPr>
        <p:spPr>
          <a:xfrm>
            <a:off x="9354268" y="15405749"/>
            <a:ext cx="720080" cy="48449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grpSp>
        <p:nvGrpSpPr>
          <p:cNvPr id="435" name="그룹 434"/>
          <p:cNvGrpSpPr/>
          <p:nvPr/>
        </p:nvGrpSpPr>
        <p:grpSpPr>
          <a:xfrm>
            <a:off x="3432021" y="14830393"/>
            <a:ext cx="492444" cy="253211"/>
            <a:chOff x="2495031" y="4192513"/>
            <a:chExt cx="492444" cy="253211"/>
          </a:xfrm>
        </p:grpSpPr>
        <p:sp>
          <p:nvSpPr>
            <p:cNvPr id="436" name="직사각형 435"/>
            <p:cNvSpPr/>
            <p:nvPr/>
          </p:nvSpPr>
          <p:spPr>
            <a:xfrm>
              <a:off x="2576736" y="4257112"/>
              <a:ext cx="360000" cy="144000"/>
            </a:xfrm>
            <a:prstGeom prst="rect">
              <a:avLst/>
            </a:prstGeom>
            <a:solidFill>
              <a:schemeClr val="accent1">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437" name="직사각형 436"/>
            <p:cNvSpPr/>
            <p:nvPr/>
          </p:nvSpPr>
          <p:spPr>
            <a:xfrm>
              <a:off x="2495031" y="4192513"/>
              <a:ext cx="492444" cy="253211"/>
            </a:xfrm>
            <a:prstGeom prst="rect">
              <a:avLst/>
            </a:prstGeom>
          </p:spPr>
          <p:txBody>
            <a:bodyPr wrap="none">
              <a:spAutoFit/>
            </a:bodyPr>
            <a:lstStyle/>
            <a:p>
              <a:pPr algn="ctr">
                <a:lnSpc>
                  <a:spcPct val="150000"/>
                </a:lnSpc>
              </a:pPr>
              <a:r>
                <a:rPr lang="ko-KR" altLang="en-US" sz="800" dirty="0" smtClean="0">
                  <a:solidFill>
                    <a:schemeClr val="bg1"/>
                  </a:solidFill>
                  <a:latin typeface="+mn-ea"/>
                  <a:ea typeface="+mn-ea"/>
                </a:rPr>
                <a:t>삭제됨</a:t>
              </a:r>
              <a:endParaRPr lang="en-US" altLang="ko-KR" sz="800" dirty="0">
                <a:solidFill>
                  <a:schemeClr val="bg1"/>
                </a:solidFill>
                <a:latin typeface="+mn-ea"/>
                <a:ea typeface="+mn-ea"/>
              </a:endParaRPr>
            </a:p>
          </p:txBody>
        </p:sp>
      </p:grpSp>
      <p:grpSp>
        <p:nvGrpSpPr>
          <p:cNvPr id="438" name="그룹 437"/>
          <p:cNvGrpSpPr/>
          <p:nvPr/>
        </p:nvGrpSpPr>
        <p:grpSpPr>
          <a:xfrm>
            <a:off x="3816444" y="14870088"/>
            <a:ext cx="284052" cy="200055"/>
            <a:chOff x="1133220" y="11716364"/>
            <a:chExt cx="284052" cy="200055"/>
          </a:xfrm>
        </p:grpSpPr>
        <p:sp>
          <p:nvSpPr>
            <p:cNvPr id="439" name="모서리가 둥근 직사각형 43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0" name="직사각형 439"/>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grpSp>
        <p:nvGrpSpPr>
          <p:cNvPr id="441" name="그룹 440"/>
          <p:cNvGrpSpPr/>
          <p:nvPr/>
        </p:nvGrpSpPr>
        <p:grpSpPr>
          <a:xfrm>
            <a:off x="9306643" y="15242177"/>
            <a:ext cx="234360" cy="200055"/>
            <a:chOff x="1152270" y="11716364"/>
            <a:chExt cx="234360" cy="200055"/>
          </a:xfrm>
        </p:grpSpPr>
        <p:sp>
          <p:nvSpPr>
            <p:cNvPr id="442" name="모서리가 둥근 직사각형 44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3" name="직사각형 44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444" name="직사각형 443"/>
          <p:cNvSpPr/>
          <p:nvPr/>
        </p:nvSpPr>
        <p:spPr>
          <a:xfrm>
            <a:off x="9355013" y="12128283"/>
            <a:ext cx="720080" cy="46431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grpSp>
        <p:nvGrpSpPr>
          <p:cNvPr id="445" name="그룹 444"/>
          <p:cNvGrpSpPr/>
          <p:nvPr/>
        </p:nvGrpSpPr>
        <p:grpSpPr>
          <a:xfrm>
            <a:off x="1991147" y="18615926"/>
            <a:ext cx="7381842" cy="1377677"/>
            <a:chOff x="2000672" y="12924531"/>
            <a:chExt cx="7381842" cy="1377677"/>
          </a:xfrm>
        </p:grpSpPr>
        <p:sp>
          <p:nvSpPr>
            <p:cNvPr id="446" name="직사각형 445"/>
            <p:cNvSpPr/>
            <p:nvPr/>
          </p:nvSpPr>
          <p:spPr>
            <a:xfrm>
              <a:off x="2044105" y="12924531"/>
              <a:ext cx="7338409" cy="1377677"/>
            </a:xfrm>
            <a:prstGeom prst="rect">
              <a:avLst/>
            </a:prstGeom>
            <a:solidFill>
              <a:srgbClr val="E0E6EE"/>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47" name="그룹 446"/>
            <p:cNvGrpSpPr/>
            <p:nvPr/>
          </p:nvGrpSpPr>
          <p:grpSpPr>
            <a:xfrm>
              <a:off x="2050535" y="12987014"/>
              <a:ext cx="7329958" cy="906104"/>
              <a:chOff x="2044105" y="7307907"/>
              <a:chExt cx="7329958" cy="906104"/>
            </a:xfrm>
          </p:grpSpPr>
          <p:sp>
            <p:nvSpPr>
              <p:cNvPr id="455" name="직사각형 454"/>
              <p:cNvSpPr/>
              <p:nvPr/>
            </p:nvSpPr>
            <p:spPr>
              <a:xfrm>
                <a:off x="8978382" y="7307907"/>
                <a:ext cx="243978" cy="215444"/>
              </a:xfrm>
              <a:prstGeom prst="rect">
                <a:avLst/>
              </a:prstGeom>
              <a:solidFill>
                <a:schemeClr val="bg1">
                  <a:lumMod val="95000"/>
                </a:schemeClr>
              </a:solidFill>
              <a:ln>
                <a:solidFill>
                  <a:schemeClr val="bg1">
                    <a:lumMod val="65000"/>
                  </a:schemeClr>
                </a:solidFill>
              </a:ln>
            </p:spPr>
            <p:txBody>
              <a:bodyPr wrap="none">
                <a:spAutoFit/>
              </a:bodyPr>
              <a:lstStyle/>
              <a:p>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p:txBody>
          </p:sp>
          <p:grpSp>
            <p:nvGrpSpPr>
              <p:cNvPr id="456" name="그룹 455"/>
              <p:cNvGrpSpPr/>
              <p:nvPr/>
            </p:nvGrpSpPr>
            <p:grpSpPr>
              <a:xfrm>
                <a:off x="2044105" y="7633755"/>
                <a:ext cx="7322400" cy="580256"/>
                <a:chOff x="2044105" y="7633755"/>
                <a:chExt cx="7322400" cy="580256"/>
              </a:xfrm>
            </p:grpSpPr>
            <p:sp>
              <p:nvSpPr>
                <p:cNvPr id="464" name="직사각형 463"/>
                <p:cNvSpPr/>
                <p:nvPr/>
              </p:nvSpPr>
              <p:spPr>
                <a:xfrm>
                  <a:off x="2104641" y="7633755"/>
                  <a:ext cx="7210800" cy="50524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err="1">
                      <a:solidFill>
                        <a:schemeClr val="tx1">
                          <a:lumMod val="75000"/>
                          <a:lumOff val="25000"/>
                        </a:schemeClr>
                      </a:solidFill>
                      <a:latin typeface="+mn-ea"/>
                    </a:rPr>
                    <a:t>ㅇㅇㅇㅇㅇㅇㅇㅇㅇㅇㅇㅇㅇㅇㅇㅇㅇㅇㅇㅇㅇㅇㅇ</a:t>
                  </a:r>
                  <a:endParaRPr lang="en-US" altLang="ko-KR" sz="800" dirty="0">
                    <a:solidFill>
                      <a:schemeClr val="tx1">
                        <a:lumMod val="75000"/>
                        <a:lumOff val="25000"/>
                      </a:schemeClr>
                    </a:solidFill>
                    <a:latin typeface="+mn-ea"/>
                  </a:endParaRPr>
                </a:p>
                <a:p>
                  <a:pPr>
                    <a:lnSpc>
                      <a:spcPct val="150000"/>
                    </a:lnSpc>
                  </a:pPr>
                  <a:r>
                    <a:rPr lang="ko-KR" altLang="en-US"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ㅇㅇㅇㅇㅇㅇㅇㅇㅇㅇㅇㅇㅇㅇ</a:t>
                  </a:r>
                  <a:r>
                    <a:rPr lang="en-US" altLang="ko-KR" sz="800" dirty="0" smtClean="0">
                      <a:solidFill>
                        <a:schemeClr val="tx1">
                          <a:lumMod val="75000"/>
                          <a:lumOff val="25000"/>
                        </a:schemeClr>
                      </a:solidFill>
                      <a:latin typeface="+mn-ea"/>
                    </a:rPr>
                    <a:t> </a:t>
                  </a:r>
                  <a:r>
                    <a:rPr lang="ko-KR" altLang="en-US" sz="800" dirty="0" err="1">
                      <a:solidFill>
                        <a:schemeClr val="tx1">
                          <a:lumMod val="75000"/>
                          <a:lumOff val="25000"/>
                        </a:schemeClr>
                      </a:solidFill>
                      <a:latin typeface="+mn-ea"/>
                    </a:rPr>
                    <a:t>ㅇㅇㅇㅇㅇㅇ</a:t>
                  </a:r>
                  <a:endParaRPr lang="en-US" altLang="ko-KR" sz="800" dirty="0">
                    <a:solidFill>
                      <a:schemeClr val="tx1">
                        <a:lumMod val="75000"/>
                        <a:lumOff val="25000"/>
                      </a:schemeClr>
                    </a:solidFill>
                    <a:latin typeface="+mn-ea"/>
                  </a:endParaRPr>
                </a:p>
              </p:txBody>
            </p:sp>
            <p:cxnSp>
              <p:nvCxnSpPr>
                <p:cNvPr id="465" name="직선 연결선 464"/>
                <p:cNvCxnSpPr/>
                <p:nvPr/>
              </p:nvCxnSpPr>
              <p:spPr>
                <a:xfrm>
                  <a:off x="2044105" y="8214011"/>
                  <a:ext cx="7322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58" name="직사각형 457"/>
              <p:cNvSpPr/>
              <p:nvPr/>
            </p:nvSpPr>
            <p:spPr>
              <a:xfrm rot="10800000">
                <a:off x="8892491" y="7791488"/>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459" name="그룹 458"/>
              <p:cNvGrpSpPr/>
              <p:nvPr/>
            </p:nvGrpSpPr>
            <p:grpSpPr>
              <a:xfrm>
                <a:off x="2114165" y="7317432"/>
                <a:ext cx="3775217" cy="235074"/>
                <a:chOff x="2114165" y="7317432"/>
                <a:chExt cx="3775217" cy="235074"/>
              </a:xfrm>
            </p:grpSpPr>
            <p:grpSp>
              <p:nvGrpSpPr>
                <p:cNvPr id="460" name="그룹 459"/>
                <p:cNvGrpSpPr/>
                <p:nvPr/>
              </p:nvGrpSpPr>
              <p:grpSpPr>
                <a:xfrm>
                  <a:off x="2288704" y="7317432"/>
                  <a:ext cx="3600678" cy="232895"/>
                  <a:chOff x="2415527" y="7355248"/>
                  <a:chExt cx="3600678" cy="232895"/>
                </a:xfrm>
              </p:grpSpPr>
              <p:sp>
                <p:nvSpPr>
                  <p:cNvPr id="462" name="직사각형 461"/>
                  <p:cNvSpPr/>
                  <p:nvPr/>
                </p:nvSpPr>
                <p:spPr>
                  <a:xfrm>
                    <a:off x="3427035" y="7355248"/>
                    <a:ext cx="2589170"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en-US" altLang="ko-KR" sz="800" dirty="0" smtClean="0">
                        <a:solidFill>
                          <a:srgbClr val="0070C0"/>
                        </a:solidFill>
                        <a:latin typeface="+mn-ea"/>
                        <a:ea typeface="+mn-ea"/>
                      </a:rPr>
                      <a:t>45</a:t>
                    </a:r>
                    <a:r>
                      <a:rPr lang="ko-KR" altLang="en-US" sz="800" dirty="0" smtClean="0">
                        <a:solidFill>
                          <a:srgbClr val="0070C0"/>
                        </a:solidFill>
                        <a:latin typeface="+mn-ea"/>
                        <a:ea typeface="+mn-ea"/>
                      </a:rPr>
                      <a:t>자</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작성일시</a:t>
                    </a:r>
                    <a:r>
                      <a:rPr lang="ko-KR" altLang="en-US"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2026.03.15 (16:15) </a:t>
                    </a: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첨부파일 </a:t>
                    </a:r>
                    <a:r>
                      <a:rPr lang="en-US" altLang="ko-KR" sz="800" dirty="0" smtClean="0">
                        <a:solidFill>
                          <a:schemeClr val="tx1">
                            <a:lumMod val="75000"/>
                            <a:lumOff val="25000"/>
                          </a:schemeClr>
                        </a:solidFill>
                        <a:latin typeface="+mn-ea"/>
                        <a:ea typeface="+mn-ea"/>
                      </a:rPr>
                      <a:t>: - </a:t>
                    </a:r>
                    <a:endParaRPr lang="en-US" altLang="ko-KR" sz="800" dirty="0">
                      <a:solidFill>
                        <a:schemeClr val="tx1">
                          <a:lumMod val="75000"/>
                          <a:lumOff val="25000"/>
                        </a:schemeClr>
                      </a:solidFill>
                      <a:latin typeface="+mn-ea"/>
                      <a:ea typeface="+mn-ea"/>
                    </a:endParaRPr>
                  </a:p>
                </p:txBody>
              </p:sp>
              <p:sp>
                <p:nvSpPr>
                  <p:cNvPr id="463" name="직사각형 462"/>
                  <p:cNvSpPr/>
                  <p:nvPr/>
                </p:nvSpPr>
                <p:spPr>
                  <a:xfrm>
                    <a:off x="2415527" y="7372699"/>
                    <a:ext cx="1154483" cy="215444"/>
                  </a:xfrm>
                  <a:prstGeom prst="rect">
                    <a:avLst/>
                  </a:prstGeom>
                </p:spPr>
                <p:txBody>
                  <a:bodyPr wrap="none">
                    <a:spAutoFit/>
                  </a:bodyPr>
                  <a:lstStyle/>
                  <a:p>
                    <a:r>
                      <a:rPr lang="ko-KR" altLang="en-US" sz="800" dirty="0" err="1" smtClean="0">
                        <a:latin typeface="+mn-ea"/>
                        <a:ea typeface="+mn-ea"/>
                      </a:rPr>
                      <a:t>김학생</a:t>
                    </a:r>
                    <a:r>
                      <a:rPr lang="ko-KR" altLang="en-US" sz="800" dirty="0" smtClean="0">
                        <a:latin typeface="+mn-ea"/>
                        <a:ea typeface="+mn-ea"/>
                      </a:rPr>
                      <a:t> </a:t>
                    </a:r>
                    <a:r>
                      <a:rPr lang="en-US" altLang="ko-KR" sz="800" dirty="0" smtClean="0">
                        <a:latin typeface="+mn-ea"/>
                        <a:ea typeface="+mn-ea"/>
                      </a:rPr>
                      <a:t>(8254874566)</a:t>
                    </a:r>
                    <a:endParaRPr lang="ko-KR" altLang="en-US" sz="800" dirty="0">
                      <a:latin typeface="+mn-ea"/>
                      <a:ea typeface="+mn-ea"/>
                    </a:endParaRPr>
                  </a:p>
                </p:txBody>
              </p:sp>
            </p:grpSp>
            <p:pic>
              <p:nvPicPr>
                <p:cNvPr id="461"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14165" y="7336506"/>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48" name="그룹 447"/>
            <p:cNvGrpSpPr/>
            <p:nvPr/>
          </p:nvGrpSpPr>
          <p:grpSpPr>
            <a:xfrm>
              <a:off x="8298135" y="13942168"/>
              <a:ext cx="1004678" cy="280129"/>
              <a:chOff x="7088099" y="8280015"/>
              <a:chExt cx="1004678" cy="280129"/>
            </a:xfrm>
          </p:grpSpPr>
          <p:sp>
            <p:nvSpPr>
              <p:cNvPr id="452" name="직사각형 451"/>
              <p:cNvSpPr/>
              <p:nvPr/>
            </p:nvSpPr>
            <p:spPr>
              <a:xfrm>
                <a:off x="7192777" y="8280015"/>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작성 </a:t>
                </a:r>
                <a:endParaRPr lang="en-US" altLang="ko-KR" sz="800" dirty="0">
                  <a:solidFill>
                    <a:schemeClr val="tx1">
                      <a:lumMod val="75000"/>
                      <a:lumOff val="25000"/>
                    </a:schemeClr>
                  </a:solidFill>
                  <a:latin typeface="+mn-ea"/>
                </a:endParaRPr>
              </a:p>
            </p:txBody>
          </p:sp>
          <p:sp>
            <p:nvSpPr>
              <p:cNvPr id="453" name="직사각형 452"/>
              <p:cNvSpPr/>
              <p:nvPr/>
            </p:nvSpPr>
            <p:spPr>
              <a:xfrm rot="10800000">
                <a:off x="7088099" y="8313923"/>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49" name="그룹 448"/>
            <p:cNvGrpSpPr/>
            <p:nvPr/>
          </p:nvGrpSpPr>
          <p:grpSpPr>
            <a:xfrm>
              <a:off x="2000672" y="13942196"/>
              <a:ext cx="1729891" cy="271050"/>
              <a:chOff x="1807132" y="7226402"/>
              <a:chExt cx="1729891" cy="271050"/>
            </a:xfrm>
          </p:grpSpPr>
          <p:sp>
            <p:nvSpPr>
              <p:cNvPr id="450" name="직사각형 449"/>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a:t>
                </a:r>
                <a:r>
                  <a:rPr lang="ko-KR" altLang="en-US" sz="800" dirty="0" err="1" smtClean="0">
                    <a:solidFill>
                      <a:schemeClr val="tx1">
                        <a:lumMod val="75000"/>
                        <a:lumOff val="25000"/>
                      </a:schemeClr>
                    </a:solidFill>
                    <a:latin typeface="+mn-ea"/>
                  </a:rPr>
                  <a:t>댓글이</a:t>
                </a:r>
                <a:r>
                  <a:rPr lang="ko-KR" altLang="en-US" sz="800" dirty="0" smtClean="0">
                    <a:solidFill>
                      <a:schemeClr val="tx1">
                        <a:lumMod val="75000"/>
                        <a:lumOff val="25000"/>
                      </a:schemeClr>
                    </a:solidFill>
                    <a:latin typeface="+mn-ea"/>
                  </a:rPr>
                  <a:t>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451" name="직사각형 450"/>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grpSp>
      <p:grpSp>
        <p:nvGrpSpPr>
          <p:cNvPr id="466" name="그룹 465"/>
          <p:cNvGrpSpPr/>
          <p:nvPr/>
        </p:nvGrpSpPr>
        <p:grpSpPr>
          <a:xfrm>
            <a:off x="2133570" y="14676148"/>
            <a:ext cx="635650" cy="217566"/>
            <a:chOff x="2133570" y="9958957"/>
            <a:chExt cx="635650" cy="217566"/>
          </a:xfrm>
        </p:grpSpPr>
        <p:sp>
          <p:nvSpPr>
            <p:cNvPr id="467" name="직사각형 466"/>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pic>
          <p:nvPicPr>
            <p:cNvPr id="468"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69" name="그룹 468"/>
          <p:cNvGrpSpPr/>
          <p:nvPr/>
        </p:nvGrpSpPr>
        <p:grpSpPr>
          <a:xfrm>
            <a:off x="2517319" y="15151158"/>
            <a:ext cx="6180097" cy="461665"/>
            <a:chOff x="2450644" y="10557792"/>
            <a:chExt cx="6180097" cy="461665"/>
          </a:xfrm>
        </p:grpSpPr>
        <p:sp>
          <p:nvSpPr>
            <p:cNvPr id="470" name="직사각형 469"/>
            <p:cNvSpPr/>
            <p:nvPr/>
          </p:nvSpPr>
          <p:spPr>
            <a:xfrm>
              <a:off x="2499725"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71" name="직사각형 470"/>
            <p:cNvSpPr/>
            <p:nvPr/>
          </p:nvSpPr>
          <p:spPr>
            <a:xfrm>
              <a:off x="3416149"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472" name="그룹 471"/>
            <p:cNvGrpSpPr/>
            <p:nvPr/>
          </p:nvGrpSpPr>
          <p:grpSpPr>
            <a:xfrm>
              <a:off x="2450644" y="10596512"/>
              <a:ext cx="622826" cy="217566"/>
              <a:chOff x="2133570" y="9958957"/>
              <a:chExt cx="622826" cy="217566"/>
            </a:xfrm>
          </p:grpSpPr>
          <p:sp>
            <p:nvSpPr>
              <p:cNvPr id="473" name="직사각형 472"/>
              <p:cNvSpPr/>
              <p:nvPr/>
            </p:nvSpPr>
            <p:spPr>
              <a:xfrm>
                <a:off x="2323264" y="9961079"/>
                <a:ext cx="433132" cy="215444"/>
              </a:xfrm>
              <a:prstGeom prst="rect">
                <a:avLst/>
              </a:prstGeom>
            </p:spPr>
            <p:txBody>
              <a:bodyPr wrap="none">
                <a:spAutoFit/>
              </a:bodyPr>
              <a:lstStyle/>
              <a:p>
                <a:r>
                  <a:rPr lang="ko-KR" altLang="en-US" sz="800" dirty="0" smtClean="0">
                    <a:latin typeface="+mn-ea"/>
                    <a:ea typeface="+mn-ea"/>
                  </a:rPr>
                  <a:t>홍*생</a:t>
                </a:r>
                <a:endParaRPr lang="ko-KR" altLang="en-US" sz="800" dirty="0">
                  <a:latin typeface="+mn-ea"/>
                  <a:ea typeface="+mn-ea"/>
                </a:endParaRPr>
              </a:p>
            </p:txBody>
          </p:sp>
          <p:pic>
            <p:nvPicPr>
              <p:cNvPr id="474"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75" name="그룹 474"/>
          <p:cNvGrpSpPr/>
          <p:nvPr/>
        </p:nvGrpSpPr>
        <p:grpSpPr>
          <a:xfrm>
            <a:off x="2521342" y="16152895"/>
            <a:ext cx="6267132" cy="461665"/>
            <a:chOff x="2454667" y="11464279"/>
            <a:chExt cx="6267132" cy="461665"/>
          </a:xfrm>
        </p:grpSpPr>
        <p:sp>
          <p:nvSpPr>
            <p:cNvPr id="476" name="직사각형 475"/>
            <p:cNvSpPr/>
            <p:nvPr/>
          </p:nvSpPr>
          <p:spPr>
            <a:xfrm>
              <a:off x="2499725" y="1168839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77" name="직사각형 476"/>
            <p:cNvSpPr/>
            <p:nvPr/>
          </p:nvSpPr>
          <p:spPr>
            <a:xfrm>
              <a:off x="3414889" y="11464279"/>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 </a:t>
              </a: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grpSp>
          <p:nvGrpSpPr>
            <p:cNvPr id="478" name="그룹 477"/>
            <p:cNvGrpSpPr/>
            <p:nvPr/>
          </p:nvGrpSpPr>
          <p:grpSpPr>
            <a:xfrm>
              <a:off x="2454667" y="11487081"/>
              <a:ext cx="635650" cy="217566"/>
              <a:chOff x="2133570" y="9958957"/>
              <a:chExt cx="635650" cy="217566"/>
            </a:xfrm>
          </p:grpSpPr>
          <p:sp>
            <p:nvSpPr>
              <p:cNvPr id="479" name="직사각형 478"/>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pic>
            <p:nvPicPr>
              <p:cNvPr id="480"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81" name="그룹 480"/>
          <p:cNvGrpSpPr/>
          <p:nvPr/>
        </p:nvGrpSpPr>
        <p:grpSpPr>
          <a:xfrm>
            <a:off x="2056378" y="17967854"/>
            <a:ext cx="6430463" cy="458607"/>
            <a:chOff x="2056378" y="12352698"/>
            <a:chExt cx="6430463" cy="458607"/>
          </a:xfrm>
        </p:grpSpPr>
        <p:sp>
          <p:nvSpPr>
            <p:cNvPr id="482" name="직사각형 481"/>
            <p:cNvSpPr/>
            <p:nvPr/>
          </p:nvSpPr>
          <p:spPr>
            <a:xfrm>
              <a:off x="2056378" y="1259586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83" name="직사각형 482"/>
            <p:cNvSpPr/>
            <p:nvPr/>
          </p:nvSpPr>
          <p:spPr>
            <a:xfrm>
              <a:off x="2977179" y="12352698"/>
              <a:ext cx="5509662"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grpSp>
          <p:nvGrpSpPr>
            <p:cNvPr id="484" name="그룹 483"/>
            <p:cNvGrpSpPr/>
            <p:nvPr/>
          </p:nvGrpSpPr>
          <p:grpSpPr>
            <a:xfrm>
              <a:off x="2135163" y="12385025"/>
              <a:ext cx="635650" cy="217566"/>
              <a:chOff x="2133570" y="9958957"/>
              <a:chExt cx="635650" cy="217566"/>
            </a:xfrm>
          </p:grpSpPr>
          <p:sp>
            <p:nvSpPr>
              <p:cNvPr id="485" name="직사각형 484"/>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5</a:t>
                </a:r>
                <a:endParaRPr lang="ko-KR" altLang="en-US" sz="800" dirty="0">
                  <a:latin typeface="+mn-ea"/>
                  <a:ea typeface="+mn-ea"/>
                </a:endParaRPr>
              </a:p>
            </p:txBody>
          </p:sp>
          <p:pic>
            <p:nvPicPr>
              <p:cNvPr id="486"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87" name="그룹 486"/>
          <p:cNvGrpSpPr/>
          <p:nvPr/>
        </p:nvGrpSpPr>
        <p:grpSpPr>
          <a:xfrm>
            <a:off x="2773710" y="15659406"/>
            <a:ext cx="6139730" cy="461665"/>
            <a:chOff x="2351187" y="10557792"/>
            <a:chExt cx="6139730" cy="461665"/>
          </a:xfrm>
        </p:grpSpPr>
        <p:sp>
          <p:nvSpPr>
            <p:cNvPr id="488" name="직사각형 487"/>
            <p:cNvSpPr/>
            <p:nvPr/>
          </p:nvSpPr>
          <p:spPr>
            <a:xfrm>
              <a:off x="2351187"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89" name="직사각형 488"/>
            <p:cNvSpPr/>
            <p:nvPr/>
          </p:nvSpPr>
          <p:spPr>
            <a:xfrm>
              <a:off x="3276325"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490" name="그룹 489"/>
            <p:cNvGrpSpPr/>
            <p:nvPr/>
          </p:nvGrpSpPr>
          <p:grpSpPr>
            <a:xfrm>
              <a:off x="2450644" y="10596512"/>
              <a:ext cx="635650" cy="217566"/>
              <a:chOff x="2133570" y="9958957"/>
              <a:chExt cx="635650" cy="217566"/>
            </a:xfrm>
          </p:grpSpPr>
          <p:sp>
            <p:nvSpPr>
              <p:cNvPr id="491" name="직사각형 490"/>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pic>
            <p:nvPicPr>
              <p:cNvPr id="492"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493" name="꺾인 연결선 492"/>
          <p:cNvCxnSpPr>
            <a:stCxn id="474" idx="2"/>
            <a:endCxn id="492" idx="1"/>
          </p:cNvCxnSpPr>
          <p:nvPr/>
        </p:nvCxnSpPr>
        <p:spPr>
          <a:xfrm rot="16200000" flipH="1">
            <a:off x="2549119" y="15482078"/>
            <a:ext cx="400248" cy="247848"/>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94" name="직사각형 493"/>
          <p:cNvSpPr/>
          <p:nvPr/>
        </p:nvSpPr>
        <p:spPr>
          <a:xfrm>
            <a:off x="2116113" y="16641039"/>
            <a:ext cx="7200000"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49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220977" y="16725818"/>
            <a:ext cx="5904000" cy="783096"/>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496" name="TextBox 495"/>
          <p:cNvSpPr txBox="1"/>
          <p:nvPr/>
        </p:nvSpPr>
        <p:spPr>
          <a:xfrm>
            <a:off x="2230701" y="16931747"/>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497" name="직사각형 496"/>
          <p:cNvSpPr/>
          <p:nvPr/>
        </p:nvSpPr>
        <p:spPr>
          <a:xfrm>
            <a:off x="8204595" y="16722612"/>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98" name="TextBox 497"/>
          <p:cNvSpPr txBox="1"/>
          <p:nvPr/>
        </p:nvSpPr>
        <p:spPr>
          <a:xfrm>
            <a:off x="8212225" y="16724668"/>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99" name="그룹 498"/>
          <p:cNvGrpSpPr/>
          <p:nvPr/>
        </p:nvGrpSpPr>
        <p:grpSpPr>
          <a:xfrm>
            <a:off x="8248029" y="17118616"/>
            <a:ext cx="928576" cy="215444"/>
            <a:chOff x="8337376" y="8326124"/>
            <a:chExt cx="928576" cy="215444"/>
          </a:xfrm>
        </p:grpSpPr>
        <p:sp>
          <p:nvSpPr>
            <p:cNvPr id="500" name="직사각형 499"/>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01" name="TextBox 500"/>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02" name="그룹 501"/>
          <p:cNvGrpSpPr/>
          <p:nvPr/>
        </p:nvGrpSpPr>
        <p:grpSpPr>
          <a:xfrm>
            <a:off x="8238504" y="16938596"/>
            <a:ext cx="936004" cy="215444"/>
            <a:chOff x="6851687" y="7802438"/>
            <a:chExt cx="936004" cy="215444"/>
          </a:xfrm>
        </p:grpSpPr>
        <p:grpSp>
          <p:nvGrpSpPr>
            <p:cNvPr id="503" name="그룹 502"/>
            <p:cNvGrpSpPr/>
            <p:nvPr/>
          </p:nvGrpSpPr>
          <p:grpSpPr>
            <a:xfrm>
              <a:off x="6851687" y="7802438"/>
              <a:ext cx="936004" cy="215444"/>
              <a:chOff x="8337376" y="8047616"/>
              <a:chExt cx="936004" cy="215444"/>
            </a:xfrm>
          </p:grpSpPr>
          <p:sp>
            <p:nvSpPr>
              <p:cNvPr id="505" name="직사각형 504"/>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06" name="TextBox 505"/>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04"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507" name="그룹 506"/>
          <p:cNvGrpSpPr/>
          <p:nvPr/>
        </p:nvGrpSpPr>
        <p:grpSpPr>
          <a:xfrm>
            <a:off x="8248029" y="17301312"/>
            <a:ext cx="928576" cy="215444"/>
            <a:chOff x="8337376" y="8326124"/>
            <a:chExt cx="928576" cy="215444"/>
          </a:xfrm>
        </p:grpSpPr>
        <p:sp>
          <p:nvSpPr>
            <p:cNvPr id="508" name="직사각형 50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09" name="TextBox 50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10" name="모서리가 둥근 직사각형 509"/>
          <p:cNvSpPr/>
          <p:nvPr/>
        </p:nvSpPr>
        <p:spPr>
          <a:xfrm>
            <a:off x="8522654" y="17580997"/>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11" name="그룹 510"/>
          <p:cNvGrpSpPr/>
          <p:nvPr/>
        </p:nvGrpSpPr>
        <p:grpSpPr>
          <a:xfrm>
            <a:off x="2210724" y="17568198"/>
            <a:ext cx="5014334" cy="215444"/>
            <a:chOff x="2023662" y="8496619"/>
            <a:chExt cx="5014334" cy="215444"/>
          </a:xfrm>
        </p:grpSpPr>
        <p:sp>
          <p:nvSpPr>
            <p:cNvPr id="512" name="직사각형 511"/>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13" name="TextBox 512"/>
            <p:cNvSpPr txBox="1"/>
            <p:nvPr/>
          </p:nvSpPr>
          <p:spPr>
            <a:xfrm>
              <a:off x="2092010" y="8496619"/>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답변을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cxnSp>
        <p:nvCxnSpPr>
          <p:cNvPr id="514" name="꺾인 연결선 513"/>
          <p:cNvCxnSpPr>
            <a:stCxn id="381" idx="1"/>
            <a:endCxn id="386" idx="0"/>
          </p:cNvCxnSpPr>
          <p:nvPr/>
        </p:nvCxnSpPr>
        <p:spPr>
          <a:xfrm rot="10800000" flipV="1">
            <a:off x="5704879" y="13123206"/>
            <a:ext cx="2697177" cy="183178"/>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15" name="꺾인 연결선 514"/>
          <p:cNvCxnSpPr>
            <a:stCxn id="427" idx="2"/>
            <a:endCxn id="494" idx="0"/>
          </p:cNvCxnSpPr>
          <p:nvPr/>
        </p:nvCxnSpPr>
        <p:spPr>
          <a:xfrm rot="5400000">
            <a:off x="7145968" y="15001627"/>
            <a:ext cx="209557" cy="306926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16" name="그룹 515"/>
          <p:cNvGrpSpPr/>
          <p:nvPr/>
        </p:nvGrpSpPr>
        <p:grpSpPr>
          <a:xfrm>
            <a:off x="8868202" y="11925944"/>
            <a:ext cx="234360" cy="200055"/>
            <a:chOff x="1152270" y="11716364"/>
            <a:chExt cx="234360" cy="200055"/>
          </a:xfrm>
        </p:grpSpPr>
        <p:sp>
          <p:nvSpPr>
            <p:cNvPr id="517" name="모서리가 둥근 직사각형 5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18" name="직사각형 51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519" name="그룹 518"/>
          <p:cNvGrpSpPr/>
          <p:nvPr/>
        </p:nvGrpSpPr>
        <p:grpSpPr>
          <a:xfrm>
            <a:off x="9308102" y="11969059"/>
            <a:ext cx="234360" cy="200055"/>
            <a:chOff x="1152270" y="11716364"/>
            <a:chExt cx="234360" cy="200055"/>
          </a:xfrm>
        </p:grpSpPr>
        <p:sp>
          <p:nvSpPr>
            <p:cNvPr id="520" name="모서리가 둥근 직사각형 5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1" name="직사각형 52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522" name="그룹 521"/>
          <p:cNvGrpSpPr/>
          <p:nvPr/>
        </p:nvGrpSpPr>
        <p:grpSpPr>
          <a:xfrm>
            <a:off x="9912027" y="12377042"/>
            <a:ext cx="234360" cy="200055"/>
            <a:chOff x="1152270" y="11716364"/>
            <a:chExt cx="234360" cy="200055"/>
          </a:xfrm>
        </p:grpSpPr>
        <p:sp>
          <p:nvSpPr>
            <p:cNvPr id="523" name="모서리가 둥근 직사각형 5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4" name="직사각형 52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525" name="그룹 524"/>
          <p:cNvGrpSpPr/>
          <p:nvPr/>
        </p:nvGrpSpPr>
        <p:grpSpPr>
          <a:xfrm>
            <a:off x="8256300" y="13398431"/>
            <a:ext cx="234360" cy="200055"/>
            <a:chOff x="1152270" y="11716364"/>
            <a:chExt cx="234360" cy="200055"/>
          </a:xfrm>
        </p:grpSpPr>
        <p:sp>
          <p:nvSpPr>
            <p:cNvPr id="526" name="모서리가 둥근 직사각형 52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7" name="직사각형 52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528" name="그룹 527"/>
          <p:cNvGrpSpPr/>
          <p:nvPr/>
        </p:nvGrpSpPr>
        <p:grpSpPr>
          <a:xfrm>
            <a:off x="2007665" y="14235812"/>
            <a:ext cx="234360" cy="200055"/>
            <a:chOff x="1152270" y="11716364"/>
            <a:chExt cx="234360" cy="200055"/>
          </a:xfrm>
        </p:grpSpPr>
        <p:sp>
          <p:nvSpPr>
            <p:cNvPr id="529" name="모서리가 둥근 직사각형 52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0" name="직사각형 52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531" name="그룹 530"/>
          <p:cNvGrpSpPr/>
          <p:nvPr/>
        </p:nvGrpSpPr>
        <p:grpSpPr>
          <a:xfrm>
            <a:off x="8280940" y="14216762"/>
            <a:ext cx="284052" cy="200055"/>
            <a:chOff x="1123695" y="11716364"/>
            <a:chExt cx="284052" cy="200055"/>
          </a:xfrm>
        </p:grpSpPr>
        <p:sp>
          <p:nvSpPr>
            <p:cNvPr id="532" name="모서리가 둥근 직사각형 53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3" name="직사각형 532"/>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534" name="그룹 533"/>
          <p:cNvGrpSpPr/>
          <p:nvPr/>
        </p:nvGrpSpPr>
        <p:grpSpPr>
          <a:xfrm>
            <a:off x="9016163" y="12393989"/>
            <a:ext cx="234360" cy="200055"/>
            <a:chOff x="1152270" y="11716364"/>
            <a:chExt cx="234360" cy="200055"/>
          </a:xfrm>
        </p:grpSpPr>
        <p:sp>
          <p:nvSpPr>
            <p:cNvPr id="535" name="모서리가 둥근 직사각형 53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6" name="직사각형 53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537" name="그룹 536"/>
          <p:cNvGrpSpPr/>
          <p:nvPr/>
        </p:nvGrpSpPr>
        <p:grpSpPr>
          <a:xfrm>
            <a:off x="3967758" y="3447907"/>
            <a:ext cx="234360" cy="200055"/>
            <a:chOff x="1152270" y="11716364"/>
            <a:chExt cx="234360" cy="200055"/>
          </a:xfrm>
        </p:grpSpPr>
        <p:sp>
          <p:nvSpPr>
            <p:cNvPr id="538" name="모서리가 둥근 직사각형 53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9" name="직사각형 53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40" name="그룹 539"/>
          <p:cNvGrpSpPr/>
          <p:nvPr/>
        </p:nvGrpSpPr>
        <p:grpSpPr>
          <a:xfrm>
            <a:off x="9016467" y="4189432"/>
            <a:ext cx="234360" cy="200055"/>
            <a:chOff x="1152270" y="11716364"/>
            <a:chExt cx="234360" cy="200055"/>
          </a:xfrm>
        </p:grpSpPr>
        <p:sp>
          <p:nvSpPr>
            <p:cNvPr id="541" name="모서리가 둥근 직사각형 5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2" name="직사각형 54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543" name="Rectangle 122"/>
          <p:cNvSpPr>
            <a:spLocks noChangeArrowheads="1"/>
          </p:cNvSpPr>
          <p:nvPr/>
        </p:nvSpPr>
        <p:spPr bwMode="auto">
          <a:xfrm>
            <a:off x="8954821" y="11683461"/>
            <a:ext cx="396000" cy="180000"/>
          </a:xfrm>
          <a:prstGeom prst="rect">
            <a:avLst/>
          </a:prstGeom>
          <a:solidFill>
            <a:srgbClr val="FFFFFF"/>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544" name="그룹 74"/>
          <p:cNvGrpSpPr>
            <a:grpSpLocks/>
          </p:cNvGrpSpPr>
          <p:nvPr/>
        </p:nvGrpSpPr>
        <p:grpSpPr bwMode="auto">
          <a:xfrm>
            <a:off x="4786220" y="20260402"/>
            <a:ext cx="1678948" cy="215444"/>
            <a:chOff x="5843761" y="3953547"/>
            <a:chExt cx="1769478" cy="256728"/>
          </a:xfrm>
        </p:grpSpPr>
        <p:sp>
          <p:nvSpPr>
            <p:cNvPr id="545"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grpSp>
          <p:nvGrpSpPr>
            <p:cNvPr id="546" name="그룹 86"/>
            <p:cNvGrpSpPr>
              <a:grpSpLocks/>
            </p:cNvGrpSpPr>
            <p:nvPr/>
          </p:nvGrpSpPr>
          <p:grpSpPr bwMode="auto">
            <a:xfrm>
              <a:off x="5889794" y="3953547"/>
              <a:ext cx="1723445" cy="256728"/>
              <a:chOff x="5889794" y="3953547"/>
              <a:chExt cx="1723445" cy="256728"/>
            </a:xfrm>
          </p:grpSpPr>
          <p:sp>
            <p:nvSpPr>
              <p:cNvPr id="547"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sp>
            <p:nvSpPr>
              <p:cNvPr id="548"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n-ea"/>
                    <a:ea typeface="+mn-ea"/>
                  </a:rPr>
                  <a:t>1</a:t>
                </a:r>
                <a:r>
                  <a:rPr lang="en-US" altLang="ko-KR" sz="800" dirty="0">
                    <a:solidFill>
                      <a:schemeClr val="tx1">
                        <a:lumMod val="65000"/>
                        <a:lumOff val="35000"/>
                      </a:schemeClr>
                    </a:solidFill>
                    <a:latin typeface="+mn-ea"/>
                    <a:ea typeface="+mn-ea"/>
                  </a:rPr>
                  <a:t>  2  3  4  5</a:t>
                </a:r>
                <a:endParaRPr lang="ko-KR" altLang="en-US" sz="800" dirty="0">
                  <a:solidFill>
                    <a:schemeClr val="tx1">
                      <a:lumMod val="65000"/>
                      <a:lumOff val="35000"/>
                    </a:schemeClr>
                  </a:solidFill>
                  <a:latin typeface="+mn-ea"/>
                  <a:ea typeface="+mn-ea"/>
                </a:endParaRPr>
              </a:p>
            </p:txBody>
          </p:sp>
          <p:sp>
            <p:nvSpPr>
              <p:cNvPr id="549"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sp>
            <p:nvSpPr>
              <p:cNvPr id="550"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sp>
            <p:nvSpPr>
              <p:cNvPr id="551"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a:solidFill>
                      <a:schemeClr val="tx1">
                        <a:lumMod val="65000"/>
                        <a:lumOff val="35000"/>
                      </a:schemeClr>
                    </a:solidFill>
                    <a:latin typeface="+mn-ea"/>
                    <a:ea typeface="+mn-ea"/>
                  </a:rPr>
                  <a:t>▶</a:t>
                </a:r>
              </a:p>
            </p:txBody>
          </p:sp>
          <p:sp>
            <p:nvSpPr>
              <p:cNvPr id="552"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grpSp>
      </p:grpSp>
      <p:grpSp>
        <p:nvGrpSpPr>
          <p:cNvPr id="553" name="그룹 552"/>
          <p:cNvGrpSpPr/>
          <p:nvPr/>
        </p:nvGrpSpPr>
        <p:grpSpPr>
          <a:xfrm>
            <a:off x="3421782" y="11897825"/>
            <a:ext cx="284052" cy="200055"/>
            <a:chOff x="1133220" y="11716364"/>
            <a:chExt cx="284052" cy="200055"/>
          </a:xfrm>
        </p:grpSpPr>
        <p:sp>
          <p:nvSpPr>
            <p:cNvPr id="554" name="모서리가 둥근 직사각형 55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55" name="직사각형 554"/>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grpSp>
        <p:nvGrpSpPr>
          <p:cNvPr id="392" name="그룹 391"/>
          <p:cNvGrpSpPr/>
          <p:nvPr/>
        </p:nvGrpSpPr>
        <p:grpSpPr>
          <a:xfrm>
            <a:off x="579562" y="2166658"/>
            <a:ext cx="1386586" cy="5317057"/>
            <a:chOff x="579562" y="2166658"/>
            <a:chExt cx="1386586" cy="5317057"/>
          </a:xfrm>
        </p:grpSpPr>
        <p:grpSp>
          <p:nvGrpSpPr>
            <p:cNvPr id="414" name="그룹 413"/>
            <p:cNvGrpSpPr/>
            <p:nvPr/>
          </p:nvGrpSpPr>
          <p:grpSpPr>
            <a:xfrm>
              <a:off x="629956" y="3318264"/>
              <a:ext cx="1332000" cy="180000"/>
              <a:chOff x="666428" y="3785432"/>
              <a:chExt cx="1332000" cy="180000"/>
            </a:xfrm>
          </p:grpSpPr>
          <p:sp>
            <p:nvSpPr>
              <p:cNvPr id="603" name="모서리가 둥근 직사각형 60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60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6" name="그룹 415"/>
            <p:cNvGrpSpPr/>
            <p:nvPr/>
          </p:nvGrpSpPr>
          <p:grpSpPr>
            <a:xfrm>
              <a:off x="629956" y="3568824"/>
              <a:ext cx="1332000" cy="180000"/>
              <a:chOff x="666428" y="4310612"/>
              <a:chExt cx="1332000" cy="180000"/>
            </a:xfrm>
          </p:grpSpPr>
          <p:sp>
            <p:nvSpPr>
              <p:cNvPr id="601" name="모서리가 둥근 직사각형 60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602"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4" name="그룹 423"/>
            <p:cNvGrpSpPr/>
            <p:nvPr/>
          </p:nvGrpSpPr>
          <p:grpSpPr>
            <a:xfrm>
              <a:off x="629955" y="3042501"/>
              <a:ext cx="1332000" cy="180000"/>
              <a:chOff x="666427" y="3266516"/>
              <a:chExt cx="1332000" cy="180000"/>
            </a:xfrm>
          </p:grpSpPr>
          <p:sp>
            <p:nvSpPr>
              <p:cNvPr id="599" name="모서리가 둥근 직사각형 59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600"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6" name="그룹 425"/>
            <p:cNvGrpSpPr/>
            <p:nvPr/>
          </p:nvGrpSpPr>
          <p:grpSpPr>
            <a:xfrm>
              <a:off x="629956" y="3854780"/>
              <a:ext cx="1332000" cy="180000"/>
              <a:chOff x="666428" y="4570824"/>
              <a:chExt cx="1332000" cy="180000"/>
            </a:xfrm>
          </p:grpSpPr>
          <p:sp>
            <p:nvSpPr>
              <p:cNvPr id="597" name="모서리가 둥근 직사각형 59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598"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9" name="그룹 428"/>
            <p:cNvGrpSpPr/>
            <p:nvPr/>
          </p:nvGrpSpPr>
          <p:grpSpPr>
            <a:xfrm>
              <a:off x="629956" y="5316875"/>
              <a:ext cx="1332000" cy="180000"/>
              <a:chOff x="666428" y="5096004"/>
              <a:chExt cx="1332000" cy="180000"/>
            </a:xfrm>
          </p:grpSpPr>
          <p:sp>
            <p:nvSpPr>
              <p:cNvPr id="595" name="모서리가 둥근 직사각형 594"/>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596" name="Picture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1" name="그룹 430"/>
            <p:cNvGrpSpPr/>
            <p:nvPr/>
          </p:nvGrpSpPr>
          <p:grpSpPr>
            <a:xfrm>
              <a:off x="634148" y="5634789"/>
              <a:ext cx="1332000" cy="180000"/>
              <a:chOff x="666428" y="3785432"/>
              <a:chExt cx="1332000" cy="180000"/>
            </a:xfrm>
          </p:grpSpPr>
          <p:sp>
            <p:nvSpPr>
              <p:cNvPr id="593" name="모서리가 둥근 직사각형 59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59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4" name="그룹 453"/>
            <p:cNvGrpSpPr/>
            <p:nvPr/>
          </p:nvGrpSpPr>
          <p:grpSpPr>
            <a:xfrm>
              <a:off x="631150" y="4135825"/>
              <a:ext cx="1332000" cy="180000"/>
              <a:chOff x="666428" y="4570824"/>
              <a:chExt cx="1332000" cy="180000"/>
            </a:xfrm>
          </p:grpSpPr>
          <p:sp>
            <p:nvSpPr>
              <p:cNvPr id="591" name="모서리가 둥근 직사각형 5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592"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6" name="그룹 555"/>
            <p:cNvGrpSpPr/>
            <p:nvPr/>
          </p:nvGrpSpPr>
          <p:grpSpPr>
            <a:xfrm>
              <a:off x="629956" y="4423395"/>
              <a:ext cx="1332000" cy="180000"/>
              <a:chOff x="666428" y="4310612"/>
              <a:chExt cx="1332000" cy="180000"/>
            </a:xfrm>
          </p:grpSpPr>
          <p:sp>
            <p:nvSpPr>
              <p:cNvPr id="589" name="모서리가 둥근 직사각형 58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59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57" name="TextBox 55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58" name="그룹 557"/>
            <p:cNvGrpSpPr/>
            <p:nvPr/>
          </p:nvGrpSpPr>
          <p:grpSpPr>
            <a:xfrm>
              <a:off x="632520" y="4723068"/>
              <a:ext cx="1332000" cy="180000"/>
              <a:chOff x="666428" y="4310612"/>
              <a:chExt cx="1332000" cy="180000"/>
            </a:xfrm>
          </p:grpSpPr>
          <p:sp>
            <p:nvSpPr>
              <p:cNvPr id="587" name="모서리가 둥근 직사각형 5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588"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59" name="그룹 558"/>
            <p:cNvGrpSpPr/>
            <p:nvPr/>
          </p:nvGrpSpPr>
          <p:grpSpPr>
            <a:xfrm>
              <a:off x="632520" y="2752353"/>
              <a:ext cx="1332000" cy="180000"/>
              <a:chOff x="666427" y="3266516"/>
              <a:chExt cx="1332000" cy="180000"/>
            </a:xfrm>
          </p:grpSpPr>
          <p:sp>
            <p:nvSpPr>
              <p:cNvPr id="585" name="모서리가 둥근 직사각형 58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586"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0" name="그룹 559"/>
            <p:cNvGrpSpPr/>
            <p:nvPr/>
          </p:nvGrpSpPr>
          <p:grpSpPr>
            <a:xfrm>
              <a:off x="632520" y="5005767"/>
              <a:ext cx="1332000" cy="180000"/>
              <a:chOff x="666428" y="4310612"/>
              <a:chExt cx="1332000" cy="180000"/>
            </a:xfrm>
          </p:grpSpPr>
          <p:sp>
            <p:nvSpPr>
              <p:cNvPr id="583" name="모서리가 둥근 직사각형 5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84"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1" name="그룹 560"/>
            <p:cNvGrpSpPr/>
            <p:nvPr/>
          </p:nvGrpSpPr>
          <p:grpSpPr>
            <a:xfrm>
              <a:off x="632520" y="6227787"/>
              <a:ext cx="1332000" cy="180000"/>
              <a:chOff x="666428" y="3785432"/>
              <a:chExt cx="1332000" cy="180000"/>
            </a:xfrm>
          </p:grpSpPr>
          <p:sp>
            <p:nvSpPr>
              <p:cNvPr id="581" name="모서리가 둥근 직사각형 58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8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2" name="그룹 561"/>
            <p:cNvGrpSpPr/>
            <p:nvPr/>
          </p:nvGrpSpPr>
          <p:grpSpPr>
            <a:xfrm>
              <a:off x="632520" y="6487872"/>
              <a:ext cx="1332000" cy="180000"/>
              <a:chOff x="666428" y="4310612"/>
              <a:chExt cx="1332000" cy="180000"/>
            </a:xfrm>
          </p:grpSpPr>
          <p:sp>
            <p:nvSpPr>
              <p:cNvPr id="579" name="모서리가 둥근 직사각형 5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8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3" name="그룹 562"/>
            <p:cNvGrpSpPr/>
            <p:nvPr/>
          </p:nvGrpSpPr>
          <p:grpSpPr>
            <a:xfrm>
              <a:off x="632520" y="6773828"/>
              <a:ext cx="1332000" cy="180000"/>
              <a:chOff x="666428" y="4570824"/>
              <a:chExt cx="1332000" cy="180000"/>
            </a:xfrm>
          </p:grpSpPr>
          <p:sp>
            <p:nvSpPr>
              <p:cNvPr id="577" name="모서리가 둥근 직사각형 57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78"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4" name="그룹 563"/>
            <p:cNvGrpSpPr/>
            <p:nvPr/>
          </p:nvGrpSpPr>
          <p:grpSpPr>
            <a:xfrm>
              <a:off x="632520" y="7053155"/>
              <a:ext cx="1332000" cy="180000"/>
              <a:chOff x="666428" y="3785432"/>
              <a:chExt cx="1332000" cy="180000"/>
            </a:xfrm>
          </p:grpSpPr>
          <p:sp>
            <p:nvSpPr>
              <p:cNvPr id="575" name="모서리가 둥근 직사각형 5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7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5" name="그룹 564"/>
            <p:cNvGrpSpPr/>
            <p:nvPr/>
          </p:nvGrpSpPr>
          <p:grpSpPr>
            <a:xfrm>
              <a:off x="632520" y="7303715"/>
              <a:ext cx="1332000" cy="180000"/>
              <a:chOff x="666428" y="4310612"/>
              <a:chExt cx="1332000" cy="180000"/>
            </a:xfrm>
          </p:grpSpPr>
          <p:sp>
            <p:nvSpPr>
              <p:cNvPr id="573" name="모서리가 둥근 직사각형 57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74"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67" name="그룹 566"/>
            <p:cNvGrpSpPr/>
            <p:nvPr/>
          </p:nvGrpSpPr>
          <p:grpSpPr>
            <a:xfrm>
              <a:off x="622995" y="5922821"/>
              <a:ext cx="1332000" cy="180000"/>
              <a:chOff x="666427" y="3266516"/>
              <a:chExt cx="1332000" cy="180000"/>
            </a:xfrm>
          </p:grpSpPr>
          <p:sp>
            <p:nvSpPr>
              <p:cNvPr id="568" name="모서리가 둥근 직사각형 56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569"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893686610"/>
      </p:ext>
    </p:extLst>
  </p:cSld>
  <p:clrMapOvr>
    <a:masterClrMapping/>
  </p:clrMapOvr>
  <p:transition>
    <p:wipe dir="r"/>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KNOU_UI_C02120000_08</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err="1" smtClean="0">
                <a:latin typeface="+mn-ea"/>
                <a:ea typeface="+mn-ea"/>
              </a:rPr>
              <a:t>토론방</a:t>
            </a:r>
            <a:r>
              <a:rPr lang="ko-KR" altLang="en-US" sz="800" spc="-60" dirty="0" smtClean="0">
                <a:latin typeface="+mn-ea"/>
                <a:ea typeface="+mn-ea"/>
              </a:rPr>
              <a:t> </a:t>
            </a:r>
            <a:r>
              <a:rPr lang="en-US" altLang="ko-KR" sz="800" spc="-60" dirty="0" smtClean="0">
                <a:latin typeface="+mn-ea"/>
                <a:ea typeface="+mn-ea"/>
              </a:rPr>
              <a:t>: </a:t>
            </a:r>
            <a:r>
              <a:rPr lang="ko-KR" altLang="en-US" sz="800" spc="-60" dirty="0" err="1" smtClean="0">
                <a:latin typeface="+mn-ea"/>
                <a:ea typeface="+mn-ea"/>
              </a:rPr>
              <a:t>팀토론</a:t>
            </a:r>
            <a:r>
              <a:rPr lang="ko-KR" altLang="en-US"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9309127"/>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784039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토론방</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2118587416"/>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2057091006"/>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4" name="직사각형 213"/>
          <p:cNvSpPr/>
          <p:nvPr/>
        </p:nvSpPr>
        <p:spPr>
          <a:xfrm>
            <a:off x="9047932" y="412050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34" name="그룹 333"/>
          <p:cNvGrpSpPr/>
          <p:nvPr/>
        </p:nvGrpSpPr>
        <p:grpSpPr>
          <a:xfrm>
            <a:off x="416496" y="2077611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7" name="그룹 536"/>
          <p:cNvGrpSpPr/>
          <p:nvPr/>
        </p:nvGrpSpPr>
        <p:grpSpPr>
          <a:xfrm>
            <a:off x="3967758" y="3447907"/>
            <a:ext cx="234360" cy="200055"/>
            <a:chOff x="1152270" y="11716364"/>
            <a:chExt cx="234360" cy="200055"/>
          </a:xfrm>
        </p:grpSpPr>
        <p:sp>
          <p:nvSpPr>
            <p:cNvPr id="538" name="모서리가 둥근 직사각형 53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9" name="직사각형 53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40" name="그룹 539"/>
          <p:cNvGrpSpPr/>
          <p:nvPr/>
        </p:nvGrpSpPr>
        <p:grpSpPr>
          <a:xfrm>
            <a:off x="9016467" y="4160857"/>
            <a:ext cx="234360" cy="200055"/>
            <a:chOff x="1152270" y="11716364"/>
            <a:chExt cx="234360" cy="200055"/>
          </a:xfrm>
        </p:grpSpPr>
        <p:sp>
          <p:nvSpPr>
            <p:cNvPr id="541" name="모서리가 둥근 직사각형 5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2" name="직사각형 54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392" name="Group 37"/>
          <p:cNvGraphicFramePr>
            <a:graphicFrameLocks noGrp="1"/>
          </p:cNvGraphicFramePr>
          <p:nvPr>
            <p:extLst>
              <p:ext uri="{D42A27DB-BD31-4B8C-83A1-F6EECF244321}">
                <p14:modId xmlns:p14="http://schemas.microsoft.com/office/powerpoint/2010/main" val="2945268599"/>
              </p:ext>
            </p:extLst>
          </p:nvPr>
        </p:nvGraphicFramePr>
        <p:xfrm>
          <a:off x="1972097" y="4552553"/>
          <a:ext cx="7470353" cy="1828775"/>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학습그룹</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1580049">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14" name="Group 37"/>
          <p:cNvGraphicFramePr>
            <a:graphicFrameLocks noGrp="1"/>
          </p:cNvGraphicFramePr>
          <p:nvPr>
            <p:extLst>
              <p:ext uri="{D42A27DB-BD31-4B8C-83A1-F6EECF244321}">
                <p14:modId xmlns:p14="http://schemas.microsoft.com/office/powerpoint/2010/main" val="2620747731"/>
              </p:ext>
            </p:extLst>
          </p:nvPr>
        </p:nvGraphicFramePr>
        <p:xfrm>
          <a:off x="2033235" y="4859635"/>
          <a:ext cx="7330173" cy="1443315"/>
        </p:xfrm>
        <a:graphic>
          <a:graphicData uri="http://schemas.openxmlformats.org/drawingml/2006/table">
            <a:tbl>
              <a:tblPr/>
              <a:tblGrid>
                <a:gridCol w="905756">
                  <a:extLst>
                    <a:ext uri="{9D8B030D-6E8A-4147-A177-3AD203B41FA5}">
                      <a16:colId xmlns="" xmlns:a16="http://schemas.microsoft.com/office/drawing/2014/main" val="20001"/>
                    </a:ext>
                  </a:extLst>
                </a:gridCol>
                <a:gridCol w="1804612"/>
                <a:gridCol w="923961"/>
                <a:gridCol w="923961"/>
                <a:gridCol w="923961"/>
                <a:gridCol w="923961"/>
                <a:gridCol w="923961"/>
              </a:tblGrid>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토론방</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부주제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팀장</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팀원</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참여글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댓글</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0"/>
                  </a:ext>
                </a:extLst>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김팀장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최팀장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이팀장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37</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오팀장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35</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49</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431" name="모서리가 둥근 직사각형 430"/>
          <p:cNvSpPr/>
          <p:nvPr/>
        </p:nvSpPr>
        <p:spPr>
          <a:xfrm>
            <a:off x="8627564" y="5195230"/>
            <a:ext cx="540000" cy="180000"/>
          </a:xfrm>
          <a:prstGeom prst="roundRect">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smtClean="0">
                <a:solidFill>
                  <a:schemeClr val="tx1">
                    <a:lumMod val="65000"/>
                    <a:lumOff val="35000"/>
                  </a:schemeClr>
                </a:solidFill>
                <a:latin typeface="+mn-ea"/>
              </a:rPr>
              <a:t>참여</a:t>
            </a:r>
            <a:endParaRPr lang="ko-KR" altLang="en-US" sz="800" dirty="0">
              <a:solidFill>
                <a:schemeClr val="tx1">
                  <a:lumMod val="65000"/>
                  <a:lumOff val="35000"/>
                </a:schemeClr>
              </a:solidFill>
              <a:latin typeface="+mn-ea"/>
            </a:endParaRPr>
          </a:p>
        </p:txBody>
      </p:sp>
      <p:sp>
        <p:nvSpPr>
          <p:cNvPr id="454" name="모서리가 둥근 직사각형 453"/>
          <p:cNvSpPr/>
          <p:nvPr/>
        </p:nvSpPr>
        <p:spPr>
          <a:xfrm>
            <a:off x="8625408" y="5493928"/>
            <a:ext cx="540000" cy="180000"/>
          </a:xfrm>
          <a:prstGeom prst="roundRect">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smtClean="0">
                <a:solidFill>
                  <a:schemeClr val="tx1">
                    <a:lumMod val="65000"/>
                    <a:lumOff val="35000"/>
                  </a:schemeClr>
                </a:solidFill>
                <a:latin typeface="+mn-ea"/>
              </a:rPr>
              <a:t>참여</a:t>
            </a:r>
            <a:endParaRPr lang="ko-KR" altLang="en-US" sz="800" dirty="0">
              <a:solidFill>
                <a:schemeClr val="tx1">
                  <a:lumMod val="65000"/>
                  <a:lumOff val="35000"/>
                </a:schemeClr>
              </a:solidFill>
              <a:latin typeface="+mn-ea"/>
            </a:endParaRPr>
          </a:p>
        </p:txBody>
      </p:sp>
      <p:sp>
        <p:nvSpPr>
          <p:cNvPr id="553" name="모서리가 둥근 직사각형 552"/>
          <p:cNvSpPr/>
          <p:nvPr/>
        </p:nvSpPr>
        <p:spPr>
          <a:xfrm>
            <a:off x="8627564" y="5780819"/>
            <a:ext cx="540000" cy="180000"/>
          </a:xfrm>
          <a:prstGeom prst="roundRect">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smtClean="0">
                <a:solidFill>
                  <a:schemeClr val="tx1">
                    <a:lumMod val="65000"/>
                    <a:lumOff val="35000"/>
                  </a:schemeClr>
                </a:solidFill>
                <a:latin typeface="+mn-ea"/>
              </a:rPr>
              <a:t>참여</a:t>
            </a:r>
            <a:endParaRPr lang="ko-KR" altLang="en-US" sz="800" dirty="0">
              <a:solidFill>
                <a:schemeClr val="tx1">
                  <a:lumMod val="65000"/>
                  <a:lumOff val="35000"/>
                </a:schemeClr>
              </a:solidFill>
              <a:latin typeface="+mn-ea"/>
            </a:endParaRPr>
          </a:p>
        </p:txBody>
      </p:sp>
      <p:sp>
        <p:nvSpPr>
          <p:cNvPr id="554" name="모서리가 둥근 직사각형 553"/>
          <p:cNvSpPr/>
          <p:nvPr/>
        </p:nvSpPr>
        <p:spPr>
          <a:xfrm>
            <a:off x="8625408" y="6069992"/>
            <a:ext cx="540000" cy="180000"/>
          </a:xfrm>
          <a:prstGeom prst="roundRect">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smtClean="0">
                <a:solidFill>
                  <a:schemeClr val="tx1">
                    <a:lumMod val="65000"/>
                    <a:lumOff val="35000"/>
                  </a:schemeClr>
                </a:solidFill>
                <a:latin typeface="+mn-ea"/>
              </a:rPr>
              <a:t>참여</a:t>
            </a:r>
            <a:endParaRPr lang="ko-KR" altLang="en-US" sz="800" dirty="0">
              <a:solidFill>
                <a:schemeClr val="tx1">
                  <a:lumMod val="65000"/>
                  <a:lumOff val="35000"/>
                </a:schemeClr>
              </a:solidFill>
              <a:latin typeface="+mn-ea"/>
            </a:endParaRPr>
          </a:p>
        </p:txBody>
      </p:sp>
      <p:sp>
        <p:nvSpPr>
          <p:cNvPr id="555" name="직사각형 554"/>
          <p:cNvSpPr/>
          <p:nvPr/>
        </p:nvSpPr>
        <p:spPr>
          <a:xfrm>
            <a:off x="2120385" y="5196371"/>
            <a:ext cx="720000" cy="180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TEAM 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556" name="직사각형 555"/>
          <p:cNvSpPr/>
          <p:nvPr/>
        </p:nvSpPr>
        <p:spPr>
          <a:xfrm>
            <a:off x="2116794" y="5485659"/>
            <a:ext cx="720000" cy="180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TEAM 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557" name="직사각형 556"/>
          <p:cNvSpPr/>
          <p:nvPr/>
        </p:nvSpPr>
        <p:spPr>
          <a:xfrm>
            <a:off x="2117593" y="5784002"/>
            <a:ext cx="720000" cy="180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TEAM 3</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558" name="직사각형 557"/>
          <p:cNvSpPr/>
          <p:nvPr/>
        </p:nvSpPr>
        <p:spPr>
          <a:xfrm>
            <a:off x="2112302" y="6062792"/>
            <a:ext cx="720000" cy="180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TEAM 4</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565" name="직사각형 564"/>
          <p:cNvSpPr/>
          <p:nvPr/>
        </p:nvSpPr>
        <p:spPr>
          <a:xfrm>
            <a:off x="2047030" y="5139097"/>
            <a:ext cx="870696" cy="1172299"/>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cxnSp>
        <p:nvCxnSpPr>
          <p:cNvPr id="567" name="꺾인 연결선 566"/>
          <p:cNvCxnSpPr>
            <a:stCxn id="431" idx="1"/>
            <a:endCxn id="575" idx="0"/>
          </p:cNvCxnSpPr>
          <p:nvPr/>
        </p:nvCxnSpPr>
        <p:spPr>
          <a:xfrm rot="10800000" flipV="1">
            <a:off x="5707274" y="5285230"/>
            <a:ext cx="2920291" cy="1189802"/>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68" name="그룹 567"/>
          <p:cNvGrpSpPr/>
          <p:nvPr/>
        </p:nvGrpSpPr>
        <p:grpSpPr>
          <a:xfrm>
            <a:off x="1875706" y="4477464"/>
            <a:ext cx="234360" cy="200055"/>
            <a:chOff x="1152270" y="11716364"/>
            <a:chExt cx="234360" cy="200055"/>
          </a:xfrm>
        </p:grpSpPr>
        <p:sp>
          <p:nvSpPr>
            <p:cNvPr id="569" name="모서리가 둥근 직사각형 5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71" name="직사각형 57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72" name="그룹 571"/>
          <p:cNvGrpSpPr/>
          <p:nvPr/>
        </p:nvGrpSpPr>
        <p:grpSpPr>
          <a:xfrm>
            <a:off x="8444006" y="5182686"/>
            <a:ext cx="234360" cy="200055"/>
            <a:chOff x="1152270" y="11716364"/>
            <a:chExt cx="234360" cy="200055"/>
          </a:xfrm>
        </p:grpSpPr>
        <p:sp>
          <p:nvSpPr>
            <p:cNvPr id="573" name="모서리가 둥근 직사각형 57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74" name="직사각형 57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aphicFrame>
        <p:nvGraphicFramePr>
          <p:cNvPr id="575" name="Group 37"/>
          <p:cNvGraphicFramePr>
            <a:graphicFrameLocks noGrp="1"/>
          </p:cNvGraphicFramePr>
          <p:nvPr>
            <p:extLst>
              <p:ext uri="{D42A27DB-BD31-4B8C-83A1-F6EECF244321}">
                <p14:modId xmlns:p14="http://schemas.microsoft.com/office/powerpoint/2010/main" val="1936081"/>
              </p:ext>
            </p:extLst>
          </p:nvPr>
        </p:nvGraphicFramePr>
        <p:xfrm>
          <a:off x="1972097" y="6475032"/>
          <a:ext cx="7470353" cy="10894945"/>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err="1" smtClean="0">
                          <a:solidFill>
                            <a:schemeClr val="tx1">
                              <a:lumMod val="75000"/>
                              <a:lumOff val="25000"/>
                            </a:schemeClr>
                          </a:solidFill>
                          <a:latin typeface="+mn-ea"/>
                          <a:ea typeface="+mn-ea"/>
                          <a:cs typeface="+mn-cs"/>
                        </a:rPr>
                        <a:t>토론방</a:t>
                      </a:r>
                      <a:r>
                        <a:rPr lang="ko-KR" altLang="en-US" sz="800" b="1" kern="1200" dirty="0" smtClean="0">
                          <a:solidFill>
                            <a:schemeClr val="tx1">
                              <a:lumMod val="75000"/>
                              <a:lumOff val="25000"/>
                            </a:schemeClr>
                          </a:solidFill>
                          <a:latin typeface="+mn-ea"/>
                          <a:ea typeface="+mn-ea"/>
                          <a:cs typeface="+mn-cs"/>
                        </a:rPr>
                        <a:t> </a:t>
                      </a:r>
                      <a:r>
                        <a:rPr lang="en-US" altLang="ko-KR" sz="800" b="1" kern="1200" dirty="0" smtClean="0">
                          <a:solidFill>
                            <a:schemeClr val="tx1">
                              <a:lumMod val="75000"/>
                              <a:lumOff val="25000"/>
                            </a:schemeClr>
                          </a:solidFill>
                          <a:latin typeface="+mn-ea"/>
                          <a:ea typeface="+mn-ea"/>
                          <a:cs typeface="+mn-cs"/>
                        </a:rPr>
                        <a:t>: </a:t>
                      </a:r>
                      <a:r>
                        <a:rPr lang="en-US" altLang="ko-KR" sz="800" b="1" kern="1200" dirty="0" smtClean="0">
                          <a:solidFill>
                            <a:srgbClr val="0070C0"/>
                          </a:solidFill>
                          <a:latin typeface="+mn-ea"/>
                          <a:ea typeface="+mn-ea"/>
                          <a:cs typeface="+mn-cs"/>
                        </a:rPr>
                        <a:t>TEAM</a:t>
                      </a:r>
                      <a:r>
                        <a:rPr lang="en-US" altLang="ko-KR" sz="800" b="1" kern="1200" baseline="0" dirty="0" smtClean="0">
                          <a:solidFill>
                            <a:srgbClr val="0070C0"/>
                          </a:solidFill>
                          <a:latin typeface="+mn-ea"/>
                          <a:ea typeface="+mn-ea"/>
                          <a:cs typeface="+mn-cs"/>
                        </a:rPr>
                        <a:t> 1</a:t>
                      </a:r>
                      <a:endParaRPr lang="en-US" altLang="ko-KR" sz="800" b="1" kern="1200" dirty="0" smtClean="0">
                        <a:solidFill>
                          <a:srgbClr val="0070C0"/>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07726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856895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pic>
        <p:nvPicPr>
          <p:cNvPr id="57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37161" y="6803353"/>
            <a:ext cx="7340400" cy="11344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77" name="그룹 576"/>
          <p:cNvGrpSpPr/>
          <p:nvPr/>
        </p:nvGrpSpPr>
        <p:grpSpPr>
          <a:xfrm>
            <a:off x="2034580" y="7994828"/>
            <a:ext cx="7341504" cy="733609"/>
            <a:chOff x="1202386" y="5786119"/>
            <a:chExt cx="7341504" cy="733609"/>
          </a:xfrm>
        </p:grpSpPr>
        <p:sp>
          <p:nvSpPr>
            <p:cNvPr id="578" name="직사각형 577"/>
            <p:cNvSpPr/>
            <p:nvPr/>
          </p:nvSpPr>
          <p:spPr>
            <a:xfrm>
              <a:off x="1202386" y="5786119"/>
              <a:ext cx="7341504" cy="492293"/>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579"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454459" y="5938537"/>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80" name="Rectangle 122"/>
            <p:cNvSpPr>
              <a:spLocks noChangeArrowheads="1"/>
            </p:cNvSpPr>
            <p:nvPr/>
          </p:nvSpPr>
          <p:spPr bwMode="auto">
            <a:xfrm>
              <a:off x="3690173" y="5942451"/>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581" name="TextBox 580"/>
            <p:cNvSpPr txBox="1"/>
            <p:nvPr/>
          </p:nvSpPr>
          <p:spPr>
            <a:xfrm>
              <a:off x="4598884" y="5922702"/>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nvGrpSpPr>
            <p:cNvPr id="582" name="그룹 581"/>
            <p:cNvGrpSpPr/>
            <p:nvPr/>
          </p:nvGrpSpPr>
          <p:grpSpPr>
            <a:xfrm>
              <a:off x="1203366" y="6304284"/>
              <a:ext cx="2149735" cy="215444"/>
              <a:chOff x="1856656" y="7619742"/>
              <a:chExt cx="2149735" cy="215444"/>
            </a:xfrm>
          </p:grpSpPr>
          <p:sp>
            <p:nvSpPr>
              <p:cNvPr id="583" name="직사각형 582"/>
              <p:cNvSpPr/>
              <p:nvPr/>
            </p:nvSpPr>
            <p:spPr>
              <a:xfrm>
                <a:off x="1856656" y="7648317"/>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584" name="직사각형 583"/>
              <p:cNvSpPr/>
              <p:nvPr/>
            </p:nvSpPr>
            <p:spPr>
              <a:xfrm>
                <a:off x="3754399" y="7619742"/>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grpSp>
        <p:nvGrpSpPr>
          <p:cNvPr id="585" name="그룹 584"/>
          <p:cNvGrpSpPr/>
          <p:nvPr/>
        </p:nvGrpSpPr>
        <p:grpSpPr>
          <a:xfrm>
            <a:off x="2037852" y="8883265"/>
            <a:ext cx="2051052" cy="201600"/>
            <a:chOff x="1746548" y="3340058"/>
            <a:chExt cx="2051052" cy="201600"/>
          </a:xfrm>
        </p:grpSpPr>
        <p:pic>
          <p:nvPicPr>
            <p:cNvPr id="58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75323" y="3340058"/>
              <a:ext cx="222277" cy="201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87" name="직사각형 586"/>
            <p:cNvSpPr/>
            <p:nvPr/>
          </p:nvSpPr>
          <p:spPr>
            <a:xfrm>
              <a:off x="1746548" y="3347487"/>
              <a:ext cx="1800000" cy="1836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학번</a:t>
              </a:r>
              <a:r>
                <a:rPr lang="en-US" altLang="ko-KR" sz="800" dirty="0" smtClean="0">
                  <a:solidFill>
                    <a:schemeClr val="tx1">
                      <a:lumMod val="50000"/>
                      <a:lumOff val="50000"/>
                    </a:schemeClr>
                  </a:solidFill>
                  <a:latin typeface="+mn-ea"/>
                </a:rPr>
                <a:t>, </a:t>
              </a:r>
              <a:r>
                <a:rPr lang="ko-KR" altLang="en-US" sz="800" dirty="0" smtClean="0">
                  <a:solidFill>
                    <a:schemeClr val="tx1">
                      <a:lumMod val="50000"/>
                      <a:lumOff val="50000"/>
                    </a:schemeClr>
                  </a:solidFill>
                  <a:latin typeface="+mn-ea"/>
                </a:rPr>
                <a:t>이름 입력</a:t>
              </a:r>
              <a:endParaRPr lang="en-US" altLang="ko-KR" sz="800" dirty="0">
                <a:solidFill>
                  <a:schemeClr val="tx1">
                    <a:lumMod val="50000"/>
                    <a:lumOff val="50000"/>
                  </a:schemeClr>
                </a:solidFill>
                <a:latin typeface="+mn-ea"/>
              </a:endParaRPr>
            </a:p>
          </p:txBody>
        </p:sp>
      </p:grpSp>
      <p:grpSp>
        <p:nvGrpSpPr>
          <p:cNvPr id="588" name="그룹 587"/>
          <p:cNvGrpSpPr/>
          <p:nvPr/>
        </p:nvGrpSpPr>
        <p:grpSpPr>
          <a:xfrm>
            <a:off x="2044105" y="9223548"/>
            <a:ext cx="7329958" cy="906104"/>
            <a:chOff x="2044105" y="7307907"/>
            <a:chExt cx="7329958" cy="906104"/>
          </a:xfrm>
        </p:grpSpPr>
        <p:pic>
          <p:nvPicPr>
            <p:cNvPr id="589"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268838" y="7346881"/>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90" name="직사각형 589"/>
            <p:cNvSpPr/>
            <p:nvPr/>
          </p:nvSpPr>
          <p:spPr>
            <a:xfrm>
              <a:off x="8978382" y="7307907"/>
              <a:ext cx="243978" cy="215444"/>
            </a:xfrm>
            <a:prstGeom prst="rect">
              <a:avLst/>
            </a:prstGeom>
            <a:solidFill>
              <a:schemeClr val="bg1">
                <a:lumMod val="95000"/>
              </a:schemeClr>
            </a:solidFill>
            <a:ln>
              <a:solidFill>
                <a:schemeClr val="bg1">
                  <a:lumMod val="65000"/>
                </a:schemeClr>
              </a:solidFill>
            </a:ln>
          </p:spPr>
          <p:txBody>
            <a:bodyPr wrap="none">
              <a:spAutoFit/>
            </a:bodyPr>
            <a:lstStyle/>
            <a:p>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p:txBody>
        </p:sp>
        <p:grpSp>
          <p:nvGrpSpPr>
            <p:cNvPr id="591" name="그룹 590"/>
            <p:cNvGrpSpPr/>
            <p:nvPr/>
          </p:nvGrpSpPr>
          <p:grpSpPr>
            <a:xfrm>
              <a:off x="2044105" y="7633755"/>
              <a:ext cx="7322400" cy="580256"/>
              <a:chOff x="2044105" y="7633755"/>
              <a:chExt cx="7322400" cy="580256"/>
            </a:xfrm>
          </p:grpSpPr>
          <p:sp>
            <p:nvSpPr>
              <p:cNvPr id="598" name="직사각형 597"/>
              <p:cNvSpPr/>
              <p:nvPr/>
            </p:nvSpPr>
            <p:spPr>
              <a:xfrm>
                <a:off x="2104641" y="7633755"/>
                <a:ext cx="7210800" cy="50524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err="1">
                    <a:solidFill>
                      <a:schemeClr val="tx1">
                        <a:lumMod val="75000"/>
                        <a:lumOff val="25000"/>
                      </a:schemeClr>
                    </a:solidFill>
                    <a:latin typeface="+mn-ea"/>
                  </a:rPr>
                  <a:t>ㅇㅇㅇㅇㅇㅇㅇㅇㅇㅇㅇㅇㅇㅇㅇㅇㅇㅇㅇㅇㅇㅇㅇ</a:t>
                </a:r>
                <a:endParaRPr lang="en-US" altLang="ko-KR" sz="800" dirty="0">
                  <a:solidFill>
                    <a:schemeClr val="tx1">
                      <a:lumMod val="75000"/>
                      <a:lumOff val="25000"/>
                    </a:schemeClr>
                  </a:solidFill>
                  <a:latin typeface="+mn-ea"/>
                </a:endParaRPr>
              </a:p>
              <a:p>
                <a:pPr>
                  <a:lnSpc>
                    <a:spcPct val="150000"/>
                  </a:lnSpc>
                </a:pPr>
                <a:r>
                  <a:rPr lang="ko-KR" altLang="en-US"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ㅇㅇㅇㅇㅇㅇㅇㅇㅇㅇㅇㅇㅇㅇ</a:t>
                </a:r>
                <a:r>
                  <a:rPr lang="en-US" altLang="ko-KR" sz="800" dirty="0" smtClean="0">
                    <a:solidFill>
                      <a:schemeClr val="tx1">
                        <a:lumMod val="75000"/>
                        <a:lumOff val="25000"/>
                      </a:schemeClr>
                    </a:solidFill>
                    <a:latin typeface="+mn-ea"/>
                  </a:rPr>
                  <a:t> </a:t>
                </a:r>
                <a:r>
                  <a:rPr lang="ko-KR" altLang="en-US" sz="800" dirty="0" err="1">
                    <a:solidFill>
                      <a:schemeClr val="tx1">
                        <a:lumMod val="75000"/>
                        <a:lumOff val="25000"/>
                      </a:schemeClr>
                    </a:solidFill>
                    <a:latin typeface="+mn-ea"/>
                  </a:rPr>
                  <a:t>ㅇㅇㅇㅇㅇㅇ</a:t>
                </a:r>
                <a:endParaRPr lang="en-US" altLang="ko-KR" sz="800" dirty="0">
                  <a:solidFill>
                    <a:schemeClr val="tx1">
                      <a:lumMod val="75000"/>
                      <a:lumOff val="25000"/>
                    </a:schemeClr>
                  </a:solidFill>
                  <a:latin typeface="+mn-ea"/>
                </a:endParaRPr>
              </a:p>
            </p:txBody>
          </p:sp>
          <p:cxnSp>
            <p:nvCxnSpPr>
              <p:cNvPr id="599" name="직선 연결선 598"/>
              <p:cNvCxnSpPr/>
              <p:nvPr/>
            </p:nvCxnSpPr>
            <p:spPr>
              <a:xfrm>
                <a:off x="2044105" y="8214011"/>
                <a:ext cx="7322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92" name="직사각형 591"/>
            <p:cNvSpPr/>
            <p:nvPr/>
          </p:nvSpPr>
          <p:spPr>
            <a:xfrm rot="10800000">
              <a:off x="8892491" y="7791488"/>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593" name="그룹 592"/>
            <p:cNvGrpSpPr/>
            <p:nvPr/>
          </p:nvGrpSpPr>
          <p:grpSpPr>
            <a:xfrm>
              <a:off x="2114165" y="7317432"/>
              <a:ext cx="3848955" cy="235074"/>
              <a:chOff x="2114165" y="7317432"/>
              <a:chExt cx="3848955" cy="235074"/>
            </a:xfrm>
          </p:grpSpPr>
          <p:grpSp>
            <p:nvGrpSpPr>
              <p:cNvPr id="594" name="그룹 593"/>
              <p:cNvGrpSpPr/>
              <p:nvPr/>
            </p:nvGrpSpPr>
            <p:grpSpPr>
              <a:xfrm>
                <a:off x="2288704" y="7317432"/>
                <a:ext cx="3674416" cy="232895"/>
                <a:chOff x="2415527" y="7355248"/>
                <a:chExt cx="3674416" cy="232895"/>
              </a:xfrm>
            </p:grpSpPr>
            <p:sp>
              <p:nvSpPr>
                <p:cNvPr id="596" name="직사각형 595"/>
                <p:cNvSpPr/>
                <p:nvPr/>
              </p:nvSpPr>
              <p:spPr>
                <a:xfrm>
                  <a:off x="3427035" y="7355248"/>
                  <a:ext cx="2662908"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 </a:t>
                  </a:r>
                  <a:r>
                    <a:rPr lang="en-US" altLang="ko-KR" sz="800" dirty="0" smtClean="0">
                      <a:solidFill>
                        <a:srgbClr val="0070C0"/>
                      </a:solidFill>
                      <a:latin typeface="+mn-ea"/>
                      <a:ea typeface="+mn-ea"/>
                    </a:rPr>
                    <a:t>45</a:t>
                  </a:r>
                  <a:r>
                    <a:rPr lang="ko-KR" altLang="en-US" sz="800" dirty="0" smtClean="0">
                      <a:solidFill>
                        <a:srgbClr val="0070C0"/>
                      </a:solidFill>
                      <a:latin typeface="+mn-ea"/>
                      <a:ea typeface="+mn-ea"/>
                    </a:rPr>
                    <a:t>자</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작성일시</a:t>
                  </a:r>
                  <a:r>
                    <a:rPr lang="ko-KR" altLang="en-US"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2026.03.15 (16:15) </a:t>
                  </a: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첨부파일 </a:t>
                  </a:r>
                  <a:r>
                    <a:rPr lang="en-US" altLang="ko-KR" sz="800" dirty="0" smtClean="0">
                      <a:solidFill>
                        <a:schemeClr val="tx1">
                          <a:lumMod val="75000"/>
                          <a:lumOff val="25000"/>
                        </a:schemeClr>
                      </a:solidFill>
                      <a:latin typeface="+mn-ea"/>
                      <a:ea typeface="+mn-ea"/>
                    </a:rPr>
                    <a:t>: - </a:t>
                  </a:r>
                  <a:endParaRPr lang="en-US" altLang="ko-KR" sz="800" dirty="0">
                    <a:solidFill>
                      <a:schemeClr val="tx1">
                        <a:lumMod val="75000"/>
                        <a:lumOff val="25000"/>
                      </a:schemeClr>
                    </a:solidFill>
                    <a:latin typeface="+mn-ea"/>
                    <a:ea typeface="+mn-ea"/>
                  </a:endParaRPr>
                </a:p>
              </p:txBody>
            </p:sp>
            <p:sp>
              <p:nvSpPr>
                <p:cNvPr id="597" name="직사각형 596"/>
                <p:cNvSpPr/>
                <p:nvPr/>
              </p:nvSpPr>
              <p:spPr>
                <a:xfrm>
                  <a:off x="2415527" y="7372699"/>
                  <a:ext cx="1151277" cy="215444"/>
                </a:xfrm>
                <a:prstGeom prst="rect">
                  <a:avLst/>
                </a:prstGeom>
              </p:spPr>
              <p:txBody>
                <a:bodyPr wrap="none">
                  <a:spAutoFit/>
                </a:bodyPr>
                <a:lstStyle/>
                <a:p>
                  <a:r>
                    <a:rPr lang="ko-KR" altLang="en-US" sz="800" dirty="0" smtClean="0">
                      <a:latin typeface="+mn-ea"/>
                      <a:ea typeface="+mn-ea"/>
                    </a:rPr>
                    <a:t>학*자</a:t>
                  </a:r>
                  <a:r>
                    <a:rPr lang="en-US" altLang="ko-KR" sz="800" dirty="0" smtClean="0">
                      <a:latin typeface="+mn-ea"/>
                      <a:ea typeface="+mn-ea"/>
                    </a:rPr>
                    <a:t>1</a:t>
                  </a:r>
                  <a:r>
                    <a:rPr lang="ko-KR" altLang="en-US" sz="800" dirty="0" smtClean="0">
                      <a:latin typeface="+mn-ea"/>
                      <a:ea typeface="+mn-ea"/>
                    </a:rPr>
                    <a:t> </a:t>
                  </a:r>
                  <a:r>
                    <a:rPr lang="en-US" altLang="ko-KR" sz="800" dirty="0" smtClean="0">
                      <a:latin typeface="+mn-ea"/>
                      <a:ea typeface="+mn-ea"/>
                    </a:rPr>
                    <a:t>(8254874566)</a:t>
                  </a:r>
                  <a:endParaRPr lang="ko-KR" altLang="en-US" sz="800" dirty="0">
                    <a:latin typeface="+mn-ea"/>
                    <a:ea typeface="+mn-ea"/>
                  </a:endParaRPr>
                </a:p>
              </p:txBody>
            </p:sp>
          </p:grpSp>
          <p:pic>
            <p:nvPicPr>
              <p:cNvPr id="59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14165" y="7336506"/>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600" name="그룹 599"/>
          <p:cNvGrpSpPr/>
          <p:nvPr/>
        </p:nvGrpSpPr>
        <p:grpSpPr>
          <a:xfrm>
            <a:off x="8297377" y="10195656"/>
            <a:ext cx="1004678" cy="280129"/>
            <a:chOff x="7088099" y="8280015"/>
            <a:chExt cx="1004678" cy="280129"/>
          </a:xfrm>
        </p:grpSpPr>
        <p:sp>
          <p:nvSpPr>
            <p:cNvPr id="601" name="직사각형 600"/>
            <p:cNvSpPr/>
            <p:nvPr/>
          </p:nvSpPr>
          <p:spPr>
            <a:xfrm>
              <a:off x="7192777" y="8280015"/>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작성 </a:t>
              </a:r>
              <a:endParaRPr lang="en-US" altLang="ko-KR" sz="800" dirty="0">
                <a:solidFill>
                  <a:schemeClr val="tx1">
                    <a:lumMod val="75000"/>
                    <a:lumOff val="25000"/>
                  </a:schemeClr>
                </a:solidFill>
                <a:latin typeface="+mn-ea"/>
              </a:endParaRPr>
            </a:p>
          </p:txBody>
        </p:sp>
        <p:sp>
          <p:nvSpPr>
            <p:cNvPr id="602" name="직사각형 601"/>
            <p:cNvSpPr/>
            <p:nvPr/>
          </p:nvSpPr>
          <p:spPr>
            <a:xfrm rot="10800000">
              <a:off x="7088099" y="8313923"/>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03" name="그룹 602"/>
          <p:cNvGrpSpPr/>
          <p:nvPr/>
        </p:nvGrpSpPr>
        <p:grpSpPr>
          <a:xfrm>
            <a:off x="1999914" y="10195684"/>
            <a:ext cx="1729891" cy="271050"/>
            <a:chOff x="1807132" y="7226402"/>
            <a:chExt cx="1729891" cy="271050"/>
          </a:xfrm>
        </p:grpSpPr>
        <p:sp>
          <p:nvSpPr>
            <p:cNvPr id="604" name="직사각형 603"/>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a:t>
              </a:r>
              <a:r>
                <a:rPr lang="ko-KR" altLang="en-US" sz="800" dirty="0" err="1" smtClean="0">
                  <a:solidFill>
                    <a:schemeClr val="tx1">
                      <a:lumMod val="75000"/>
                      <a:lumOff val="25000"/>
                    </a:schemeClr>
                  </a:solidFill>
                  <a:latin typeface="+mn-ea"/>
                </a:rPr>
                <a:t>댓글이</a:t>
              </a:r>
              <a:r>
                <a:rPr lang="ko-KR" altLang="en-US" sz="800" dirty="0" smtClean="0">
                  <a:solidFill>
                    <a:schemeClr val="tx1">
                      <a:lumMod val="75000"/>
                      <a:lumOff val="25000"/>
                    </a:schemeClr>
                  </a:solidFill>
                  <a:latin typeface="+mn-ea"/>
                </a:rPr>
                <a:t>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605" name="직사각형 604"/>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sp>
        <p:nvSpPr>
          <p:cNvPr id="606" name="직사각형 605"/>
          <p:cNvSpPr/>
          <p:nvPr/>
        </p:nvSpPr>
        <p:spPr>
          <a:xfrm>
            <a:off x="2104878" y="10504834"/>
            <a:ext cx="7200000"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607"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09742" y="10589613"/>
            <a:ext cx="5904000" cy="783096"/>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608" name="TextBox 607"/>
          <p:cNvSpPr txBox="1"/>
          <p:nvPr/>
        </p:nvSpPr>
        <p:spPr>
          <a:xfrm>
            <a:off x="2219466" y="10795542"/>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609" name="직사각형 608"/>
          <p:cNvSpPr/>
          <p:nvPr/>
        </p:nvSpPr>
        <p:spPr>
          <a:xfrm>
            <a:off x="8193360" y="10586407"/>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610" name="TextBox 609"/>
          <p:cNvSpPr txBox="1"/>
          <p:nvPr/>
        </p:nvSpPr>
        <p:spPr>
          <a:xfrm>
            <a:off x="8200990" y="10588463"/>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611" name="그룹 610"/>
          <p:cNvGrpSpPr/>
          <p:nvPr/>
        </p:nvGrpSpPr>
        <p:grpSpPr>
          <a:xfrm>
            <a:off x="8236794" y="10982411"/>
            <a:ext cx="928576" cy="215444"/>
            <a:chOff x="8337376" y="8326124"/>
            <a:chExt cx="928576" cy="215444"/>
          </a:xfrm>
        </p:grpSpPr>
        <p:sp>
          <p:nvSpPr>
            <p:cNvPr id="612" name="직사각형 611"/>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613" name="TextBox 612"/>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614" name="그룹 613"/>
          <p:cNvGrpSpPr/>
          <p:nvPr/>
        </p:nvGrpSpPr>
        <p:grpSpPr>
          <a:xfrm>
            <a:off x="8227269" y="10802391"/>
            <a:ext cx="936004" cy="215444"/>
            <a:chOff x="6851687" y="7802438"/>
            <a:chExt cx="936004" cy="215444"/>
          </a:xfrm>
        </p:grpSpPr>
        <p:grpSp>
          <p:nvGrpSpPr>
            <p:cNvPr id="615" name="그룹 614"/>
            <p:cNvGrpSpPr/>
            <p:nvPr/>
          </p:nvGrpSpPr>
          <p:grpSpPr>
            <a:xfrm>
              <a:off x="6851687" y="7802438"/>
              <a:ext cx="936004" cy="215444"/>
              <a:chOff x="8337376" y="8047616"/>
              <a:chExt cx="936004" cy="215444"/>
            </a:xfrm>
          </p:grpSpPr>
          <p:sp>
            <p:nvSpPr>
              <p:cNvPr id="617" name="직사각형 616"/>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618" name="TextBox 617"/>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616"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619" name="그룹 618"/>
          <p:cNvGrpSpPr/>
          <p:nvPr/>
        </p:nvGrpSpPr>
        <p:grpSpPr>
          <a:xfrm>
            <a:off x="8236794" y="11165107"/>
            <a:ext cx="928576" cy="215444"/>
            <a:chOff x="8337376" y="8326124"/>
            <a:chExt cx="928576" cy="215444"/>
          </a:xfrm>
        </p:grpSpPr>
        <p:sp>
          <p:nvSpPr>
            <p:cNvPr id="620" name="직사각형 619"/>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621" name="TextBox 620"/>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622" name="모서리가 둥근 직사각형 621"/>
          <p:cNvSpPr/>
          <p:nvPr/>
        </p:nvSpPr>
        <p:spPr>
          <a:xfrm>
            <a:off x="8511419" y="11444792"/>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623" name="그룹 622"/>
          <p:cNvGrpSpPr/>
          <p:nvPr/>
        </p:nvGrpSpPr>
        <p:grpSpPr>
          <a:xfrm>
            <a:off x="2199489" y="11431993"/>
            <a:ext cx="5014334" cy="215444"/>
            <a:chOff x="2023662" y="8496619"/>
            <a:chExt cx="5014334" cy="215444"/>
          </a:xfrm>
        </p:grpSpPr>
        <p:sp>
          <p:nvSpPr>
            <p:cNvPr id="624" name="직사각형 623"/>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625" name="TextBox 624"/>
            <p:cNvSpPr txBox="1"/>
            <p:nvPr/>
          </p:nvSpPr>
          <p:spPr>
            <a:xfrm>
              <a:off x="2092010" y="8496619"/>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답변을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626" name="직사각형 625"/>
          <p:cNvSpPr/>
          <p:nvPr/>
        </p:nvSpPr>
        <p:spPr>
          <a:xfrm>
            <a:off x="2197646" y="12060435"/>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627" name="직사각형 626"/>
          <p:cNvSpPr/>
          <p:nvPr/>
        </p:nvSpPr>
        <p:spPr>
          <a:xfrm>
            <a:off x="3116353" y="11840716"/>
            <a:ext cx="5490005"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a:t>
            </a:r>
            <a:r>
              <a:rPr lang="ko-KR" altLang="en-US" sz="800" dirty="0" err="1">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cxnSp>
        <p:nvCxnSpPr>
          <p:cNvPr id="628" name="꺾인 연결선 627"/>
          <p:cNvCxnSpPr>
            <a:stCxn id="678" idx="2"/>
            <a:endCxn id="685" idx="1"/>
          </p:cNvCxnSpPr>
          <p:nvPr/>
        </p:nvCxnSpPr>
        <p:spPr>
          <a:xfrm rot="16200000" flipH="1">
            <a:off x="2176579" y="12155588"/>
            <a:ext cx="405730" cy="275749"/>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629" name="꺾인 연결선 628"/>
          <p:cNvCxnSpPr>
            <a:stCxn id="678" idx="2"/>
            <a:endCxn id="691" idx="1"/>
          </p:cNvCxnSpPr>
          <p:nvPr/>
        </p:nvCxnSpPr>
        <p:spPr>
          <a:xfrm rot="16200000" flipH="1">
            <a:off x="1685682" y="12646486"/>
            <a:ext cx="1391549" cy="279772"/>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631" name="그룹 630"/>
          <p:cNvGrpSpPr/>
          <p:nvPr/>
        </p:nvGrpSpPr>
        <p:grpSpPr>
          <a:xfrm>
            <a:off x="8265368" y="11876816"/>
            <a:ext cx="969911" cy="263175"/>
            <a:chOff x="6836830" y="8933894"/>
            <a:chExt cx="969911" cy="263175"/>
          </a:xfrm>
        </p:grpSpPr>
        <p:sp>
          <p:nvSpPr>
            <p:cNvPr id="633" name="직사각형 63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34" name="직사각형 63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36" name="그룹 635"/>
          <p:cNvGrpSpPr/>
          <p:nvPr/>
        </p:nvGrpSpPr>
        <p:grpSpPr>
          <a:xfrm>
            <a:off x="8270700" y="12401024"/>
            <a:ext cx="969911" cy="263175"/>
            <a:chOff x="6836830" y="8933894"/>
            <a:chExt cx="969911" cy="263175"/>
          </a:xfrm>
        </p:grpSpPr>
        <p:sp>
          <p:nvSpPr>
            <p:cNvPr id="638" name="직사각형 637"/>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39" name="직사각형 638"/>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40" name="그룹 639"/>
          <p:cNvGrpSpPr/>
          <p:nvPr/>
        </p:nvGrpSpPr>
        <p:grpSpPr>
          <a:xfrm>
            <a:off x="8236893" y="13377932"/>
            <a:ext cx="1094876" cy="273146"/>
            <a:chOff x="8236893" y="11865704"/>
            <a:chExt cx="1094876" cy="273146"/>
          </a:xfrm>
        </p:grpSpPr>
        <p:grpSp>
          <p:nvGrpSpPr>
            <p:cNvPr id="641" name="그룹 640"/>
            <p:cNvGrpSpPr/>
            <p:nvPr/>
          </p:nvGrpSpPr>
          <p:grpSpPr>
            <a:xfrm>
              <a:off x="8236893" y="11865704"/>
              <a:ext cx="998486" cy="273146"/>
              <a:chOff x="6808255" y="8945069"/>
              <a:chExt cx="998486" cy="273146"/>
            </a:xfrm>
          </p:grpSpPr>
          <p:sp>
            <p:nvSpPr>
              <p:cNvPr id="643" name="직사각형 64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44" name="직사각형 643"/>
              <p:cNvSpPr/>
              <p:nvPr/>
            </p:nvSpPr>
            <p:spPr>
              <a:xfrm rot="10800000">
                <a:off x="6808255" y="89719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642"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274169" y="11918670"/>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46" name="그룹 645"/>
          <p:cNvGrpSpPr/>
          <p:nvPr/>
        </p:nvGrpSpPr>
        <p:grpSpPr>
          <a:xfrm>
            <a:off x="8270700" y="15208195"/>
            <a:ext cx="969911" cy="263175"/>
            <a:chOff x="6836830" y="8933894"/>
            <a:chExt cx="969911" cy="263175"/>
          </a:xfrm>
        </p:grpSpPr>
        <p:sp>
          <p:nvSpPr>
            <p:cNvPr id="648" name="직사각형 647"/>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49" name="직사각형 648"/>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55" name="그룹 654"/>
          <p:cNvGrpSpPr/>
          <p:nvPr/>
        </p:nvGrpSpPr>
        <p:grpSpPr>
          <a:xfrm>
            <a:off x="1991147" y="15804851"/>
            <a:ext cx="7381842" cy="1377677"/>
            <a:chOff x="2000672" y="12924531"/>
            <a:chExt cx="7381842" cy="1377677"/>
          </a:xfrm>
        </p:grpSpPr>
        <p:sp>
          <p:nvSpPr>
            <p:cNvPr id="656" name="직사각형 655"/>
            <p:cNvSpPr/>
            <p:nvPr/>
          </p:nvSpPr>
          <p:spPr>
            <a:xfrm>
              <a:off x="2044105" y="12924531"/>
              <a:ext cx="7338409" cy="1377677"/>
            </a:xfrm>
            <a:prstGeom prst="rect">
              <a:avLst/>
            </a:prstGeom>
            <a:solidFill>
              <a:srgbClr val="E0E6EE"/>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657" name="그룹 656"/>
            <p:cNvGrpSpPr/>
            <p:nvPr/>
          </p:nvGrpSpPr>
          <p:grpSpPr>
            <a:xfrm>
              <a:off x="2050535" y="12987014"/>
              <a:ext cx="7329958" cy="906104"/>
              <a:chOff x="2044105" y="7307907"/>
              <a:chExt cx="7329958" cy="906104"/>
            </a:xfrm>
          </p:grpSpPr>
          <p:sp>
            <p:nvSpPr>
              <p:cNvPr id="665" name="직사각형 664"/>
              <p:cNvSpPr/>
              <p:nvPr/>
            </p:nvSpPr>
            <p:spPr>
              <a:xfrm>
                <a:off x="8978382" y="7307907"/>
                <a:ext cx="243978" cy="215444"/>
              </a:xfrm>
              <a:prstGeom prst="rect">
                <a:avLst/>
              </a:prstGeom>
              <a:solidFill>
                <a:schemeClr val="bg1">
                  <a:lumMod val="95000"/>
                </a:schemeClr>
              </a:solidFill>
              <a:ln>
                <a:solidFill>
                  <a:schemeClr val="bg1">
                    <a:lumMod val="65000"/>
                  </a:schemeClr>
                </a:solidFill>
              </a:ln>
            </p:spPr>
            <p:txBody>
              <a:bodyPr wrap="none">
                <a:spAutoFit/>
              </a:bodyPr>
              <a:lstStyle/>
              <a:p>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p:txBody>
          </p:sp>
          <p:grpSp>
            <p:nvGrpSpPr>
              <p:cNvPr id="666" name="그룹 665"/>
              <p:cNvGrpSpPr/>
              <p:nvPr/>
            </p:nvGrpSpPr>
            <p:grpSpPr>
              <a:xfrm>
                <a:off x="2044105" y="7633755"/>
                <a:ext cx="7322400" cy="580256"/>
                <a:chOff x="2044105" y="7633755"/>
                <a:chExt cx="7322400" cy="580256"/>
              </a:xfrm>
            </p:grpSpPr>
            <p:sp>
              <p:nvSpPr>
                <p:cNvPr id="674" name="직사각형 673"/>
                <p:cNvSpPr/>
                <p:nvPr/>
              </p:nvSpPr>
              <p:spPr>
                <a:xfrm>
                  <a:off x="2104641" y="7633755"/>
                  <a:ext cx="7210800" cy="50524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err="1">
                      <a:solidFill>
                        <a:schemeClr val="tx1">
                          <a:lumMod val="75000"/>
                          <a:lumOff val="25000"/>
                        </a:schemeClr>
                      </a:solidFill>
                      <a:latin typeface="+mn-ea"/>
                    </a:rPr>
                    <a:t>ㅇㅇㅇㅇㅇㅇㅇㅇㅇㅇㅇㅇㅇㅇㅇㅇㅇㅇㅇㅇㅇㅇㅇ</a:t>
                  </a:r>
                  <a:endParaRPr lang="en-US" altLang="ko-KR" sz="800" dirty="0">
                    <a:solidFill>
                      <a:schemeClr val="tx1">
                        <a:lumMod val="75000"/>
                        <a:lumOff val="25000"/>
                      </a:schemeClr>
                    </a:solidFill>
                    <a:latin typeface="+mn-ea"/>
                  </a:endParaRPr>
                </a:p>
                <a:p>
                  <a:pPr>
                    <a:lnSpc>
                      <a:spcPct val="150000"/>
                    </a:lnSpc>
                  </a:pPr>
                  <a:r>
                    <a:rPr lang="ko-KR" altLang="en-US"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ㅇㅇㅇㅇㅇㅇㅇㅇㅇㅇㅇㅇㅇㅇ</a:t>
                  </a:r>
                  <a:r>
                    <a:rPr lang="en-US" altLang="ko-KR" sz="800" dirty="0" smtClean="0">
                      <a:solidFill>
                        <a:schemeClr val="tx1">
                          <a:lumMod val="75000"/>
                          <a:lumOff val="25000"/>
                        </a:schemeClr>
                      </a:solidFill>
                      <a:latin typeface="+mn-ea"/>
                    </a:rPr>
                    <a:t> </a:t>
                  </a:r>
                  <a:r>
                    <a:rPr lang="ko-KR" altLang="en-US" sz="800" dirty="0" err="1">
                      <a:solidFill>
                        <a:schemeClr val="tx1">
                          <a:lumMod val="75000"/>
                          <a:lumOff val="25000"/>
                        </a:schemeClr>
                      </a:solidFill>
                      <a:latin typeface="+mn-ea"/>
                    </a:rPr>
                    <a:t>ㅇㅇㅇㅇㅇㅇ</a:t>
                  </a:r>
                  <a:endParaRPr lang="en-US" altLang="ko-KR" sz="800" dirty="0">
                    <a:solidFill>
                      <a:schemeClr val="tx1">
                        <a:lumMod val="75000"/>
                        <a:lumOff val="25000"/>
                      </a:schemeClr>
                    </a:solidFill>
                    <a:latin typeface="+mn-ea"/>
                  </a:endParaRPr>
                </a:p>
              </p:txBody>
            </p:sp>
            <p:cxnSp>
              <p:nvCxnSpPr>
                <p:cNvPr id="675" name="직선 연결선 674"/>
                <p:cNvCxnSpPr/>
                <p:nvPr/>
              </p:nvCxnSpPr>
              <p:spPr>
                <a:xfrm>
                  <a:off x="2044105" y="8214011"/>
                  <a:ext cx="7322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67" name="직사각형 666"/>
              <p:cNvSpPr/>
              <p:nvPr/>
            </p:nvSpPr>
            <p:spPr>
              <a:xfrm rot="10800000">
                <a:off x="8892491" y="7791488"/>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669" name="그룹 668"/>
              <p:cNvGrpSpPr/>
              <p:nvPr/>
            </p:nvGrpSpPr>
            <p:grpSpPr>
              <a:xfrm>
                <a:off x="2114165" y="7317432"/>
                <a:ext cx="3775217" cy="235074"/>
                <a:chOff x="2114165" y="7317432"/>
                <a:chExt cx="3775217" cy="235074"/>
              </a:xfrm>
            </p:grpSpPr>
            <p:grpSp>
              <p:nvGrpSpPr>
                <p:cNvPr id="670" name="그룹 669"/>
                <p:cNvGrpSpPr/>
                <p:nvPr/>
              </p:nvGrpSpPr>
              <p:grpSpPr>
                <a:xfrm>
                  <a:off x="2288704" y="7317432"/>
                  <a:ext cx="3600678" cy="232895"/>
                  <a:chOff x="2415527" y="7355248"/>
                  <a:chExt cx="3600678" cy="232895"/>
                </a:xfrm>
              </p:grpSpPr>
              <p:sp>
                <p:nvSpPr>
                  <p:cNvPr id="672" name="직사각형 671"/>
                  <p:cNvSpPr/>
                  <p:nvPr/>
                </p:nvSpPr>
                <p:spPr>
                  <a:xfrm>
                    <a:off x="3427035" y="7355248"/>
                    <a:ext cx="2589170" cy="215444"/>
                  </a:xfrm>
                  <a:prstGeom prst="rect">
                    <a:avLst/>
                  </a:prstGeom>
                </p:spPr>
                <p:txBody>
                  <a:bodyPr wrap="none">
                    <a:spAutoFit/>
                  </a:bodyPr>
                  <a:lstStyle/>
                  <a:p>
                    <a:r>
                      <a:rPr lang="en-US" altLang="ko-KR" sz="800" dirty="0" smtClean="0">
                        <a:solidFill>
                          <a:schemeClr val="tx1">
                            <a:lumMod val="75000"/>
                            <a:lumOff val="25000"/>
                          </a:schemeClr>
                        </a:solidFill>
                        <a:latin typeface="+mn-ea"/>
                        <a:ea typeface="+mn-ea"/>
                      </a:rPr>
                      <a:t>| </a:t>
                    </a:r>
                    <a:r>
                      <a:rPr lang="en-US" altLang="ko-KR" sz="800" dirty="0" smtClean="0">
                        <a:solidFill>
                          <a:srgbClr val="0070C0"/>
                        </a:solidFill>
                        <a:latin typeface="+mn-ea"/>
                        <a:ea typeface="+mn-ea"/>
                      </a:rPr>
                      <a:t>45</a:t>
                    </a:r>
                    <a:r>
                      <a:rPr lang="ko-KR" altLang="en-US" sz="800" dirty="0" smtClean="0">
                        <a:solidFill>
                          <a:srgbClr val="0070C0"/>
                        </a:solidFill>
                        <a:latin typeface="+mn-ea"/>
                        <a:ea typeface="+mn-ea"/>
                      </a:rPr>
                      <a:t>자</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작성일시</a:t>
                    </a:r>
                    <a:r>
                      <a:rPr lang="ko-KR" altLang="en-US"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2026.03.15 (16:15) </a:t>
                    </a: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첨부파일 </a:t>
                    </a:r>
                    <a:r>
                      <a:rPr lang="en-US" altLang="ko-KR" sz="800" dirty="0" smtClean="0">
                        <a:solidFill>
                          <a:schemeClr val="tx1">
                            <a:lumMod val="75000"/>
                            <a:lumOff val="25000"/>
                          </a:schemeClr>
                        </a:solidFill>
                        <a:latin typeface="+mn-ea"/>
                        <a:ea typeface="+mn-ea"/>
                      </a:rPr>
                      <a:t>: - </a:t>
                    </a:r>
                    <a:endParaRPr lang="en-US" altLang="ko-KR" sz="800" dirty="0">
                      <a:solidFill>
                        <a:schemeClr val="tx1">
                          <a:lumMod val="75000"/>
                          <a:lumOff val="25000"/>
                        </a:schemeClr>
                      </a:solidFill>
                      <a:latin typeface="+mn-ea"/>
                      <a:ea typeface="+mn-ea"/>
                    </a:endParaRPr>
                  </a:p>
                </p:txBody>
              </p:sp>
              <p:sp>
                <p:nvSpPr>
                  <p:cNvPr id="673" name="직사각형 672"/>
                  <p:cNvSpPr/>
                  <p:nvPr/>
                </p:nvSpPr>
                <p:spPr>
                  <a:xfrm>
                    <a:off x="2415527" y="7372699"/>
                    <a:ext cx="1210588" cy="215444"/>
                  </a:xfrm>
                  <a:prstGeom prst="rect">
                    <a:avLst/>
                  </a:prstGeom>
                </p:spPr>
                <p:txBody>
                  <a:bodyPr wrap="none">
                    <a:spAutoFit/>
                  </a:bodyPr>
                  <a:lstStyle/>
                  <a:p>
                    <a:r>
                      <a:rPr lang="ko-KR" altLang="en-US" sz="800" dirty="0" smtClean="0">
                        <a:latin typeface="+mn-ea"/>
                        <a:ea typeface="+mn-ea"/>
                      </a:rPr>
                      <a:t>학습자</a:t>
                    </a:r>
                    <a:r>
                      <a:rPr lang="en-US" altLang="ko-KR" sz="800" dirty="0" smtClean="0">
                        <a:latin typeface="+mn-ea"/>
                        <a:ea typeface="+mn-ea"/>
                      </a:rPr>
                      <a:t>3</a:t>
                    </a:r>
                    <a:r>
                      <a:rPr lang="ko-KR" altLang="en-US" sz="800" dirty="0" smtClean="0">
                        <a:latin typeface="+mn-ea"/>
                        <a:ea typeface="+mn-ea"/>
                      </a:rPr>
                      <a:t> </a:t>
                    </a:r>
                    <a:r>
                      <a:rPr lang="en-US" altLang="ko-KR" sz="800" dirty="0" smtClean="0">
                        <a:latin typeface="+mn-ea"/>
                        <a:ea typeface="+mn-ea"/>
                      </a:rPr>
                      <a:t>(8254874566)</a:t>
                    </a:r>
                    <a:endParaRPr lang="ko-KR" altLang="en-US" sz="800" dirty="0">
                      <a:latin typeface="+mn-ea"/>
                      <a:ea typeface="+mn-ea"/>
                    </a:endParaRPr>
                  </a:p>
                </p:txBody>
              </p:sp>
            </p:grpSp>
            <p:pic>
              <p:nvPicPr>
                <p:cNvPr id="67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14165" y="7336506"/>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658" name="그룹 657"/>
            <p:cNvGrpSpPr/>
            <p:nvPr/>
          </p:nvGrpSpPr>
          <p:grpSpPr>
            <a:xfrm>
              <a:off x="8298135" y="13942168"/>
              <a:ext cx="1004678" cy="280129"/>
              <a:chOff x="7088099" y="8280015"/>
              <a:chExt cx="1004678" cy="280129"/>
            </a:xfrm>
          </p:grpSpPr>
          <p:sp>
            <p:nvSpPr>
              <p:cNvPr id="662" name="직사각형 661"/>
              <p:cNvSpPr/>
              <p:nvPr/>
            </p:nvSpPr>
            <p:spPr>
              <a:xfrm>
                <a:off x="7192777" y="8280015"/>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작성 </a:t>
                </a:r>
                <a:endParaRPr lang="en-US" altLang="ko-KR" sz="800" dirty="0">
                  <a:solidFill>
                    <a:schemeClr val="tx1">
                      <a:lumMod val="75000"/>
                      <a:lumOff val="25000"/>
                    </a:schemeClr>
                  </a:solidFill>
                  <a:latin typeface="+mn-ea"/>
                </a:endParaRPr>
              </a:p>
            </p:txBody>
          </p:sp>
          <p:sp>
            <p:nvSpPr>
              <p:cNvPr id="663" name="직사각형 662"/>
              <p:cNvSpPr/>
              <p:nvPr/>
            </p:nvSpPr>
            <p:spPr>
              <a:xfrm rot="10800000">
                <a:off x="7088099" y="8313923"/>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59" name="그룹 658"/>
            <p:cNvGrpSpPr/>
            <p:nvPr/>
          </p:nvGrpSpPr>
          <p:grpSpPr>
            <a:xfrm>
              <a:off x="2000672" y="13942196"/>
              <a:ext cx="1729891" cy="271050"/>
              <a:chOff x="1807132" y="7226402"/>
              <a:chExt cx="1729891" cy="271050"/>
            </a:xfrm>
          </p:grpSpPr>
          <p:sp>
            <p:nvSpPr>
              <p:cNvPr id="660" name="직사각형 659"/>
              <p:cNvSpPr/>
              <p:nvPr/>
            </p:nvSpPr>
            <p:spPr>
              <a:xfrm>
                <a:off x="1910708" y="7226402"/>
                <a:ext cx="1626315"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4</a:t>
                </a:r>
                <a:r>
                  <a:rPr lang="ko-KR" altLang="en-US" sz="800" dirty="0" smtClean="0">
                    <a:solidFill>
                      <a:schemeClr val="tx1">
                        <a:lumMod val="75000"/>
                        <a:lumOff val="25000"/>
                      </a:schemeClr>
                    </a:solidFill>
                    <a:latin typeface="+mn-ea"/>
                  </a:rPr>
                  <a:t>개의 </a:t>
                </a:r>
                <a:r>
                  <a:rPr lang="ko-KR" altLang="en-US" sz="800" dirty="0" err="1" smtClean="0">
                    <a:solidFill>
                      <a:schemeClr val="tx1">
                        <a:lumMod val="75000"/>
                        <a:lumOff val="25000"/>
                      </a:schemeClr>
                    </a:solidFill>
                    <a:latin typeface="+mn-ea"/>
                  </a:rPr>
                  <a:t>댓글이</a:t>
                </a:r>
                <a:r>
                  <a:rPr lang="ko-KR" altLang="en-US" sz="800" dirty="0" smtClean="0">
                    <a:solidFill>
                      <a:schemeClr val="tx1">
                        <a:lumMod val="75000"/>
                        <a:lumOff val="25000"/>
                      </a:schemeClr>
                    </a:solidFill>
                    <a:latin typeface="+mn-ea"/>
                  </a:rPr>
                  <a:t> 있습니다</a:t>
                </a:r>
                <a:r>
                  <a:rPr lang="en-US" altLang="ko-KR" sz="800" dirty="0" smtClean="0">
                    <a:solidFill>
                      <a:schemeClr val="tx1">
                        <a:lumMod val="75000"/>
                        <a:lumOff val="25000"/>
                      </a:schemeClr>
                    </a:solidFill>
                    <a:latin typeface="+mn-ea"/>
                  </a:rPr>
                  <a:t>.</a:t>
                </a:r>
                <a:r>
                  <a:rPr lang="ko-KR" altLang="en-US" sz="800" dirty="0" smtClean="0">
                    <a:solidFill>
                      <a:schemeClr val="tx1">
                        <a:lumMod val="75000"/>
                        <a:lumOff val="25000"/>
                      </a:schemeClr>
                    </a:solidFill>
                    <a:latin typeface="+mn-ea"/>
                  </a:rPr>
                  <a:t> </a:t>
                </a:r>
                <a:endParaRPr lang="en-US" altLang="ko-KR" sz="800" dirty="0">
                  <a:solidFill>
                    <a:schemeClr val="tx1">
                      <a:lumMod val="75000"/>
                      <a:lumOff val="25000"/>
                    </a:schemeClr>
                  </a:solidFill>
                  <a:latin typeface="+mn-ea"/>
                </a:endParaRPr>
              </a:p>
            </p:txBody>
          </p:sp>
          <p:sp>
            <p:nvSpPr>
              <p:cNvPr id="661" name="직사각형 660"/>
              <p:cNvSpPr/>
              <p:nvPr/>
            </p:nvSpPr>
            <p:spPr>
              <a:xfrm rot="10800000">
                <a:off x="1807132" y="7251231"/>
                <a:ext cx="481572" cy="246221"/>
              </a:xfrm>
              <a:prstGeom prst="rect">
                <a:avLst/>
              </a:prstGeom>
            </p:spPr>
            <p:txBody>
              <a:bodyPr wrap="square">
                <a:spAutoFit/>
              </a:bodyPr>
              <a:lstStyle/>
              <a:p>
                <a:r>
                  <a:rPr lang="ko-KR" altLang="en-US" sz="1000" b="1" dirty="0" smtClean="0"/>
                  <a:t>  ⌵</a:t>
                </a:r>
                <a:endParaRPr lang="ko-KR" altLang="en-US" sz="1000" b="1" dirty="0"/>
              </a:p>
            </p:txBody>
          </p:sp>
        </p:grpSp>
      </p:grpSp>
      <p:grpSp>
        <p:nvGrpSpPr>
          <p:cNvPr id="676" name="그룹 675"/>
          <p:cNvGrpSpPr/>
          <p:nvPr/>
        </p:nvGrpSpPr>
        <p:grpSpPr>
          <a:xfrm>
            <a:off x="2133570" y="11874598"/>
            <a:ext cx="678930" cy="217566"/>
            <a:chOff x="2133570" y="9958957"/>
            <a:chExt cx="678930" cy="217566"/>
          </a:xfrm>
        </p:grpSpPr>
        <p:sp>
          <p:nvSpPr>
            <p:cNvPr id="677" name="직사각형 676"/>
            <p:cNvSpPr/>
            <p:nvPr/>
          </p:nvSpPr>
          <p:spPr>
            <a:xfrm>
              <a:off x="2323264" y="9961079"/>
              <a:ext cx="489236" cy="215444"/>
            </a:xfrm>
            <a:prstGeom prst="rect">
              <a:avLst/>
            </a:prstGeom>
          </p:spPr>
          <p:txBody>
            <a:bodyPr wrap="none">
              <a:spAutoFit/>
            </a:bodyPr>
            <a:lstStyle/>
            <a:p>
              <a:r>
                <a:rPr lang="ko-KR" altLang="en-US" sz="800" dirty="0" smtClean="0">
                  <a:latin typeface="+mn-ea"/>
                  <a:ea typeface="+mn-ea"/>
                </a:rPr>
                <a:t>학*자</a:t>
              </a:r>
              <a:r>
                <a:rPr lang="en-US" altLang="ko-KR" sz="800" dirty="0" smtClean="0">
                  <a:latin typeface="+mn-ea"/>
                  <a:ea typeface="+mn-ea"/>
                </a:rPr>
                <a:t>2</a:t>
              </a:r>
              <a:endParaRPr lang="ko-KR" altLang="en-US" sz="800" dirty="0">
                <a:latin typeface="+mn-ea"/>
                <a:ea typeface="+mn-ea"/>
              </a:endParaRPr>
            </a:p>
          </p:txBody>
        </p:sp>
        <p:pic>
          <p:nvPicPr>
            <p:cNvPr id="678"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80" name="그룹 679"/>
          <p:cNvGrpSpPr/>
          <p:nvPr/>
        </p:nvGrpSpPr>
        <p:grpSpPr>
          <a:xfrm>
            <a:off x="2517319" y="12349608"/>
            <a:ext cx="6180097" cy="461665"/>
            <a:chOff x="2450644" y="10557792"/>
            <a:chExt cx="6180097" cy="461665"/>
          </a:xfrm>
        </p:grpSpPr>
        <p:sp>
          <p:nvSpPr>
            <p:cNvPr id="681" name="직사각형 680"/>
            <p:cNvSpPr/>
            <p:nvPr/>
          </p:nvSpPr>
          <p:spPr>
            <a:xfrm>
              <a:off x="2499725"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682" name="직사각형 681"/>
            <p:cNvSpPr/>
            <p:nvPr/>
          </p:nvSpPr>
          <p:spPr>
            <a:xfrm>
              <a:off x="3416149"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683" name="그룹 682"/>
            <p:cNvGrpSpPr/>
            <p:nvPr/>
          </p:nvGrpSpPr>
          <p:grpSpPr>
            <a:xfrm>
              <a:off x="2450644" y="10596512"/>
              <a:ext cx="738242" cy="217566"/>
              <a:chOff x="2133570" y="9958957"/>
              <a:chExt cx="738242" cy="217566"/>
            </a:xfrm>
          </p:grpSpPr>
          <p:sp>
            <p:nvSpPr>
              <p:cNvPr id="684" name="직사각형 683"/>
              <p:cNvSpPr/>
              <p:nvPr/>
            </p:nvSpPr>
            <p:spPr>
              <a:xfrm>
                <a:off x="2323264" y="9961079"/>
                <a:ext cx="548548" cy="215444"/>
              </a:xfrm>
              <a:prstGeom prst="rect">
                <a:avLst/>
              </a:prstGeom>
            </p:spPr>
            <p:txBody>
              <a:bodyPr wrap="none">
                <a:spAutoFit/>
              </a:bodyPr>
              <a:lstStyle/>
              <a:p>
                <a:r>
                  <a:rPr lang="ko-KR" altLang="en-US" sz="800" dirty="0" smtClean="0">
                    <a:latin typeface="+mn-ea"/>
                    <a:ea typeface="+mn-ea"/>
                  </a:rPr>
                  <a:t>학습자</a:t>
                </a:r>
                <a:r>
                  <a:rPr lang="en-US" altLang="ko-KR" sz="800" dirty="0" smtClean="0">
                    <a:latin typeface="+mn-ea"/>
                    <a:ea typeface="+mn-ea"/>
                  </a:rPr>
                  <a:t>3</a:t>
                </a:r>
                <a:endParaRPr lang="ko-KR" altLang="en-US" sz="800" dirty="0">
                  <a:latin typeface="+mn-ea"/>
                  <a:ea typeface="+mn-ea"/>
                </a:endParaRPr>
              </a:p>
            </p:txBody>
          </p:sp>
          <p:pic>
            <p:nvPicPr>
              <p:cNvPr id="68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686" name="그룹 685"/>
          <p:cNvGrpSpPr/>
          <p:nvPr/>
        </p:nvGrpSpPr>
        <p:grpSpPr>
          <a:xfrm>
            <a:off x="2521342" y="13351345"/>
            <a:ext cx="6267132" cy="461665"/>
            <a:chOff x="2454667" y="11464279"/>
            <a:chExt cx="6267132" cy="461665"/>
          </a:xfrm>
        </p:grpSpPr>
        <p:sp>
          <p:nvSpPr>
            <p:cNvPr id="687" name="직사각형 686"/>
            <p:cNvSpPr/>
            <p:nvPr/>
          </p:nvSpPr>
          <p:spPr>
            <a:xfrm>
              <a:off x="2499725" y="1168839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688" name="직사각형 687"/>
            <p:cNvSpPr/>
            <p:nvPr/>
          </p:nvSpPr>
          <p:spPr>
            <a:xfrm>
              <a:off x="3414889" y="11464279"/>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 </a:t>
              </a: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grpSp>
          <p:nvGrpSpPr>
            <p:cNvPr id="689" name="그룹 688"/>
            <p:cNvGrpSpPr/>
            <p:nvPr/>
          </p:nvGrpSpPr>
          <p:grpSpPr>
            <a:xfrm>
              <a:off x="2454667" y="11487081"/>
              <a:ext cx="678930" cy="217566"/>
              <a:chOff x="2133570" y="9958957"/>
              <a:chExt cx="678930" cy="217566"/>
            </a:xfrm>
          </p:grpSpPr>
          <p:sp>
            <p:nvSpPr>
              <p:cNvPr id="690" name="직사각형 689"/>
              <p:cNvSpPr/>
              <p:nvPr/>
            </p:nvSpPr>
            <p:spPr>
              <a:xfrm>
                <a:off x="2323264" y="9961079"/>
                <a:ext cx="489236" cy="215444"/>
              </a:xfrm>
              <a:prstGeom prst="rect">
                <a:avLst/>
              </a:prstGeom>
            </p:spPr>
            <p:txBody>
              <a:bodyPr wrap="none">
                <a:spAutoFit/>
              </a:bodyPr>
              <a:lstStyle/>
              <a:p>
                <a:r>
                  <a:rPr lang="ko-KR" altLang="en-US" sz="800" dirty="0" smtClean="0">
                    <a:latin typeface="+mn-ea"/>
                    <a:ea typeface="+mn-ea"/>
                  </a:rPr>
                  <a:t>학*자</a:t>
                </a:r>
                <a:r>
                  <a:rPr lang="en-US" altLang="ko-KR" sz="800" dirty="0" smtClean="0">
                    <a:latin typeface="+mn-ea"/>
                    <a:ea typeface="+mn-ea"/>
                  </a:rPr>
                  <a:t>1</a:t>
                </a:r>
                <a:endParaRPr lang="ko-KR" altLang="en-US" sz="800" dirty="0">
                  <a:latin typeface="+mn-ea"/>
                  <a:ea typeface="+mn-ea"/>
                </a:endParaRPr>
              </a:p>
            </p:txBody>
          </p:sp>
          <p:pic>
            <p:nvPicPr>
              <p:cNvPr id="69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692" name="그룹 691"/>
          <p:cNvGrpSpPr/>
          <p:nvPr/>
        </p:nvGrpSpPr>
        <p:grpSpPr>
          <a:xfrm>
            <a:off x="2056378" y="15166304"/>
            <a:ext cx="6430463" cy="458607"/>
            <a:chOff x="2056378" y="12352698"/>
            <a:chExt cx="6430463" cy="458607"/>
          </a:xfrm>
        </p:grpSpPr>
        <p:sp>
          <p:nvSpPr>
            <p:cNvPr id="693" name="직사각형 692"/>
            <p:cNvSpPr/>
            <p:nvPr/>
          </p:nvSpPr>
          <p:spPr>
            <a:xfrm>
              <a:off x="2056378" y="1259586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694" name="직사각형 693"/>
            <p:cNvSpPr/>
            <p:nvPr/>
          </p:nvSpPr>
          <p:spPr>
            <a:xfrm>
              <a:off x="2977179" y="12352698"/>
              <a:ext cx="5509662"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grpSp>
          <p:nvGrpSpPr>
            <p:cNvPr id="695" name="그룹 694"/>
            <p:cNvGrpSpPr/>
            <p:nvPr/>
          </p:nvGrpSpPr>
          <p:grpSpPr>
            <a:xfrm>
              <a:off x="2135163" y="12385025"/>
              <a:ext cx="738242" cy="217566"/>
              <a:chOff x="2133570" y="9958957"/>
              <a:chExt cx="738242" cy="217566"/>
            </a:xfrm>
          </p:grpSpPr>
          <p:sp>
            <p:nvSpPr>
              <p:cNvPr id="696" name="직사각형 695"/>
              <p:cNvSpPr/>
              <p:nvPr/>
            </p:nvSpPr>
            <p:spPr>
              <a:xfrm>
                <a:off x="2323264" y="9961079"/>
                <a:ext cx="548548" cy="215444"/>
              </a:xfrm>
              <a:prstGeom prst="rect">
                <a:avLst/>
              </a:prstGeom>
            </p:spPr>
            <p:txBody>
              <a:bodyPr wrap="none">
                <a:spAutoFit/>
              </a:bodyPr>
              <a:lstStyle/>
              <a:p>
                <a:r>
                  <a:rPr lang="ko-KR" altLang="en-US" sz="800" dirty="0" smtClean="0">
                    <a:latin typeface="+mn-ea"/>
                    <a:ea typeface="+mn-ea"/>
                  </a:rPr>
                  <a:t>학습자</a:t>
                </a:r>
                <a:r>
                  <a:rPr lang="en-US" altLang="ko-KR" sz="800" dirty="0" smtClean="0">
                    <a:latin typeface="+mn-ea"/>
                    <a:ea typeface="+mn-ea"/>
                  </a:rPr>
                  <a:t>5</a:t>
                </a:r>
                <a:endParaRPr lang="ko-KR" altLang="en-US" sz="800" dirty="0">
                  <a:latin typeface="+mn-ea"/>
                  <a:ea typeface="+mn-ea"/>
                </a:endParaRPr>
              </a:p>
            </p:txBody>
          </p:sp>
          <p:pic>
            <p:nvPicPr>
              <p:cNvPr id="699"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701" name="그룹 700"/>
          <p:cNvGrpSpPr/>
          <p:nvPr/>
        </p:nvGrpSpPr>
        <p:grpSpPr>
          <a:xfrm>
            <a:off x="2773710" y="12857856"/>
            <a:ext cx="6139730" cy="461665"/>
            <a:chOff x="2351187" y="10557792"/>
            <a:chExt cx="6139730" cy="461665"/>
          </a:xfrm>
        </p:grpSpPr>
        <p:sp>
          <p:nvSpPr>
            <p:cNvPr id="702" name="직사각형 701"/>
            <p:cNvSpPr/>
            <p:nvPr/>
          </p:nvSpPr>
          <p:spPr>
            <a:xfrm>
              <a:off x="2351187"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703" name="직사각형 702"/>
            <p:cNvSpPr/>
            <p:nvPr/>
          </p:nvSpPr>
          <p:spPr>
            <a:xfrm>
              <a:off x="3276325"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704" name="그룹 703"/>
            <p:cNvGrpSpPr/>
            <p:nvPr/>
          </p:nvGrpSpPr>
          <p:grpSpPr>
            <a:xfrm>
              <a:off x="2450644" y="10596512"/>
              <a:ext cx="738242" cy="217566"/>
              <a:chOff x="2133570" y="9958957"/>
              <a:chExt cx="738242" cy="217566"/>
            </a:xfrm>
          </p:grpSpPr>
          <p:sp>
            <p:nvSpPr>
              <p:cNvPr id="705" name="직사각형 704"/>
              <p:cNvSpPr/>
              <p:nvPr/>
            </p:nvSpPr>
            <p:spPr>
              <a:xfrm>
                <a:off x="2323264" y="9961079"/>
                <a:ext cx="548548" cy="215444"/>
              </a:xfrm>
              <a:prstGeom prst="rect">
                <a:avLst/>
              </a:prstGeom>
            </p:spPr>
            <p:txBody>
              <a:bodyPr wrap="none">
                <a:spAutoFit/>
              </a:bodyPr>
              <a:lstStyle/>
              <a:p>
                <a:r>
                  <a:rPr lang="ko-KR" altLang="en-US" sz="800" dirty="0" smtClean="0">
                    <a:latin typeface="+mn-ea"/>
                    <a:ea typeface="+mn-ea"/>
                  </a:rPr>
                  <a:t>학습자</a:t>
                </a:r>
                <a:r>
                  <a:rPr lang="en-US" altLang="ko-KR" sz="800" dirty="0" smtClean="0">
                    <a:latin typeface="+mn-ea"/>
                    <a:ea typeface="+mn-ea"/>
                  </a:rPr>
                  <a:t>4</a:t>
                </a:r>
                <a:endParaRPr lang="ko-KR" altLang="en-US" sz="800" dirty="0">
                  <a:latin typeface="+mn-ea"/>
                  <a:ea typeface="+mn-ea"/>
                </a:endParaRPr>
              </a:p>
            </p:txBody>
          </p:sp>
          <p:pic>
            <p:nvPicPr>
              <p:cNvPr id="706"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707" name="꺾인 연결선 706"/>
          <p:cNvCxnSpPr>
            <a:stCxn id="685" idx="2"/>
            <a:endCxn id="706" idx="1"/>
          </p:cNvCxnSpPr>
          <p:nvPr/>
        </p:nvCxnSpPr>
        <p:spPr>
          <a:xfrm rot="16200000" flipH="1">
            <a:off x="2549119" y="12680528"/>
            <a:ext cx="400248" cy="247848"/>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08" name="직사각형 707"/>
          <p:cNvSpPr/>
          <p:nvPr/>
        </p:nvSpPr>
        <p:spPr>
          <a:xfrm>
            <a:off x="2116113" y="13839489"/>
            <a:ext cx="7200000"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709"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20977" y="13924268"/>
            <a:ext cx="5904000" cy="783096"/>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710" name="TextBox 709"/>
          <p:cNvSpPr txBox="1"/>
          <p:nvPr/>
        </p:nvSpPr>
        <p:spPr>
          <a:xfrm>
            <a:off x="2230701" y="14130197"/>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711" name="직사각형 710"/>
          <p:cNvSpPr/>
          <p:nvPr/>
        </p:nvSpPr>
        <p:spPr>
          <a:xfrm>
            <a:off x="8204595" y="13921062"/>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712" name="TextBox 711"/>
          <p:cNvSpPr txBox="1"/>
          <p:nvPr/>
        </p:nvSpPr>
        <p:spPr>
          <a:xfrm>
            <a:off x="8212225" y="13923118"/>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713" name="그룹 712"/>
          <p:cNvGrpSpPr/>
          <p:nvPr/>
        </p:nvGrpSpPr>
        <p:grpSpPr>
          <a:xfrm>
            <a:off x="8248029" y="14317066"/>
            <a:ext cx="928576" cy="215444"/>
            <a:chOff x="8337376" y="8326124"/>
            <a:chExt cx="928576" cy="215444"/>
          </a:xfrm>
        </p:grpSpPr>
        <p:sp>
          <p:nvSpPr>
            <p:cNvPr id="714" name="직사각형 713"/>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715" name="TextBox 714"/>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716" name="그룹 715"/>
          <p:cNvGrpSpPr/>
          <p:nvPr/>
        </p:nvGrpSpPr>
        <p:grpSpPr>
          <a:xfrm>
            <a:off x="8238504" y="14137046"/>
            <a:ext cx="936004" cy="215444"/>
            <a:chOff x="6851687" y="7802438"/>
            <a:chExt cx="936004" cy="215444"/>
          </a:xfrm>
        </p:grpSpPr>
        <p:grpSp>
          <p:nvGrpSpPr>
            <p:cNvPr id="717" name="그룹 716"/>
            <p:cNvGrpSpPr/>
            <p:nvPr/>
          </p:nvGrpSpPr>
          <p:grpSpPr>
            <a:xfrm>
              <a:off x="6851687" y="7802438"/>
              <a:ext cx="936004" cy="215444"/>
              <a:chOff x="8337376" y="8047616"/>
              <a:chExt cx="936004" cy="215444"/>
            </a:xfrm>
          </p:grpSpPr>
          <p:sp>
            <p:nvSpPr>
              <p:cNvPr id="719" name="직사각형 718"/>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720" name="TextBox 719"/>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718"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721" name="그룹 720"/>
          <p:cNvGrpSpPr/>
          <p:nvPr/>
        </p:nvGrpSpPr>
        <p:grpSpPr>
          <a:xfrm>
            <a:off x="8248029" y="14499762"/>
            <a:ext cx="928576" cy="215444"/>
            <a:chOff x="8337376" y="8326124"/>
            <a:chExt cx="928576" cy="215444"/>
          </a:xfrm>
        </p:grpSpPr>
        <p:sp>
          <p:nvSpPr>
            <p:cNvPr id="722" name="직사각형 721"/>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723" name="TextBox 722"/>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724" name="모서리가 둥근 직사각형 723"/>
          <p:cNvSpPr/>
          <p:nvPr/>
        </p:nvSpPr>
        <p:spPr>
          <a:xfrm>
            <a:off x="8522654" y="14779447"/>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725" name="그룹 724"/>
          <p:cNvGrpSpPr/>
          <p:nvPr/>
        </p:nvGrpSpPr>
        <p:grpSpPr>
          <a:xfrm>
            <a:off x="2210724" y="14766648"/>
            <a:ext cx="5014334" cy="215444"/>
            <a:chOff x="2023662" y="8496619"/>
            <a:chExt cx="5014334" cy="215444"/>
          </a:xfrm>
        </p:grpSpPr>
        <p:sp>
          <p:nvSpPr>
            <p:cNvPr id="726" name="직사각형 725"/>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727" name="TextBox 726"/>
            <p:cNvSpPr txBox="1"/>
            <p:nvPr/>
          </p:nvSpPr>
          <p:spPr>
            <a:xfrm>
              <a:off x="2092010" y="8496619"/>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답변을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728" name="Rectangle 122"/>
          <p:cNvSpPr>
            <a:spLocks noChangeArrowheads="1"/>
          </p:cNvSpPr>
          <p:nvPr/>
        </p:nvSpPr>
        <p:spPr bwMode="auto">
          <a:xfrm>
            <a:off x="8954821" y="8882558"/>
            <a:ext cx="396000" cy="180000"/>
          </a:xfrm>
          <a:prstGeom prst="rect">
            <a:avLst/>
          </a:prstGeom>
          <a:solidFill>
            <a:srgbClr val="FFFFFF"/>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729" name="그룹 74"/>
          <p:cNvGrpSpPr>
            <a:grpSpLocks/>
          </p:cNvGrpSpPr>
          <p:nvPr/>
        </p:nvGrpSpPr>
        <p:grpSpPr bwMode="auto">
          <a:xfrm>
            <a:off x="4786220" y="17446757"/>
            <a:ext cx="1678948" cy="215444"/>
            <a:chOff x="5843761" y="3953547"/>
            <a:chExt cx="1769478" cy="256728"/>
          </a:xfrm>
        </p:grpSpPr>
        <p:sp>
          <p:nvSpPr>
            <p:cNvPr id="730"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grpSp>
          <p:nvGrpSpPr>
            <p:cNvPr id="731" name="그룹 86"/>
            <p:cNvGrpSpPr>
              <a:grpSpLocks/>
            </p:cNvGrpSpPr>
            <p:nvPr/>
          </p:nvGrpSpPr>
          <p:grpSpPr bwMode="auto">
            <a:xfrm>
              <a:off x="5889794" y="3953547"/>
              <a:ext cx="1723445" cy="256728"/>
              <a:chOff x="5889794" y="3953547"/>
              <a:chExt cx="1723445" cy="256728"/>
            </a:xfrm>
          </p:grpSpPr>
          <p:sp>
            <p:nvSpPr>
              <p:cNvPr id="732"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sp>
            <p:nvSpPr>
              <p:cNvPr id="733"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n-ea"/>
                    <a:ea typeface="+mn-ea"/>
                  </a:rPr>
                  <a:t>1</a:t>
                </a:r>
                <a:r>
                  <a:rPr lang="en-US" altLang="ko-KR" sz="800" dirty="0">
                    <a:solidFill>
                      <a:schemeClr val="tx1">
                        <a:lumMod val="65000"/>
                        <a:lumOff val="35000"/>
                      </a:schemeClr>
                    </a:solidFill>
                    <a:latin typeface="+mn-ea"/>
                    <a:ea typeface="+mn-ea"/>
                  </a:rPr>
                  <a:t>  2  3  4  5</a:t>
                </a:r>
                <a:endParaRPr lang="ko-KR" altLang="en-US" sz="800" dirty="0">
                  <a:solidFill>
                    <a:schemeClr val="tx1">
                      <a:lumMod val="65000"/>
                      <a:lumOff val="35000"/>
                    </a:schemeClr>
                  </a:solidFill>
                  <a:latin typeface="+mn-ea"/>
                  <a:ea typeface="+mn-ea"/>
                </a:endParaRPr>
              </a:p>
            </p:txBody>
          </p:sp>
          <p:sp>
            <p:nvSpPr>
              <p:cNvPr id="734"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sp>
            <p:nvSpPr>
              <p:cNvPr id="735"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sp>
            <p:nvSpPr>
              <p:cNvPr id="736"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a:solidFill>
                      <a:schemeClr val="tx1">
                        <a:lumMod val="65000"/>
                        <a:lumOff val="35000"/>
                      </a:schemeClr>
                    </a:solidFill>
                    <a:latin typeface="+mn-ea"/>
                    <a:ea typeface="+mn-ea"/>
                  </a:rPr>
                  <a:t>▶</a:t>
                </a:r>
              </a:p>
            </p:txBody>
          </p:sp>
          <p:sp>
            <p:nvSpPr>
              <p:cNvPr id="737"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n-ea"/>
                    <a:ea typeface="+mn-ea"/>
                  </a:rPr>
                  <a:t>▶</a:t>
                </a:r>
              </a:p>
            </p:txBody>
          </p:sp>
        </p:grpSp>
      </p:grpSp>
      <p:graphicFrame>
        <p:nvGraphicFramePr>
          <p:cNvPr id="738" name="Group 175"/>
          <p:cNvGraphicFramePr>
            <a:graphicFrameLocks noGrp="1"/>
          </p:cNvGraphicFramePr>
          <p:nvPr>
            <p:extLst>
              <p:ext uri="{D42A27DB-BD31-4B8C-83A1-F6EECF244321}">
                <p14:modId xmlns:p14="http://schemas.microsoft.com/office/powerpoint/2010/main" val="3880547905"/>
              </p:ext>
            </p:extLst>
          </p:nvPr>
        </p:nvGraphicFramePr>
        <p:xfrm>
          <a:off x="9499029" y="3805705"/>
          <a:ext cx="1404156" cy="694068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학습그룹정보</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토론정보 펼침</a:t>
                      </a:r>
                      <a:r>
                        <a:rPr lang="en-US" altLang="ko-KR" sz="800" kern="1200" baseline="0" dirty="0" smtClean="0">
                          <a:solidFill>
                            <a:schemeClr val="tx1">
                              <a:lumMod val="75000"/>
                              <a:lumOff val="25000"/>
                            </a:schemeClr>
                          </a:solidFill>
                          <a:latin typeface="+mn-lt"/>
                          <a:ea typeface="+mn-ea"/>
                          <a:cs typeface="+mn-cs"/>
                        </a:rPr>
                        <a:t>/</a:t>
                      </a:r>
                      <a:r>
                        <a:rPr lang="ko-KR" altLang="en-US" sz="800" kern="1200" baseline="0" dirty="0" smtClean="0">
                          <a:solidFill>
                            <a:schemeClr val="tx1">
                              <a:lumMod val="75000"/>
                              <a:lumOff val="25000"/>
                            </a:schemeClr>
                          </a:solidFill>
                          <a:latin typeface="+mn-lt"/>
                          <a:ea typeface="+mn-ea"/>
                          <a:cs typeface="+mn-cs"/>
                        </a:rPr>
                        <a:t>숨김</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 설정에 따라</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동적 생성</a:t>
                      </a:r>
                      <a:endParaRPr lang="en-US" altLang="ko-KR" sz="800" kern="1200" baseline="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본인 소속 </a:t>
                      </a:r>
                      <a:r>
                        <a:rPr lang="ko-KR" altLang="en-US" sz="800" kern="1200" baseline="0" dirty="0" err="1" smtClean="0">
                          <a:solidFill>
                            <a:schemeClr val="tx1">
                              <a:lumMod val="75000"/>
                              <a:lumOff val="25000"/>
                            </a:schemeClr>
                          </a:solidFill>
                          <a:latin typeface="+mn-lt"/>
                          <a:ea typeface="+mn-ea"/>
                          <a:cs typeface="+mn-cs"/>
                        </a:rPr>
                        <a:t>팀명만</a:t>
                      </a:r>
                      <a:r>
                        <a:rPr lang="ko-KR" altLang="en-US" sz="800" kern="1200" baseline="0" dirty="0" smtClean="0">
                          <a:solidFill>
                            <a:schemeClr val="tx1">
                              <a:lumMod val="75000"/>
                              <a:lumOff val="25000"/>
                            </a:schemeClr>
                          </a:solidFill>
                          <a:latin typeface="+mn-lt"/>
                          <a:ea typeface="+mn-ea"/>
                          <a:cs typeface="+mn-cs"/>
                        </a:rPr>
                        <a:t> 활성화됨</a:t>
                      </a:r>
                      <a:r>
                        <a:rPr lang="en-US" altLang="ko-KR" sz="800" kern="1200" baseline="0" dirty="0" smtClean="0">
                          <a:solidFill>
                            <a:schemeClr val="tx1">
                              <a:lumMod val="75000"/>
                              <a:lumOff val="25000"/>
                            </a:schemeClr>
                          </a:solidFill>
                          <a:latin typeface="+mn-lt"/>
                          <a:ea typeface="+mn-ea"/>
                          <a:cs typeface="+mn-cs"/>
                        </a:rPr>
                        <a:t>.</a:t>
                      </a:r>
                    </a:p>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rgbClr val="0070C0"/>
                          </a:solidFill>
                          <a:latin typeface="+mn-lt"/>
                          <a:ea typeface="+mn-ea"/>
                          <a:cs typeface="+mn-cs"/>
                        </a:rPr>
                        <a:t>참여글</a:t>
                      </a:r>
                      <a:r>
                        <a:rPr lang="ko-KR" altLang="en-US" sz="800" kern="1200" baseline="0" dirty="0" smtClean="0">
                          <a:solidFill>
                            <a:srgbClr val="0070C0"/>
                          </a:solidFill>
                          <a:latin typeface="+mn-lt"/>
                          <a:ea typeface="+mn-ea"/>
                          <a:cs typeface="+mn-cs"/>
                        </a:rPr>
                        <a:t> 보기 옵션 </a:t>
                      </a:r>
                      <a:r>
                        <a:rPr lang="en-US" altLang="ko-KR" sz="800" kern="1200" baseline="0" dirty="0" smtClean="0">
                          <a:solidFill>
                            <a:srgbClr val="0070C0"/>
                          </a:solidFill>
                          <a:latin typeface="+mn-lt"/>
                          <a:ea typeface="+mn-ea"/>
                          <a:cs typeface="+mn-cs"/>
                        </a:rPr>
                        <a:t>: “</a:t>
                      </a:r>
                      <a:r>
                        <a:rPr lang="ko-KR" altLang="en-US" sz="800" kern="1200" baseline="0" dirty="0" smtClean="0">
                          <a:solidFill>
                            <a:srgbClr val="0070C0"/>
                          </a:solidFill>
                          <a:latin typeface="+mn-lt"/>
                          <a:ea typeface="+mn-ea"/>
                          <a:cs typeface="+mn-cs"/>
                        </a:rPr>
                        <a:t>예</a:t>
                      </a:r>
                      <a:r>
                        <a:rPr lang="en-US" altLang="ko-KR" sz="800" kern="1200" baseline="0" dirty="0" smtClean="0">
                          <a:solidFill>
                            <a:srgbClr val="0070C0"/>
                          </a:solidFill>
                          <a:latin typeface="+mn-lt"/>
                          <a:ea typeface="+mn-ea"/>
                          <a:cs typeface="+mn-cs"/>
                        </a:rPr>
                        <a:t>”</a:t>
                      </a:r>
                      <a:r>
                        <a:rPr lang="ko-KR" altLang="en-US" sz="800" kern="1200" baseline="0" dirty="0" err="1" smtClean="0">
                          <a:solidFill>
                            <a:srgbClr val="0070C0"/>
                          </a:solidFill>
                          <a:latin typeface="+mn-lt"/>
                          <a:ea typeface="+mn-ea"/>
                          <a:cs typeface="+mn-cs"/>
                        </a:rPr>
                        <a:t>인경우</a:t>
                      </a:r>
                      <a:r>
                        <a:rPr lang="ko-KR" altLang="en-US" sz="800" kern="1200" baseline="0" dirty="0" smtClean="0">
                          <a:solidFill>
                            <a:srgbClr val="0070C0"/>
                          </a:solidFill>
                          <a:latin typeface="+mn-lt"/>
                          <a:ea typeface="+mn-ea"/>
                          <a:cs typeface="+mn-cs"/>
                        </a:rPr>
                        <a:t> 다른 팀의 </a:t>
                      </a:r>
                      <a:r>
                        <a:rPr lang="ko-KR" altLang="en-US" sz="800" kern="1200" baseline="0" dirty="0" err="1" smtClean="0">
                          <a:solidFill>
                            <a:srgbClr val="0070C0"/>
                          </a:solidFill>
                          <a:latin typeface="+mn-lt"/>
                          <a:ea typeface="+mn-ea"/>
                          <a:cs typeface="+mn-cs"/>
                        </a:rPr>
                        <a:t>토론방</a:t>
                      </a:r>
                      <a:r>
                        <a:rPr lang="ko-KR" altLang="en-US" sz="800" kern="1200" baseline="0" dirty="0" smtClean="0">
                          <a:solidFill>
                            <a:srgbClr val="0070C0"/>
                          </a:solidFill>
                          <a:latin typeface="+mn-lt"/>
                          <a:ea typeface="+mn-ea"/>
                          <a:cs typeface="+mn-cs"/>
                        </a:rPr>
                        <a:t> 참여는 가능 쓰기는 불가</a:t>
                      </a:r>
                      <a:endParaRPr lang="en-US" altLang="ko-KR" sz="800" kern="1200" baseline="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baseline="0" dirty="0" smtClean="0">
                          <a:solidFill>
                            <a:schemeClr val="tx1">
                              <a:lumMod val="75000"/>
                              <a:lumOff val="25000"/>
                            </a:schemeClr>
                          </a:solidFill>
                          <a:latin typeface="+mn-lt"/>
                          <a:ea typeface="+mn-ea"/>
                          <a:cs typeface="+mn-cs"/>
                        </a:rPr>
                        <a:t>본인 소속 팀의 </a:t>
                      </a:r>
                      <a:r>
                        <a:rPr lang="ko-KR" altLang="en-US" sz="800" kern="1200" baseline="0" dirty="0" err="1" smtClean="0">
                          <a:solidFill>
                            <a:schemeClr val="tx1">
                              <a:lumMod val="75000"/>
                              <a:lumOff val="25000"/>
                            </a:schemeClr>
                          </a:solidFill>
                          <a:latin typeface="+mn-lt"/>
                          <a:ea typeface="+mn-ea"/>
                          <a:cs typeface="+mn-cs"/>
                        </a:rPr>
                        <a:t>토론방</a:t>
                      </a:r>
                      <a:r>
                        <a:rPr lang="ko-KR" altLang="en-US" sz="800" kern="1200" baseline="0" dirty="0" smtClean="0">
                          <a:solidFill>
                            <a:schemeClr val="tx1">
                              <a:lumMod val="75000"/>
                              <a:lumOff val="25000"/>
                            </a:schemeClr>
                          </a:solidFill>
                          <a:latin typeface="+mn-lt"/>
                          <a:ea typeface="+mn-ea"/>
                          <a:cs typeface="+mn-cs"/>
                        </a:rPr>
                        <a:t> 만 참여 가능 </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팀명</a:t>
                      </a:r>
                      <a:r>
                        <a:rPr lang="ko-KR" altLang="en-US" sz="800" kern="1200" dirty="0" smtClean="0">
                          <a:solidFill>
                            <a:schemeClr val="tx1">
                              <a:lumMod val="75000"/>
                              <a:lumOff val="25000"/>
                            </a:schemeClr>
                          </a:solidFill>
                          <a:latin typeface="+mn-ea"/>
                          <a:ea typeface="+mn-ea"/>
                          <a:cs typeface="+mn-cs"/>
                        </a:rPr>
                        <a:t>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참여글</a:t>
                      </a:r>
                      <a:r>
                        <a:rPr lang="ko-KR" altLang="en-US" sz="800" kern="1200" dirty="0" smtClean="0">
                          <a:solidFill>
                            <a:schemeClr val="tx1">
                              <a:lumMod val="75000"/>
                              <a:lumOff val="25000"/>
                            </a:schemeClr>
                          </a:solidFill>
                          <a:latin typeface="+mn-ea"/>
                          <a:ea typeface="+mn-ea"/>
                          <a:cs typeface="+mn-cs"/>
                        </a:rPr>
                        <a:t> 글자수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a:t>
                      </a: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a:t>
                      </a:r>
                      <a:r>
                        <a:rPr lang="ko-KR" altLang="en-US" sz="800" kern="1200" dirty="0" err="1" smtClean="0">
                          <a:solidFill>
                            <a:schemeClr val="tx1">
                              <a:lumMod val="75000"/>
                              <a:lumOff val="25000"/>
                            </a:schemeClr>
                          </a:solidFill>
                          <a:latin typeface="+mn-ea"/>
                          <a:ea typeface="+mn-ea"/>
                          <a:cs typeface="+mn-cs"/>
                        </a:rPr>
                        <a:t>갯수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관련 추가기능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수정</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삭제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글인 경우에만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참여글</a:t>
                      </a:r>
                      <a:r>
                        <a:rPr lang="ko-KR" altLang="en-US" sz="800" kern="1200" dirty="0" smtClean="0">
                          <a:solidFill>
                            <a:schemeClr val="tx1">
                              <a:lumMod val="75000"/>
                              <a:lumOff val="25000"/>
                            </a:schemeClr>
                          </a:solidFill>
                          <a:latin typeface="+mn-ea"/>
                          <a:ea typeface="+mn-ea"/>
                          <a:cs typeface="+mn-cs"/>
                        </a:rPr>
                        <a:t>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숨김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삭제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삭제</a:t>
                      </a:r>
                      <a:r>
                        <a:rPr lang="en-US" altLang="ko-KR" sz="800" kern="1200" dirty="0" smtClean="0">
                          <a:solidFill>
                            <a:schemeClr val="tx1">
                              <a:lumMod val="75000"/>
                              <a:lumOff val="25000"/>
                            </a:schemeClr>
                          </a:solidFill>
                          <a:latin typeface="+mn-ea"/>
                          <a:ea typeface="+mn-ea"/>
                          <a:cs typeface="+mn-cs"/>
                        </a:rPr>
                        <a:t>flag</a:t>
                      </a:r>
                      <a:r>
                        <a:rPr lang="ko-KR" altLang="en-US" sz="800" kern="1200" dirty="0" smtClean="0">
                          <a:solidFill>
                            <a:schemeClr val="tx1">
                              <a:lumMod val="75000"/>
                              <a:lumOff val="25000"/>
                            </a:schemeClr>
                          </a:solidFill>
                          <a:latin typeface="+mn-ea"/>
                          <a:ea typeface="+mn-ea"/>
                          <a:cs typeface="+mn-cs"/>
                        </a:rPr>
                        <a:t>처리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739" name="그룹 738"/>
          <p:cNvGrpSpPr/>
          <p:nvPr/>
        </p:nvGrpSpPr>
        <p:grpSpPr>
          <a:xfrm>
            <a:off x="2404145" y="6371803"/>
            <a:ext cx="234360" cy="200055"/>
            <a:chOff x="1152270" y="11716364"/>
            <a:chExt cx="234360" cy="200055"/>
          </a:xfrm>
        </p:grpSpPr>
        <p:sp>
          <p:nvSpPr>
            <p:cNvPr id="740" name="모서리가 둥근 직사각형 73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41" name="직사각형 74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cxnSp>
        <p:nvCxnSpPr>
          <p:cNvPr id="566" name="꺾인 연결선 565"/>
          <p:cNvCxnSpPr>
            <a:stCxn id="555" idx="1"/>
          </p:cNvCxnSpPr>
          <p:nvPr/>
        </p:nvCxnSpPr>
        <p:spPr>
          <a:xfrm rot="10800000" flipH="1" flipV="1">
            <a:off x="2120385" y="5286370"/>
            <a:ext cx="340074" cy="1180271"/>
          </a:xfrm>
          <a:prstGeom prst="bentConnector3">
            <a:avLst>
              <a:gd name="adj1" fmla="val -67221"/>
            </a:avLst>
          </a:prstGeom>
          <a:ln>
            <a:tailEnd type="arrow"/>
          </a:ln>
        </p:spPr>
        <p:style>
          <a:lnRef idx="1">
            <a:schemeClr val="accent1"/>
          </a:lnRef>
          <a:fillRef idx="0">
            <a:schemeClr val="accent1"/>
          </a:fillRef>
          <a:effectRef idx="0">
            <a:schemeClr val="accent1"/>
          </a:effectRef>
          <a:fontRef idx="minor">
            <a:schemeClr val="tx1"/>
          </a:fontRef>
        </p:style>
      </p:cxnSp>
      <p:grpSp>
        <p:nvGrpSpPr>
          <p:cNvPr id="745" name="그룹 744"/>
          <p:cNvGrpSpPr/>
          <p:nvPr/>
        </p:nvGrpSpPr>
        <p:grpSpPr>
          <a:xfrm>
            <a:off x="8797881" y="9169546"/>
            <a:ext cx="234360" cy="200055"/>
            <a:chOff x="1152270" y="11716364"/>
            <a:chExt cx="234360" cy="200055"/>
          </a:xfrm>
        </p:grpSpPr>
        <p:sp>
          <p:nvSpPr>
            <p:cNvPr id="746" name="모서리가 둥근 직사각형 74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47" name="직사각형 74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748" name="직사각형 747"/>
          <p:cNvSpPr/>
          <p:nvPr/>
        </p:nvSpPr>
        <p:spPr>
          <a:xfrm>
            <a:off x="9345488" y="9348864"/>
            <a:ext cx="720080" cy="46431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grpSp>
        <p:nvGrpSpPr>
          <p:cNvPr id="749" name="그룹 748"/>
          <p:cNvGrpSpPr/>
          <p:nvPr/>
        </p:nvGrpSpPr>
        <p:grpSpPr>
          <a:xfrm>
            <a:off x="9298577" y="9189640"/>
            <a:ext cx="234360" cy="200055"/>
            <a:chOff x="1152270" y="11716364"/>
            <a:chExt cx="234360" cy="200055"/>
          </a:xfrm>
        </p:grpSpPr>
        <p:sp>
          <p:nvSpPr>
            <p:cNvPr id="750" name="모서리가 둥근 직사각형 74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51" name="직사각형 75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752" name="그룹 751"/>
          <p:cNvGrpSpPr/>
          <p:nvPr/>
        </p:nvGrpSpPr>
        <p:grpSpPr>
          <a:xfrm>
            <a:off x="9883452" y="9597623"/>
            <a:ext cx="284052" cy="200055"/>
            <a:chOff x="1133220" y="11716364"/>
            <a:chExt cx="284052" cy="200055"/>
          </a:xfrm>
        </p:grpSpPr>
        <p:sp>
          <p:nvSpPr>
            <p:cNvPr id="753" name="모서리가 둥근 직사각형 75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54" name="직사각형 753"/>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755" name="그룹 754"/>
          <p:cNvGrpSpPr/>
          <p:nvPr/>
        </p:nvGrpSpPr>
        <p:grpSpPr>
          <a:xfrm>
            <a:off x="9006638" y="9614570"/>
            <a:ext cx="234360" cy="200055"/>
            <a:chOff x="1152270" y="11716364"/>
            <a:chExt cx="234360" cy="200055"/>
          </a:xfrm>
        </p:grpSpPr>
        <p:sp>
          <p:nvSpPr>
            <p:cNvPr id="756" name="모서리가 둥근 직사각형 75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57" name="직사각형 75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758" name="그룹 757"/>
          <p:cNvGrpSpPr/>
          <p:nvPr/>
        </p:nvGrpSpPr>
        <p:grpSpPr>
          <a:xfrm>
            <a:off x="3519408" y="9102430"/>
            <a:ext cx="234360" cy="200055"/>
            <a:chOff x="1152270" y="11716364"/>
            <a:chExt cx="234360" cy="200055"/>
          </a:xfrm>
        </p:grpSpPr>
        <p:sp>
          <p:nvSpPr>
            <p:cNvPr id="759" name="모서리가 둥근 직사각형 7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60" name="직사각형 75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559" name="그룹 558"/>
          <p:cNvGrpSpPr/>
          <p:nvPr/>
        </p:nvGrpSpPr>
        <p:grpSpPr>
          <a:xfrm>
            <a:off x="1928664" y="5056609"/>
            <a:ext cx="234360" cy="200055"/>
            <a:chOff x="1152270" y="11716364"/>
            <a:chExt cx="234360" cy="200055"/>
          </a:xfrm>
        </p:grpSpPr>
        <p:sp>
          <p:nvSpPr>
            <p:cNvPr id="560" name="모서리가 둥근 직사각형 55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61" name="직사각형 56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761" name="그룹 760"/>
          <p:cNvGrpSpPr/>
          <p:nvPr/>
        </p:nvGrpSpPr>
        <p:grpSpPr>
          <a:xfrm>
            <a:off x="9290004" y="13366104"/>
            <a:ext cx="234360" cy="200055"/>
            <a:chOff x="1152270" y="11716364"/>
            <a:chExt cx="234360" cy="200055"/>
          </a:xfrm>
        </p:grpSpPr>
        <p:sp>
          <p:nvSpPr>
            <p:cNvPr id="762" name="모서리가 둥근 직사각형 7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63" name="직사각형 76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345" name="그룹 344"/>
          <p:cNvGrpSpPr/>
          <p:nvPr/>
        </p:nvGrpSpPr>
        <p:grpSpPr>
          <a:xfrm>
            <a:off x="579562" y="2166658"/>
            <a:ext cx="1386586" cy="5317057"/>
            <a:chOff x="579562" y="2166658"/>
            <a:chExt cx="1386586" cy="5317057"/>
          </a:xfrm>
        </p:grpSpPr>
        <p:grpSp>
          <p:nvGrpSpPr>
            <p:cNvPr id="346" name="그룹 345"/>
            <p:cNvGrpSpPr/>
            <p:nvPr/>
          </p:nvGrpSpPr>
          <p:grpSpPr>
            <a:xfrm>
              <a:off x="629956" y="3318264"/>
              <a:ext cx="1332000" cy="180000"/>
              <a:chOff x="666428" y="3785432"/>
              <a:chExt cx="1332000" cy="180000"/>
            </a:xfrm>
          </p:grpSpPr>
          <p:sp>
            <p:nvSpPr>
              <p:cNvPr id="417" name="모서리가 둥근 직사각형 41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1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29956" y="3568824"/>
              <a:ext cx="1332000" cy="180000"/>
              <a:chOff x="666428" y="4310612"/>
              <a:chExt cx="1332000" cy="180000"/>
            </a:xfrm>
          </p:grpSpPr>
          <p:sp>
            <p:nvSpPr>
              <p:cNvPr id="415" name="모서리가 둥근 직사각형 41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1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4" name="그룹 353"/>
            <p:cNvGrpSpPr/>
            <p:nvPr/>
          </p:nvGrpSpPr>
          <p:grpSpPr>
            <a:xfrm>
              <a:off x="629955" y="3042501"/>
              <a:ext cx="1332000" cy="180000"/>
              <a:chOff x="666427" y="3266516"/>
              <a:chExt cx="1332000" cy="180000"/>
            </a:xfrm>
          </p:grpSpPr>
          <p:sp>
            <p:nvSpPr>
              <p:cNvPr id="412" name="모서리가 둥근 직사각형 41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13"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29956" y="3854780"/>
              <a:ext cx="1332000" cy="180000"/>
              <a:chOff x="666428" y="4570824"/>
              <a:chExt cx="1332000" cy="180000"/>
            </a:xfrm>
          </p:grpSpPr>
          <p:sp>
            <p:nvSpPr>
              <p:cNvPr id="410" name="모서리가 둥근 직사각형 40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11"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29956" y="5316875"/>
              <a:ext cx="1332000" cy="180000"/>
              <a:chOff x="666428" y="5096004"/>
              <a:chExt cx="1332000" cy="180000"/>
            </a:xfrm>
          </p:grpSpPr>
          <p:sp>
            <p:nvSpPr>
              <p:cNvPr id="408" name="모서리가 둥근 직사각형 407"/>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409"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4" name="그룹 363"/>
            <p:cNvGrpSpPr/>
            <p:nvPr/>
          </p:nvGrpSpPr>
          <p:grpSpPr>
            <a:xfrm>
              <a:off x="634148" y="5634789"/>
              <a:ext cx="1332000" cy="180000"/>
              <a:chOff x="666428" y="3785432"/>
              <a:chExt cx="1332000" cy="180000"/>
            </a:xfrm>
          </p:grpSpPr>
          <p:sp>
            <p:nvSpPr>
              <p:cNvPr id="406" name="모서리가 둥근 직사각형 40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0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31150" y="4135825"/>
              <a:ext cx="1332000" cy="180000"/>
              <a:chOff x="666428" y="4570824"/>
              <a:chExt cx="1332000" cy="180000"/>
            </a:xfrm>
          </p:grpSpPr>
          <p:sp>
            <p:nvSpPr>
              <p:cNvPr id="404" name="모서리가 둥근 직사각형 40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05"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7" name="그룹 366"/>
            <p:cNvGrpSpPr/>
            <p:nvPr/>
          </p:nvGrpSpPr>
          <p:grpSpPr>
            <a:xfrm>
              <a:off x="629956" y="4423395"/>
              <a:ext cx="1332000" cy="180000"/>
              <a:chOff x="666428" y="4310612"/>
              <a:chExt cx="1332000" cy="180000"/>
            </a:xfrm>
          </p:grpSpPr>
          <p:sp>
            <p:nvSpPr>
              <p:cNvPr id="402" name="모서리가 둥근 직사각형 40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03"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68" name="TextBox 36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69" name="그룹 368"/>
            <p:cNvGrpSpPr/>
            <p:nvPr/>
          </p:nvGrpSpPr>
          <p:grpSpPr>
            <a:xfrm>
              <a:off x="632520" y="4723068"/>
              <a:ext cx="1332000" cy="180000"/>
              <a:chOff x="666428" y="4310612"/>
              <a:chExt cx="1332000" cy="180000"/>
            </a:xfrm>
          </p:grpSpPr>
          <p:sp>
            <p:nvSpPr>
              <p:cNvPr id="400" name="모서리가 둥근 직사각형 39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01"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0" name="그룹 369"/>
            <p:cNvGrpSpPr/>
            <p:nvPr/>
          </p:nvGrpSpPr>
          <p:grpSpPr>
            <a:xfrm>
              <a:off x="632520" y="2752353"/>
              <a:ext cx="1332000" cy="180000"/>
              <a:chOff x="666427" y="3266516"/>
              <a:chExt cx="1332000" cy="180000"/>
            </a:xfrm>
          </p:grpSpPr>
          <p:sp>
            <p:nvSpPr>
              <p:cNvPr id="398" name="모서리가 둥근 직사각형 39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99"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1" name="그룹 370"/>
            <p:cNvGrpSpPr/>
            <p:nvPr/>
          </p:nvGrpSpPr>
          <p:grpSpPr>
            <a:xfrm>
              <a:off x="632520" y="5005767"/>
              <a:ext cx="1332000" cy="180000"/>
              <a:chOff x="666428" y="4310612"/>
              <a:chExt cx="1332000" cy="180000"/>
            </a:xfrm>
          </p:grpSpPr>
          <p:sp>
            <p:nvSpPr>
              <p:cNvPr id="396" name="모서리가 둥근 직사각형 39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97"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2" name="그룹 371"/>
            <p:cNvGrpSpPr/>
            <p:nvPr/>
          </p:nvGrpSpPr>
          <p:grpSpPr>
            <a:xfrm>
              <a:off x="632520" y="6227787"/>
              <a:ext cx="1332000" cy="180000"/>
              <a:chOff x="666428" y="3785432"/>
              <a:chExt cx="1332000" cy="180000"/>
            </a:xfrm>
          </p:grpSpPr>
          <p:sp>
            <p:nvSpPr>
              <p:cNvPr id="394" name="모서리가 둥근 직사각형 39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9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5" name="그룹 374"/>
            <p:cNvGrpSpPr/>
            <p:nvPr/>
          </p:nvGrpSpPr>
          <p:grpSpPr>
            <a:xfrm>
              <a:off x="632520" y="6487872"/>
              <a:ext cx="1332000" cy="180000"/>
              <a:chOff x="666428" y="4310612"/>
              <a:chExt cx="1332000" cy="180000"/>
            </a:xfrm>
          </p:grpSpPr>
          <p:sp>
            <p:nvSpPr>
              <p:cNvPr id="391" name="모서리가 둥근 직사각형 39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93"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6" name="그룹 375"/>
            <p:cNvGrpSpPr/>
            <p:nvPr/>
          </p:nvGrpSpPr>
          <p:grpSpPr>
            <a:xfrm>
              <a:off x="632520" y="6773828"/>
              <a:ext cx="1332000" cy="180000"/>
              <a:chOff x="666428" y="4570824"/>
              <a:chExt cx="1332000" cy="180000"/>
            </a:xfrm>
          </p:grpSpPr>
          <p:sp>
            <p:nvSpPr>
              <p:cNvPr id="389" name="모서리가 둥근 직사각형 3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90"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7" name="그룹 376"/>
            <p:cNvGrpSpPr/>
            <p:nvPr/>
          </p:nvGrpSpPr>
          <p:grpSpPr>
            <a:xfrm>
              <a:off x="632520" y="7053155"/>
              <a:ext cx="1332000" cy="180000"/>
              <a:chOff x="666428" y="3785432"/>
              <a:chExt cx="1332000" cy="180000"/>
            </a:xfrm>
          </p:grpSpPr>
          <p:sp>
            <p:nvSpPr>
              <p:cNvPr id="387" name="모서리가 둥근 직사각형 38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8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8" name="그룹 377"/>
            <p:cNvGrpSpPr/>
            <p:nvPr/>
          </p:nvGrpSpPr>
          <p:grpSpPr>
            <a:xfrm>
              <a:off x="632520" y="7303715"/>
              <a:ext cx="1332000" cy="180000"/>
              <a:chOff x="666428" y="4310612"/>
              <a:chExt cx="1332000" cy="180000"/>
            </a:xfrm>
          </p:grpSpPr>
          <p:sp>
            <p:nvSpPr>
              <p:cNvPr id="385" name="모서리가 둥근 직사각형 3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8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0" name="그룹 379"/>
            <p:cNvGrpSpPr/>
            <p:nvPr/>
          </p:nvGrpSpPr>
          <p:grpSpPr>
            <a:xfrm>
              <a:off x="622995" y="592282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419" name="모서리가 둥근 직사각형 418"/>
          <p:cNvSpPr/>
          <p:nvPr/>
        </p:nvSpPr>
        <p:spPr>
          <a:xfrm>
            <a:off x="7607771" y="378484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20" name="그룹 419"/>
          <p:cNvGrpSpPr/>
          <p:nvPr/>
        </p:nvGrpSpPr>
        <p:grpSpPr>
          <a:xfrm>
            <a:off x="10965895" y="3769990"/>
            <a:ext cx="2052001" cy="3560806"/>
            <a:chOff x="1100571" y="3012284"/>
            <a:chExt cx="2052001" cy="3560806"/>
          </a:xfrm>
        </p:grpSpPr>
        <p:sp>
          <p:nvSpPr>
            <p:cNvPr id="421" name="직사각형 420"/>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2" name="직사각형 421"/>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23" name="직사각형 422"/>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424" name="직사각형 423"/>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25" name="모서리가 둥근 직사각형 424"/>
          <p:cNvSpPr/>
          <p:nvPr/>
        </p:nvSpPr>
        <p:spPr>
          <a:xfrm>
            <a:off x="11581364" y="699508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26" name="Group 37"/>
          <p:cNvGraphicFramePr>
            <a:graphicFrameLocks noGrp="1"/>
          </p:cNvGraphicFramePr>
          <p:nvPr>
            <p:extLst>
              <p:ext uri="{D42A27DB-BD31-4B8C-83A1-F6EECF244321}">
                <p14:modId xmlns:p14="http://schemas.microsoft.com/office/powerpoint/2010/main" val="868013539"/>
              </p:ext>
            </p:extLst>
          </p:nvPr>
        </p:nvGraphicFramePr>
        <p:xfrm>
          <a:off x="11037903" y="4066840"/>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427" name="꺾인 연결선 426"/>
          <p:cNvCxnSpPr>
            <a:stCxn id="419" idx="0"/>
            <a:endCxn id="422" idx="0"/>
          </p:cNvCxnSpPr>
          <p:nvPr/>
        </p:nvCxnSpPr>
        <p:spPr>
          <a:xfrm rot="16200000" flipH="1">
            <a:off x="10022537" y="1820081"/>
            <a:ext cx="4591" cy="3934125"/>
          </a:xfrm>
          <a:prstGeom prst="bentConnector3">
            <a:avLst>
              <a:gd name="adj1" fmla="val -4979307"/>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2505042"/>
      </p:ext>
    </p:extLst>
  </p:cSld>
  <p:clrMapOvr>
    <a:masterClrMapping/>
  </p:clrMapOvr>
  <p:transition>
    <p:wipe dir="r"/>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KNOU_UI_C02120000_09</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토론 </a:t>
            </a:r>
            <a:r>
              <a:rPr lang="en-US" altLang="ko-KR" sz="800" spc="-60" dirty="0" smtClean="0">
                <a:latin typeface="+mn-ea"/>
                <a:ea typeface="+mn-ea"/>
              </a:rPr>
              <a:t>&gt; </a:t>
            </a:r>
            <a:r>
              <a:rPr lang="ko-KR" altLang="en-US" sz="800" spc="-60" dirty="0" err="1" smtClean="0">
                <a:latin typeface="+mn-ea"/>
                <a:ea typeface="+mn-ea"/>
              </a:rPr>
              <a:t>토론방</a:t>
            </a:r>
            <a:r>
              <a:rPr lang="ko-KR" altLang="en-US" sz="800" spc="-60" dirty="0" smtClean="0">
                <a:latin typeface="+mn-ea"/>
                <a:ea typeface="+mn-ea"/>
              </a:rPr>
              <a:t> </a:t>
            </a:r>
            <a:r>
              <a:rPr lang="en-US" altLang="ko-KR" sz="800" spc="-60" dirty="0" smtClean="0">
                <a:latin typeface="+mn-ea"/>
                <a:ea typeface="+mn-ea"/>
              </a:rPr>
              <a:t>: </a:t>
            </a:r>
            <a:r>
              <a:rPr lang="ko-KR" altLang="en-US" sz="800" spc="-60" dirty="0" smtClean="0">
                <a:latin typeface="+mn-ea"/>
                <a:ea typeface="+mn-ea"/>
              </a:rPr>
              <a:t>찬</a:t>
            </a:r>
            <a:r>
              <a:rPr lang="ko-KR" altLang="en-US" sz="800" spc="-60" dirty="0">
                <a:latin typeface="+mn-ea"/>
                <a:ea typeface="+mn-ea"/>
              </a:rPr>
              <a:t>반</a:t>
            </a:r>
            <a:r>
              <a:rPr lang="ko-KR" altLang="en-US" sz="800" spc="-60" dirty="0" smtClean="0">
                <a:latin typeface="+mn-ea"/>
                <a:ea typeface="+mn-ea"/>
              </a:rPr>
              <a:t>토론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9309127"/>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토론</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토론</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토론</a:t>
                </a:r>
                <a:endParaRPr kumimoji="1" lang="ko-KR" altLang="en-US" sz="800" dirty="0">
                  <a:solidFill>
                    <a:schemeClr val="tx1">
                      <a:lumMod val="75000"/>
                      <a:lumOff val="25000"/>
                    </a:schemeClr>
                  </a:solidFill>
                  <a:latin typeface="+mn-ea"/>
                  <a:ea typeface="+mn-ea"/>
                  <a:cs typeface="Calibri" pitchFamily="34" charset="0"/>
                </a:endParaRPr>
              </a:p>
            </p:txBody>
          </p:sp>
          <p:pic>
            <p:nvPicPr>
              <p:cNvPr id="294"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토론</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784039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sp>
        <p:nvSpPr>
          <p:cNvPr id="203" name="모서리가 둥근 직사각형 202"/>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5" name="직사각형 204"/>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토론방</a:t>
            </a:r>
            <a:endParaRPr lang="ko-KR" altLang="en-US" sz="800" dirty="0">
              <a:solidFill>
                <a:srgbClr val="FF0000"/>
              </a:solidFill>
              <a:latin typeface="+mn-ea"/>
              <a:ea typeface="+mn-ea"/>
            </a:endParaRPr>
          </a:p>
        </p:txBody>
      </p:sp>
      <p:cxnSp>
        <p:nvCxnSpPr>
          <p:cNvPr id="207" name="직선 연결선 206"/>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8" name="직사각형 207"/>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토론정보 및 참여</a:t>
            </a:r>
          </a:p>
        </p:txBody>
      </p:sp>
      <p:graphicFrame>
        <p:nvGraphicFramePr>
          <p:cNvPr id="209" name="Group 37"/>
          <p:cNvGraphicFramePr>
            <a:graphicFrameLocks noGrp="1"/>
          </p:cNvGraphicFramePr>
          <p:nvPr>
            <p:extLst>
              <p:ext uri="{D42A27DB-BD31-4B8C-83A1-F6EECF244321}">
                <p14:modId xmlns:p14="http://schemas.microsoft.com/office/powerpoint/2010/main" val="1193494000"/>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0" name="직사각형 209"/>
          <p:cNvSpPr/>
          <p:nvPr/>
        </p:nvSpPr>
        <p:spPr>
          <a:xfrm rot="10800000">
            <a:off x="9047932" y="418136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1" name="직사각형 210"/>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a:t>
            </a:r>
            <a:r>
              <a:rPr lang="ko-KR" altLang="en-US" sz="800" dirty="0">
                <a:solidFill>
                  <a:schemeClr val="tx1">
                    <a:lumMod val="75000"/>
                    <a:lumOff val="25000"/>
                  </a:schemeClr>
                </a:solidFill>
                <a:latin typeface="+mn-ea"/>
                <a:ea typeface="+mn-ea"/>
              </a:rPr>
              <a:t>여</a:t>
            </a:r>
            <a:r>
              <a:rPr lang="ko-KR" altLang="en-US" sz="800" dirty="0" smtClean="0">
                <a:solidFill>
                  <a:schemeClr val="tx1">
                    <a:lumMod val="75000"/>
                    <a:lumOff val="25000"/>
                  </a:schemeClr>
                </a:solidFill>
                <a:latin typeface="+mn-ea"/>
                <a:ea typeface="+mn-ea"/>
              </a:rPr>
              <a:t>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212" name="직사각형 211"/>
          <p:cNvSpPr/>
          <p:nvPr/>
        </p:nvSpPr>
        <p:spPr>
          <a:xfrm>
            <a:off x="3105295"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토론방</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aphicFrame>
        <p:nvGraphicFramePr>
          <p:cNvPr id="213" name="Group 37"/>
          <p:cNvGraphicFramePr>
            <a:graphicFrameLocks noGrp="1"/>
          </p:cNvGraphicFramePr>
          <p:nvPr>
            <p:extLst>
              <p:ext uri="{D42A27DB-BD31-4B8C-83A1-F6EECF244321}">
                <p14:modId xmlns:p14="http://schemas.microsoft.com/office/powerpoint/2010/main" val="1788257010"/>
              </p:ext>
            </p:extLst>
          </p:nvPr>
        </p:nvGraphicFramePr>
        <p:xfrm>
          <a:off x="1972097" y="4065463"/>
          <a:ext cx="7470353" cy="407665"/>
        </p:xfrm>
        <a:graphic>
          <a:graphicData uri="http://schemas.openxmlformats.org/drawingml/2006/table">
            <a:tbl>
              <a:tblPr/>
              <a:tblGrid>
                <a:gridCol w="7470353"/>
              </a:tblGrid>
              <a:tr h="40766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일반토론일반토론</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bl>
          </a:graphicData>
        </a:graphic>
      </p:graphicFrame>
      <p:sp>
        <p:nvSpPr>
          <p:cNvPr id="214" name="직사각형 213"/>
          <p:cNvSpPr/>
          <p:nvPr/>
        </p:nvSpPr>
        <p:spPr>
          <a:xfrm>
            <a:off x="9047932" y="4120505"/>
            <a:ext cx="481572" cy="246221"/>
          </a:xfrm>
          <a:prstGeom prst="rect">
            <a:avLst/>
          </a:prstGeom>
        </p:spPr>
        <p:txBody>
          <a:bodyPr wrap="square">
            <a:spAutoFit/>
          </a:bodyPr>
          <a:lstStyle/>
          <a:p>
            <a:r>
              <a:rPr lang="ko-KR" altLang="en-US" sz="1000" b="1" dirty="0" smtClean="0"/>
              <a:t>  ⌵</a:t>
            </a:r>
            <a:endParaRPr lang="ko-KR" altLang="en-US" sz="1000" b="1" dirty="0"/>
          </a:p>
        </p:txBody>
      </p:sp>
      <p:sp>
        <p:nvSpPr>
          <p:cNvPr id="215" name="직사각형 214"/>
          <p:cNvSpPr/>
          <p:nvPr/>
        </p:nvSpPr>
        <p:spPr>
          <a:xfrm>
            <a:off x="1966764" y="4276734"/>
            <a:ext cx="4374916"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참여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34" name="그룹 333"/>
          <p:cNvGrpSpPr/>
          <p:nvPr/>
        </p:nvGrpSpPr>
        <p:grpSpPr>
          <a:xfrm>
            <a:off x="416496" y="20776117"/>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7" name="그룹 536"/>
          <p:cNvGrpSpPr/>
          <p:nvPr/>
        </p:nvGrpSpPr>
        <p:grpSpPr>
          <a:xfrm>
            <a:off x="3967758" y="3447907"/>
            <a:ext cx="234360" cy="200055"/>
            <a:chOff x="1152270" y="11716364"/>
            <a:chExt cx="234360" cy="200055"/>
          </a:xfrm>
        </p:grpSpPr>
        <p:sp>
          <p:nvSpPr>
            <p:cNvPr id="538" name="모서리가 둥근 직사각형 53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9" name="직사각형 53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540" name="그룹 539"/>
          <p:cNvGrpSpPr/>
          <p:nvPr/>
        </p:nvGrpSpPr>
        <p:grpSpPr>
          <a:xfrm>
            <a:off x="9016467" y="4160857"/>
            <a:ext cx="234360" cy="200055"/>
            <a:chOff x="1152270" y="11716364"/>
            <a:chExt cx="234360" cy="200055"/>
          </a:xfrm>
        </p:grpSpPr>
        <p:sp>
          <p:nvSpPr>
            <p:cNvPr id="541" name="모서리가 둥근 직사각형 5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42" name="직사각형 54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738" name="Group 175"/>
          <p:cNvGraphicFramePr>
            <a:graphicFrameLocks noGrp="1"/>
          </p:cNvGraphicFramePr>
          <p:nvPr>
            <p:extLst>
              <p:ext uri="{D42A27DB-BD31-4B8C-83A1-F6EECF244321}">
                <p14:modId xmlns:p14="http://schemas.microsoft.com/office/powerpoint/2010/main" val="3448841130"/>
              </p:ext>
            </p:extLst>
          </p:nvPr>
        </p:nvGraphicFramePr>
        <p:xfrm>
          <a:off x="9499029" y="3805705"/>
          <a:ext cx="1404156" cy="52947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lt"/>
                          <a:ea typeface="+mn-ea"/>
                          <a:cs typeface="+mn-cs"/>
                        </a:rPr>
                        <a:t>토론방</a:t>
                      </a:r>
                      <a:r>
                        <a:rPr lang="ko-KR" altLang="en-US" sz="800" kern="1200" baseline="0" dirty="0" smtClean="0">
                          <a:solidFill>
                            <a:schemeClr val="tx1">
                              <a:lumMod val="75000"/>
                              <a:lumOff val="25000"/>
                            </a:schemeClr>
                          </a:solidFill>
                          <a:latin typeface="+mn-lt"/>
                          <a:ea typeface="+mn-ea"/>
                          <a:cs typeface="+mn-cs"/>
                        </a:rPr>
                        <a:t> 링크</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토론정보 펼침</a:t>
                      </a:r>
                      <a:r>
                        <a:rPr lang="en-US" altLang="ko-KR" sz="800" kern="1200" baseline="0" dirty="0" smtClean="0">
                          <a:solidFill>
                            <a:schemeClr val="tx1">
                              <a:lumMod val="75000"/>
                              <a:lumOff val="25000"/>
                            </a:schemeClr>
                          </a:solidFill>
                          <a:latin typeface="+mn-lt"/>
                          <a:ea typeface="+mn-ea"/>
                          <a:cs typeface="+mn-cs"/>
                        </a:rPr>
                        <a:t>/</a:t>
                      </a:r>
                      <a:r>
                        <a:rPr lang="ko-KR" altLang="en-US" sz="800" kern="1200" baseline="0" dirty="0" smtClean="0">
                          <a:solidFill>
                            <a:schemeClr val="tx1">
                              <a:lumMod val="75000"/>
                              <a:lumOff val="25000"/>
                            </a:schemeClr>
                          </a:solidFill>
                          <a:latin typeface="+mn-lt"/>
                          <a:ea typeface="+mn-ea"/>
                          <a:cs typeface="+mn-cs"/>
                        </a:rPr>
                        <a:t>숨김</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관련 추가기능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댓글</a:t>
                      </a:r>
                      <a:r>
                        <a:rPr lang="ko-KR" altLang="en-US" sz="800" kern="1200" dirty="0" smtClean="0">
                          <a:solidFill>
                            <a:schemeClr val="tx1">
                              <a:lumMod val="75000"/>
                              <a:lumOff val="25000"/>
                            </a:schemeClr>
                          </a:solidFill>
                          <a:latin typeface="+mn-ea"/>
                          <a:ea typeface="+mn-ea"/>
                          <a:cs typeface="+mn-cs"/>
                        </a:rPr>
                        <a:t> 수정</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삭제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글인 경우에만 노출</a:t>
                      </a:r>
                      <a:endParaRPr lang="en-US" altLang="ko-KR" sz="800" kern="1200" baseline="0" dirty="0" smtClean="0">
                        <a:solidFill>
                          <a:srgbClr val="0070C0"/>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aphicFrame>
        <p:nvGraphicFramePr>
          <p:cNvPr id="346" name="Group 37"/>
          <p:cNvGraphicFramePr>
            <a:graphicFrameLocks noGrp="1"/>
          </p:cNvGraphicFramePr>
          <p:nvPr>
            <p:extLst>
              <p:ext uri="{D42A27DB-BD31-4B8C-83A1-F6EECF244321}">
                <p14:modId xmlns:p14="http://schemas.microsoft.com/office/powerpoint/2010/main" val="86597568"/>
              </p:ext>
            </p:extLst>
          </p:nvPr>
        </p:nvGraphicFramePr>
        <p:xfrm>
          <a:off x="1972097" y="4559391"/>
          <a:ext cx="7470354" cy="1965953"/>
        </p:xfrm>
        <a:graphic>
          <a:graphicData uri="http://schemas.openxmlformats.org/drawingml/2006/table">
            <a:tbl>
              <a:tblPr/>
              <a:tblGrid>
                <a:gridCol w="3735177"/>
                <a:gridCol w="3735177"/>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err="1" smtClean="0">
                          <a:solidFill>
                            <a:schemeClr val="tx1">
                              <a:lumMod val="75000"/>
                              <a:lumOff val="25000"/>
                            </a:schemeClr>
                          </a:solidFill>
                          <a:latin typeface="+mn-ea"/>
                          <a:ea typeface="+mn-ea"/>
                          <a:cs typeface="+mn-cs"/>
                        </a:rPr>
                        <a:t>토론방</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1501203">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1602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찬성 </a:t>
                      </a:r>
                      <a:r>
                        <a:rPr lang="en-US" altLang="ko-KR" sz="800" b="0" dirty="0" smtClean="0">
                          <a:solidFill>
                            <a:schemeClr val="tx1">
                              <a:lumMod val="75000"/>
                              <a:lumOff val="25000"/>
                            </a:schemeClr>
                          </a:solidFill>
                          <a:latin typeface="+mn-ea"/>
                          <a:ea typeface="+mn-ea"/>
                        </a:rPr>
                        <a:t>65%</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92D050"/>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반대 </a:t>
                      </a:r>
                      <a:r>
                        <a:rPr lang="en-US" altLang="ko-KR" sz="800" b="0" dirty="0" smtClean="0">
                          <a:solidFill>
                            <a:schemeClr val="tx1">
                              <a:lumMod val="75000"/>
                              <a:lumOff val="25000"/>
                            </a:schemeClr>
                          </a:solidFill>
                          <a:latin typeface="+mn-ea"/>
                          <a:ea typeface="+mn-ea"/>
                        </a:rPr>
                        <a:t>27%</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FC000"/>
                    </a:solidFill>
                  </a:tcPr>
                </a:tc>
              </a:tr>
            </a:tbl>
          </a:graphicData>
        </a:graphic>
      </p:graphicFrame>
      <p:pic>
        <p:nvPicPr>
          <p:cNvPr id="376"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37161" y="5085184"/>
            <a:ext cx="7340400" cy="11344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77" name="모서리가 둥근 직사각형 376"/>
          <p:cNvSpPr/>
          <p:nvPr/>
        </p:nvSpPr>
        <p:spPr>
          <a:xfrm>
            <a:off x="8473705" y="4870226"/>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 name="그룹 3"/>
          <p:cNvGrpSpPr/>
          <p:nvPr/>
        </p:nvGrpSpPr>
        <p:grpSpPr>
          <a:xfrm>
            <a:off x="2011106" y="4845357"/>
            <a:ext cx="1789766" cy="215444"/>
            <a:chOff x="1981622" y="4826307"/>
            <a:chExt cx="1789766" cy="215444"/>
          </a:xfrm>
        </p:grpSpPr>
        <p:sp>
          <p:nvSpPr>
            <p:cNvPr id="381" name="직사각형 380"/>
            <p:cNvSpPr/>
            <p:nvPr/>
          </p:nvSpPr>
          <p:spPr>
            <a:xfrm>
              <a:off x="1981622" y="4826307"/>
              <a:ext cx="1080000" cy="215444"/>
            </a:xfrm>
            <a:prstGeom prst="rect">
              <a:avLst/>
            </a:prstGeom>
          </p:spPr>
          <p:txBody>
            <a:bodyPr wrap="square" lIns="36000">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찬성</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반대 의견</a:t>
              </a:r>
              <a:endParaRPr lang="ko-KR" altLang="en-US" sz="800" dirty="0">
                <a:solidFill>
                  <a:srgbClr val="FF0000"/>
                </a:solidFill>
                <a:latin typeface="+mn-ea"/>
                <a:ea typeface="+mn-ea"/>
              </a:endParaRPr>
            </a:p>
          </p:txBody>
        </p:sp>
        <p:grpSp>
          <p:nvGrpSpPr>
            <p:cNvPr id="3" name="그룹 2"/>
            <p:cNvGrpSpPr/>
            <p:nvPr/>
          </p:nvGrpSpPr>
          <p:grpSpPr>
            <a:xfrm>
              <a:off x="2883818" y="4841946"/>
              <a:ext cx="402564" cy="182760"/>
              <a:chOff x="5535349" y="1217487"/>
              <a:chExt cx="402564" cy="182760"/>
            </a:xfrm>
          </p:grpSpPr>
          <p:sp>
            <p:nvSpPr>
              <p:cNvPr id="382" name="직사각형 381"/>
              <p:cNvSpPr/>
              <p:nvPr/>
            </p:nvSpPr>
            <p:spPr bwMode="auto">
              <a:xfrm>
                <a:off x="5673080" y="1217487"/>
                <a:ext cx="264833"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cs typeface="Arial" charset="0"/>
                  </a:rPr>
                  <a:t>찬성</a:t>
                </a:r>
                <a:endParaRPr lang="ko-KR" altLang="en-US" sz="800" kern="0" dirty="0">
                  <a:solidFill>
                    <a:schemeClr val="tx1">
                      <a:lumMod val="75000"/>
                      <a:lumOff val="25000"/>
                    </a:schemeClr>
                  </a:solidFill>
                  <a:latin typeface="+mn-ea"/>
                  <a:ea typeface="+mn-ea"/>
                  <a:cs typeface="Arial" charset="0"/>
                </a:endParaRPr>
              </a:p>
            </p:txBody>
          </p:sp>
          <p:grpSp>
            <p:nvGrpSpPr>
              <p:cNvPr id="383" name="그룹 144"/>
              <p:cNvGrpSpPr>
                <a:grpSpLocks/>
              </p:cNvGrpSpPr>
              <p:nvPr/>
            </p:nvGrpSpPr>
            <p:grpSpPr bwMode="auto">
              <a:xfrm>
                <a:off x="5535349" y="1253434"/>
                <a:ext cx="115974" cy="110868"/>
                <a:chOff x="4146550" y="1085850"/>
                <a:chExt cx="184150" cy="184150"/>
              </a:xfrm>
            </p:grpSpPr>
            <p:sp>
              <p:nvSpPr>
                <p:cNvPr id="384" name="타원 383"/>
                <p:cNvSpPr/>
                <p:nvPr/>
              </p:nvSpPr>
              <p:spPr bwMode="auto">
                <a:xfrm>
                  <a:off x="4146550" y="1085850"/>
                  <a:ext cx="184150" cy="184150"/>
                </a:xfrm>
                <a:prstGeom prst="ellipse">
                  <a:avLst/>
                </a:prstGeom>
                <a:solidFill>
                  <a:srgbClr val="FFFFFF"/>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err="1">
                    <a:solidFill>
                      <a:srgbClr val="000000"/>
                    </a:solidFill>
                    <a:latin typeface="+mn-ea"/>
                    <a:ea typeface="+mn-ea"/>
                    <a:cs typeface="Arial" charset="0"/>
                  </a:endParaRPr>
                </a:p>
              </p:txBody>
            </p:sp>
            <p:sp>
              <p:nvSpPr>
                <p:cNvPr id="385" name="타원 384"/>
                <p:cNvSpPr/>
                <p:nvPr/>
              </p:nvSpPr>
              <p:spPr bwMode="auto">
                <a:xfrm>
                  <a:off x="4194381" y="1133681"/>
                  <a:ext cx="88488" cy="88487"/>
                </a:xfrm>
                <a:prstGeom prst="ellipse">
                  <a:avLst/>
                </a:prstGeom>
                <a:solidFill>
                  <a:srgbClr val="000000"/>
                </a:solidFill>
                <a:ln w="3175" algn="ctr">
                  <a:solidFill>
                    <a:srgbClr val="000000"/>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err="1">
                    <a:solidFill>
                      <a:srgbClr val="000000"/>
                    </a:solidFill>
                    <a:latin typeface="+mn-ea"/>
                    <a:ea typeface="+mn-ea"/>
                    <a:cs typeface="Arial" charset="0"/>
                  </a:endParaRPr>
                </a:p>
              </p:txBody>
            </p:sp>
          </p:grpSp>
        </p:grpSp>
        <p:grpSp>
          <p:nvGrpSpPr>
            <p:cNvPr id="386" name="그룹 385"/>
            <p:cNvGrpSpPr/>
            <p:nvPr/>
          </p:nvGrpSpPr>
          <p:grpSpPr>
            <a:xfrm>
              <a:off x="3368824" y="4850110"/>
              <a:ext cx="402564" cy="182760"/>
              <a:chOff x="5535349" y="1227012"/>
              <a:chExt cx="402564" cy="182760"/>
            </a:xfrm>
          </p:grpSpPr>
          <p:sp>
            <p:nvSpPr>
              <p:cNvPr id="387" name="직사각형 386"/>
              <p:cNvSpPr/>
              <p:nvPr/>
            </p:nvSpPr>
            <p:spPr bwMode="auto">
              <a:xfrm>
                <a:off x="5673080" y="1227012"/>
                <a:ext cx="264833"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cs typeface="Arial" charset="0"/>
                  </a:rPr>
                  <a:t>반대</a:t>
                </a:r>
                <a:endParaRPr lang="ko-KR" altLang="en-US" sz="800" kern="0" dirty="0">
                  <a:solidFill>
                    <a:schemeClr val="tx1">
                      <a:lumMod val="75000"/>
                      <a:lumOff val="25000"/>
                    </a:schemeClr>
                  </a:solidFill>
                  <a:latin typeface="+mn-ea"/>
                  <a:ea typeface="+mn-ea"/>
                  <a:cs typeface="Arial" charset="0"/>
                </a:endParaRPr>
              </a:p>
            </p:txBody>
          </p:sp>
          <p:sp>
            <p:nvSpPr>
              <p:cNvPr id="389" name="타원 388"/>
              <p:cNvSpPr/>
              <p:nvPr/>
            </p:nvSpPr>
            <p:spPr bwMode="auto">
              <a:xfrm>
                <a:off x="5535349" y="1253434"/>
                <a:ext cx="115974" cy="110868"/>
              </a:xfrm>
              <a:prstGeom prst="ellipse">
                <a:avLst/>
              </a:prstGeom>
              <a:solidFill>
                <a:srgbClr val="FFFFFF"/>
              </a:solidFill>
              <a:ln w="3175" algn="ctr">
                <a:solidFill>
                  <a:srgbClr val="000000">
                    <a:lumMod val="50000"/>
                    <a:lumOff val="50000"/>
                  </a:srgbClr>
                </a:solidFill>
                <a:miter lim="800000"/>
                <a:headEnd/>
                <a:tailEnd/>
              </a:ln>
              <a:effectLst/>
            </p:spPr>
            <p:txBody>
              <a:bodyPr lIns="33231" tIns="33231" rIns="33231" bIns="33231" anchor="ctr"/>
              <a:lstStyle/>
              <a:p>
                <a:pPr algn="ctr" defTabSz="785387" eaLnBrk="1" fontAlgn="auto" hangingPunct="1">
                  <a:spcBef>
                    <a:spcPts val="0"/>
                  </a:spcBef>
                  <a:spcAft>
                    <a:spcPts val="0"/>
                  </a:spcAft>
                  <a:defRPr/>
                </a:pPr>
                <a:endParaRPr lang="ko-KR" altLang="en-US" sz="700" kern="0" dirty="0" err="1">
                  <a:solidFill>
                    <a:srgbClr val="000000"/>
                  </a:solidFill>
                  <a:latin typeface="+mn-ea"/>
                  <a:ea typeface="+mn-ea"/>
                  <a:cs typeface="Arial" charset="0"/>
                </a:endParaRPr>
              </a:p>
            </p:txBody>
          </p:sp>
        </p:grpSp>
      </p:grpSp>
      <p:graphicFrame>
        <p:nvGraphicFramePr>
          <p:cNvPr id="391" name="Group 37"/>
          <p:cNvGraphicFramePr>
            <a:graphicFrameLocks noGrp="1"/>
          </p:cNvGraphicFramePr>
          <p:nvPr>
            <p:extLst>
              <p:ext uri="{D42A27DB-BD31-4B8C-83A1-F6EECF244321}">
                <p14:modId xmlns:p14="http://schemas.microsoft.com/office/powerpoint/2010/main" val="2515754203"/>
              </p:ext>
            </p:extLst>
          </p:nvPr>
        </p:nvGraphicFramePr>
        <p:xfrm>
          <a:off x="1975718" y="6911272"/>
          <a:ext cx="7470353" cy="4323167"/>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찬성 의견 </a:t>
                      </a:r>
                      <a:r>
                        <a:rPr lang="en-US" altLang="ko-KR" sz="800" b="1" kern="1200" dirty="0" smtClean="0">
                          <a:solidFill>
                            <a:schemeClr val="tx1">
                              <a:lumMod val="75000"/>
                              <a:lumOff val="25000"/>
                            </a:schemeClr>
                          </a:solidFill>
                          <a:latin typeface="+mn-ea"/>
                          <a:ea typeface="+mn-ea"/>
                          <a:cs typeface="+mn-cs"/>
                        </a:rPr>
                        <a:t>[ </a:t>
                      </a:r>
                      <a:r>
                        <a:rPr lang="ko-KR" altLang="en-US" sz="800" b="1" kern="1200" dirty="0" smtClean="0">
                          <a:solidFill>
                            <a:schemeClr val="tx1">
                              <a:lumMod val="75000"/>
                              <a:lumOff val="25000"/>
                            </a:schemeClr>
                          </a:solidFill>
                          <a:latin typeface="+mn-ea"/>
                          <a:ea typeface="+mn-ea"/>
                          <a:cs typeface="+mn-cs"/>
                        </a:rPr>
                        <a:t>총 </a:t>
                      </a:r>
                      <a:r>
                        <a:rPr lang="en-US" altLang="ko-KR" sz="800" b="1" kern="1200" dirty="0" smtClean="0">
                          <a:solidFill>
                            <a:schemeClr val="tx1">
                              <a:lumMod val="75000"/>
                              <a:lumOff val="25000"/>
                            </a:schemeClr>
                          </a:solidFill>
                          <a:latin typeface="+mn-ea"/>
                          <a:ea typeface="+mn-ea"/>
                          <a:cs typeface="+mn-cs"/>
                        </a:rPr>
                        <a:t>35</a:t>
                      </a:r>
                      <a:r>
                        <a:rPr lang="ko-KR" altLang="en-US" sz="800" b="1" kern="1200" dirty="0" smtClean="0">
                          <a:solidFill>
                            <a:schemeClr val="tx1">
                              <a:lumMod val="75000"/>
                              <a:lumOff val="25000"/>
                            </a:schemeClr>
                          </a:solidFill>
                          <a:latin typeface="+mn-ea"/>
                          <a:ea typeface="+mn-ea"/>
                          <a:cs typeface="+mn-cs"/>
                        </a:rPr>
                        <a:t>명 </a:t>
                      </a:r>
                      <a:r>
                        <a:rPr lang="en-US" altLang="ko-KR" sz="800" b="1" kern="1200" dirty="0" smtClean="0">
                          <a:solidFill>
                            <a:schemeClr val="tx1">
                              <a:lumMod val="75000"/>
                              <a:lumOff val="25000"/>
                            </a:schemeClr>
                          </a:solidFill>
                          <a:latin typeface="+mn-ea"/>
                          <a:ea typeface="+mn-ea"/>
                          <a:cs typeface="+mn-cs"/>
                        </a:rPr>
                        <a:t>]</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92D050"/>
                    </a:solidFill>
                  </a:tcPr>
                </a:tc>
              </a:tr>
              <a:tr h="407444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393" name="그룹 392"/>
          <p:cNvGrpSpPr/>
          <p:nvPr/>
        </p:nvGrpSpPr>
        <p:grpSpPr>
          <a:xfrm>
            <a:off x="1972097" y="6669360"/>
            <a:ext cx="2051052" cy="201600"/>
            <a:chOff x="1746548" y="3340058"/>
            <a:chExt cx="2051052" cy="201600"/>
          </a:xfrm>
        </p:grpSpPr>
        <p:pic>
          <p:nvPicPr>
            <p:cNvPr id="394"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75323" y="3340058"/>
              <a:ext cx="222277" cy="201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5" name="직사각형 394"/>
            <p:cNvSpPr/>
            <p:nvPr/>
          </p:nvSpPr>
          <p:spPr>
            <a:xfrm>
              <a:off x="1746548" y="3347487"/>
              <a:ext cx="1800000" cy="1836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이름 입력</a:t>
              </a:r>
              <a:endParaRPr lang="en-US" altLang="ko-KR" sz="800" dirty="0">
                <a:solidFill>
                  <a:schemeClr val="tx1">
                    <a:lumMod val="50000"/>
                    <a:lumOff val="50000"/>
                  </a:schemeClr>
                </a:solidFill>
                <a:latin typeface="+mn-ea"/>
              </a:endParaRPr>
            </a:p>
          </p:txBody>
        </p:sp>
      </p:grpSp>
      <p:sp>
        <p:nvSpPr>
          <p:cNvPr id="396" name="직사각형 395"/>
          <p:cNvSpPr/>
          <p:nvPr/>
        </p:nvSpPr>
        <p:spPr>
          <a:xfrm>
            <a:off x="2197646" y="7482514"/>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397" name="직사각형 396"/>
          <p:cNvSpPr/>
          <p:nvPr/>
        </p:nvSpPr>
        <p:spPr>
          <a:xfrm>
            <a:off x="3116353" y="7262795"/>
            <a:ext cx="5490005"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a:t>
            </a:r>
            <a:r>
              <a:rPr lang="ko-KR" altLang="en-US" sz="800" dirty="0" err="1">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cxnSp>
        <p:nvCxnSpPr>
          <p:cNvPr id="398" name="꺾인 연결선 397"/>
          <p:cNvCxnSpPr>
            <a:stCxn id="418" idx="2"/>
            <a:endCxn id="424" idx="1"/>
          </p:cNvCxnSpPr>
          <p:nvPr/>
        </p:nvCxnSpPr>
        <p:spPr>
          <a:xfrm rot="16200000" flipH="1">
            <a:off x="2176579" y="7577667"/>
            <a:ext cx="405730" cy="275749"/>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99" name="꺾인 연결선 398"/>
          <p:cNvCxnSpPr>
            <a:stCxn id="418" idx="2"/>
            <a:endCxn id="430" idx="1"/>
          </p:cNvCxnSpPr>
          <p:nvPr/>
        </p:nvCxnSpPr>
        <p:spPr>
          <a:xfrm rot="16200000" flipH="1">
            <a:off x="1685682" y="8068565"/>
            <a:ext cx="1391549" cy="279772"/>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400" name="그룹 399"/>
          <p:cNvGrpSpPr/>
          <p:nvPr/>
        </p:nvGrpSpPr>
        <p:grpSpPr>
          <a:xfrm>
            <a:off x="8270700" y="7823103"/>
            <a:ext cx="1063165" cy="263175"/>
            <a:chOff x="8270700" y="10880325"/>
            <a:chExt cx="1063165" cy="263175"/>
          </a:xfrm>
        </p:grpSpPr>
        <p:grpSp>
          <p:nvGrpSpPr>
            <p:cNvPr id="401" name="그룹 400"/>
            <p:cNvGrpSpPr/>
            <p:nvPr/>
          </p:nvGrpSpPr>
          <p:grpSpPr>
            <a:xfrm>
              <a:off x="8270700" y="10880325"/>
              <a:ext cx="969911" cy="263175"/>
              <a:chOff x="6836830" y="8933894"/>
              <a:chExt cx="969911" cy="263175"/>
            </a:xfrm>
          </p:grpSpPr>
          <p:sp>
            <p:nvSpPr>
              <p:cNvPr id="403" name="직사각형 40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04" name="직사각형 40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402" name="Picture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276265" y="10946482"/>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05" name="직사각형 404"/>
          <p:cNvSpPr/>
          <p:nvPr/>
        </p:nvSpPr>
        <p:spPr>
          <a:xfrm>
            <a:off x="9354268" y="8026278"/>
            <a:ext cx="720080" cy="48448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ko-KR" altLang="en-US" sz="800" dirty="0" err="1" smtClean="0">
                <a:solidFill>
                  <a:schemeClr val="tx1">
                    <a:lumMod val="75000"/>
                    <a:lumOff val="25000"/>
                  </a:schemeClr>
                </a:solidFill>
                <a:latin typeface="+mn-ea"/>
              </a:rPr>
              <a:t>댓글</a:t>
            </a:r>
            <a:r>
              <a:rPr lang="ko-KR" altLang="en-US" sz="800" dirty="0" smtClean="0">
                <a:solidFill>
                  <a:schemeClr val="tx1">
                    <a:lumMod val="75000"/>
                    <a:lumOff val="25000"/>
                  </a:schemeClr>
                </a:solidFill>
                <a:latin typeface="+mn-ea"/>
              </a:rPr>
              <a:t> 수정</a:t>
            </a:r>
            <a:endParaRPr lang="en-US" altLang="ko-KR" sz="800" dirty="0" smtClean="0">
              <a:solidFill>
                <a:schemeClr val="tx1">
                  <a:lumMod val="75000"/>
                  <a:lumOff val="25000"/>
                </a:schemeClr>
              </a:solidFill>
              <a:latin typeface="+mn-ea"/>
            </a:endParaRPr>
          </a:p>
          <a:p>
            <a:pPr algn="ctr">
              <a:lnSpc>
                <a:spcPct val="150000"/>
              </a:lnSpc>
            </a:pPr>
            <a:r>
              <a:rPr lang="ko-KR" altLang="en-US" sz="800" dirty="0" smtClean="0">
                <a:solidFill>
                  <a:schemeClr val="tx1">
                    <a:lumMod val="75000"/>
                    <a:lumOff val="25000"/>
                  </a:schemeClr>
                </a:solidFill>
                <a:latin typeface="+mn-ea"/>
              </a:rPr>
              <a:t>댓글 삭제</a:t>
            </a:r>
            <a:endParaRPr lang="en-US" altLang="ko-KR" sz="800" dirty="0">
              <a:solidFill>
                <a:schemeClr val="tx1">
                  <a:lumMod val="75000"/>
                  <a:lumOff val="25000"/>
                </a:schemeClr>
              </a:solidFill>
              <a:latin typeface="+mn-ea"/>
            </a:endParaRPr>
          </a:p>
        </p:txBody>
      </p:sp>
      <p:grpSp>
        <p:nvGrpSpPr>
          <p:cNvPr id="412" name="그룹 411"/>
          <p:cNvGrpSpPr/>
          <p:nvPr/>
        </p:nvGrpSpPr>
        <p:grpSpPr>
          <a:xfrm>
            <a:off x="9306643" y="7862706"/>
            <a:ext cx="234360" cy="200055"/>
            <a:chOff x="1152270" y="11716364"/>
            <a:chExt cx="234360" cy="200055"/>
          </a:xfrm>
        </p:grpSpPr>
        <p:sp>
          <p:nvSpPr>
            <p:cNvPr id="413" name="모서리가 둥근 직사각형 4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5" name="직사각형 41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16" name="그룹 415"/>
          <p:cNvGrpSpPr/>
          <p:nvPr/>
        </p:nvGrpSpPr>
        <p:grpSpPr>
          <a:xfrm>
            <a:off x="2133570" y="7296677"/>
            <a:ext cx="635650" cy="217566"/>
            <a:chOff x="2133570" y="9958957"/>
            <a:chExt cx="635650" cy="217566"/>
          </a:xfrm>
        </p:grpSpPr>
        <p:sp>
          <p:nvSpPr>
            <p:cNvPr id="417" name="직사각형 416"/>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pic>
          <p:nvPicPr>
            <p:cNvPr id="418"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9" name="그룹 418"/>
          <p:cNvGrpSpPr/>
          <p:nvPr/>
        </p:nvGrpSpPr>
        <p:grpSpPr>
          <a:xfrm>
            <a:off x="2517319" y="7771687"/>
            <a:ext cx="6180097" cy="461665"/>
            <a:chOff x="2450644" y="10557792"/>
            <a:chExt cx="6180097" cy="461665"/>
          </a:xfrm>
        </p:grpSpPr>
        <p:sp>
          <p:nvSpPr>
            <p:cNvPr id="420" name="직사각형 419"/>
            <p:cNvSpPr/>
            <p:nvPr/>
          </p:nvSpPr>
          <p:spPr>
            <a:xfrm>
              <a:off x="2499725"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21" name="직사각형 420"/>
            <p:cNvSpPr/>
            <p:nvPr/>
          </p:nvSpPr>
          <p:spPr>
            <a:xfrm>
              <a:off x="3416149"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422" name="그룹 421"/>
            <p:cNvGrpSpPr/>
            <p:nvPr/>
          </p:nvGrpSpPr>
          <p:grpSpPr>
            <a:xfrm>
              <a:off x="2450644" y="10596512"/>
              <a:ext cx="622826" cy="217566"/>
              <a:chOff x="2133570" y="9958957"/>
              <a:chExt cx="622826" cy="217566"/>
            </a:xfrm>
          </p:grpSpPr>
          <p:sp>
            <p:nvSpPr>
              <p:cNvPr id="423" name="직사각형 422"/>
              <p:cNvSpPr/>
              <p:nvPr/>
            </p:nvSpPr>
            <p:spPr>
              <a:xfrm>
                <a:off x="2323264" y="9961079"/>
                <a:ext cx="433132" cy="215444"/>
              </a:xfrm>
              <a:prstGeom prst="rect">
                <a:avLst/>
              </a:prstGeom>
            </p:spPr>
            <p:txBody>
              <a:bodyPr wrap="none">
                <a:spAutoFit/>
              </a:bodyPr>
              <a:lstStyle/>
              <a:p>
                <a:r>
                  <a:rPr lang="ko-KR" altLang="en-US" sz="800" dirty="0" smtClean="0">
                    <a:latin typeface="+mn-ea"/>
                    <a:ea typeface="+mn-ea"/>
                  </a:rPr>
                  <a:t>홍*생</a:t>
                </a:r>
                <a:endParaRPr lang="ko-KR" altLang="en-US" sz="800" dirty="0">
                  <a:latin typeface="+mn-ea"/>
                  <a:ea typeface="+mn-ea"/>
                </a:endParaRPr>
              </a:p>
            </p:txBody>
          </p:sp>
          <p:pic>
            <p:nvPicPr>
              <p:cNvPr id="424"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25" name="그룹 424"/>
          <p:cNvGrpSpPr/>
          <p:nvPr/>
        </p:nvGrpSpPr>
        <p:grpSpPr>
          <a:xfrm>
            <a:off x="2521342" y="8773424"/>
            <a:ext cx="6267132" cy="461665"/>
            <a:chOff x="2454667" y="11464279"/>
            <a:chExt cx="6267132" cy="461665"/>
          </a:xfrm>
        </p:grpSpPr>
        <p:sp>
          <p:nvSpPr>
            <p:cNvPr id="426" name="직사각형 425"/>
            <p:cNvSpPr/>
            <p:nvPr/>
          </p:nvSpPr>
          <p:spPr>
            <a:xfrm>
              <a:off x="2499725" y="1168839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27" name="직사각형 426"/>
            <p:cNvSpPr/>
            <p:nvPr/>
          </p:nvSpPr>
          <p:spPr>
            <a:xfrm>
              <a:off x="3414889" y="11464279"/>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 </a:t>
              </a: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grpSp>
          <p:nvGrpSpPr>
            <p:cNvPr id="428" name="그룹 427"/>
            <p:cNvGrpSpPr/>
            <p:nvPr/>
          </p:nvGrpSpPr>
          <p:grpSpPr>
            <a:xfrm>
              <a:off x="2454667" y="11487081"/>
              <a:ext cx="635650" cy="217566"/>
              <a:chOff x="2133570" y="9958957"/>
              <a:chExt cx="635650" cy="217566"/>
            </a:xfrm>
          </p:grpSpPr>
          <p:sp>
            <p:nvSpPr>
              <p:cNvPr id="429" name="직사각형 428"/>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pic>
            <p:nvPicPr>
              <p:cNvPr id="430"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32" name="그룹 431"/>
          <p:cNvGrpSpPr/>
          <p:nvPr/>
        </p:nvGrpSpPr>
        <p:grpSpPr>
          <a:xfrm>
            <a:off x="2056378" y="10588383"/>
            <a:ext cx="6430463" cy="458607"/>
            <a:chOff x="2056378" y="12352698"/>
            <a:chExt cx="6430463" cy="458607"/>
          </a:xfrm>
        </p:grpSpPr>
        <p:sp>
          <p:nvSpPr>
            <p:cNvPr id="433" name="직사각형 432"/>
            <p:cNvSpPr/>
            <p:nvPr/>
          </p:nvSpPr>
          <p:spPr>
            <a:xfrm>
              <a:off x="2056378" y="1259586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34" name="직사각형 433"/>
            <p:cNvSpPr/>
            <p:nvPr/>
          </p:nvSpPr>
          <p:spPr>
            <a:xfrm>
              <a:off x="2977179" y="12352698"/>
              <a:ext cx="5509662"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grpSp>
          <p:nvGrpSpPr>
            <p:cNvPr id="435" name="그룹 434"/>
            <p:cNvGrpSpPr/>
            <p:nvPr/>
          </p:nvGrpSpPr>
          <p:grpSpPr>
            <a:xfrm>
              <a:off x="2135163" y="12385025"/>
              <a:ext cx="635650" cy="217566"/>
              <a:chOff x="2133570" y="9958957"/>
              <a:chExt cx="635650" cy="217566"/>
            </a:xfrm>
          </p:grpSpPr>
          <p:sp>
            <p:nvSpPr>
              <p:cNvPr id="436" name="직사각형 435"/>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5</a:t>
                </a:r>
                <a:endParaRPr lang="ko-KR" altLang="en-US" sz="800" dirty="0">
                  <a:latin typeface="+mn-ea"/>
                  <a:ea typeface="+mn-ea"/>
                </a:endParaRPr>
              </a:p>
            </p:txBody>
          </p:sp>
          <p:pic>
            <p:nvPicPr>
              <p:cNvPr id="437"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38" name="그룹 437"/>
          <p:cNvGrpSpPr/>
          <p:nvPr/>
        </p:nvGrpSpPr>
        <p:grpSpPr>
          <a:xfrm>
            <a:off x="2773710" y="8279935"/>
            <a:ext cx="6139730" cy="461665"/>
            <a:chOff x="2351187" y="10557792"/>
            <a:chExt cx="6139730" cy="461665"/>
          </a:xfrm>
        </p:grpSpPr>
        <p:sp>
          <p:nvSpPr>
            <p:cNvPr id="439" name="직사각형 438"/>
            <p:cNvSpPr/>
            <p:nvPr/>
          </p:nvSpPr>
          <p:spPr>
            <a:xfrm>
              <a:off x="2351187"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40" name="직사각형 439"/>
            <p:cNvSpPr/>
            <p:nvPr/>
          </p:nvSpPr>
          <p:spPr>
            <a:xfrm>
              <a:off x="3276325"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441" name="그룹 440"/>
            <p:cNvGrpSpPr/>
            <p:nvPr/>
          </p:nvGrpSpPr>
          <p:grpSpPr>
            <a:xfrm>
              <a:off x="2450644" y="10596512"/>
              <a:ext cx="635650" cy="217566"/>
              <a:chOff x="2133570" y="9958957"/>
              <a:chExt cx="635650" cy="217566"/>
            </a:xfrm>
          </p:grpSpPr>
          <p:sp>
            <p:nvSpPr>
              <p:cNvPr id="442" name="직사각형 441"/>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pic>
            <p:nvPicPr>
              <p:cNvPr id="443"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444" name="꺾인 연결선 443"/>
          <p:cNvCxnSpPr>
            <a:stCxn id="424" idx="2"/>
            <a:endCxn id="443" idx="1"/>
          </p:cNvCxnSpPr>
          <p:nvPr/>
        </p:nvCxnSpPr>
        <p:spPr>
          <a:xfrm rot="16200000" flipH="1">
            <a:off x="2549119" y="8102607"/>
            <a:ext cx="400248" cy="247848"/>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445" name="직사각형 444"/>
          <p:cNvSpPr/>
          <p:nvPr/>
        </p:nvSpPr>
        <p:spPr>
          <a:xfrm>
            <a:off x="2116113" y="9261568"/>
            <a:ext cx="7200000"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446"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20977" y="9346347"/>
            <a:ext cx="5904000" cy="783096"/>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447" name="TextBox 446"/>
          <p:cNvSpPr txBox="1"/>
          <p:nvPr/>
        </p:nvSpPr>
        <p:spPr>
          <a:xfrm>
            <a:off x="2230701" y="9552276"/>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448" name="직사각형 447"/>
          <p:cNvSpPr/>
          <p:nvPr/>
        </p:nvSpPr>
        <p:spPr>
          <a:xfrm>
            <a:off x="8204595" y="9343141"/>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9" name="TextBox 448"/>
          <p:cNvSpPr txBox="1"/>
          <p:nvPr/>
        </p:nvSpPr>
        <p:spPr>
          <a:xfrm>
            <a:off x="8212225" y="9345197"/>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450" name="그룹 449"/>
          <p:cNvGrpSpPr/>
          <p:nvPr/>
        </p:nvGrpSpPr>
        <p:grpSpPr>
          <a:xfrm>
            <a:off x="8248029" y="9739145"/>
            <a:ext cx="928576" cy="215444"/>
            <a:chOff x="8337376" y="8326124"/>
            <a:chExt cx="928576" cy="215444"/>
          </a:xfrm>
        </p:grpSpPr>
        <p:sp>
          <p:nvSpPr>
            <p:cNvPr id="451" name="직사각형 450"/>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452" name="TextBox 451"/>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53" name="그룹 452"/>
          <p:cNvGrpSpPr/>
          <p:nvPr/>
        </p:nvGrpSpPr>
        <p:grpSpPr>
          <a:xfrm>
            <a:off x="8238504" y="9559125"/>
            <a:ext cx="936004" cy="215444"/>
            <a:chOff x="6851687" y="7802438"/>
            <a:chExt cx="936004" cy="215444"/>
          </a:xfrm>
        </p:grpSpPr>
        <p:grpSp>
          <p:nvGrpSpPr>
            <p:cNvPr id="455" name="그룹 454"/>
            <p:cNvGrpSpPr/>
            <p:nvPr/>
          </p:nvGrpSpPr>
          <p:grpSpPr>
            <a:xfrm>
              <a:off x="6851687" y="7802438"/>
              <a:ext cx="936004" cy="215444"/>
              <a:chOff x="8337376" y="8047616"/>
              <a:chExt cx="936004" cy="215444"/>
            </a:xfrm>
          </p:grpSpPr>
          <p:sp>
            <p:nvSpPr>
              <p:cNvPr id="458" name="직사각형 457"/>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459" name="TextBox 458"/>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456"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460" name="그룹 459"/>
          <p:cNvGrpSpPr/>
          <p:nvPr/>
        </p:nvGrpSpPr>
        <p:grpSpPr>
          <a:xfrm>
            <a:off x="8248029" y="9921841"/>
            <a:ext cx="928576" cy="215444"/>
            <a:chOff x="8337376" y="8326124"/>
            <a:chExt cx="928576" cy="215444"/>
          </a:xfrm>
        </p:grpSpPr>
        <p:sp>
          <p:nvSpPr>
            <p:cNvPr id="461" name="직사각형 460"/>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462" name="TextBox 461"/>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463" name="모서리가 둥근 직사각형 462"/>
          <p:cNvSpPr/>
          <p:nvPr/>
        </p:nvSpPr>
        <p:spPr>
          <a:xfrm>
            <a:off x="8522654" y="10201526"/>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64" name="그룹 463"/>
          <p:cNvGrpSpPr/>
          <p:nvPr/>
        </p:nvGrpSpPr>
        <p:grpSpPr>
          <a:xfrm>
            <a:off x="2210724" y="10188727"/>
            <a:ext cx="5014334" cy="215444"/>
            <a:chOff x="2023662" y="8496619"/>
            <a:chExt cx="5014334" cy="215444"/>
          </a:xfrm>
        </p:grpSpPr>
        <p:sp>
          <p:nvSpPr>
            <p:cNvPr id="465" name="직사각형 464"/>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466" name="TextBox 465"/>
            <p:cNvSpPr txBox="1"/>
            <p:nvPr/>
          </p:nvSpPr>
          <p:spPr>
            <a:xfrm>
              <a:off x="2092010" y="8496619"/>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답변을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cxnSp>
        <p:nvCxnSpPr>
          <p:cNvPr id="467" name="꺾인 연결선 466"/>
          <p:cNvCxnSpPr>
            <a:endCxn id="445" idx="0"/>
          </p:cNvCxnSpPr>
          <p:nvPr/>
        </p:nvCxnSpPr>
        <p:spPr>
          <a:xfrm rot="5400000">
            <a:off x="7145968" y="7622156"/>
            <a:ext cx="209557" cy="306926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468" name="Group 37"/>
          <p:cNvGraphicFramePr>
            <a:graphicFrameLocks noGrp="1"/>
          </p:cNvGraphicFramePr>
          <p:nvPr>
            <p:extLst>
              <p:ext uri="{D42A27DB-BD31-4B8C-83A1-F6EECF244321}">
                <p14:modId xmlns:p14="http://schemas.microsoft.com/office/powerpoint/2010/main" val="577065170"/>
              </p:ext>
            </p:extLst>
          </p:nvPr>
        </p:nvGraphicFramePr>
        <p:xfrm>
          <a:off x="1975718" y="11610842"/>
          <a:ext cx="7470353" cy="4323167"/>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반대 의견 </a:t>
                      </a:r>
                      <a:r>
                        <a:rPr lang="en-US" altLang="ko-KR" sz="800" b="1" kern="1200" dirty="0" smtClean="0">
                          <a:solidFill>
                            <a:schemeClr val="tx1">
                              <a:lumMod val="75000"/>
                              <a:lumOff val="25000"/>
                            </a:schemeClr>
                          </a:solidFill>
                          <a:latin typeface="+mn-ea"/>
                          <a:ea typeface="+mn-ea"/>
                          <a:cs typeface="+mn-cs"/>
                        </a:rPr>
                        <a:t>[ </a:t>
                      </a:r>
                      <a:r>
                        <a:rPr lang="ko-KR" altLang="en-US" sz="800" b="1" kern="1200" dirty="0" smtClean="0">
                          <a:solidFill>
                            <a:schemeClr val="tx1">
                              <a:lumMod val="75000"/>
                              <a:lumOff val="25000"/>
                            </a:schemeClr>
                          </a:solidFill>
                          <a:latin typeface="+mn-ea"/>
                          <a:ea typeface="+mn-ea"/>
                          <a:cs typeface="+mn-cs"/>
                        </a:rPr>
                        <a:t>총 </a:t>
                      </a:r>
                      <a:r>
                        <a:rPr lang="en-US" altLang="ko-KR" sz="800" b="1" kern="1200" dirty="0" smtClean="0">
                          <a:solidFill>
                            <a:schemeClr val="tx1">
                              <a:lumMod val="75000"/>
                              <a:lumOff val="25000"/>
                            </a:schemeClr>
                          </a:solidFill>
                          <a:latin typeface="+mn-ea"/>
                          <a:ea typeface="+mn-ea"/>
                          <a:cs typeface="+mn-cs"/>
                        </a:rPr>
                        <a:t>16</a:t>
                      </a:r>
                      <a:r>
                        <a:rPr lang="ko-KR" altLang="en-US" sz="800" b="1" kern="1200" dirty="0" smtClean="0">
                          <a:solidFill>
                            <a:schemeClr val="tx1">
                              <a:lumMod val="75000"/>
                              <a:lumOff val="25000"/>
                            </a:schemeClr>
                          </a:solidFill>
                          <a:latin typeface="+mn-ea"/>
                          <a:ea typeface="+mn-ea"/>
                          <a:cs typeface="+mn-cs"/>
                        </a:rPr>
                        <a:t>명 </a:t>
                      </a:r>
                      <a:r>
                        <a:rPr lang="en-US" altLang="ko-KR" sz="800" b="1" kern="1200" dirty="0" smtClean="0">
                          <a:solidFill>
                            <a:schemeClr val="tx1">
                              <a:lumMod val="75000"/>
                              <a:lumOff val="25000"/>
                            </a:schemeClr>
                          </a:solidFill>
                          <a:latin typeface="+mn-ea"/>
                          <a:ea typeface="+mn-ea"/>
                          <a:cs typeface="+mn-cs"/>
                        </a:rPr>
                        <a:t>]</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FC000"/>
                    </a:solidFill>
                  </a:tcPr>
                </a:tc>
              </a:tr>
              <a:tr h="407444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469" name="그룹 468"/>
          <p:cNvGrpSpPr/>
          <p:nvPr/>
        </p:nvGrpSpPr>
        <p:grpSpPr>
          <a:xfrm>
            <a:off x="1972097" y="11368930"/>
            <a:ext cx="2051052" cy="201600"/>
            <a:chOff x="1746548" y="3340058"/>
            <a:chExt cx="2051052" cy="201600"/>
          </a:xfrm>
        </p:grpSpPr>
        <p:pic>
          <p:nvPicPr>
            <p:cNvPr id="470"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75323" y="3340058"/>
              <a:ext cx="222277" cy="201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1" name="직사각형 470"/>
            <p:cNvSpPr/>
            <p:nvPr/>
          </p:nvSpPr>
          <p:spPr>
            <a:xfrm>
              <a:off x="1746548" y="3347487"/>
              <a:ext cx="1800000" cy="183600"/>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이름 입력</a:t>
              </a:r>
              <a:endParaRPr lang="en-US" altLang="ko-KR" sz="800" dirty="0">
                <a:solidFill>
                  <a:schemeClr val="tx1">
                    <a:lumMod val="50000"/>
                    <a:lumOff val="50000"/>
                  </a:schemeClr>
                </a:solidFill>
                <a:latin typeface="+mn-ea"/>
              </a:endParaRPr>
            </a:p>
          </p:txBody>
        </p:sp>
      </p:grpSp>
      <p:sp>
        <p:nvSpPr>
          <p:cNvPr id="472" name="직사각형 471"/>
          <p:cNvSpPr/>
          <p:nvPr/>
        </p:nvSpPr>
        <p:spPr>
          <a:xfrm>
            <a:off x="2197646" y="12182084"/>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73" name="직사각형 472"/>
          <p:cNvSpPr/>
          <p:nvPr/>
        </p:nvSpPr>
        <p:spPr>
          <a:xfrm>
            <a:off x="3116353" y="11962365"/>
            <a:ext cx="5490005"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a:t>
            </a:r>
            <a:r>
              <a:rPr lang="ko-KR" altLang="en-US" sz="800" dirty="0" err="1">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cxnSp>
        <p:nvCxnSpPr>
          <p:cNvPr id="474" name="꺾인 연결선 473"/>
          <p:cNvCxnSpPr>
            <a:stCxn id="493" idx="2"/>
            <a:endCxn id="499" idx="1"/>
          </p:cNvCxnSpPr>
          <p:nvPr/>
        </p:nvCxnSpPr>
        <p:spPr>
          <a:xfrm rot="16200000" flipH="1">
            <a:off x="2176579" y="12277237"/>
            <a:ext cx="405730" cy="275749"/>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475" name="꺾인 연결선 474"/>
          <p:cNvCxnSpPr>
            <a:stCxn id="493" idx="2"/>
            <a:endCxn id="505" idx="1"/>
          </p:cNvCxnSpPr>
          <p:nvPr/>
        </p:nvCxnSpPr>
        <p:spPr>
          <a:xfrm rot="16200000" flipH="1">
            <a:off x="1685682" y="12768135"/>
            <a:ext cx="1391549" cy="279772"/>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476" name="그룹 475"/>
          <p:cNvGrpSpPr/>
          <p:nvPr/>
        </p:nvGrpSpPr>
        <p:grpSpPr>
          <a:xfrm>
            <a:off x="8270700" y="12522673"/>
            <a:ext cx="1063165" cy="263175"/>
            <a:chOff x="8270700" y="10880325"/>
            <a:chExt cx="1063165" cy="263175"/>
          </a:xfrm>
        </p:grpSpPr>
        <p:grpSp>
          <p:nvGrpSpPr>
            <p:cNvPr id="477" name="그룹 476"/>
            <p:cNvGrpSpPr/>
            <p:nvPr/>
          </p:nvGrpSpPr>
          <p:grpSpPr>
            <a:xfrm>
              <a:off x="8270700" y="10880325"/>
              <a:ext cx="969911" cy="263175"/>
              <a:chOff x="6836830" y="8933894"/>
              <a:chExt cx="969911" cy="263175"/>
            </a:xfrm>
          </p:grpSpPr>
          <p:sp>
            <p:nvSpPr>
              <p:cNvPr id="479" name="직사각형 478"/>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480" name="직사각형 479"/>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478" name="Picture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276265" y="10946482"/>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1" name="그룹 490"/>
          <p:cNvGrpSpPr/>
          <p:nvPr/>
        </p:nvGrpSpPr>
        <p:grpSpPr>
          <a:xfrm>
            <a:off x="2133570" y="11996247"/>
            <a:ext cx="635650" cy="217566"/>
            <a:chOff x="2133570" y="9958957"/>
            <a:chExt cx="635650" cy="217566"/>
          </a:xfrm>
        </p:grpSpPr>
        <p:sp>
          <p:nvSpPr>
            <p:cNvPr id="492" name="직사각형 491"/>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1</a:t>
              </a:r>
              <a:endParaRPr lang="ko-KR" altLang="en-US" sz="800" dirty="0">
                <a:latin typeface="+mn-ea"/>
                <a:ea typeface="+mn-ea"/>
              </a:endParaRPr>
            </a:p>
          </p:txBody>
        </p:sp>
        <p:pic>
          <p:nvPicPr>
            <p:cNvPr id="493"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4" name="그룹 493"/>
          <p:cNvGrpSpPr/>
          <p:nvPr/>
        </p:nvGrpSpPr>
        <p:grpSpPr>
          <a:xfrm>
            <a:off x="2517319" y="12471257"/>
            <a:ext cx="6180097" cy="461665"/>
            <a:chOff x="2450644" y="10557792"/>
            <a:chExt cx="6180097" cy="461665"/>
          </a:xfrm>
        </p:grpSpPr>
        <p:sp>
          <p:nvSpPr>
            <p:cNvPr id="495" name="직사각형 494"/>
            <p:cNvSpPr/>
            <p:nvPr/>
          </p:nvSpPr>
          <p:spPr>
            <a:xfrm>
              <a:off x="2499725"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496" name="직사각형 495"/>
            <p:cNvSpPr/>
            <p:nvPr/>
          </p:nvSpPr>
          <p:spPr>
            <a:xfrm>
              <a:off x="3416149"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497" name="그룹 496"/>
            <p:cNvGrpSpPr/>
            <p:nvPr/>
          </p:nvGrpSpPr>
          <p:grpSpPr>
            <a:xfrm>
              <a:off x="2450644" y="10596512"/>
              <a:ext cx="622826" cy="217566"/>
              <a:chOff x="2133570" y="9958957"/>
              <a:chExt cx="622826" cy="217566"/>
            </a:xfrm>
          </p:grpSpPr>
          <p:sp>
            <p:nvSpPr>
              <p:cNvPr id="498" name="직사각형 497"/>
              <p:cNvSpPr/>
              <p:nvPr/>
            </p:nvSpPr>
            <p:spPr>
              <a:xfrm>
                <a:off x="2323264" y="9961079"/>
                <a:ext cx="433132" cy="215444"/>
              </a:xfrm>
              <a:prstGeom prst="rect">
                <a:avLst/>
              </a:prstGeom>
            </p:spPr>
            <p:txBody>
              <a:bodyPr wrap="none">
                <a:spAutoFit/>
              </a:bodyPr>
              <a:lstStyle/>
              <a:p>
                <a:r>
                  <a:rPr lang="ko-KR" altLang="en-US" sz="800" dirty="0" smtClean="0">
                    <a:latin typeface="+mn-ea"/>
                    <a:ea typeface="+mn-ea"/>
                  </a:rPr>
                  <a:t>홍*생</a:t>
                </a:r>
                <a:endParaRPr lang="ko-KR" altLang="en-US" sz="800" dirty="0">
                  <a:latin typeface="+mn-ea"/>
                  <a:ea typeface="+mn-ea"/>
                </a:endParaRPr>
              </a:p>
            </p:txBody>
          </p:sp>
          <p:pic>
            <p:nvPicPr>
              <p:cNvPr id="499"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500" name="그룹 499"/>
          <p:cNvGrpSpPr/>
          <p:nvPr/>
        </p:nvGrpSpPr>
        <p:grpSpPr>
          <a:xfrm>
            <a:off x="2521342" y="13472994"/>
            <a:ext cx="6267132" cy="461665"/>
            <a:chOff x="2454667" y="11464279"/>
            <a:chExt cx="6267132" cy="461665"/>
          </a:xfrm>
        </p:grpSpPr>
        <p:sp>
          <p:nvSpPr>
            <p:cNvPr id="501" name="직사각형 500"/>
            <p:cNvSpPr/>
            <p:nvPr/>
          </p:nvSpPr>
          <p:spPr>
            <a:xfrm>
              <a:off x="2499725" y="1168839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02" name="직사각형 501"/>
            <p:cNvSpPr/>
            <p:nvPr/>
          </p:nvSpPr>
          <p:spPr>
            <a:xfrm>
              <a:off x="3414889" y="11464279"/>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 </a:t>
              </a: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grpSp>
          <p:nvGrpSpPr>
            <p:cNvPr id="503" name="그룹 502"/>
            <p:cNvGrpSpPr/>
            <p:nvPr/>
          </p:nvGrpSpPr>
          <p:grpSpPr>
            <a:xfrm>
              <a:off x="2454667" y="11487081"/>
              <a:ext cx="635650" cy="217566"/>
              <a:chOff x="2133570" y="9958957"/>
              <a:chExt cx="635650" cy="217566"/>
            </a:xfrm>
          </p:grpSpPr>
          <p:sp>
            <p:nvSpPr>
              <p:cNvPr id="504" name="직사각형 503"/>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pic>
            <p:nvPicPr>
              <p:cNvPr id="505"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506" name="그룹 505"/>
          <p:cNvGrpSpPr/>
          <p:nvPr/>
        </p:nvGrpSpPr>
        <p:grpSpPr>
          <a:xfrm>
            <a:off x="2056378" y="15287953"/>
            <a:ext cx="6430463" cy="458607"/>
            <a:chOff x="2056378" y="12352698"/>
            <a:chExt cx="6430463" cy="458607"/>
          </a:xfrm>
        </p:grpSpPr>
        <p:sp>
          <p:nvSpPr>
            <p:cNvPr id="507" name="직사각형 506"/>
            <p:cNvSpPr/>
            <p:nvPr/>
          </p:nvSpPr>
          <p:spPr>
            <a:xfrm>
              <a:off x="2056378" y="1259586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08" name="직사각형 507"/>
            <p:cNvSpPr/>
            <p:nvPr/>
          </p:nvSpPr>
          <p:spPr>
            <a:xfrm>
              <a:off x="2977179" y="12352698"/>
              <a:ext cx="5509662"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grpSp>
          <p:nvGrpSpPr>
            <p:cNvPr id="509" name="그룹 508"/>
            <p:cNvGrpSpPr/>
            <p:nvPr/>
          </p:nvGrpSpPr>
          <p:grpSpPr>
            <a:xfrm>
              <a:off x="2135163" y="12385025"/>
              <a:ext cx="635650" cy="217566"/>
              <a:chOff x="2133570" y="9958957"/>
              <a:chExt cx="635650" cy="217566"/>
            </a:xfrm>
          </p:grpSpPr>
          <p:sp>
            <p:nvSpPr>
              <p:cNvPr id="510" name="직사각형 509"/>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5</a:t>
                </a:r>
                <a:endParaRPr lang="ko-KR" altLang="en-US" sz="800" dirty="0">
                  <a:latin typeface="+mn-ea"/>
                  <a:ea typeface="+mn-ea"/>
                </a:endParaRPr>
              </a:p>
            </p:txBody>
          </p:sp>
          <p:pic>
            <p:nvPicPr>
              <p:cNvPr id="511"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512" name="그룹 511"/>
          <p:cNvGrpSpPr/>
          <p:nvPr/>
        </p:nvGrpSpPr>
        <p:grpSpPr>
          <a:xfrm>
            <a:off x="2773710" y="12979505"/>
            <a:ext cx="6139730" cy="461665"/>
            <a:chOff x="2351187" y="10557792"/>
            <a:chExt cx="6139730" cy="461665"/>
          </a:xfrm>
        </p:grpSpPr>
        <p:sp>
          <p:nvSpPr>
            <p:cNvPr id="513" name="직사각형 512"/>
            <p:cNvSpPr/>
            <p:nvPr/>
          </p:nvSpPr>
          <p:spPr>
            <a:xfrm>
              <a:off x="2351187"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514" name="직사각형 513"/>
            <p:cNvSpPr/>
            <p:nvPr/>
          </p:nvSpPr>
          <p:spPr>
            <a:xfrm>
              <a:off x="3276325"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515" name="그룹 514"/>
            <p:cNvGrpSpPr/>
            <p:nvPr/>
          </p:nvGrpSpPr>
          <p:grpSpPr>
            <a:xfrm>
              <a:off x="2450644" y="10596512"/>
              <a:ext cx="635650" cy="217566"/>
              <a:chOff x="2133570" y="9958957"/>
              <a:chExt cx="635650" cy="217566"/>
            </a:xfrm>
          </p:grpSpPr>
          <p:sp>
            <p:nvSpPr>
              <p:cNvPr id="516" name="직사각형 515"/>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pic>
            <p:nvPicPr>
              <p:cNvPr id="517"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518" name="꺾인 연결선 517"/>
          <p:cNvCxnSpPr>
            <a:stCxn id="499" idx="2"/>
            <a:endCxn id="517" idx="1"/>
          </p:cNvCxnSpPr>
          <p:nvPr/>
        </p:nvCxnSpPr>
        <p:spPr>
          <a:xfrm rot="16200000" flipH="1">
            <a:off x="2549119" y="12802177"/>
            <a:ext cx="400248" cy="247848"/>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519" name="직사각형 518"/>
          <p:cNvSpPr/>
          <p:nvPr/>
        </p:nvSpPr>
        <p:spPr>
          <a:xfrm>
            <a:off x="2116113" y="13961138"/>
            <a:ext cx="7200000"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520"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20977" y="14045917"/>
            <a:ext cx="5904000" cy="783096"/>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521" name="TextBox 520"/>
          <p:cNvSpPr txBox="1"/>
          <p:nvPr/>
        </p:nvSpPr>
        <p:spPr>
          <a:xfrm>
            <a:off x="2230701" y="14251846"/>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522" name="직사각형 521"/>
          <p:cNvSpPr/>
          <p:nvPr/>
        </p:nvSpPr>
        <p:spPr>
          <a:xfrm>
            <a:off x="8204595" y="14042711"/>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23" name="TextBox 522"/>
          <p:cNvSpPr txBox="1"/>
          <p:nvPr/>
        </p:nvSpPr>
        <p:spPr>
          <a:xfrm>
            <a:off x="8212225" y="14044767"/>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524" name="그룹 523"/>
          <p:cNvGrpSpPr/>
          <p:nvPr/>
        </p:nvGrpSpPr>
        <p:grpSpPr>
          <a:xfrm>
            <a:off x="8248029" y="14438715"/>
            <a:ext cx="928576" cy="215444"/>
            <a:chOff x="8337376" y="8326124"/>
            <a:chExt cx="928576" cy="215444"/>
          </a:xfrm>
        </p:grpSpPr>
        <p:sp>
          <p:nvSpPr>
            <p:cNvPr id="525" name="직사각형 524"/>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26" name="TextBox 525"/>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527" name="그룹 526"/>
          <p:cNvGrpSpPr/>
          <p:nvPr/>
        </p:nvGrpSpPr>
        <p:grpSpPr>
          <a:xfrm>
            <a:off x="8238504" y="14258695"/>
            <a:ext cx="936004" cy="215444"/>
            <a:chOff x="6851687" y="7802438"/>
            <a:chExt cx="936004" cy="215444"/>
          </a:xfrm>
        </p:grpSpPr>
        <p:grpSp>
          <p:nvGrpSpPr>
            <p:cNvPr id="528" name="그룹 527"/>
            <p:cNvGrpSpPr/>
            <p:nvPr/>
          </p:nvGrpSpPr>
          <p:grpSpPr>
            <a:xfrm>
              <a:off x="6851687" y="7802438"/>
              <a:ext cx="936004" cy="215444"/>
              <a:chOff x="8337376" y="8047616"/>
              <a:chExt cx="936004" cy="215444"/>
            </a:xfrm>
          </p:grpSpPr>
          <p:sp>
            <p:nvSpPr>
              <p:cNvPr id="530" name="직사각형 529"/>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31" name="TextBox 530"/>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29"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532" name="그룹 531"/>
          <p:cNvGrpSpPr/>
          <p:nvPr/>
        </p:nvGrpSpPr>
        <p:grpSpPr>
          <a:xfrm>
            <a:off x="8248029" y="14621411"/>
            <a:ext cx="928576" cy="215444"/>
            <a:chOff x="8337376" y="8326124"/>
            <a:chExt cx="928576" cy="215444"/>
          </a:xfrm>
        </p:grpSpPr>
        <p:sp>
          <p:nvSpPr>
            <p:cNvPr id="533" name="직사각형 532"/>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534" name="TextBox 533"/>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535" name="모서리가 둥근 직사각형 534"/>
          <p:cNvSpPr/>
          <p:nvPr/>
        </p:nvSpPr>
        <p:spPr>
          <a:xfrm>
            <a:off x="8522654" y="14901096"/>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36" name="그룹 535"/>
          <p:cNvGrpSpPr/>
          <p:nvPr/>
        </p:nvGrpSpPr>
        <p:grpSpPr>
          <a:xfrm>
            <a:off x="2210724" y="14888297"/>
            <a:ext cx="5014334" cy="215444"/>
            <a:chOff x="2023662" y="8496619"/>
            <a:chExt cx="5014334" cy="215444"/>
          </a:xfrm>
        </p:grpSpPr>
        <p:sp>
          <p:nvSpPr>
            <p:cNvPr id="543" name="직사각형 542"/>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544" name="TextBox 543"/>
            <p:cNvSpPr txBox="1"/>
            <p:nvPr/>
          </p:nvSpPr>
          <p:spPr>
            <a:xfrm>
              <a:off x="2092010" y="8496619"/>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답변을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cxnSp>
        <p:nvCxnSpPr>
          <p:cNvPr id="545" name="꺾인 연결선 544"/>
          <p:cNvCxnSpPr>
            <a:endCxn id="519" idx="0"/>
          </p:cNvCxnSpPr>
          <p:nvPr/>
        </p:nvCxnSpPr>
        <p:spPr>
          <a:xfrm rot="5400000">
            <a:off x="7145968" y="12321726"/>
            <a:ext cx="209557" cy="306926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47" name="그룹 546"/>
          <p:cNvGrpSpPr/>
          <p:nvPr/>
        </p:nvGrpSpPr>
        <p:grpSpPr>
          <a:xfrm>
            <a:off x="8274893" y="7321624"/>
            <a:ext cx="969911" cy="263175"/>
            <a:chOff x="6836830" y="8933894"/>
            <a:chExt cx="969911" cy="263175"/>
          </a:xfrm>
        </p:grpSpPr>
        <p:sp>
          <p:nvSpPr>
            <p:cNvPr id="549" name="직사각형 548"/>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50" name="직사각형 549"/>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52" name="그룹 551"/>
          <p:cNvGrpSpPr/>
          <p:nvPr/>
        </p:nvGrpSpPr>
        <p:grpSpPr>
          <a:xfrm>
            <a:off x="8274893" y="8820549"/>
            <a:ext cx="969911" cy="263175"/>
            <a:chOff x="6836830" y="8933894"/>
            <a:chExt cx="969911" cy="263175"/>
          </a:xfrm>
        </p:grpSpPr>
        <p:sp>
          <p:nvSpPr>
            <p:cNvPr id="563" name="직사각형 56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564" name="직사각형 56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32" name="그룹 631"/>
          <p:cNvGrpSpPr/>
          <p:nvPr/>
        </p:nvGrpSpPr>
        <p:grpSpPr>
          <a:xfrm>
            <a:off x="8274893" y="10664182"/>
            <a:ext cx="969911" cy="263175"/>
            <a:chOff x="6836830" y="8933894"/>
            <a:chExt cx="969911" cy="263175"/>
          </a:xfrm>
        </p:grpSpPr>
        <p:sp>
          <p:nvSpPr>
            <p:cNvPr id="637" name="직사각형 636"/>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45" name="직사각형 64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650" name="그룹 649"/>
          <p:cNvGrpSpPr/>
          <p:nvPr/>
        </p:nvGrpSpPr>
        <p:grpSpPr>
          <a:xfrm>
            <a:off x="8274893" y="12017002"/>
            <a:ext cx="969911" cy="263175"/>
            <a:chOff x="6836830" y="8933894"/>
            <a:chExt cx="969911" cy="263175"/>
          </a:xfrm>
        </p:grpSpPr>
        <p:sp>
          <p:nvSpPr>
            <p:cNvPr id="654" name="직사각형 65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664" name="직사각형 66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743" name="그룹 742"/>
          <p:cNvGrpSpPr/>
          <p:nvPr/>
        </p:nvGrpSpPr>
        <p:grpSpPr>
          <a:xfrm>
            <a:off x="8274893" y="13539169"/>
            <a:ext cx="969911" cy="263175"/>
            <a:chOff x="6836830" y="8933894"/>
            <a:chExt cx="969911" cy="263175"/>
          </a:xfrm>
        </p:grpSpPr>
        <p:sp>
          <p:nvSpPr>
            <p:cNvPr id="764" name="직사각형 76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765" name="직사각형 76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767" name="그룹 766"/>
          <p:cNvGrpSpPr/>
          <p:nvPr/>
        </p:nvGrpSpPr>
        <p:grpSpPr>
          <a:xfrm>
            <a:off x="8274893" y="15354227"/>
            <a:ext cx="969911" cy="263175"/>
            <a:chOff x="6836830" y="8933894"/>
            <a:chExt cx="969911" cy="263175"/>
          </a:xfrm>
        </p:grpSpPr>
        <p:sp>
          <p:nvSpPr>
            <p:cNvPr id="769" name="직사각형 768"/>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770" name="직사각형 769"/>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771" name="그룹 770"/>
          <p:cNvGrpSpPr/>
          <p:nvPr/>
        </p:nvGrpSpPr>
        <p:grpSpPr>
          <a:xfrm>
            <a:off x="9296342" y="12559820"/>
            <a:ext cx="234360" cy="200055"/>
            <a:chOff x="1152270" y="11716364"/>
            <a:chExt cx="234360" cy="200055"/>
          </a:xfrm>
        </p:grpSpPr>
        <p:sp>
          <p:nvSpPr>
            <p:cNvPr id="772" name="모서리가 둥근 직사각형 7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773" name="직사각형 77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aphicFrame>
        <p:nvGraphicFramePr>
          <p:cNvPr id="774" name="Group 37"/>
          <p:cNvGraphicFramePr>
            <a:graphicFrameLocks noGrp="1"/>
          </p:cNvGraphicFramePr>
          <p:nvPr>
            <p:extLst>
              <p:ext uri="{D42A27DB-BD31-4B8C-83A1-F6EECF244321}">
                <p14:modId xmlns:p14="http://schemas.microsoft.com/office/powerpoint/2010/main" val="2398320951"/>
              </p:ext>
            </p:extLst>
          </p:nvPr>
        </p:nvGraphicFramePr>
        <p:xfrm>
          <a:off x="1981622" y="16143154"/>
          <a:ext cx="7470353" cy="4323167"/>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kern="1200" dirty="0" err="1" smtClean="0">
                          <a:solidFill>
                            <a:schemeClr val="tx1">
                              <a:lumMod val="75000"/>
                              <a:lumOff val="25000"/>
                            </a:schemeClr>
                          </a:solidFill>
                          <a:latin typeface="+mn-ea"/>
                          <a:ea typeface="+mn-ea"/>
                          <a:cs typeface="+mn-cs"/>
                        </a:rPr>
                        <a:t>FeeBack</a:t>
                      </a:r>
                      <a:r>
                        <a:rPr lang="en-US" altLang="ko-KR" sz="800" b="1" kern="1200" dirty="0" smtClean="0">
                          <a:solidFill>
                            <a:schemeClr val="tx1">
                              <a:lumMod val="75000"/>
                              <a:lumOff val="25000"/>
                            </a:schemeClr>
                          </a:solidFill>
                          <a:latin typeface="+mn-ea"/>
                          <a:ea typeface="+mn-ea"/>
                          <a:cs typeface="+mn-cs"/>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4074441">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775" name="직사각형 774"/>
          <p:cNvSpPr/>
          <p:nvPr/>
        </p:nvSpPr>
        <p:spPr>
          <a:xfrm>
            <a:off x="2203550" y="16714396"/>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776" name="직사각형 775"/>
          <p:cNvSpPr/>
          <p:nvPr/>
        </p:nvSpPr>
        <p:spPr>
          <a:xfrm>
            <a:off x="3122257" y="16494677"/>
            <a:ext cx="5490005"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 </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1</a:t>
            </a:r>
            <a:r>
              <a:rPr lang="ko-KR" altLang="en-US" sz="800" dirty="0">
                <a:solidFill>
                  <a:schemeClr val="tx1">
                    <a:lumMod val="65000"/>
                    <a:lumOff val="35000"/>
                  </a:schemeClr>
                </a:solidFill>
                <a:latin typeface="+mn-ea"/>
                <a:ea typeface="+mn-ea"/>
              </a:rPr>
              <a:t> </a:t>
            </a:r>
            <a:r>
              <a:rPr lang="ko-KR" altLang="en-US" sz="800" dirty="0" err="1">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1</a:t>
            </a: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1</a:t>
            </a:r>
            <a:endParaRPr lang="ko-KR" altLang="en-US" sz="800" dirty="0">
              <a:solidFill>
                <a:schemeClr val="tx1">
                  <a:lumMod val="65000"/>
                  <a:lumOff val="35000"/>
                </a:schemeClr>
              </a:solidFill>
              <a:latin typeface="+mn-ea"/>
              <a:ea typeface="+mn-ea"/>
            </a:endParaRPr>
          </a:p>
        </p:txBody>
      </p:sp>
      <p:cxnSp>
        <p:nvCxnSpPr>
          <p:cNvPr id="777" name="꺾인 연결선 776"/>
          <p:cNvCxnSpPr>
            <a:stCxn id="786" idx="2"/>
            <a:endCxn id="792" idx="1"/>
          </p:cNvCxnSpPr>
          <p:nvPr/>
        </p:nvCxnSpPr>
        <p:spPr>
          <a:xfrm rot="16200000" flipH="1">
            <a:off x="2182483" y="16809549"/>
            <a:ext cx="405730" cy="275749"/>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78" name="꺾인 연결선 777"/>
          <p:cNvCxnSpPr>
            <a:stCxn id="786" idx="2"/>
            <a:endCxn id="798" idx="1"/>
          </p:cNvCxnSpPr>
          <p:nvPr/>
        </p:nvCxnSpPr>
        <p:spPr>
          <a:xfrm rot="16200000" flipH="1">
            <a:off x="1691586" y="17300447"/>
            <a:ext cx="1391549" cy="279772"/>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nvGrpSpPr>
          <p:cNvPr id="779" name="그룹 778"/>
          <p:cNvGrpSpPr/>
          <p:nvPr/>
        </p:nvGrpSpPr>
        <p:grpSpPr>
          <a:xfrm>
            <a:off x="8276604" y="17054985"/>
            <a:ext cx="1063165" cy="263175"/>
            <a:chOff x="8270700" y="10880325"/>
            <a:chExt cx="1063165" cy="263175"/>
          </a:xfrm>
        </p:grpSpPr>
        <p:grpSp>
          <p:nvGrpSpPr>
            <p:cNvPr id="780" name="그룹 779"/>
            <p:cNvGrpSpPr/>
            <p:nvPr/>
          </p:nvGrpSpPr>
          <p:grpSpPr>
            <a:xfrm>
              <a:off x="8270700" y="10880325"/>
              <a:ext cx="969911" cy="263175"/>
              <a:chOff x="6836830" y="8933894"/>
              <a:chExt cx="969911" cy="263175"/>
            </a:xfrm>
          </p:grpSpPr>
          <p:sp>
            <p:nvSpPr>
              <p:cNvPr id="782" name="직사각형 781"/>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783" name="직사각형 782"/>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pic>
          <p:nvPicPr>
            <p:cNvPr id="781" name="Picture 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9276265" y="10946482"/>
              <a:ext cx="57600" cy="14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84" name="그룹 783"/>
          <p:cNvGrpSpPr/>
          <p:nvPr/>
        </p:nvGrpSpPr>
        <p:grpSpPr>
          <a:xfrm>
            <a:off x="2139474" y="16528559"/>
            <a:ext cx="622826" cy="217566"/>
            <a:chOff x="2133570" y="9958957"/>
            <a:chExt cx="622826" cy="217566"/>
          </a:xfrm>
        </p:grpSpPr>
        <p:sp>
          <p:nvSpPr>
            <p:cNvPr id="785" name="직사각형 784"/>
            <p:cNvSpPr/>
            <p:nvPr/>
          </p:nvSpPr>
          <p:spPr>
            <a:xfrm>
              <a:off x="2323264" y="9961079"/>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pic>
          <p:nvPicPr>
            <p:cNvPr id="78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87" name="그룹 786"/>
          <p:cNvGrpSpPr/>
          <p:nvPr/>
        </p:nvGrpSpPr>
        <p:grpSpPr>
          <a:xfrm>
            <a:off x="2523223" y="17003569"/>
            <a:ext cx="6180097" cy="461665"/>
            <a:chOff x="2450644" y="10557792"/>
            <a:chExt cx="6180097" cy="461665"/>
          </a:xfrm>
        </p:grpSpPr>
        <p:sp>
          <p:nvSpPr>
            <p:cNvPr id="788" name="직사각형 787"/>
            <p:cNvSpPr/>
            <p:nvPr/>
          </p:nvSpPr>
          <p:spPr>
            <a:xfrm>
              <a:off x="2499725"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789" name="직사각형 788"/>
            <p:cNvSpPr/>
            <p:nvPr/>
          </p:nvSpPr>
          <p:spPr>
            <a:xfrm>
              <a:off x="3416149"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790" name="그룹 789"/>
            <p:cNvGrpSpPr/>
            <p:nvPr/>
          </p:nvGrpSpPr>
          <p:grpSpPr>
            <a:xfrm>
              <a:off x="2450644" y="10596512"/>
              <a:ext cx="622826" cy="217566"/>
              <a:chOff x="2133570" y="9958957"/>
              <a:chExt cx="622826" cy="217566"/>
            </a:xfrm>
          </p:grpSpPr>
          <p:sp>
            <p:nvSpPr>
              <p:cNvPr id="791" name="직사각형 790"/>
              <p:cNvSpPr/>
              <p:nvPr/>
            </p:nvSpPr>
            <p:spPr>
              <a:xfrm>
                <a:off x="2323264" y="9961079"/>
                <a:ext cx="433132" cy="215444"/>
              </a:xfrm>
              <a:prstGeom prst="rect">
                <a:avLst/>
              </a:prstGeom>
            </p:spPr>
            <p:txBody>
              <a:bodyPr wrap="none">
                <a:spAutoFit/>
              </a:bodyPr>
              <a:lstStyle/>
              <a:p>
                <a:r>
                  <a:rPr lang="ko-KR" altLang="en-US" sz="800" dirty="0" smtClean="0">
                    <a:latin typeface="+mn-ea"/>
                    <a:ea typeface="+mn-ea"/>
                  </a:rPr>
                  <a:t>홍*생</a:t>
                </a:r>
                <a:endParaRPr lang="ko-KR" altLang="en-US" sz="800" dirty="0">
                  <a:latin typeface="+mn-ea"/>
                  <a:ea typeface="+mn-ea"/>
                </a:endParaRPr>
              </a:p>
            </p:txBody>
          </p:sp>
          <p:pic>
            <p:nvPicPr>
              <p:cNvPr id="792"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793" name="그룹 792"/>
          <p:cNvGrpSpPr/>
          <p:nvPr/>
        </p:nvGrpSpPr>
        <p:grpSpPr>
          <a:xfrm>
            <a:off x="2527246" y="18005306"/>
            <a:ext cx="6267132" cy="461665"/>
            <a:chOff x="2454667" y="11464279"/>
            <a:chExt cx="6267132" cy="461665"/>
          </a:xfrm>
        </p:grpSpPr>
        <p:sp>
          <p:nvSpPr>
            <p:cNvPr id="794" name="직사각형 793"/>
            <p:cNvSpPr/>
            <p:nvPr/>
          </p:nvSpPr>
          <p:spPr>
            <a:xfrm>
              <a:off x="2499725" y="11688392"/>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795" name="직사각형 794"/>
            <p:cNvSpPr/>
            <p:nvPr/>
          </p:nvSpPr>
          <p:spPr>
            <a:xfrm>
              <a:off x="3414889" y="11464279"/>
              <a:ext cx="5306910"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 </a:t>
              </a:r>
              <a:r>
                <a:rPr lang="ko-KR" altLang="en-US" sz="800" dirty="0" err="1"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3</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3</a:t>
              </a:r>
              <a:endParaRPr lang="ko-KR" altLang="en-US" sz="800" dirty="0">
                <a:solidFill>
                  <a:schemeClr val="tx1">
                    <a:lumMod val="65000"/>
                    <a:lumOff val="35000"/>
                  </a:schemeClr>
                </a:solidFill>
                <a:latin typeface="+mn-ea"/>
                <a:ea typeface="+mn-ea"/>
              </a:endParaRPr>
            </a:p>
          </p:txBody>
        </p:sp>
        <p:grpSp>
          <p:nvGrpSpPr>
            <p:cNvPr id="796" name="그룹 795"/>
            <p:cNvGrpSpPr/>
            <p:nvPr/>
          </p:nvGrpSpPr>
          <p:grpSpPr>
            <a:xfrm>
              <a:off x="2454667" y="11487081"/>
              <a:ext cx="635650" cy="217566"/>
              <a:chOff x="2133570" y="9958957"/>
              <a:chExt cx="635650" cy="217566"/>
            </a:xfrm>
          </p:grpSpPr>
          <p:sp>
            <p:nvSpPr>
              <p:cNvPr id="797" name="직사각형 796"/>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2</a:t>
                </a:r>
                <a:endParaRPr lang="ko-KR" altLang="en-US" sz="800" dirty="0">
                  <a:latin typeface="+mn-ea"/>
                  <a:ea typeface="+mn-ea"/>
                </a:endParaRPr>
              </a:p>
            </p:txBody>
          </p:sp>
          <p:pic>
            <p:nvPicPr>
              <p:cNvPr id="798"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799" name="그룹 798"/>
          <p:cNvGrpSpPr/>
          <p:nvPr/>
        </p:nvGrpSpPr>
        <p:grpSpPr>
          <a:xfrm>
            <a:off x="2062282" y="19820265"/>
            <a:ext cx="6430463" cy="458607"/>
            <a:chOff x="2056378" y="12352698"/>
            <a:chExt cx="6430463" cy="458607"/>
          </a:xfrm>
        </p:grpSpPr>
        <p:sp>
          <p:nvSpPr>
            <p:cNvPr id="800" name="직사각형 799"/>
            <p:cNvSpPr/>
            <p:nvPr/>
          </p:nvSpPr>
          <p:spPr>
            <a:xfrm>
              <a:off x="2056378" y="1259586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801" name="직사각형 800"/>
            <p:cNvSpPr/>
            <p:nvPr/>
          </p:nvSpPr>
          <p:spPr>
            <a:xfrm>
              <a:off x="2977179" y="12352698"/>
              <a:ext cx="5509662" cy="437877"/>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 댓글</a:t>
              </a:r>
              <a:r>
                <a:rPr lang="en-US" altLang="ko-KR" sz="800" dirty="0">
                  <a:solidFill>
                    <a:schemeClr val="tx1">
                      <a:lumMod val="65000"/>
                      <a:lumOff val="35000"/>
                    </a:schemeClr>
                  </a:solidFill>
                  <a:latin typeface="+mn-ea"/>
                  <a:ea typeface="+mn-ea"/>
                </a:rPr>
                <a:t>4</a:t>
              </a:r>
              <a:r>
                <a:rPr lang="ko-KR" altLang="en-US" sz="800" dirty="0">
                  <a:solidFill>
                    <a:schemeClr val="tx1">
                      <a:lumMod val="65000"/>
                      <a:lumOff val="35000"/>
                    </a:schemeClr>
                  </a:solidFill>
                  <a:latin typeface="+mn-ea"/>
                  <a:ea typeface="+mn-ea"/>
                </a:rPr>
                <a:t>댓글</a:t>
              </a:r>
              <a:r>
                <a:rPr lang="en-US" altLang="ko-KR" sz="800" dirty="0">
                  <a:solidFill>
                    <a:schemeClr val="tx1">
                      <a:lumMod val="65000"/>
                      <a:lumOff val="35000"/>
                    </a:schemeClr>
                  </a:solidFill>
                  <a:latin typeface="+mn-ea"/>
                  <a:ea typeface="+mn-ea"/>
                </a:rPr>
                <a:t>4</a:t>
              </a:r>
              <a:endParaRPr lang="ko-KR" altLang="en-US" sz="800" dirty="0">
                <a:solidFill>
                  <a:schemeClr val="tx1">
                    <a:lumMod val="65000"/>
                    <a:lumOff val="35000"/>
                  </a:schemeClr>
                </a:solidFill>
                <a:latin typeface="+mn-ea"/>
                <a:ea typeface="+mn-ea"/>
              </a:endParaRPr>
            </a:p>
          </p:txBody>
        </p:sp>
        <p:grpSp>
          <p:nvGrpSpPr>
            <p:cNvPr id="802" name="그룹 801"/>
            <p:cNvGrpSpPr/>
            <p:nvPr/>
          </p:nvGrpSpPr>
          <p:grpSpPr>
            <a:xfrm>
              <a:off x="2135163" y="12385025"/>
              <a:ext cx="622826" cy="217566"/>
              <a:chOff x="2133570" y="9958957"/>
              <a:chExt cx="622826" cy="217566"/>
            </a:xfrm>
          </p:grpSpPr>
          <p:sp>
            <p:nvSpPr>
              <p:cNvPr id="803" name="직사각형 802"/>
              <p:cNvSpPr/>
              <p:nvPr/>
            </p:nvSpPr>
            <p:spPr>
              <a:xfrm>
                <a:off x="2323264" y="9961079"/>
                <a:ext cx="433132" cy="215444"/>
              </a:xfrm>
              <a:prstGeom prst="rect">
                <a:avLst/>
              </a:prstGeom>
            </p:spPr>
            <p:txBody>
              <a:bodyPr wrap="none">
                <a:spAutoFit/>
              </a:bodyPr>
              <a:lstStyle/>
              <a:p>
                <a:r>
                  <a:rPr lang="ko-KR" altLang="en-US" sz="800" dirty="0" smtClean="0">
                    <a:latin typeface="+mn-ea"/>
                    <a:ea typeface="+mn-ea"/>
                  </a:rPr>
                  <a:t>홍*수</a:t>
                </a:r>
                <a:endParaRPr lang="ko-KR" altLang="en-US" sz="800" dirty="0">
                  <a:latin typeface="+mn-ea"/>
                  <a:ea typeface="+mn-ea"/>
                </a:endParaRPr>
              </a:p>
            </p:txBody>
          </p:sp>
          <p:pic>
            <p:nvPicPr>
              <p:cNvPr id="804"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805" name="그룹 804"/>
          <p:cNvGrpSpPr/>
          <p:nvPr/>
        </p:nvGrpSpPr>
        <p:grpSpPr>
          <a:xfrm>
            <a:off x="2779614" y="17511817"/>
            <a:ext cx="6139730" cy="461665"/>
            <a:chOff x="2351187" y="10557792"/>
            <a:chExt cx="6139730" cy="461665"/>
          </a:xfrm>
        </p:grpSpPr>
        <p:sp>
          <p:nvSpPr>
            <p:cNvPr id="806" name="직사각형 805"/>
            <p:cNvSpPr/>
            <p:nvPr/>
          </p:nvSpPr>
          <p:spPr>
            <a:xfrm>
              <a:off x="2351187" y="10790731"/>
              <a:ext cx="1099981" cy="215444"/>
            </a:xfrm>
            <a:prstGeom prst="rect">
              <a:avLst/>
            </a:prstGeom>
          </p:spPr>
          <p:txBody>
            <a:bodyPr wrap="none">
              <a:spAutoFit/>
            </a:bodyPr>
            <a:lstStyle/>
            <a:p>
              <a:r>
                <a:rPr lang="en-US" altLang="ko-KR" sz="800" dirty="0" smtClean="0">
                  <a:solidFill>
                    <a:schemeClr val="tx1">
                      <a:lumMod val="75000"/>
                      <a:lumOff val="25000"/>
                    </a:schemeClr>
                  </a:solidFill>
                  <a:latin typeface="+mn-ea"/>
                </a:rPr>
                <a:t>2026.03.05 (15:23)  </a:t>
              </a:r>
              <a:endParaRPr lang="ko-KR" altLang="en-US" sz="800" dirty="0"/>
            </a:p>
          </p:txBody>
        </p:sp>
        <p:sp>
          <p:nvSpPr>
            <p:cNvPr id="807" name="직사각형 806"/>
            <p:cNvSpPr/>
            <p:nvPr/>
          </p:nvSpPr>
          <p:spPr>
            <a:xfrm>
              <a:off x="3276325" y="10557792"/>
              <a:ext cx="5214592" cy="461665"/>
            </a:xfrm>
            <a:prstGeom prst="rect">
              <a:avLst/>
            </a:prstGeom>
          </p:spPr>
          <p:txBody>
            <a:bodyPr wrap="square">
              <a:spAutoFit/>
            </a:bodyPr>
            <a:lstStyle/>
            <a:p>
              <a:pPr>
                <a:lnSpc>
                  <a:spcPct val="150000"/>
                </a:lnSpc>
              </a:pPr>
              <a:r>
                <a:rPr lang="ko-KR" altLang="en-US" sz="800" dirty="0" smtClean="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r>
                <a:rPr lang="ko-KR" altLang="en-US" sz="800" dirty="0">
                  <a:solidFill>
                    <a:schemeClr val="tx1">
                      <a:lumMod val="65000"/>
                      <a:lumOff val="35000"/>
                    </a:schemeClr>
                  </a:solidFill>
                  <a:latin typeface="+mn-ea"/>
                  <a:ea typeface="+mn-ea"/>
                </a:rPr>
                <a:t> 댓글</a:t>
              </a:r>
              <a:r>
                <a:rPr lang="en-US" altLang="ko-KR" sz="800" dirty="0" smtClean="0">
                  <a:solidFill>
                    <a:schemeClr val="tx1">
                      <a:lumMod val="65000"/>
                      <a:lumOff val="35000"/>
                    </a:schemeClr>
                  </a:solidFill>
                  <a:latin typeface="+mn-ea"/>
                  <a:ea typeface="+mn-ea"/>
                </a:rPr>
                <a:t>2</a:t>
              </a:r>
              <a:endParaRPr lang="ko-KR" altLang="en-US" sz="800" dirty="0">
                <a:solidFill>
                  <a:schemeClr val="tx1">
                    <a:lumMod val="65000"/>
                    <a:lumOff val="35000"/>
                  </a:schemeClr>
                </a:solidFill>
                <a:latin typeface="+mn-ea"/>
                <a:ea typeface="+mn-ea"/>
              </a:endParaRPr>
            </a:p>
            <a:p>
              <a:pPr>
                <a:lnSpc>
                  <a:spcPct val="150000"/>
                </a:lnSpc>
              </a:pPr>
              <a:endParaRPr lang="ko-KR" altLang="en-US" sz="800" dirty="0">
                <a:solidFill>
                  <a:schemeClr val="tx1">
                    <a:lumMod val="65000"/>
                    <a:lumOff val="35000"/>
                  </a:schemeClr>
                </a:solidFill>
                <a:latin typeface="+mn-ea"/>
                <a:ea typeface="+mn-ea"/>
              </a:endParaRPr>
            </a:p>
          </p:txBody>
        </p:sp>
        <p:grpSp>
          <p:nvGrpSpPr>
            <p:cNvPr id="808" name="그룹 807"/>
            <p:cNvGrpSpPr/>
            <p:nvPr/>
          </p:nvGrpSpPr>
          <p:grpSpPr>
            <a:xfrm>
              <a:off x="2450644" y="10596512"/>
              <a:ext cx="635650" cy="217566"/>
              <a:chOff x="2133570" y="9958957"/>
              <a:chExt cx="635650" cy="217566"/>
            </a:xfrm>
          </p:grpSpPr>
          <p:sp>
            <p:nvSpPr>
              <p:cNvPr id="809" name="직사각형 808"/>
              <p:cNvSpPr/>
              <p:nvPr/>
            </p:nvSpPr>
            <p:spPr>
              <a:xfrm>
                <a:off x="2323264" y="9961079"/>
                <a:ext cx="445956" cy="215444"/>
              </a:xfrm>
              <a:prstGeom prst="rect">
                <a:avLst/>
              </a:prstGeom>
            </p:spPr>
            <p:txBody>
              <a:bodyPr wrap="none">
                <a:spAutoFit/>
              </a:bodyPr>
              <a:lstStyle/>
              <a:p>
                <a:r>
                  <a:rPr lang="ko-KR" altLang="en-US" sz="800" dirty="0" smtClean="0">
                    <a:latin typeface="+mn-ea"/>
                    <a:ea typeface="+mn-ea"/>
                  </a:rPr>
                  <a:t>학생</a:t>
                </a:r>
                <a:r>
                  <a:rPr lang="en-US" altLang="ko-KR" sz="800" dirty="0" smtClean="0">
                    <a:latin typeface="+mn-ea"/>
                    <a:ea typeface="+mn-ea"/>
                  </a:rPr>
                  <a:t>4</a:t>
                </a:r>
                <a:endParaRPr lang="ko-KR" altLang="en-US" sz="800" dirty="0">
                  <a:latin typeface="+mn-ea"/>
                  <a:ea typeface="+mn-ea"/>
                </a:endParaRPr>
              </a:p>
            </p:txBody>
          </p:sp>
          <p:pic>
            <p:nvPicPr>
              <p:cNvPr id="810"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33570" y="9958957"/>
                <a:ext cx="216000" cy="2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811" name="꺾인 연결선 810"/>
          <p:cNvCxnSpPr>
            <a:stCxn id="792" idx="2"/>
            <a:endCxn id="810" idx="1"/>
          </p:cNvCxnSpPr>
          <p:nvPr/>
        </p:nvCxnSpPr>
        <p:spPr>
          <a:xfrm rot="16200000" flipH="1">
            <a:off x="2555023" y="17334489"/>
            <a:ext cx="400248" cy="247848"/>
          </a:xfrm>
          <a:prstGeom prst="bentConnector2">
            <a:avLst/>
          </a:prstGeom>
          <a:ln>
            <a:solidFill>
              <a:schemeClr val="bg1">
                <a:lumMod val="6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12" name="직사각형 811"/>
          <p:cNvSpPr/>
          <p:nvPr/>
        </p:nvSpPr>
        <p:spPr>
          <a:xfrm>
            <a:off x="2122017" y="18493450"/>
            <a:ext cx="7200000" cy="1188132"/>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pic>
        <p:nvPicPr>
          <p:cNvPr id="813"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26881" y="18578229"/>
            <a:ext cx="5904000" cy="783096"/>
          </a:xfrm>
          <a:prstGeom prst="rect">
            <a:avLst/>
          </a:prstGeom>
          <a:noFill/>
          <a:ln w="9525">
            <a:solidFill>
              <a:schemeClr val="bg1">
                <a:lumMod val="75000"/>
              </a:schemeClr>
            </a:solidFill>
            <a:miter lim="800000"/>
            <a:headEnd/>
            <a:tailEnd/>
          </a:ln>
          <a:extLst>
            <a:ext uri="{909E8E84-426E-40DD-AFC4-6F175D3DCCD1}">
              <a14:hiddenFill xmlns:a14="http://schemas.microsoft.com/office/drawing/2010/main">
                <a:solidFill>
                  <a:schemeClr val="accent1"/>
                </a:solidFill>
              </a14:hiddenFill>
            </a:ext>
          </a:extLst>
        </p:spPr>
      </p:pic>
      <p:sp>
        <p:nvSpPr>
          <p:cNvPr id="814" name="TextBox 813"/>
          <p:cNvSpPr txBox="1"/>
          <p:nvPr/>
        </p:nvSpPr>
        <p:spPr>
          <a:xfrm>
            <a:off x="2236605" y="18784158"/>
            <a:ext cx="2600238" cy="215444"/>
          </a:xfrm>
          <a:prstGeom prst="rect">
            <a:avLst/>
          </a:prstGeom>
          <a:solidFill>
            <a:schemeClr val="bg1"/>
          </a:solidFill>
        </p:spPr>
        <p:txBody>
          <a:bodyPr wrap="square" rtlCol="0">
            <a:spAutoFit/>
          </a:bodyPr>
          <a:lstStyle/>
          <a:p>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댓글 입력</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 </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최소 </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10</a:t>
            </a:r>
            <a:r>
              <a:rPr lang="ko-KR" altLang="en-US" sz="800" dirty="0" smtClean="0">
                <a:solidFill>
                  <a:schemeClr val="bg1">
                    <a:lumMod val="50000"/>
                  </a:schemeClr>
                </a:solidFill>
                <a:latin typeface="맑은 고딕" panose="020B0503020000020004" pitchFamily="50" charset="-127"/>
                <a:ea typeface="맑은 고딕" panose="020B0503020000020004" pitchFamily="50" charset="-127"/>
              </a:rPr>
              <a:t>자 입력하세요</a:t>
            </a:r>
            <a:r>
              <a:rPr lang="en-US" altLang="ko-KR" sz="800" dirty="0" smtClean="0">
                <a:solidFill>
                  <a:schemeClr val="bg1">
                    <a:lumMod val="50000"/>
                  </a:schemeClr>
                </a:solidFill>
                <a:latin typeface="맑은 고딕" panose="020B0503020000020004" pitchFamily="50" charset="-127"/>
                <a:ea typeface="맑은 고딕" panose="020B0503020000020004" pitchFamily="50" charset="-127"/>
              </a:rPr>
              <a:t>.</a:t>
            </a:r>
            <a:endParaRPr lang="ko-KR" altLang="en-US" sz="800" dirty="0">
              <a:solidFill>
                <a:schemeClr val="bg1">
                  <a:lumMod val="50000"/>
                </a:schemeClr>
              </a:solidFill>
              <a:latin typeface="맑은 고딕" panose="020B0503020000020004" pitchFamily="50" charset="-127"/>
              <a:ea typeface="맑은 고딕" panose="020B0503020000020004" pitchFamily="50" charset="-127"/>
            </a:endParaRPr>
          </a:p>
        </p:txBody>
      </p:sp>
      <p:sp>
        <p:nvSpPr>
          <p:cNvPr id="815" name="직사각형 814"/>
          <p:cNvSpPr/>
          <p:nvPr/>
        </p:nvSpPr>
        <p:spPr>
          <a:xfrm>
            <a:off x="8210499" y="18575023"/>
            <a:ext cx="1032793" cy="784619"/>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816" name="TextBox 815"/>
          <p:cNvSpPr txBox="1"/>
          <p:nvPr/>
        </p:nvSpPr>
        <p:spPr>
          <a:xfrm>
            <a:off x="8218129" y="18577079"/>
            <a:ext cx="1033200" cy="215444"/>
          </a:xfrm>
          <a:prstGeom prst="rect">
            <a:avLst/>
          </a:prstGeom>
          <a:solidFill>
            <a:schemeClr val="bg1">
              <a:lumMod val="75000"/>
            </a:schemeClr>
          </a:solidFill>
        </p:spPr>
        <p:txBody>
          <a:bodyPr wrap="square" rtlCol="0" anchor="ctr">
            <a:spAutoFit/>
          </a:bodyP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간편 답글</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817" name="그룹 816"/>
          <p:cNvGrpSpPr/>
          <p:nvPr/>
        </p:nvGrpSpPr>
        <p:grpSpPr>
          <a:xfrm>
            <a:off x="8253933" y="18971027"/>
            <a:ext cx="928576" cy="215444"/>
            <a:chOff x="8337376" y="8326124"/>
            <a:chExt cx="928576" cy="215444"/>
          </a:xfrm>
        </p:grpSpPr>
        <p:sp>
          <p:nvSpPr>
            <p:cNvPr id="818" name="직사각형 817"/>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819" name="TextBox 818"/>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고생하셨어요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820" name="그룹 819"/>
          <p:cNvGrpSpPr/>
          <p:nvPr/>
        </p:nvGrpSpPr>
        <p:grpSpPr>
          <a:xfrm>
            <a:off x="8244408" y="18791007"/>
            <a:ext cx="936004" cy="215444"/>
            <a:chOff x="6851687" y="7802438"/>
            <a:chExt cx="936004" cy="215444"/>
          </a:xfrm>
        </p:grpSpPr>
        <p:grpSp>
          <p:nvGrpSpPr>
            <p:cNvPr id="821" name="그룹 820"/>
            <p:cNvGrpSpPr/>
            <p:nvPr/>
          </p:nvGrpSpPr>
          <p:grpSpPr>
            <a:xfrm>
              <a:off x="6851687" y="7802438"/>
              <a:ext cx="936004" cy="215444"/>
              <a:chOff x="8337376" y="8047616"/>
              <a:chExt cx="936004" cy="215444"/>
            </a:xfrm>
          </p:grpSpPr>
          <p:sp>
            <p:nvSpPr>
              <p:cNvPr id="823" name="직사각형 822"/>
              <p:cNvSpPr/>
              <p:nvPr/>
            </p:nvSpPr>
            <p:spPr>
              <a:xfrm>
                <a:off x="8373380" y="8071412"/>
                <a:ext cx="900000" cy="144000"/>
              </a:xfrm>
              <a:prstGeom prst="rect">
                <a:avLst/>
              </a:prstGeom>
              <a:solidFill>
                <a:srgbClr val="92D050"/>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824" name="TextBox 823"/>
              <p:cNvSpPr txBox="1"/>
              <p:nvPr/>
            </p:nvSpPr>
            <p:spPr>
              <a:xfrm>
                <a:off x="8337376" y="8047616"/>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수고했어요</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822" name="Check"/>
            <p:cNvSpPr>
              <a:spLocks noChangeAspect="1"/>
            </p:cNvSpPr>
            <p:nvPr/>
          </p:nvSpPr>
          <p:spPr bwMode="auto">
            <a:xfrm>
              <a:off x="7664474" y="7865491"/>
              <a:ext cx="96838" cy="80963"/>
            </a:xfrm>
            <a:custGeom>
              <a:avLst/>
              <a:gdLst>
                <a:gd name="T0" fmla="*/ 49 w 61"/>
                <a:gd name="T1" fmla="*/ 0 h 51"/>
                <a:gd name="T2" fmla="*/ 27 w 61"/>
                <a:gd name="T3" fmla="*/ 31 h 51"/>
                <a:gd name="T4" fmla="*/ 9 w 61"/>
                <a:gd name="T5" fmla="*/ 18 h 51"/>
                <a:gd name="T6" fmla="*/ 0 w 61"/>
                <a:gd name="T7" fmla="*/ 30 h 51"/>
                <a:gd name="T8" fmla="*/ 18 w 61"/>
                <a:gd name="T9" fmla="*/ 43 h 51"/>
                <a:gd name="T10" fmla="*/ 30 w 61"/>
                <a:gd name="T11" fmla="*/ 51 h 51"/>
                <a:gd name="T12" fmla="*/ 39 w 61"/>
                <a:gd name="T13" fmla="*/ 39 h 51"/>
                <a:gd name="T14" fmla="*/ 61 w 61"/>
                <a:gd name="T15" fmla="*/ 9 h 51"/>
                <a:gd name="T16" fmla="*/ 49 w 61"/>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51">
                  <a:moveTo>
                    <a:pt x="49" y="0"/>
                  </a:moveTo>
                  <a:lnTo>
                    <a:pt x="27" y="31"/>
                  </a:lnTo>
                  <a:lnTo>
                    <a:pt x="9" y="18"/>
                  </a:lnTo>
                  <a:lnTo>
                    <a:pt x="0" y="30"/>
                  </a:lnTo>
                  <a:lnTo>
                    <a:pt x="18" y="43"/>
                  </a:lnTo>
                  <a:lnTo>
                    <a:pt x="30" y="51"/>
                  </a:lnTo>
                  <a:lnTo>
                    <a:pt x="39" y="39"/>
                  </a:lnTo>
                  <a:lnTo>
                    <a:pt x="61" y="9"/>
                  </a:lnTo>
                  <a:lnTo>
                    <a:pt x="49" y="0"/>
                  </a:lnTo>
                  <a:close/>
                </a:path>
              </a:pathLst>
            </a:custGeom>
            <a:solidFill>
              <a:srgbClr val="80808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00" dirty="0">
                <a:solidFill>
                  <a:srgbClr val="5F5F5F"/>
                </a:solidFill>
                <a:latin typeface="+mn-ea"/>
                <a:cs typeface="Segoe UI" panose="020B0502040204020203" pitchFamily="34" charset="0"/>
              </a:endParaRPr>
            </a:p>
          </p:txBody>
        </p:sp>
      </p:grpSp>
      <p:grpSp>
        <p:nvGrpSpPr>
          <p:cNvPr id="825" name="그룹 824"/>
          <p:cNvGrpSpPr/>
          <p:nvPr/>
        </p:nvGrpSpPr>
        <p:grpSpPr>
          <a:xfrm>
            <a:off x="8253933" y="19153723"/>
            <a:ext cx="928576" cy="215444"/>
            <a:chOff x="8337376" y="8326124"/>
            <a:chExt cx="928576" cy="215444"/>
          </a:xfrm>
        </p:grpSpPr>
        <p:sp>
          <p:nvSpPr>
            <p:cNvPr id="826" name="직사각형 825"/>
            <p:cNvSpPr/>
            <p:nvPr/>
          </p:nvSpPr>
          <p:spPr>
            <a:xfrm>
              <a:off x="8365952" y="8349920"/>
              <a:ext cx="900000" cy="144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65000"/>
                      <a:lumOff val="35000"/>
                    </a:schemeClr>
                  </a:solidFill>
                  <a:latin typeface="+mn-ea"/>
                </a:rPr>
                <a:t>     </a:t>
              </a:r>
              <a:endParaRPr lang="en-US" altLang="ko-KR" sz="800" dirty="0">
                <a:solidFill>
                  <a:schemeClr val="tx1">
                    <a:lumMod val="65000"/>
                    <a:lumOff val="35000"/>
                  </a:schemeClr>
                </a:solidFill>
                <a:latin typeface="+mn-ea"/>
              </a:endParaRPr>
            </a:p>
          </p:txBody>
        </p:sp>
        <p:sp>
          <p:nvSpPr>
            <p:cNvPr id="827" name="TextBox 826"/>
            <p:cNvSpPr txBox="1"/>
            <p:nvPr/>
          </p:nvSpPr>
          <p:spPr>
            <a:xfrm>
              <a:off x="8337376" y="8326124"/>
              <a:ext cx="928575" cy="215444"/>
            </a:xfrm>
            <a:prstGeom prst="rect">
              <a:avLst/>
            </a:prstGeom>
            <a:noFill/>
          </p:spPr>
          <p:txBody>
            <a:bodyPr wrap="square" rtlCol="0">
              <a:spAutoFit/>
            </a:bodyPr>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감사합니다</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828" name="모서리가 둥근 직사각형 827"/>
          <p:cNvSpPr/>
          <p:nvPr/>
        </p:nvSpPr>
        <p:spPr>
          <a:xfrm>
            <a:off x="8528558" y="19433408"/>
            <a:ext cx="72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댓글 등록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829" name="그룹 828"/>
          <p:cNvGrpSpPr/>
          <p:nvPr/>
        </p:nvGrpSpPr>
        <p:grpSpPr>
          <a:xfrm>
            <a:off x="2216628" y="19420609"/>
            <a:ext cx="5014334" cy="215444"/>
            <a:chOff x="2023662" y="8496619"/>
            <a:chExt cx="5014334" cy="215444"/>
          </a:xfrm>
        </p:grpSpPr>
        <p:sp>
          <p:nvSpPr>
            <p:cNvPr id="830" name="직사각형 829"/>
            <p:cNvSpPr/>
            <p:nvPr/>
          </p:nvSpPr>
          <p:spPr>
            <a:xfrm>
              <a:off x="2023662" y="8543664"/>
              <a:ext cx="108000"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831" name="TextBox 830"/>
            <p:cNvSpPr txBox="1"/>
            <p:nvPr/>
          </p:nvSpPr>
          <p:spPr>
            <a:xfrm>
              <a:off x="2092010" y="8496619"/>
              <a:ext cx="4945986" cy="215444"/>
            </a:xfrm>
            <a:prstGeom prst="rect">
              <a:avLst/>
            </a:prstGeom>
            <a:noFill/>
          </p:spPr>
          <p:txBody>
            <a:bodyPr wrap="square" rtlCol="0">
              <a:spAutoFit/>
            </a:bodyPr>
            <a:lstStyle/>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답변을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cxnSp>
        <p:nvCxnSpPr>
          <p:cNvPr id="832" name="꺾인 연결선 831"/>
          <p:cNvCxnSpPr>
            <a:endCxn id="812" idx="0"/>
          </p:cNvCxnSpPr>
          <p:nvPr/>
        </p:nvCxnSpPr>
        <p:spPr>
          <a:xfrm rot="5400000">
            <a:off x="7151872" y="16854038"/>
            <a:ext cx="209557" cy="306926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833" name="그룹 832"/>
          <p:cNvGrpSpPr/>
          <p:nvPr/>
        </p:nvGrpSpPr>
        <p:grpSpPr>
          <a:xfrm>
            <a:off x="8280797" y="16549314"/>
            <a:ext cx="969911" cy="263175"/>
            <a:chOff x="6836830" y="8933894"/>
            <a:chExt cx="969911" cy="263175"/>
          </a:xfrm>
        </p:grpSpPr>
        <p:sp>
          <p:nvSpPr>
            <p:cNvPr id="834" name="직사각형 833"/>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835" name="직사각형 834"/>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839" name="그룹 838"/>
          <p:cNvGrpSpPr/>
          <p:nvPr/>
        </p:nvGrpSpPr>
        <p:grpSpPr>
          <a:xfrm>
            <a:off x="8280797" y="18071481"/>
            <a:ext cx="969911" cy="263175"/>
            <a:chOff x="6836830" y="8933894"/>
            <a:chExt cx="969911" cy="263175"/>
          </a:xfrm>
        </p:grpSpPr>
        <p:sp>
          <p:nvSpPr>
            <p:cNvPr id="840" name="직사각형 839"/>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841" name="직사각형 840"/>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842" name="그룹 841"/>
          <p:cNvGrpSpPr/>
          <p:nvPr/>
        </p:nvGrpSpPr>
        <p:grpSpPr>
          <a:xfrm>
            <a:off x="8280797" y="19886539"/>
            <a:ext cx="969911" cy="263175"/>
            <a:chOff x="6836830" y="8933894"/>
            <a:chExt cx="969911" cy="263175"/>
          </a:xfrm>
        </p:grpSpPr>
        <p:sp>
          <p:nvSpPr>
            <p:cNvPr id="843" name="직사각형 842"/>
            <p:cNvSpPr/>
            <p:nvPr/>
          </p:nvSpPr>
          <p:spPr>
            <a:xfrm>
              <a:off x="6906741" y="8945069"/>
              <a:ext cx="900000" cy="2520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댓글 작성 </a:t>
              </a:r>
              <a:endParaRPr lang="en-US" altLang="ko-KR" sz="800" dirty="0">
                <a:solidFill>
                  <a:schemeClr val="tx1">
                    <a:lumMod val="75000"/>
                    <a:lumOff val="25000"/>
                  </a:schemeClr>
                </a:solidFill>
                <a:latin typeface="+mn-ea"/>
              </a:endParaRPr>
            </a:p>
          </p:txBody>
        </p:sp>
        <p:sp>
          <p:nvSpPr>
            <p:cNvPr id="844" name="직사각형 843"/>
            <p:cNvSpPr/>
            <p:nvPr/>
          </p:nvSpPr>
          <p:spPr>
            <a:xfrm>
              <a:off x="6836830" y="8933894"/>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847" name="그룹 846"/>
          <p:cNvGrpSpPr/>
          <p:nvPr/>
        </p:nvGrpSpPr>
        <p:grpSpPr>
          <a:xfrm>
            <a:off x="9302246" y="17092132"/>
            <a:ext cx="234360" cy="200055"/>
            <a:chOff x="1152270" y="11716364"/>
            <a:chExt cx="234360" cy="200055"/>
          </a:xfrm>
        </p:grpSpPr>
        <p:sp>
          <p:nvSpPr>
            <p:cNvPr id="848" name="모서리가 둥근 직사각형 84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849" name="직사각형 84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1109339753"/>
      </p:ext>
    </p:extLst>
  </p:cSld>
  <p:clrMapOvr>
    <a:masterClrMapping/>
  </p:clrMapOvr>
  <p:transition>
    <p:wipe dir="r"/>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세미나</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4080293659"/>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KNOU_UI_C02130000_01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세미나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리스트형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세미나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462786588"/>
              </p:ext>
            </p:extLst>
          </p:nvPr>
        </p:nvGraphicFramePr>
        <p:xfrm>
          <a:off x="9499029" y="1484784"/>
          <a:ext cx="1404156" cy="62091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a:t>
                      </a:r>
                      <a:r>
                        <a:rPr lang="ko-KR" altLang="en-US" sz="800" kern="1200" dirty="0" err="1" smtClean="0">
                          <a:solidFill>
                            <a:schemeClr val="tx1">
                              <a:lumMod val="75000"/>
                              <a:lumOff val="25000"/>
                            </a:schemeClr>
                          </a:solidFill>
                          <a:latin typeface="+mn-ea"/>
                          <a:ea typeface="+mn-ea"/>
                          <a:cs typeface="+mn-cs"/>
                        </a:rPr>
                        <a:t>진행일시</a:t>
                      </a:r>
                      <a:r>
                        <a:rPr lang="ko-KR" altLang="en-US" sz="800" kern="1200" dirty="0" smtClean="0">
                          <a:solidFill>
                            <a:schemeClr val="tx1">
                              <a:lumMod val="75000"/>
                              <a:lumOff val="25000"/>
                            </a:schemeClr>
                          </a:solidFill>
                          <a:latin typeface="+mn-ea"/>
                          <a:ea typeface="+mn-ea"/>
                          <a:cs typeface="+mn-cs"/>
                        </a:rPr>
                        <a:t> 내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마감 전 노출버튼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상세보기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마감 후 노출버튼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시작전인 경우 </a:t>
                      </a: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rgbClr val="0070C0"/>
                          </a:solidFill>
                          <a:latin typeface="+mn-ea"/>
                          <a:ea typeface="+mn-ea"/>
                          <a:cs typeface="+mn-cs"/>
                        </a:rPr>
                        <a:t>Alert</a:t>
                      </a:r>
                      <a:r>
                        <a:rPr lang="en-US" altLang="ko-KR" sz="800" kern="1200" baseline="0" dirty="0" smtClean="0">
                          <a:solidFill>
                            <a:srgbClr val="0070C0"/>
                          </a:solidFill>
                          <a:latin typeface="+mn-ea"/>
                          <a:ea typeface="+mn-ea"/>
                          <a:cs typeface="+mn-cs"/>
                        </a:rPr>
                        <a:t> “</a:t>
                      </a:r>
                      <a:r>
                        <a:rPr lang="ko-KR" altLang="en-US" sz="800" kern="1200" baseline="0" dirty="0" smtClean="0">
                          <a:solidFill>
                            <a:srgbClr val="0070C0"/>
                          </a:solidFill>
                          <a:latin typeface="+mn-ea"/>
                          <a:ea typeface="+mn-ea"/>
                          <a:cs typeface="+mn-cs"/>
                        </a:rPr>
                        <a:t>세미나 시작 전입니다</a:t>
                      </a:r>
                      <a:r>
                        <a:rPr lang="en-US" altLang="ko-KR" sz="800" kern="1200" baseline="0" dirty="0" smtClean="0">
                          <a:solidFill>
                            <a:srgbClr val="0070C0"/>
                          </a:solidFill>
                          <a:latin typeface="+mn-ea"/>
                          <a:ea typeface="+mn-ea"/>
                          <a:cs typeface="+mn-cs"/>
                        </a:rPr>
                        <a:t>.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세미나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388064103"/>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세미나명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2596540582"/>
              </p:ext>
            </p:extLst>
          </p:nvPr>
        </p:nvGraphicFramePr>
        <p:xfrm>
          <a:off x="1975898" y="4120856"/>
          <a:ext cx="7472122" cy="1161876"/>
        </p:xfrm>
        <a:graphic>
          <a:graphicData uri="http://schemas.openxmlformats.org/drawingml/2006/table">
            <a:tbl>
              <a:tblPr/>
              <a:tblGrid>
                <a:gridCol w="254494">
                  <a:extLst>
                    <a:ext uri="{9D8B030D-6E8A-4147-A177-3AD203B41FA5}">
                      <a16:colId xmlns:a16="http://schemas.microsoft.com/office/drawing/2014/main" xmlns="" val="20001"/>
                    </a:ext>
                  </a:extLst>
                </a:gridCol>
                <a:gridCol w="553687"/>
                <a:gridCol w="517025"/>
                <a:gridCol w="1036673"/>
                <a:gridCol w="882053"/>
                <a:gridCol w="553687"/>
                <a:gridCol w="517024"/>
                <a:gridCol w="517024"/>
                <a:gridCol w="517024"/>
                <a:gridCol w="517024"/>
                <a:gridCol w="517024"/>
                <a:gridCol w="415007"/>
                <a:gridCol w="674376"/>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방식</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세미나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 일시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 시간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참여시간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ZOOM </a:t>
                      </a: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오프라인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일반세미나일반</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세미나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팀세미나팀세미나</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일반세미나일반</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86</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세미나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일반세미나일반</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92</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373216"/>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87" name="그룹 186"/>
          <p:cNvGrpSpPr/>
          <p:nvPr/>
        </p:nvGrpSpPr>
        <p:grpSpPr>
          <a:xfrm>
            <a:off x="3307055" y="4197595"/>
            <a:ext cx="234360" cy="200055"/>
            <a:chOff x="1152270" y="11706839"/>
            <a:chExt cx="234360" cy="200055"/>
          </a:xfrm>
        </p:grpSpPr>
        <p:sp>
          <p:nvSpPr>
            <p:cNvPr id="188" name="모서리가 둥근 직사각형 1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9" name="직사각형 1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9" name="그룹 208"/>
          <p:cNvGrpSpPr/>
          <p:nvPr/>
        </p:nvGrpSpPr>
        <p:grpSpPr>
          <a:xfrm>
            <a:off x="8535064" y="3654549"/>
            <a:ext cx="234360" cy="200055"/>
            <a:chOff x="1152270"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2" name="그룹 211"/>
          <p:cNvGrpSpPr/>
          <p:nvPr/>
        </p:nvGrpSpPr>
        <p:grpSpPr>
          <a:xfrm>
            <a:off x="8741563" y="3654549"/>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27" name="그룹 326"/>
          <p:cNvGrpSpPr/>
          <p:nvPr/>
        </p:nvGrpSpPr>
        <p:grpSpPr>
          <a:xfrm>
            <a:off x="7814984" y="4330279"/>
            <a:ext cx="234360" cy="200055"/>
            <a:chOff x="1152270" y="11706839"/>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68" name="그룹 367"/>
          <p:cNvGrpSpPr/>
          <p:nvPr/>
        </p:nvGrpSpPr>
        <p:grpSpPr>
          <a:xfrm>
            <a:off x="8581975" y="4571603"/>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882586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참여정보</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2586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참여정보</a:t>
            </a:r>
            <a:endParaRPr lang="ko-KR" altLang="en-US" sz="800" kern="0" dirty="0">
              <a:solidFill>
                <a:schemeClr val="tx1">
                  <a:lumMod val="75000"/>
                  <a:lumOff val="25000"/>
                </a:schemeClr>
              </a:solidFill>
              <a:latin typeface="+mn-ea"/>
              <a:ea typeface="+mn-ea"/>
            </a:endParaRPr>
          </a:p>
        </p:txBody>
      </p:sp>
      <p:sp>
        <p:nvSpPr>
          <p:cNvPr id="192" name="Rectangle 122"/>
          <p:cNvSpPr>
            <a:spLocks noChangeArrowheads="1"/>
          </p:cNvSpPr>
          <p:nvPr/>
        </p:nvSpPr>
        <p:spPr bwMode="auto">
          <a:xfrm>
            <a:off x="8827896" y="50856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참여정보</a:t>
            </a:r>
            <a:endParaRPr lang="ko-KR" altLang="en-US" sz="800" kern="0" dirty="0">
              <a:solidFill>
                <a:schemeClr val="tx1">
                  <a:lumMod val="75000"/>
                  <a:lumOff val="25000"/>
                </a:schemeClr>
              </a:solidFill>
              <a:latin typeface="+mn-ea"/>
              <a:ea typeface="+mn-ea"/>
            </a:endParaRPr>
          </a:p>
        </p:txBody>
      </p:sp>
      <p:sp>
        <p:nvSpPr>
          <p:cNvPr id="204" name="Rectangle 122"/>
          <p:cNvSpPr>
            <a:spLocks noChangeArrowheads="1"/>
          </p:cNvSpPr>
          <p:nvPr/>
        </p:nvSpPr>
        <p:spPr bwMode="auto">
          <a:xfrm>
            <a:off x="883161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grpSp>
        <p:nvGrpSpPr>
          <p:cNvPr id="208" name="그룹 207"/>
          <p:cNvGrpSpPr/>
          <p:nvPr/>
        </p:nvGrpSpPr>
        <p:grpSpPr>
          <a:xfrm>
            <a:off x="9327152" y="4563189"/>
            <a:ext cx="234360" cy="200055"/>
            <a:chOff x="1152270" y="11706839"/>
            <a:chExt cx="234360" cy="200055"/>
          </a:xfrm>
        </p:grpSpPr>
        <p:sp>
          <p:nvSpPr>
            <p:cNvPr id="215" name="모서리가 둥근 직사각형 2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6" name="직사각형 2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195" name="그룹 194"/>
          <p:cNvGrpSpPr/>
          <p:nvPr/>
        </p:nvGrpSpPr>
        <p:grpSpPr>
          <a:xfrm>
            <a:off x="9335963" y="4302621"/>
            <a:ext cx="234360" cy="200055"/>
            <a:chOff x="1152270" y="11706839"/>
            <a:chExt cx="234360" cy="200055"/>
          </a:xfrm>
        </p:grpSpPr>
        <p:sp>
          <p:nvSpPr>
            <p:cNvPr id="197" name="모서리가 둥근 직사각형 1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8" name="직사각형 19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199" name="사각형 설명선 198"/>
          <p:cNvSpPr/>
          <p:nvPr/>
        </p:nvSpPr>
        <p:spPr bwMode="auto">
          <a:xfrm>
            <a:off x="4703060" y="5877272"/>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grpSp>
        <p:nvGrpSpPr>
          <p:cNvPr id="193" name="그룹 192"/>
          <p:cNvGrpSpPr/>
          <p:nvPr/>
        </p:nvGrpSpPr>
        <p:grpSpPr>
          <a:xfrm>
            <a:off x="579562" y="2166658"/>
            <a:ext cx="1386586" cy="5317057"/>
            <a:chOff x="579562" y="2166658"/>
            <a:chExt cx="1386586" cy="5317057"/>
          </a:xfrm>
        </p:grpSpPr>
        <p:grpSp>
          <p:nvGrpSpPr>
            <p:cNvPr id="194" name="그룹 193"/>
            <p:cNvGrpSpPr/>
            <p:nvPr/>
          </p:nvGrpSpPr>
          <p:grpSpPr>
            <a:xfrm>
              <a:off x="629956" y="3318264"/>
              <a:ext cx="1332000" cy="180000"/>
              <a:chOff x="666428" y="3785432"/>
              <a:chExt cx="1332000" cy="180000"/>
            </a:xfrm>
          </p:grpSpPr>
          <p:sp>
            <p:nvSpPr>
              <p:cNvPr id="379" name="모서리가 둥근 직사각형 3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6" y="3568824"/>
              <a:ext cx="1332000" cy="180000"/>
              <a:chOff x="666428" y="4310612"/>
              <a:chExt cx="1332000" cy="180000"/>
            </a:xfrm>
          </p:grpSpPr>
          <p:sp>
            <p:nvSpPr>
              <p:cNvPr id="377" name="모서리가 둥근 직사각형 3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7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29955" y="3042501"/>
              <a:ext cx="1332000" cy="180000"/>
              <a:chOff x="666427" y="3266516"/>
              <a:chExt cx="1332000" cy="180000"/>
            </a:xfrm>
          </p:grpSpPr>
          <p:sp>
            <p:nvSpPr>
              <p:cNvPr id="375" name="모서리가 둥근 직사각형 37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6" y="3854780"/>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29956" y="5316875"/>
              <a:ext cx="1332000" cy="180000"/>
              <a:chOff x="666428" y="5096004"/>
              <a:chExt cx="1332000" cy="180000"/>
            </a:xfrm>
          </p:grpSpPr>
          <p:sp>
            <p:nvSpPr>
              <p:cNvPr id="363" name="모서리가 둥근 직사각형 36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64"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4148" y="5634789"/>
              <a:ext cx="1332000" cy="180000"/>
              <a:chOff x="666428" y="3785432"/>
              <a:chExt cx="1332000" cy="180000"/>
            </a:xfrm>
          </p:grpSpPr>
          <p:sp>
            <p:nvSpPr>
              <p:cNvPr id="354" name="모서리가 둥근 직사각형 353"/>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세미나</a:t>
                </a:r>
                <a:endParaRPr kumimoji="1" lang="ko-KR" altLang="en-US" sz="800" dirty="0">
                  <a:solidFill>
                    <a:schemeClr val="tx1">
                      <a:lumMod val="75000"/>
                      <a:lumOff val="25000"/>
                    </a:schemeClr>
                  </a:solidFill>
                  <a:latin typeface="+mn-ea"/>
                  <a:ea typeface="+mn-ea"/>
                  <a:cs typeface="Calibri" pitchFamily="34" charset="0"/>
                </a:endParaRPr>
              </a:p>
            </p:txBody>
          </p:sp>
          <p:pic>
            <p:nvPicPr>
              <p:cNvPr id="36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1150" y="4135825"/>
              <a:ext cx="1332000" cy="180000"/>
              <a:chOff x="666428" y="4570824"/>
              <a:chExt cx="1332000" cy="180000"/>
            </a:xfrm>
          </p:grpSpPr>
          <p:sp>
            <p:nvSpPr>
              <p:cNvPr id="346" name="모서리가 둥근 직사각형 34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4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4423395"/>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8" name="TextBox 21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19" name="그룹 218"/>
            <p:cNvGrpSpPr/>
            <p:nvPr/>
          </p:nvGrpSpPr>
          <p:grpSpPr>
            <a:xfrm>
              <a:off x="632520" y="4723068"/>
              <a:ext cx="1332000" cy="180000"/>
              <a:chOff x="666428" y="4310612"/>
              <a:chExt cx="1332000" cy="180000"/>
            </a:xfrm>
          </p:grpSpPr>
          <p:sp>
            <p:nvSpPr>
              <p:cNvPr id="304" name="모서리가 둥근 직사각형 3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2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32520" y="2752353"/>
              <a:ext cx="1332000" cy="180000"/>
              <a:chOff x="666427" y="3266516"/>
              <a:chExt cx="1332000" cy="180000"/>
            </a:xfrm>
          </p:grpSpPr>
          <p:sp>
            <p:nvSpPr>
              <p:cNvPr id="261" name="모서리가 둥근 직사각형 26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0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2520" y="5005767"/>
              <a:ext cx="1332000" cy="180000"/>
              <a:chOff x="666428" y="4310612"/>
              <a:chExt cx="1332000" cy="180000"/>
            </a:xfrm>
          </p:grpSpPr>
          <p:sp>
            <p:nvSpPr>
              <p:cNvPr id="259" name="모서리가 둥근 직사각형 25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6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2520" y="6227787"/>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2520" y="6487872"/>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6773828"/>
              <a:ext cx="1332000" cy="180000"/>
              <a:chOff x="666428" y="4570824"/>
              <a:chExt cx="1332000" cy="180000"/>
            </a:xfrm>
          </p:grpSpPr>
          <p:sp>
            <p:nvSpPr>
              <p:cNvPr id="241" name="모서리가 둥근 직사각형 24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5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7053155"/>
              <a:ext cx="1332000" cy="180000"/>
              <a:chOff x="666428" y="3785432"/>
              <a:chExt cx="1332000" cy="180000"/>
            </a:xfrm>
          </p:grpSpPr>
          <p:sp>
            <p:nvSpPr>
              <p:cNvPr id="239" name="모서리가 둥근 직사각형 23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4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7303715"/>
              <a:ext cx="1332000" cy="180000"/>
              <a:chOff x="666428" y="4310612"/>
              <a:chExt cx="1332000" cy="180000"/>
            </a:xfrm>
          </p:grpSpPr>
          <p:sp>
            <p:nvSpPr>
              <p:cNvPr id="233" name="모서리가 둥근 직사각형 23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3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22995" y="5922821"/>
              <a:ext cx="1332000" cy="180000"/>
              <a:chOff x="666427" y="3266516"/>
              <a:chExt cx="1332000" cy="180000"/>
            </a:xfrm>
          </p:grpSpPr>
          <p:sp>
            <p:nvSpPr>
              <p:cNvPr id="229" name="모서리가 둥근 직사각형 22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3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244151558"/>
      </p:ext>
    </p:extLst>
  </p:cSld>
  <p:clrMapOvr>
    <a:masterClrMapping/>
  </p:clrMapOvr>
  <p:transition>
    <p:wipe dir="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KNOU_UI_C02130000_02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세미나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카드형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86933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세미나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974512425"/>
              </p:ext>
            </p:extLst>
          </p:nvPr>
        </p:nvGraphicFramePr>
        <p:xfrm>
          <a:off x="9499029" y="1484784"/>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세미나명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a:t>
                      </a:r>
                      <a:r>
                        <a:rPr lang="ko-KR" altLang="en-US" sz="800" kern="1200" dirty="0" err="1" smtClean="0">
                          <a:solidFill>
                            <a:schemeClr val="tx1">
                              <a:lumMod val="75000"/>
                              <a:lumOff val="25000"/>
                            </a:schemeClr>
                          </a:solidFill>
                          <a:latin typeface="+mn-ea"/>
                          <a:ea typeface="+mn-ea"/>
                          <a:cs typeface="+mn-cs"/>
                        </a:rPr>
                        <a:t>진행일시</a:t>
                      </a:r>
                      <a:r>
                        <a:rPr lang="ko-KR" altLang="en-US" sz="800" kern="1200" dirty="0" smtClean="0">
                          <a:solidFill>
                            <a:schemeClr val="tx1">
                              <a:lumMod val="75000"/>
                              <a:lumOff val="25000"/>
                            </a:schemeClr>
                          </a:solidFill>
                          <a:latin typeface="+mn-ea"/>
                          <a:ea typeface="+mn-ea"/>
                          <a:cs typeface="+mn-cs"/>
                        </a:rPr>
                        <a:t> 내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마감 전 노출버튼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상세보기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마감 후 노출버튼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시작전인 경우 </a:t>
                      </a: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rgbClr val="0070C0"/>
                          </a:solidFill>
                          <a:latin typeface="+mn-ea"/>
                          <a:ea typeface="+mn-ea"/>
                          <a:cs typeface="+mn-cs"/>
                        </a:rPr>
                        <a:t>Alert</a:t>
                      </a:r>
                      <a:r>
                        <a:rPr lang="en-US" altLang="ko-KR" sz="800" kern="1200" baseline="0" dirty="0" smtClean="0">
                          <a:solidFill>
                            <a:srgbClr val="0070C0"/>
                          </a:solidFill>
                          <a:latin typeface="+mn-ea"/>
                          <a:ea typeface="+mn-ea"/>
                          <a:cs typeface="+mn-cs"/>
                        </a:rPr>
                        <a:t> “</a:t>
                      </a:r>
                      <a:r>
                        <a:rPr lang="ko-KR" altLang="en-US" sz="800" kern="1200" baseline="0" dirty="0" smtClean="0">
                          <a:solidFill>
                            <a:srgbClr val="0070C0"/>
                          </a:solidFill>
                          <a:latin typeface="+mn-ea"/>
                          <a:ea typeface="+mn-ea"/>
                          <a:cs typeface="+mn-cs"/>
                        </a:rPr>
                        <a:t>세미나 시작 전입니다</a:t>
                      </a:r>
                      <a:r>
                        <a:rPr lang="en-US" altLang="ko-KR" sz="800" kern="1200" baseline="0" dirty="0" smtClean="0">
                          <a:solidFill>
                            <a:srgbClr val="0070C0"/>
                          </a:solidFill>
                          <a:latin typeface="+mn-ea"/>
                          <a:ea typeface="+mn-ea"/>
                          <a:cs typeface="+mn-cs"/>
                        </a:rPr>
                        <a:t>.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세미나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38300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31873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74" name="Group 37"/>
          <p:cNvGraphicFramePr>
            <a:graphicFrameLocks noGrp="1"/>
          </p:cNvGraphicFramePr>
          <p:nvPr>
            <p:extLst>
              <p:ext uri="{D42A27DB-BD31-4B8C-83A1-F6EECF244321}">
                <p14:modId xmlns:p14="http://schemas.microsoft.com/office/powerpoint/2010/main" val="1521493412"/>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세미나명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3"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94" name="직사각형 193"/>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3</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pic>
        <p:nvPicPr>
          <p:cNvPr id="20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1"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3" name="직사각형 202"/>
          <p:cNvSpPr/>
          <p:nvPr/>
        </p:nvSpPr>
        <p:spPr>
          <a:xfrm>
            <a:off x="1968256" y="41109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05" name="직사각형 204"/>
          <p:cNvSpPr/>
          <p:nvPr/>
        </p:nvSpPr>
        <p:spPr>
          <a:xfrm>
            <a:off x="2037959" y="45431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07" name="모서리가 둥근 직사각형 206"/>
          <p:cNvSpPr/>
          <p:nvPr/>
        </p:nvSpPr>
        <p:spPr>
          <a:xfrm>
            <a:off x="2042520" y="4180555"/>
            <a:ext cx="540000" cy="144000"/>
          </a:xfrm>
          <a:prstGeom prst="round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17" name="직사각형 216"/>
          <p:cNvSpPr/>
          <p:nvPr/>
        </p:nvSpPr>
        <p:spPr>
          <a:xfrm>
            <a:off x="2047833" y="4327584"/>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일반세미나일반세미나</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18" name="직사각형 217"/>
          <p:cNvSpPr/>
          <p:nvPr/>
        </p:nvSpPr>
        <p:spPr>
          <a:xfrm>
            <a:off x="2044105" y="4778667"/>
            <a:ext cx="3542109" cy="1180699"/>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진행일시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2026.06.13 18:00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진행시간 </a:t>
            </a:r>
            <a:r>
              <a:rPr lang="en-US" altLang="ko-KR" sz="800" dirty="0" smtClean="0">
                <a:solidFill>
                  <a:schemeClr val="tx1">
                    <a:lumMod val="75000"/>
                    <a:lumOff val="25000"/>
                  </a:schemeClr>
                </a:solidFill>
                <a:latin typeface="+mn-ea"/>
                <a:ea typeface="+mn-ea"/>
              </a:rPr>
              <a:t>: 50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참여시간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분</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방식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온라인</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평가점수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0</a:t>
            </a:r>
            <a:endParaRPr lang="ko-KR" altLang="en-US" sz="800" b="1" dirty="0">
              <a:solidFill>
                <a:srgbClr val="0070C0"/>
              </a:solidFill>
              <a:latin typeface="+mn-ea"/>
              <a:ea typeface="+mn-ea"/>
            </a:endParaRPr>
          </a:p>
        </p:txBody>
      </p:sp>
      <p:sp>
        <p:nvSpPr>
          <p:cNvPr id="220" name="직사각형 219"/>
          <p:cNvSpPr/>
          <p:nvPr/>
        </p:nvSpPr>
        <p:spPr>
          <a:xfrm>
            <a:off x="5728546" y="411098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21" name="직사각형 220"/>
          <p:cNvSpPr/>
          <p:nvPr/>
        </p:nvSpPr>
        <p:spPr>
          <a:xfrm>
            <a:off x="5798249" y="454314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2" name="모서리가 둥근 직사각형 221"/>
          <p:cNvSpPr/>
          <p:nvPr/>
        </p:nvSpPr>
        <p:spPr>
          <a:xfrm>
            <a:off x="5802810" y="4180556"/>
            <a:ext cx="540000" cy="144000"/>
          </a:xfrm>
          <a:prstGeom prst="round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23" name="직사각형 222"/>
          <p:cNvSpPr/>
          <p:nvPr/>
        </p:nvSpPr>
        <p:spPr>
          <a:xfrm>
            <a:off x="5808123" y="4327585"/>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팀세미나팀세미나</a:t>
            </a:r>
            <a:r>
              <a:rPr lang="en-US" altLang="ko-KR" sz="800" b="1" dirty="0" smtClean="0">
                <a:solidFill>
                  <a:schemeClr val="tx1">
                    <a:lumMod val="75000"/>
                    <a:lumOff val="25000"/>
                  </a:schemeClr>
                </a:solidFill>
                <a:latin typeface="+mn-ea"/>
                <a:ea typeface="+mn-ea"/>
              </a:rPr>
              <a:t>02</a:t>
            </a:r>
            <a:endParaRPr lang="ko-KR" altLang="en-US" sz="800" b="1" dirty="0">
              <a:solidFill>
                <a:schemeClr val="tx1">
                  <a:lumMod val="75000"/>
                  <a:lumOff val="25000"/>
                </a:schemeClr>
              </a:solidFill>
              <a:latin typeface="+mn-ea"/>
              <a:ea typeface="+mn-ea"/>
            </a:endParaRPr>
          </a:p>
        </p:txBody>
      </p:sp>
      <p:sp>
        <p:nvSpPr>
          <p:cNvPr id="224" name="직사각형 223"/>
          <p:cNvSpPr/>
          <p:nvPr/>
        </p:nvSpPr>
        <p:spPr>
          <a:xfrm>
            <a:off x="1972097" y="6120606"/>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25" name="직사각형 224"/>
          <p:cNvSpPr/>
          <p:nvPr/>
        </p:nvSpPr>
        <p:spPr>
          <a:xfrm>
            <a:off x="2041800" y="6552773"/>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7" name="모서리가 둥근 직사각형 226"/>
          <p:cNvSpPr/>
          <p:nvPr/>
        </p:nvSpPr>
        <p:spPr>
          <a:xfrm>
            <a:off x="2046361" y="6190182"/>
            <a:ext cx="540000" cy="144000"/>
          </a:xfrm>
          <a:prstGeom prst="round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28" name="직사각형 227"/>
          <p:cNvSpPr/>
          <p:nvPr/>
        </p:nvSpPr>
        <p:spPr>
          <a:xfrm>
            <a:off x="2051674" y="6337211"/>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일반세미나일반세미나</a:t>
            </a:r>
            <a:r>
              <a:rPr lang="en-US" altLang="ko-KR" sz="800" b="1" dirty="0" smtClean="0">
                <a:solidFill>
                  <a:schemeClr val="tx1">
                    <a:lumMod val="75000"/>
                    <a:lumOff val="25000"/>
                  </a:schemeClr>
                </a:solidFill>
                <a:latin typeface="+mn-ea"/>
                <a:ea typeface="+mn-ea"/>
              </a:rPr>
              <a:t>03</a:t>
            </a:r>
            <a:endParaRPr lang="ko-KR" altLang="en-US" sz="800" b="1" dirty="0">
              <a:solidFill>
                <a:schemeClr val="tx1">
                  <a:lumMod val="75000"/>
                  <a:lumOff val="25000"/>
                </a:schemeClr>
              </a:solidFill>
              <a:latin typeface="+mn-ea"/>
              <a:ea typeface="+mn-ea"/>
            </a:endParaRPr>
          </a:p>
        </p:txBody>
      </p:sp>
      <p:grpSp>
        <p:nvGrpSpPr>
          <p:cNvPr id="230" name="그룹 229"/>
          <p:cNvGrpSpPr/>
          <p:nvPr/>
        </p:nvGrpSpPr>
        <p:grpSpPr>
          <a:xfrm>
            <a:off x="3206472" y="4321760"/>
            <a:ext cx="234360" cy="200055"/>
            <a:chOff x="1152270" y="11706839"/>
            <a:chExt cx="234360" cy="200055"/>
          </a:xfrm>
        </p:grpSpPr>
        <p:sp>
          <p:nvSpPr>
            <p:cNvPr id="231" name="모서리가 둥근 직사각형 23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2" name="직사각형 23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233" name="모서리가 둥근 직사각형 232"/>
          <p:cNvSpPr/>
          <p:nvPr/>
        </p:nvSpPr>
        <p:spPr>
          <a:xfrm>
            <a:off x="6374110" y="4183004"/>
            <a:ext cx="180000" cy="144000"/>
          </a:xfrm>
          <a:prstGeom prst="round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sp>
        <p:nvSpPr>
          <p:cNvPr id="241" name="직사각형 240"/>
          <p:cNvSpPr/>
          <p:nvPr/>
        </p:nvSpPr>
        <p:spPr>
          <a:xfrm>
            <a:off x="5807571" y="4787627"/>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진행일시</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2026.06.13 18:00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진행시간 </a:t>
            </a:r>
            <a:r>
              <a:rPr lang="en-US" altLang="ko-KR" sz="800" dirty="0">
                <a:solidFill>
                  <a:schemeClr val="tx1">
                    <a:lumMod val="75000"/>
                    <a:lumOff val="25000"/>
                  </a:schemeClr>
                </a:solidFill>
                <a:latin typeface="+mn-ea"/>
                <a:ea typeface="+mn-ea"/>
              </a:rPr>
              <a:t>: 50</a:t>
            </a:r>
            <a:r>
              <a:rPr lang="ko-KR" altLang="en-US" sz="800" dirty="0">
                <a:solidFill>
                  <a:schemeClr val="tx1">
                    <a:lumMod val="75000"/>
                    <a:lumOff val="25000"/>
                  </a:schemeClr>
                </a:solidFill>
                <a:latin typeface="+mn-ea"/>
                <a:ea typeface="+mn-ea"/>
              </a:rPr>
              <a:t>분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참여시간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0</a:t>
            </a:r>
            <a:r>
              <a:rPr lang="ko-KR" altLang="en-US" sz="800" dirty="0" smtClean="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방식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온라인</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1</a:t>
            </a:r>
            <a:endParaRPr lang="ko-KR" altLang="en-US" sz="800" b="1" dirty="0">
              <a:solidFill>
                <a:srgbClr val="0070C0"/>
              </a:solidFill>
              <a:latin typeface="+mn-ea"/>
              <a:ea typeface="+mn-ea"/>
            </a:endParaRPr>
          </a:p>
        </p:txBody>
      </p:sp>
      <p:sp>
        <p:nvSpPr>
          <p:cNvPr id="256" name="직사각형 255"/>
          <p:cNvSpPr/>
          <p:nvPr/>
        </p:nvSpPr>
        <p:spPr>
          <a:xfrm>
            <a:off x="2053630" y="6794330"/>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진행일시</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2026.06.13 18:00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진행시간 </a:t>
            </a:r>
            <a:r>
              <a:rPr lang="en-US" altLang="ko-KR" sz="800" dirty="0">
                <a:solidFill>
                  <a:schemeClr val="tx1">
                    <a:lumMod val="75000"/>
                    <a:lumOff val="25000"/>
                  </a:schemeClr>
                </a:solidFill>
                <a:latin typeface="+mn-ea"/>
                <a:ea typeface="+mn-ea"/>
              </a:rPr>
              <a:t>: 50</a:t>
            </a:r>
            <a:r>
              <a:rPr lang="ko-KR" altLang="en-US" sz="800" dirty="0">
                <a:solidFill>
                  <a:schemeClr val="tx1">
                    <a:lumMod val="75000"/>
                    <a:lumOff val="25000"/>
                  </a:schemeClr>
                </a:solidFill>
                <a:latin typeface="+mn-ea"/>
                <a:ea typeface="+mn-ea"/>
              </a:rPr>
              <a:t>분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참여시간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43</a:t>
            </a:r>
            <a:r>
              <a:rPr lang="ko-KR" altLang="en-US" sz="800" dirty="0" smtClean="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방식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온라인</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85</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endParaRPr lang="ko-KR" altLang="en-US" sz="800" b="1" dirty="0">
              <a:solidFill>
                <a:srgbClr val="0070C0"/>
              </a:solidFill>
              <a:latin typeface="+mn-ea"/>
              <a:ea typeface="+mn-ea"/>
            </a:endParaRPr>
          </a:p>
        </p:txBody>
      </p:sp>
      <p:grpSp>
        <p:nvGrpSpPr>
          <p:cNvPr id="260" name="그룹 259"/>
          <p:cNvGrpSpPr/>
          <p:nvPr/>
        </p:nvGrpSpPr>
        <p:grpSpPr>
          <a:xfrm>
            <a:off x="8535064" y="3654549"/>
            <a:ext cx="234360" cy="200055"/>
            <a:chOff x="1152270" y="11706839"/>
            <a:chExt cx="234360" cy="200055"/>
          </a:xfrm>
        </p:grpSpPr>
        <p:sp>
          <p:nvSpPr>
            <p:cNvPr id="261" name="모서리가 둥근 직사각형 26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3" name="직사각형 30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04" name="그룹 303"/>
          <p:cNvGrpSpPr/>
          <p:nvPr/>
        </p:nvGrpSpPr>
        <p:grpSpPr>
          <a:xfrm>
            <a:off x="8741563" y="3654549"/>
            <a:ext cx="234360" cy="200055"/>
            <a:chOff x="1152270" y="11706839"/>
            <a:chExt cx="234360" cy="200055"/>
          </a:xfrm>
        </p:grpSpPr>
        <p:sp>
          <p:nvSpPr>
            <p:cNvPr id="325" name="모서리가 둥근 직사각형 32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3" name="직사각형 34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362" name="직사각형 361"/>
          <p:cNvSpPr/>
          <p:nvPr/>
        </p:nvSpPr>
        <p:spPr>
          <a:xfrm>
            <a:off x="5735563" y="61176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63" name="직사각형 362"/>
          <p:cNvSpPr/>
          <p:nvPr/>
        </p:nvSpPr>
        <p:spPr>
          <a:xfrm>
            <a:off x="5805266" y="65498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371" name="모서리가 둥근 직사각형 370"/>
          <p:cNvSpPr/>
          <p:nvPr/>
        </p:nvSpPr>
        <p:spPr>
          <a:xfrm>
            <a:off x="5809827" y="6187255"/>
            <a:ext cx="540000" cy="144000"/>
          </a:xfrm>
          <a:prstGeom prst="round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372" name="직사각형 371"/>
          <p:cNvSpPr/>
          <p:nvPr/>
        </p:nvSpPr>
        <p:spPr>
          <a:xfrm>
            <a:off x="5815140" y="6334284"/>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일반세미나일반세미나</a:t>
            </a:r>
            <a:r>
              <a:rPr lang="en-US" altLang="ko-KR" sz="800" b="1" dirty="0" smtClean="0">
                <a:solidFill>
                  <a:schemeClr val="tx1">
                    <a:lumMod val="75000"/>
                    <a:lumOff val="25000"/>
                  </a:schemeClr>
                </a:solidFill>
                <a:latin typeface="+mn-ea"/>
                <a:ea typeface="+mn-ea"/>
              </a:rPr>
              <a:t>03</a:t>
            </a:r>
            <a:endParaRPr lang="ko-KR" altLang="en-US" sz="800" b="1" dirty="0">
              <a:solidFill>
                <a:schemeClr val="tx1">
                  <a:lumMod val="75000"/>
                  <a:lumOff val="25000"/>
                </a:schemeClr>
              </a:solidFill>
              <a:latin typeface="+mn-ea"/>
              <a:ea typeface="+mn-ea"/>
            </a:endParaRPr>
          </a:p>
        </p:txBody>
      </p:sp>
      <p:sp>
        <p:nvSpPr>
          <p:cNvPr id="376" name="직사각형 375"/>
          <p:cNvSpPr/>
          <p:nvPr/>
        </p:nvSpPr>
        <p:spPr>
          <a:xfrm>
            <a:off x="5817096" y="6791403"/>
            <a:ext cx="3542109" cy="1180699"/>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err="1">
                <a:solidFill>
                  <a:schemeClr val="tx1">
                    <a:lumMod val="75000"/>
                    <a:lumOff val="25000"/>
                  </a:schemeClr>
                </a:solidFill>
                <a:latin typeface="+mn-ea"/>
                <a:ea typeface="+mn-ea"/>
              </a:rPr>
              <a:t>진행일시</a:t>
            </a:r>
            <a:r>
              <a:rPr lang="ko-KR" altLang="en-US" sz="800" dirty="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 2026.06.13 18:00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진행시간 </a:t>
            </a:r>
            <a:r>
              <a:rPr lang="en-US" altLang="ko-KR" sz="800" dirty="0">
                <a:solidFill>
                  <a:schemeClr val="tx1">
                    <a:lumMod val="75000"/>
                    <a:lumOff val="25000"/>
                  </a:schemeClr>
                </a:solidFill>
                <a:latin typeface="+mn-ea"/>
                <a:ea typeface="+mn-ea"/>
              </a:rPr>
              <a:t>: 50</a:t>
            </a:r>
            <a:r>
              <a:rPr lang="ko-KR" altLang="en-US" sz="800" dirty="0">
                <a:solidFill>
                  <a:schemeClr val="tx1">
                    <a:lumMod val="75000"/>
                    <a:lumOff val="25000"/>
                  </a:schemeClr>
                </a:solidFill>
                <a:latin typeface="+mn-ea"/>
                <a:ea typeface="+mn-ea"/>
              </a:rPr>
              <a:t>분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참여시간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44</a:t>
            </a:r>
            <a:r>
              <a:rPr lang="ko-KR" altLang="en-US" sz="800" dirty="0" smtClean="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방식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온라인</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90</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endParaRPr lang="ko-KR" altLang="en-US" sz="800" b="1" dirty="0">
              <a:solidFill>
                <a:srgbClr val="0070C0"/>
              </a:solidFill>
              <a:latin typeface="+mn-ea"/>
              <a:ea typeface="+mn-ea"/>
            </a:endParaRPr>
          </a:p>
        </p:txBody>
      </p:sp>
      <p:sp>
        <p:nvSpPr>
          <p:cNvPr id="403" name="모서리가 둥근 직사각형 402"/>
          <p:cNvSpPr/>
          <p:nvPr/>
        </p:nvSpPr>
        <p:spPr>
          <a:xfrm>
            <a:off x="8436979" y="573431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참여정보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4" name="모서리가 둥근 직사각형 403"/>
          <p:cNvSpPr/>
          <p:nvPr/>
        </p:nvSpPr>
        <p:spPr>
          <a:xfrm>
            <a:off x="8436275"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참여정보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5" name="모서리가 둥근 직사각형 404"/>
          <p:cNvSpPr/>
          <p:nvPr/>
        </p:nvSpPr>
        <p:spPr>
          <a:xfrm>
            <a:off x="4684018" y="573935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참여하기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6" name="모서리가 둥근 직사각형 405"/>
          <p:cNvSpPr/>
          <p:nvPr/>
        </p:nvSpPr>
        <p:spPr>
          <a:xfrm>
            <a:off x="4668663"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참여정보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07" name="Group 37"/>
          <p:cNvGraphicFramePr>
            <a:graphicFrameLocks noGrp="1"/>
          </p:cNvGraphicFramePr>
          <p:nvPr>
            <p:extLst>
              <p:ext uri="{D42A27DB-BD31-4B8C-83A1-F6EECF244321}">
                <p14:modId xmlns:p14="http://schemas.microsoft.com/office/powerpoint/2010/main" val="4048155154"/>
              </p:ext>
            </p:extLst>
          </p:nvPr>
        </p:nvGraphicFramePr>
        <p:xfrm>
          <a:off x="2079329" y="4600210"/>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08" name="Group 37"/>
          <p:cNvGraphicFramePr>
            <a:graphicFrameLocks noGrp="1"/>
          </p:cNvGraphicFramePr>
          <p:nvPr>
            <p:extLst>
              <p:ext uri="{D42A27DB-BD31-4B8C-83A1-F6EECF244321}">
                <p14:modId xmlns:p14="http://schemas.microsoft.com/office/powerpoint/2010/main" val="673268782"/>
              </p:ext>
            </p:extLst>
          </p:nvPr>
        </p:nvGraphicFramePr>
        <p:xfrm>
          <a:off x="5839619" y="460021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09" name="Group 37"/>
          <p:cNvGraphicFramePr>
            <a:graphicFrameLocks noGrp="1"/>
          </p:cNvGraphicFramePr>
          <p:nvPr>
            <p:extLst>
              <p:ext uri="{D42A27DB-BD31-4B8C-83A1-F6EECF244321}">
                <p14:modId xmlns:p14="http://schemas.microsoft.com/office/powerpoint/2010/main" val="1613257522"/>
              </p:ext>
            </p:extLst>
          </p:nvPr>
        </p:nvGraphicFramePr>
        <p:xfrm>
          <a:off x="2073645" y="6609837"/>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410" name="Group 37"/>
          <p:cNvGraphicFramePr>
            <a:graphicFrameLocks noGrp="1"/>
          </p:cNvGraphicFramePr>
          <p:nvPr>
            <p:extLst>
              <p:ext uri="{D42A27DB-BD31-4B8C-83A1-F6EECF244321}">
                <p14:modId xmlns:p14="http://schemas.microsoft.com/office/powerpoint/2010/main" val="1261074328"/>
              </p:ext>
            </p:extLst>
          </p:nvPr>
        </p:nvGraphicFramePr>
        <p:xfrm>
          <a:off x="5833935" y="6609838"/>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pSp>
        <p:nvGrpSpPr>
          <p:cNvPr id="411" name="그룹 410"/>
          <p:cNvGrpSpPr/>
          <p:nvPr/>
        </p:nvGrpSpPr>
        <p:grpSpPr>
          <a:xfrm>
            <a:off x="2836155" y="5548825"/>
            <a:ext cx="234360" cy="200055"/>
            <a:chOff x="1152270" y="11706839"/>
            <a:chExt cx="234360" cy="200055"/>
          </a:xfrm>
        </p:grpSpPr>
        <p:sp>
          <p:nvSpPr>
            <p:cNvPr id="412" name="모서리가 둥근 직사각형 41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3" name="직사각형 41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14" name="그룹 413"/>
          <p:cNvGrpSpPr/>
          <p:nvPr/>
        </p:nvGrpSpPr>
        <p:grpSpPr>
          <a:xfrm>
            <a:off x="4659138" y="5572255"/>
            <a:ext cx="234360" cy="200055"/>
            <a:chOff x="1152270" y="11706839"/>
            <a:chExt cx="234360" cy="200055"/>
          </a:xfrm>
        </p:grpSpPr>
        <p:sp>
          <p:nvSpPr>
            <p:cNvPr id="415" name="모서리가 둥근 직사각형 4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6" name="직사각형 4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17" name="그룹 416"/>
          <p:cNvGrpSpPr/>
          <p:nvPr/>
        </p:nvGrpSpPr>
        <p:grpSpPr>
          <a:xfrm>
            <a:off x="8415052" y="5562298"/>
            <a:ext cx="234360" cy="200055"/>
            <a:chOff x="1152270" y="11706839"/>
            <a:chExt cx="234360" cy="200055"/>
          </a:xfrm>
        </p:grpSpPr>
        <p:sp>
          <p:nvSpPr>
            <p:cNvPr id="418" name="모서리가 둥근 직사각형 41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9" name="직사각형 41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420" name="그룹 419"/>
          <p:cNvGrpSpPr/>
          <p:nvPr/>
        </p:nvGrpSpPr>
        <p:grpSpPr>
          <a:xfrm>
            <a:off x="6416604" y="7734976"/>
            <a:ext cx="234360" cy="200055"/>
            <a:chOff x="1152270" y="11706839"/>
            <a:chExt cx="234360" cy="200055"/>
          </a:xfrm>
        </p:grpSpPr>
        <p:sp>
          <p:nvSpPr>
            <p:cNvPr id="421" name="모서리가 둥근 직사각형 4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2" name="직사각형 42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393" name="그룹 392"/>
          <p:cNvGrpSpPr/>
          <p:nvPr/>
        </p:nvGrpSpPr>
        <p:grpSpPr>
          <a:xfrm>
            <a:off x="579562" y="2166658"/>
            <a:ext cx="1386586" cy="5317057"/>
            <a:chOff x="579562" y="2166658"/>
            <a:chExt cx="1386586" cy="5317057"/>
          </a:xfrm>
        </p:grpSpPr>
        <p:grpSp>
          <p:nvGrpSpPr>
            <p:cNvPr id="394" name="그룹 393"/>
            <p:cNvGrpSpPr/>
            <p:nvPr/>
          </p:nvGrpSpPr>
          <p:grpSpPr>
            <a:xfrm>
              <a:off x="629956" y="3318264"/>
              <a:ext cx="1332000" cy="180000"/>
              <a:chOff x="666428" y="3785432"/>
              <a:chExt cx="1332000" cy="180000"/>
            </a:xfrm>
          </p:grpSpPr>
          <p:sp>
            <p:nvSpPr>
              <p:cNvPr id="468" name="모서리가 둥근 직사각형 46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5" name="그룹 394"/>
            <p:cNvGrpSpPr/>
            <p:nvPr/>
          </p:nvGrpSpPr>
          <p:grpSpPr>
            <a:xfrm>
              <a:off x="629956" y="3568824"/>
              <a:ext cx="1332000" cy="180000"/>
              <a:chOff x="666428" y="4310612"/>
              <a:chExt cx="1332000" cy="180000"/>
            </a:xfrm>
          </p:grpSpPr>
          <p:sp>
            <p:nvSpPr>
              <p:cNvPr id="466" name="모서리가 둥근 직사각형 46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6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6" name="그룹 395"/>
            <p:cNvGrpSpPr/>
            <p:nvPr/>
          </p:nvGrpSpPr>
          <p:grpSpPr>
            <a:xfrm>
              <a:off x="629955" y="3042501"/>
              <a:ext cx="1332000" cy="180000"/>
              <a:chOff x="666427" y="3266516"/>
              <a:chExt cx="1332000" cy="180000"/>
            </a:xfrm>
          </p:grpSpPr>
          <p:sp>
            <p:nvSpPr>
              <p:cNvPr id="464" name="모서리가 둥근 직사각형 46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6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7" name="그룹 396"/>
            <p:cNvGrpSpPr/>
            <p:nvPr/>
          </p:nvGrpSpPr>
          <p:grpSpPr>
            <a:xfrm>
              <a:off x="629956" y="3854780"/>
              <a:ext cx="1332000" cy="180000"/>
              <a:chOff x="666428" y="4570824"/>
              <a:chExt cx="1332000" cy="180000"/>
            </a:xfrm>
          </p:grpSpPr>
          <p:sp>
            <p:nvSpPr>
              <p:cNvPr id="462" name="모서리가 둥근 직사각형 46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6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8" name="그룹 397"/>
            <p:cNvGrpSpPr/>
            <p:nvPr/>
          </p:nvGrpSpPr>
          <p:grpSpPr>
            <a:xfrm>
              <a:off x="629956" y="5316875"/>
              <a:ext cx="1332000" cy="180000"/>
              <a:chOff x="666428" y="5096004"/>
              <a:chExt cx="1332000" cy="180000"/>
            </a:xfrm>
          </p:grpSpPr>
          <p:sp>
            <p:nvSpPr>
              <p:cNvPr id="460" name="모서리가 둥근 직사각형 45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61"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9" name="그룹 398"/>
            <p:cNvGrpSpPr/>
            <p:nvPr/>
          </p:nvGrpSpPr>
          <p:grpSpPr>
            <a:xfrm>
              <a:off x="634148" y="5634789"/>
              <a:ext cx="1332000" cy="180000"/>
              <a:chOff x="666428" y="3785432"/>
              <a:chExt cx="1332000" cy="180000"/>
            </a:xfrm>
          </p:grpSpPr>
          <p:sp>
            <p:nvSpPr>
              <p:cNvPr id="458" name="모서리가 둥근 직사각형 457"/>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세미나</a:t>
                </a:r>
                <a:endParaRPr kumimoji="1" lang="ko-KR" altLang="en-US" sz="800" dirty="0">
                  <a:solidFill>
                    <a:schemeClr val="tx1">
                      <a:lumMod val="75000"/>
                      <a:lumOff val="25000"/>
                    </a:schemeClr>
                  </a:solidFill>
                  <a:latin typeface="+mn-ea"/>
                  <a:ea typeface="+mn-ea"/>
                  <a:cs typeface="Calibri" pitchFamily="34" charset="0"/>
                </a:endParaRPr>
              </a:p>
            </p:txBody>
          </p:sp>
          <p:pic>
            <p:nvPicPr>
              <p:cNvPr id="45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0" name="그룹 399"/>
            <p:cNvGrpSpPr/>
            <p:nvPr/>
          </p:nvGrpSpPr>
          <p:grpSpPr>
            <a:xfrm>
              <a:off x="631150" y="4135825"/>
              <a:ext cx="1332000" cy="180000"/>
              <a:chOff x="666428" y="4570824"/>
              <a:chExt cx="1332000" cy="180000"/>
            </a:xfrm>
          </p:grpSpPr>
          <p:sp>
            <p:nvSpPr>
              <p:cNvPr id="455" name="모서리가 둥근 직사각형 45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5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1" name="그룹 400"/>
            <p:cNvGrpSpPr/>
            <p:nvPr/>
          </p:nvGrpSpPr>
          <p:grpSpPr>
            <a:xfrm>
              <a:off x="629956" y="4423395"/>
              <a:ext cx="1332000" cy="180000"/>
              <a:chOff x="666428" y="4310612"/>
              <a:chExt cx="1332000" cy="180000"/>
            </a:xfrm>
          </p:grpSpPr>
          <p:sp>
            <p:nvSpPr>
              <p:cNvPr id="453" name="모서리가 둥근 직사각형 45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5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02" name="TextBox 401"/>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23" name="그룹 422"/>
            <p:cNvGrpSpPr/>
            <p:nvPr/>
          </p:nvGrpSpPr>
          <p:grpSpPr>
            <a:xfrm>
              <a:off x="632520" y="4723068"/>
              <a:ext cx="1332000" cy="180000"/>
              <a:chOff x="666428" y="4310612"/>
              <a:chExt cx="1332000" cy="180000"/>
            </a:xfrm>
          </p:grpSpPr>
          <p:sp>
            <p:nvSpPr>
              <p:cNvPr id="451" name="모서리가 둥근 직사각형 45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5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4" name="그룹 423"/>
            <p:cNvGrpSpPr/>
            <p:nvPr/>
          </p:nvGrpSpPr>
          <p:grpSpPr>
            <a:xfrm>
              <a:off x="632520" y="2752353"/>
              <a:ext cx="1332000" cy="180000"/>
              <a:chOff x="666427" y="3266516"/>
              <a:chExt cx="1332000" cy="180000"/>
            </a:xfrm>
          </p:grpSpPr>
          <p:sp>
            <p:nvSpPr>
              <p:cNvPr id="449" name="모서리가 둥근 직사각형 44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5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5" name="그룹 424"/>
            <p:cNvGrpSpPr/>
            <p:nvPr/>
          </p:nvGrpSpPr>
          <p:grpSpPr>
            <a:xfrm>
              <a:off x="632520" y="5005767"/>
              <a:ext cx="1332000" cy="180000"/>
              <a:chOff x="666428" y="4310612"/>
              <a:chExt cx="1332000" cy="180000"/>
            </a:xfrm>
          </p:grpSpPr>
          <p:sp>
            <p:nvSpPr>
              <p:cNvPr id="447" name="모서리가 둥근 직사각형 44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6" name="그룹 425"/>
            <p:cNvGrpSpPr/>
            <p:nvPr/>
          </p:nvGrpSpPr>
          <p:grpSpPr>
            <a:xfrm>
              <a:off x="632520" y="6227787"/>
              <a:ext cx="1332000" cy="180000"/>
              <a:chOff x="666428" y="3785432"/>
              <a:chExt cx="1332000" cy="180000"/>
            </a:xfrm>
          </p:grpSpPr>
          <p:sp>
            <p:nvSpPr>
              <p:cNvPr id="445" name="모서리가 둥근 직사각형 44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7" name="그룹 426"/>
            <p:cNvGrpSpPr/>
            <p:nvPr/>
          </p:nvGrpSpPr>
          <p:grpSpPr>
            <a:xfrm>
              <a:off x="632520" y="6487872"/>
              <a:ext cx="1332000" cy="180000"/>
              <a:chOff x="666428" y="4310612"/>
              <a:chExt cx="1332000" cy="180000"/>
            </a:xfrm>
          </p:grpSpPr>
          <p:sp>
            <p:nvSpPr>
              <p:cNvPr id="443" name="모서리가 둥근 직사각형 4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4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8" name="그룹 427"/>
            <p:cNvGrpSpPr/>
            <p:nvPr/>
          </p:nvGrpSpPr>
          <p:grpSpPr>
            <a:xfrm>
              <a:off x="632520" y="6773828"/>
              <a:ext cx="1332000" cy="180000"/>
              <a:chOff x="666428" y="4570824"/>
              <a:chExt cx="1332000" cy="180000"/>
            </a:xfrm>
          </p:grpSpPr>
          <p:sp>
            <p:nvSpPr>
              <p:cNvPr id="441" name="모서리가 둥근 직사각형 44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4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9" name="그룹 428"/>
            <p:cNvGrpSpPr/>
            <p:nvPr/>
          </p:nvGrpSpPr>
          <p:grpSpPr>
            <a:xfrm>
              <a:off x="632520" y="7053155"/>
              <a:ext cx="1332000" cy="180000"/>
              <a:chOff x="666428" y="3785432"/>
              <a:chExt cx="1332000" cy="180000"/>
            </a:xfrm>
          </p:grpSpPr>
          <p:sp>
            <p:nvSpPr>
              <p:cNvPr id="439" name="모서리가 둥근 직사각형 43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4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0" name="그룹 429"/>
            <p:cNvGrpSpPr/>
            <p:nvPr/>
          </p:nvGrpSpPr>
          <p:grpSpPr>
            <a:xfrm>
              <a:off x="632520" y="7303715"/>
              <a:ext cx="1332000" cy="180000"/>
              <a:chOff x="666428" y="4310612"/>
              <a:chExt cx="1332000" cy="180000"/>
            </a:xfrm>
          </p:grpSpPr>
          <p:sp>
            <p:nvSpPr>
              <p:cNvPr id="437" name="모서리가 둥근 직사각형 43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3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2" name="그룹 431"/>
            <p:cNvGrpSpPr/>
            <p:nvPr/>
          </p:nvGrpSpPr>
          <p:grpSpPr>
            <a:xfrm>
              <a:off x="622995" y="5922821"/>
              <a:ext cx="1332000" cy="180000"/>
              <a:chOff x="666427" y="3266516"/>
              <a:chExt cx="1332000" cy="180000"/>
            </a:xfrm>
          </p:grpSpPr>
          <p:sp>
            <p:nvSpPr>
              <p:cNvPr id="433" name="모서리가 둥근 직사각형 43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434"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95" name="모서리가 둥근 직사각형 194"/>
          <p:cNvSpPr/>
          <p:nvPr/>
        </p:nvSpPr>
        <p:spPr>
          <a:xfrm>
            <a:off x="32113" y="4221088"/>
            <a:ext cx="360000" cy="144000"/>
          </a:xfrm>
          <a:prstGeom prst="round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강의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196" name="모서리가 둥근 직사각형 195"/>
          <p:cNvSpPr/>
          <p:nvPr/>
        </p:nvSpPr>
        <p:spPr>
          <a:xfrm>
            <a:off x="22744" y="4408749"/>
            <a:ext cx="36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과제</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197" name="모서리가 둥근 직사각형 196"/>
          <p:cNvSpPr/>
          <p:nvPr/>
        </p:nvSpPr>
        <p:spPr>
          <a:xfrm>
            <a:off x="22744" y="4597450"/>
            <a:ext cx="360000" cy="144000"/>
          </a:xfrm>
          <a:prstGeom prst="roundRect">
            <a:avLst/>
          </a:prstGeom>
          <a:solidFill>
            <a:srgbClr val="F8910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토론</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198" name="모서리가 둥근 직사각형 197"/>
          <p:cNvSpPr/>
          <p:nvPr/>
        </p:nvSpPr>
        <p:spPr>
          <a:xfrm>
            <a:off x="22684" y="4789091"/>
            <a:ext cx="360000" cy="144000"/>
          </a:xfrm>
          <a:prstGeom prst="roundRect">
            <a:avLst/>
          </a:prstGeom>
          <a:solidFill>
            <a:srgbClr val="8439BD"/>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199" name="모서리가 둥근 직사각형 198"/>
          <p:cNvSpPr/>
          <p:nvPr/>
        </p:nvSpPr>
        <p:spPr>
          <a:xfrm>
            <a:off x="18709" y="4979032"/>
            <a:ext cx="360000" cy="144000"/>
          </a:xfrm>
          <a:prstGeom prst="roundRect">
            <a:avLst/>
          </a:prstGeom>
          <a:solidFill>
            <a:srgbClr val="D6D1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설문</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02" name="모서리가 둥근 직사각형 201"/>
          <p:cNvSpPr/>
          <p:nvPr/>
        </p:nvSpPr>
        <p:spPr>
          <a:xfrm>
            <a:off x="22684" y="5168838"/>
            <a:ext cx="360000" cy="144000"/>
          </a:xfrm>
          <a:prstGeom prst="roundRect">
            <a:avLst/>
          </a:prstGeom>
          <a:solidFill>
            <a:srgbClr val="0070C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04" name="모서리가 둥근 직사각형 203"/>
          <p:cNvSpPr/>
          <p:nvPr/>
        </p:nvSpPr>
        <p:spPr>
          <a:xfrm>
            <a:off x="18356" y="5354182"/>
            <a:ext cx="360000" cy="144000"/>
          </a:xfrm>
          <a:prstGeom prst="roundRect">
            <a:avLst/>
          </a:prstGeom>
          <a:solidFill>
            <a:srgbClr val="1E04BC"/>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206" name="모서리가 둥근 직사각형 205"/>
          <p:cNvSpPr/>
          <p:nvPr/>
        </p:nvSpPr>
        <p:spPr>
          <a:xfrm>
            <a:off x="-58937" y="5529660"/>
            <a:ext cx="432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Tree>
    <p:extLst>
      <p:ext uri="{BB962C8B-B14F-4D97-AF65-F5344CB8AC3E}">
        <p14:creationId xmlns:p14="http://schemas.microsoft.com/office/powerpoint/2010/main" val="1135802115"/>
      </p:ext>
    </p:extLst>
  </p:cSld>
  <p:clrMapOvr>
    <a:masterClrMapping/>
  </p:clrMapOvr>
  <p:transition>
    <p:wipe dir="r"/>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KNOU_UI_C02130000_03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세미나 </a:t>
            </a:r>
            <a:r>
              <a:rPr lang="en-US" altLang="ko-KR" sz="800" spc="-60" dirty="0" smtClean="0">
                <a:latin typeface="+mn-ea"/>
                <a:ea typeface="+mn-ea"/>
              </a:rPr>
              <a:t>&gt; </a:t>
            </a:r>
            <a:r>
              <a:rPr lang="ko-KR" altLang="en-US" sz="800" spc="-60" dirty="0" smtClean="0">
                <a:latin typeface="+mn-ea"/>
                <a:ea typeface="+mn-ea"/>
              </a:rPr>
              <a:t>세미나정보 및 참여 </a:t>
            </a:r>
            <a:r>
              <a:rPr lang="en-US" altLang="ko-KR" sz="800" spc="-60" dirty="0" smtClean="0">
                <a:latin typeface="+mn-ea"/>
                <a:ea typeface="+mn-ea"/>
              </a:rPr>
              <a:t>: </a:t>
            </a:r>
            <a:r>
              <a:rPr lang="ko-KR" altLang="en-US" sz="800" spc="-60" dirty="0" smtClean="0">
                <a:latin typeface="+mn-ea"/>
                <a:ea typeface="+mn-ea"/>
              </a:rPr>
              <a:t>일반세미나 </a:t>
            </a:r>
            <a:r>
              <a:rPr lang="en-US" altLang="ko-KR" sz="800" spc="-60" dirty="0" smtClean="0">
                <a:latin typeface="+mn-ea"/>
                <a:ea typeface="+mn-ea"/>
              </a:rPr>
              <a:t>: </a:t>
            </a:r>
            <a:r>
              <a:rPr lang="ko-KR" altLang="en-US" sz="800" spc="-60" dirty="0" smtClean="0">
                <a:latin typeface="+mn-ea"/>
                <a:ea typeface="+mn-ea"/>
              </a:rPr>
              <a:t>마감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1892303"/>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세미나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088602691"/>
              </p:ext>
            </p:extLst>
          </p:nvPr>
        </p:nvGraphicFramePr>
        <p:xfrm>
          <a:off x="9499029" y="4104363"/>
          <a:ext cx="1404156" cy="69406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세미나정보및평가</a:t>
                      </a:r>
                      <a:r>
                        <a:rPr lang="ko-KR" altLang="en-US" sz="800" kern="1200" dirty="0" smtClean="0">
                          <a:solidFill>
                            <a:schemeClr val="tx1">
                              <a:lumMod val="75000"/>
                              <a:lumOff val="25000"/>
                            </a:schemeClr>
                          </a:solidFill>
                          <a:latin typeface="+mn-lt"/>
                          <a:ea typeface="+mn-ea"/>
                          <a:cs typeface="+mn-cs"/>
                        </a:rPr>
                        <a:t> 탭</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세미나정보및평가</a:t>
                      </a:r>
                      <a:r>
                        <a:rPr lang="ko-KR" altLang="en-US" sz="800" kern="1200" dirty="0" smtClean="0">
                          <a:solidFill>
                            <a:schemeClr val="tx1">
                              <a:lumMod val="75000"/>
                              <a:lumOff val="25000"/>
                            </a:schemeClr>
                          </a:solidFill>
                          <a:latin typeface="+mn-lt"/>
                          <a:ea typeface="+mn-ea"/>
                          <a:cs typeface="+mn-cs"/>
                        </a:rPr>
                        <a:t>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세미나명</a:t>
                      </a:r>
                      <a:r>
                        <a:rPr lang="en-US" altLang="ko-KR"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세미나일시</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진행시간</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출결반영 </a:t>
                      </a:r>
                      <a:endParaRPr lang="en-US" altLang="ko-KR" sz="800" kern="1200" baseline="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lt"/>
                          <a:ea typeface="+mn-ea"/>
                          <a:cs typeface="+mn-cs"/>
                        </a:rPr>
                        <a:t>클릭시</a:t>
                      </a:r>
                      <a:r>
                        <a:rPr lang="ko-KR" altLang="en-US" sz="800" kern="1200" baseline="0" dirty="0" smtClean="0">
                          <a:solidFill>
                            <a:schemeClr val="tx1">
                              <a:lumMod val="75000"/>
                              <a:lumOff val="25000"/>
                            </a:schemeClr>
                          </a:solidFill>
                          <a:latin typeface="+mn-lt"/>
                          <a:ea typeface="+mn-ea"/>
                          <a:cs typeface="+mn-cs"/>
                        </a:rPr>
                        <a:t> 펼침</a:t>
                      </a:r>
                      <a:r>
                        <a:rPr lang="en-US" altLang="ko-KR" sz="800" kern="1200" baseline="0" dirty="0" smtClean="0">
                          <a:solidFill>
                            <a:schemeClr val="tx1">
                              <a:lumMod val="75000"/>
                              <a:lumOff val="25000"/>
                            </a:schemeClr>
                          </a:solidFill>
                          <a:latin typeface="+mn-lt"/>
                          <a:ea typeface="+mn-ea"/>
                          <a:cs typeface="+mn-cs"/>
                        </a:rPr>
                        <a:t>/</a:t>
                      </a:r>
                      <a:r>
                        <a:rPr lang="ko-KR" altLang="en-US" sz="800" kern="1200" baseline="0" dirty="0" smtClean="0">
                          <a:solidFill>
                            <a:schemeClr val="tx1">
                              <a:lumMod val="75000"/>
                              <a:lumOff val="25000"/>
                            </a:schemeClr>
                          </a:solidFill>
                          <a:latin typeface="+mn-lt"/>
                          <a:ea typeface="+mn-ea"/>
                          <a:cs typeface="+mn-cs"/>
                        </a:rPr>
                        <a:t>숨김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첨부파일 </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다운로드</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ZOOM</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연결</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세미나 마감 시 버튼 숨김</a:t>
                      </a:r>
                      <a:endParaRPr lang="en-US" altLang="ko-KR" sz="800" kern="1200" baseline="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세미나 시작 전입니다</a:t>
                      </a:r>
                      <a:r>
                        <a:rPr lang="en-US" altLang="ko-KR" sz="800" kern="1200" dirty="0" smtClean="0">
                          <a:solidFill>
                            <a:srgbClr val="0070C0"/>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lt"/>
                          <a:ea typeface="+mn-ea"/>
                          <a:cs typeface="+mn-cs"/>
                        </a:rPr>
                        <a:t>ZOOM</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이메일</a:t>
                      </a:r>
                      <a:r>
                        <a:rPr lang="ko-KR" altLang="en-US" sz="800" kern="1200" dirty="0" smtClean="0">
                          <a:solidFill>
                            <a:srgbClr val="0070C0"/>
                          </a:solidFill>
                          <a:latin typeface="+mn-lt"/>
                          <a:ea typeface="+mn-ea"/>
                          <a:cs typeface="+mn-cs"/>
                        </a:rPr>
                        <a:t> 접속 </a:t>
                      </a:r>
                      <a:r>
                        <a:rPr lang="ko-KR" altLang="en-US" sz="800" kern="1200" dirty="0" err="1" smtClean="0">
                          <a:solidFill>
                            <a:srgbClr val="0070C0"/>
                          </a:solidFill>
                          <a:latin typeface="+mn-lt"/>
                          <a:ea typeface="+mn-ea"/>
                          <a:cs typeface="+mn-cs"/>
                        </a:rPr>
                        <a:t>레이어팝업</a:t>
                      </a:r>
                      <a:r>
                        <a:rPr lang="ko-KR" altLang="en-US" sz="800" kern="1200" dirty="0" smtClean="0">
                          <a:solidFill>
                            <a:srgbClr val="0070C0"/>
                          </a:solidFill>
                          <a:latin typeface="+mn-lt"/>
                          <a:ea typeface="+mn-ea"/>
                          <a:cs typeface="+mn-cs"/>
                        </a:rPr>
                        <a:t>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녹화영상 다운로드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녹화 영상이 없습니다</a:t>
                      </a:r>
                      <a:r>
                        <a:rPr lang="en-US" altLang="ko-KR" sz="800" kern="120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세미나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0369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335929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5" name="모서리가 둥근 직사각형 194"/>
          <p:cNvSpPr/>
          <p:nvPr/>
        </p:nvSpPr>
        <p:spPr>
          <a:xfrm>
            <a:off x="8543014" y="377816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198" name="직선 연결선 197"/>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9" name="직사각형 198"/>
          <p:cNvSpPr/>
          <p:nvPr/>
        </p:nvSpPr>
        <p:spPr>
          <a:xfrm>
            <a:off x="1981742" y="3453407"/>
            <a:ext cx="1224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세미나정보 및 평가</a:t>
            </a:r>
          </a:p>
        </p:txBody>
      </p:sp>
      <p:graphicFrame>
        <p:nvGraphicFramePr>
          <p:cNvPr id="202" name="Group 37"/>
          <p:cNvGraphicFramePr>
            <a:graphicFrameLocks noGrp="1"/>
          </p:cNvGraphicFramePr>
          <p:nvPr>
            <p:extLst>
              <p:ext uri="{D42A27DB-BD31-4B8C-83A1-F6EECF244321}">
                <p14:modId xmlns:p14="http://schemas.microsoft.com/office/powerpoint/2010/main" val="210475513"/>
              </p:ext>
            </p:extLst>
          </p:nvPr>
        </p:nvGraphicFramePr>
        <p:xfrm>
          <a:off x="1972097" y="4065463"/>
          <a:ext cx="7470353" cy="476413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일반세미나일반세미나</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201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진행 시간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세미나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en-US" altLang="ko-KR" sz="800" dirty="0" smtClean="0">
                          <a:solidFill>
                            <a:schemeClr val="tx1">
                              <a:lumMod val="75000"/>
                              <a:lumOff val="25000"/>
                            </a:schemeClr>
                          </a:solidFill>
                        </a:rPr>
                        <a:t>ZOOM</a:t>
                      </a:r>
                      <a:r>
                        <a:rPr lang="ko-KR" altLang="en-US" sz="800" baseline="0" dirty="0" smtClean="0">
                          <a:solidFill>
                            <a:schemeClr val="tx1">
                              <a:lumMod val="75000"/>
                              <a:lumOff val="25000"/>
                            </a:schemeClr>
                          </a:solidFill>
                        </a:rPr>
                        <a:t> 정보</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ID</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25487112335@konu.ac.kr</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녹화</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4" name="직사각형 20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6" name="그룹 205"/>
          <p:cNvGrpSpPr/>
          <p:nvPr/>
        </p:nvGrpSpPr>
        <p:grpSpPr>
          <a:xfrm>
            <a:off x="3219475" y="4796570"/>
            <a:ext cx="6151862" cy="1148064"/>
            <a:chOff x="3229000" y="4452549"/>
            <a:chExt cx="6151862" cy="1148064"/>
          </a:xfrm>
        </p:grpSpPr>
        <p:sp>
          <p:nvSpPr>
            <p:cNvPr id="20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세미나내용 세미나내용 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세미나내용</a:t>
              </a:r>
              <a:endParaRPr lang="en-US" altLang="ko-KR" sz="800" dirty="0">
                <a:solidFill>
                  <a:schemeClr val="tx1">
                    <a:lumMod val="75000"/>
                    <a:lumOff val="25000"/>
                  </a:schemeClr>
                </a:solidFill>
                <a:latin typeface="+mn-ea"/>
                <a:ea typeface="+mn-ea"/>
              </a:endParaRPr>
            </a:p>
          </p:txBody>
        </p:sp>
        <p:sp>
          <p:nvSpPr>
            <p:cNvPr id="20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0" name="그룹 209"/>
          <p:cNvGrpSpPr/>
          <p:nvPr/>
        </p:nvGrpSpPr>
        <p:grpSpPr>
          <a:xfrm>
            <a:off x="3216263" y="7480476"/>
            <a:ext cx="2114928" cy="162000"/>
            <a:chOff x="3225788" y="7298382"/>
            <a:chExt cx="2114928" cy="162000"/>
          </a:xfrm>
        </p:grpSpPr>
        <p:sp>
          <p:nvSpPr>
            <p:cNvPr id="211" name="직사각형 21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2"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13" name="그룹 212"/>
          <p:cNvGrpSpPr/>
          <p:nvPr/>
        </p:nvGrpSpPr>
        <p:grpSpPr>
          <a:xfrm>
            <a:off x="1872228" y="4110380"/>
            <a:ext cx="234360" cy="200055"/>
            <a:chOff x="1152270" y="11716364"/>
            <a:chExt cx="234360" cy="200055"/>
          </a:xfrm>
        </p:grpSpPr>
        <p:sp>
          <p:nvSpPr>
            <p:cNvPr id="214" name="모서리가 둥근 직사각형 21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5" name="직사각형 21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16" name="그룹 215"/>
          <p:cNvGrpSpPr/>
          <p:nvPr/>
        </p:nvGrpSpPr>
        <p:grpSpPr>
          <a:xfrm>
            <a:off x="4960656" y="7470973"/>
            <a:ext cx="234360" cy="200055"/>
            <a:chOff x="1152270" y="11716364"/>
            <a:chExt cx="234360" cy="200055"/>
          </a:xfrm>
        </p:grpSpPr>
        <p:sp>
          <p:nvSpPr>
            <p:cNvPr id="219" name="모서리가 둥근 직사각형 2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6" name="직사각형 22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229" name="직사각형 228"/>
          <p:cNvSpPr/>
          <p:nvPr/>
        </p:nvSpPr>
        <p:spPr>
          <a:xfrm>
            <a:off x="1966764" y="4276734"/>
            <a:ext cx="2917786" cy="215444"/>
          </a:xfrm>
          <a:prstGeom prst="rect">
            <a:avLst/>
          </a:prstGeom>
        </p:spPr>
        <p:txBody>
          <a:bodyPr wrap="none">
            <a:spAutoFit/>
          </a:bodyPr>
          <a:lstStyle/>
          <a:p>
            <a:r>
              <a:rPr lang="ko-KR" altLang="en-US" sz="800" dirty="0" err="1" smtClean="0">
                <a:solidFill>
                  <a:schemeClr val="tx1">
                    <a:lumMod val="75000"/>
                    <a:lumOff val="25000"/>
                  </a:schemeClr>
                </a:solidFill>
                <a:latin typeface="+mn-ea"/>
                <a:ea typeface="+mn-ea"/>
              </a:rPr>
              <a:t>세미나일시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50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239" name="그룹 238"/>
          <p:cNvGrpSpPr/>
          <p:nvPr/>
        </p:nvGrpSpPr>
        <p:grpSpPr>
          <a:xfrm>
            <a:off x="1847131" y="3419114"/>
            <a:ext cx="234360" cy="200055"/>
            <a:chOff x="1152270" y="11716364"/>
            <a:chExt cx="234360" cy="200055"/>
          </a:xfrm>
        </p:grpSpPr>
        <p:sp>
          <p:nvSpPr>
            <p:cNvPr id="240" name="모서리가 둥근 직사각형 23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4" name="직사각형 25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364" name="직사각형 363"/>
          <p:cNvSpPr/>
          <p:nvPr/>
        </p:nvSpPr>
        <p:spPr>
          <a:xfrm>
            <a:off x="1972216" y="3768486"/>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세미나정보 및 참여</a:t>
            </a:r>
            <a:endParaRPr lang="ko-KR" altLang="en-US" sz="800" dirty="0">
              <a:solidFill>
                <a:srgbClr val="FF0000"/>
              </a:solidFill>
              <a:latin typeface="+mn-ea"/>
              <a:ea typeface="+mn-ea"/>
            </a:endParaRPr>
          </a:p>
        </p:txBody>
      </p:sp>
      <p:graphicFrame>
        <p:nvGraphicFramePr>
          <p:cNvPr id="3" name="표 2"/>
          <p:cNvGraphicFramePr>
            <a:graphicFrameLocks noGrp="1"/>
          </p:cNvGraphicFramePr>
          <p:nvPr>
            <p:extLst>
              <p:ext uri="{D42A27DB-BD31-4B8C-83A1-F6EECF244321}">
                <p14:modId xmlns:p14="http://schemas.microsoft.com/office/powerpoint/2010/main" val="1462965823"/>
              </p:ext>
            </p:extLst>
          </p:nvPr>
        </p:nvGraphicFramePr>
        <p:xfrm>
          <a:off x="1972097" y="9045624"/>
          <a:ext cx="7470353" cy="2942754"/>
        </p:xfrm>
        <a:graphic>
          <a:graphicData uri="http://schemas.openxmlformats.org/drawingml/2006/table">
            <a:tbl>
              <a:tblPr/>
              <a:tblGrid>
                <a:gridCol w="7470353"/>
              </a:tblGrid>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세미나 참여하기</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66187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384" name="그룹 383"/>
          <p:cNvGrpSpPr/>
          <p:nvPr/>
        </p:nvGrpSpPr>
        <p:grpSpPr>
          <a:xfrm>
            <a:off x="2072680" y="9432302"/>
            <a:ext cx="5115557" cy="540000"/>
            <a:chOff x="1920521" y="8023950"/>
            <a:chExt cx="5115557" cy="540000"/>
          </a:xfrm>
        </p:grpSpPr>
        <p:sp>
          <p:nvSpPr>
            <p:cNvPr id="385" name="직사각형 384"/>
            <p:cNvSpPr/>
            <p:nvPr/>
          </p:nvSpPr>
          <p:spPr>
            <a:xfrm>
              <a:off x="3450357" y="8056562"/>
              <a:ext cx="3585721" cy="461665"/>
            </a:xfrm>
            <a:prstGeom prst="rect">
              <a:avLst/>
            </a:prstGeom>
          </p:spPr>
          <p:txBody>
            <a:bodyPr wrap="square">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진행일시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2026.10.22 16:00  </a:t>
              </a:r>
            </a:p>
            <a:p>
              <a:pPr>
                <a:lnSpc>
                  <a:spcPct val="150000"/>
                </a:lnSpc>
              </a:pPr>
              <a:r>
                <a:rPr lang="en-US" altLang="ko-KR" sz="800" dirty="0">
                  <a:solidFill>
                    <a:schemeClr val="tx1">
                      <a:lumMod val="75000"/>
                      <a:lumOff val="25000"/>
                    </a:schemeClr>
                  </a:solidFill>
                  <a:latin typeface="+mn-ea"/>
                </a:rPr>
                <a:t>• </a:t>
              </a:r>
              <a:r>
                <a:rPr lang="ko-KR" altLang="en-US" sz="800" dirty="0" smtClean="0">
                  <a:solidFill>
                    <a:schemeClr val="tx1">
                      <a:lumMod val="75000"/>
                      <a:lumOff val="25000"/>
                    </a:schemeClr>
                  </a:solidFill>
                  <a:latin typeface="+mn-ea"/>
                  <a:ea typeface="+mn-ea"/>
                </a:rPr>
                <a:t>진행시간 </a:t>
              </a:r>
              <a:r>
                <a:rPr lang="en-US" altLang="ko-KR" sz="800" dirty="0" smtClean="0">
                  <a:solidFill>
                    <a:schemeClr val="tx1">
                      <a:lumMod val="75000"/>
                      <a:lumOff val="25000"/>
                    </a:schemeClr>
                  </a:solidFill>
                  <a:latin typeface="+mn-ea"/>
                  <a:ea typeface="+mn-ea"/>
                </a:rPr>
                <a:t>: 50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38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20521" y="8023950"/>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7" name="직사각형 386"/>
            <p:cNvSpPr/>
            <p:nvPr/>
          </p:nvSpPr>
          <p:spPr>
            <a:xfrm>
              <a:off x="2430353" y="8116949"/>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sp>
        <p:nvSpPr>
          <p:cNvPr id="388" name="직사각형 387"/>
          <p:cNvSpPr/>
          <p:nvPr/>
        </p:nvSpPr>
        <p:spPr>
          <a:xfrm>
            <a:off x="2072679" y="10080374"/>
            <a:ext cx="7244511" cy="468052"/>
          </a:xfrm>
          <a:prstGeom prst="rect">
            <a:avLst/>
          </a:prstGeom>
          <a:solidFill>
            <a:srgbClr val="DBEEF4"/>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중요</a:t>
            </a: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반드시 </a:t>
            </a:r>
            <a:r>
              <a:rPr lang="en-US" altLang="ko-KR" sz="800" dirty="0" smtClean="0">
                <a:solidFill>
                  <a:schemeClr val="tx1"/>
                </a:solidFill>
                <a:latin typeface="+mn-ea"/>
                <a:sym typeface="Wingdings" pitchFamily="2" charset="2"/>
              </a:rPr>
              <a:t>Zoom Meeting </a:t>
            </a:r>
            <a:r>
              <a:rPr lang="ko-KR" altLang="en-US" sz="800" dirty="0" smtClean="0">
                <a:solidFill>
                  <a:schemeClr val="tx1"/>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FF0000"/>
                </a:solidFill>
                <a:latin typeface="+mn-ea"/>
              </a:rPr>
              <a:t>Zoom </a:t>
            </a:r>
            <a:r>
              <a:rPr lang="ko-KR" altLang="en-US" sz="800" dirty="0" smtClean="0">
                <a:solidFill>
                  <a:srgbClr val="FF0000"/>
                </a:solidFill>
                <a:latin typeface="+mn-ea"/>
              </a:rPr>
              <a:t>프로그램이 아닌 브라우저 상의 </a:t>
            </a:r>
            <a:r>
              <a:rPr lang="en-US" altLang="ko-KR" sz="800" dirty="0" smtClean="0">
                <a:solidFill>
                  <a:srgbClr val="FF0000"/>
                </a:solidFill>
                <a:latin typeface="+mn-ea"/>
              </a:rPr>
              <a:t>“</a:t>
            </a:r>
            <a:r>
              <a:rPr lang="ko-KR" altLang="en-US" sz="800" dirty="0" smtClean="0">
                <a:solidFill>
                  <a:srgbClr val="FF0000"/>
                </a:solidFill>
                <a:latin typeface="+mn-ea"/>
              </a:rPr>
              <a:t>브라우저에서 참가</a:t>
            </a:r>
            <a:r>
              <a:rPr lang="en-US" altLang="ko-KR" sz="800" dirty="0" smtClean="0">
                <a:solidFill>
                  <a:srgbClr val="FF0000"/>
                </a:solidFill>
                <a:latin typeface="+mn-ea"/>
              </a:rPr>
              <a:t>”</a:t>
            </a:r>
            <a:r>
              <a:rPr lang="ko-KR" altLang="en-US" sz="800" dirty="0" smtClean="0">
                <a:solidFill>
                  <a:srgbClr val="FF0000"/>
                </a:solidFill>
                <a:latin typeface="+mn-ea"/>
              </a:rPr>
              <a:t>를 클릭하여 입장한 경우에는 출결이 기록되지 않습니다</a:t>
            </a:r>
            <a:r>
              <a:rPr lang="en-US" altLang="ko-KR" sz="800" dirty="0" smtClean="0">
                <a:solidFill>
                  <a:srgbClr val="FF0000"/>
                </a:solidFill>
                <a:latin typeface="+mn-ea"/>
              </a:rPr>
              <a:t>.</a:t>
            </a:r>
            <a:endParaRPr lang="en-US" altLang="ko-KR" sz="800" dirty="0">
              <a:solidFill>
                <a:srgbClr val="FF0000"/>
              </a:solidFill>
              <a:latin typeface="+mn-ea"/>
            </a:endParaRPr>
          </a:p>
        </p:txBody>
      </p:sp>
      <p:sp>
        <p:nvSpPr>
          <p:cNvPr id="389" name="직사각형 388"/>
          <p:cNvSpPr/>
          <p:nvPr/>
        </p:nvSpPr>
        <p:spPr>
          <a:xfrm>
            <a:off x="2072680" y="10629958"/>
            <a:ext cx="7250721" cy="12506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ko-KR" altLang="en-US" sz="800" dirty="0" smtClean="0">
                <a:solidFill>
                  <a:schemeClr val="tx1">
                    <a:lumMod val="75000"/>
                    <a:lumOff val="25000"/>
                  </a:schemeClr>
                </a:solidFill>
                <a:latin typeface="+mn-ea"/>
              </a:rPr>
              <a:t>화상강의 참가가 </a:t>
            </a:r>
            <a:r>
              <a:rPr lang="ko-KR" altLang="en-US" sz="800" dirty="0" err="1" smtClean="0">
                <a:solidFill>
                  <a:schemeClr val="tx1">
                    <a:lumMod val="75000"/>
                    <a:lumOff val="25000"/>
                  </a:schemeClr>
                </a:solidFill>
                <a:latin typeface="+mn-ea"/>
              </a:rPr>
              <a:t>원할히</a:t>
            </a:r>
            <a:r>
              <a:rPr lang="ko-KR" altLang="en-US" sz="800" dirty="0" smtClean="0">
                <a:solidFill>
                  <a:schemeClr val="tx1">
                    <a:lumMod val="75000"/>
                    <a:lumOff val="25000"/>
                  </a:schemeClr>
                </a:solidFill>
                <a:latin typeface="+mn-ea"/>
              </a:rPr>
              <a:t> 진행되지 않을 경우 아래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a:t>
            </a:r>
            <a:r>
              <a:rPr lang="ko-KR" altLang="en-US" sz="800" dirty="0" err="1" smtClean="0">
                <a:solidFill>
                  <a:schemeClr val="tx1">
                    <a:lumMod val="75000"/>
                    <a:lumOff val="25000"/>
                  </a:schemeClr>
                </a:solidFill>
                <a:latin typeface="+mn-ea"/>
              </a:rPr>
              <a:t>이메일</a:t>
            </a:r>
            <a:r>
              <a:rPr lang="ko-KR" altLang="en-US" sz="800" dirty="0" smtClean="0">
                <a:solidFill>
                  <a:schemeClr val="tx1">
                    <a:lumMod val="75000"/>
                    <a:lumOff val="25000"/>
                  </a:schemeClr>
                </a:solidFill>
                <a:latin typeface="+mn-ea"/>
              </a:rPr>
              <a:t>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a:t>
            </a:r>
            <a:r>
              <a:rPr lang="ko-KR" altLang="en-US" sz="800" dirty="0" err="1" smtClean="0">
                <a:solidFill>
                  <a:schemeClr val="tx1">
                    <a:lumMod val="75000"/>
                    <a:lumOff val="25000"/>
                  </a:schemeClr>
                </a:solidFill>
                <a:latin typeface="+mn-ea"/>
              </a:rPr>
              <a:t>등록시</a:t>
            </a:r>
            <a:r>
              <a:rPr lang="ko-KR" altLang="en-US" sz="800" dirty="0" smtClean="0">
                <a:solidFill>
                  <a:schemeClr val="tx1">
                    <a:lumMod val="75000"/>
                    <a:lumOff val="25000"/>
                  </a:schemeClr>
                </a:solidFill>
                <a:latin typeface="+mn-ea"/>
              </a:rPr>
              <a:t> 입력할 </a:t>
            </a:r>
            <a:r>
              <a:rPr lang="ko-KR" altLang="en-US" sz="800" dirty="0" err="1" smtClean="0">
                <a:solidFill>
                  <a:schemeClr val="tx1">
                    <a:lumMod val="75000"/>
                    <a:lumOff val="25000"/>
                  </a:schemeClr>
                </a:solidFill>
                <a:latin typeface="+mn-ea"/>
              </a:rPr>
              <a:t>이메일</a:t>
            </a:r>
            <a:r>
              <a:rPr lang="ko-KR" altLang="en-US" sz="800" dirty="0" smtClean="0">
                <a:solidFill>
                  <a:schemeClr val="tx1">
                    <a:lumMod val="75000"/>
                    <a:lumOff val="25000"/>
                  </a:schemeClr>
                </a:solidFill>
                <a:latin typeface="+mn-ea"/>
              </a:rPr>
              <a:t> 주소 </a:t>
            </a:r>
            <a:r>
              <a:rPr lang="en-US" altLang="ko-KR" sz="800" dirty="0" smtClean="0">
                <a:solidFill>
                  <a:schemeClr val="tx1">
                    <a:lumMod val="75000"/>
                    <a:lumOff val="25000"/>
                  </a:schemeClr>
                </a:solidFill>
                <a:latin typeface="+mn-ea"/>
              </a:rPr>
              <a:t>:  </a:t>
            </a:r>
            <a:r>
              <a:rPr lang="ko-KR" altLang="en-US" sz="800" dirty="0" smtClean="0">
                <a:solidFill>
                  <a:srgbClr val="0070C0"/>
                </a:solidFill>
                <a:latin typeface="+mn-ea"/>
              </a:rPr>
              <a:t>학번</a:t>
            </a:r>
            <a:r>
              <a:rPr lang="en-US" altLang="ko-KR" sz="800" dirty="0" smtClean="0">
                <a:solidFill>
                  <a:srgbClr val="0070C0"/>
                </a:solidFill>
                <a:latin typeface="+mn-ea"/>
              </a:rPr>
              <a:t>@knou.ac.kr</a:t>
            </a:r>
            <a:endParaRPr lang="en-US" altLang="ko-KR" sz="800" dirty="0">
              <a:solidFill>
                <a:srgbClr val="0070C0"/>
              </a:solidFill>
              <a:latin typeface="+mn-ea"/>
            </a:endParaRPr>
          </a:p>
        </p:txBody>
      </p:sp>
      <p:sp>
        <p:nvSpPr>
          <p:cNvPr id="390" name="직사각형 389"/>
          <p:cNvSpPr/>
          <p:nvPr/>
        </p:nvSpPr>
        <p:spPr>
          <a:xfrm>
            <a:off x="2197579" y="11322305"/>
            <a:ext cx="1800000" cy="1908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err="1" smtClean="0">
                <a:solidFill>
                  <a:schemeClr val="bg1"/>
                </a:solidFill>
                <a:latin typeface="+mn-ea"/>
              </a:rPr>
              <a:t>이메일</a:t>
            </a:r>
            <a:r>
              <a:rPr lang="ko-KR" altLang="en-US" sz="800" dirty="0" smtClean="0">
                <a:solidFill>
                  <a:schemeClr val="bg1"/>
                </a:solidFill>
                <a:latin typeface="+mn-ea"/>
              </a:rPr>
              <a:t> 주소 직접 등록하여 참가</a:t>
            </a:r>
            <a:endParaRPr lang="en-US" altLang="ko-KR" sz="800" dirty="0">
              <a:solidFill>
                <a:schemeClr val="bg1"/>
              </a:solidFill>
              <a:latin typeface="+mn-ea"/>
            </a:endParaRPr>
          </a:p>
        </p:txBody>
      </p:sp>
      <p:grpSp>
        <p:nvGrpSpPr>
          <p:cNvPr id="391" name="그룹 390"/>
          <p:cNvGrpSpPr/>
          <p:nvPr/>
        </p:nvGrpSpPr>
        <p:grpSpPr>
          <a:xfrm>
            <a:off x="3308469" y="9396090"/>
            <a:ext cx="234360" cy="200055"/>
            <a:chOff x="1152270" y="11706839"/>
            <a:chExt cx="234360" cy="200055"/>
          </a:xfrm>
        </p:grpSpPr>
        <p:sp>
          <p:nvSpPr>
            <p:cNvPr id="392" name="모서리가 둥근 직사각형 3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3" name="직사각형 39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94" name="그룹 393"/>
          <p:cNvGrpSpPr/>
          <p:nvPr/>
        </p:nvGrpSpPr>
        <p:grpSpPr>
          <a:xfrm>
            <a:off x="3824027" y="11284475"/>
            <a:ext cx="234360" cy="200055"/>
            <a:chOff x="1152270" y="11706839"/>
            <a:chExt cx="234360" cy="200055"/>
          </a:xfrm>
        </p:grpSpPr>
        <p:sp>
          <p:nvSpPr>
            <p:cNvPr id="395" name="모서리가 둥근 직사각형 3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6" name="직사각형 39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aphicFrame>
        <p:nvGraphicFramePr>
          <p:cNvPr id="4" name="표 3"/>
          <p:cNvGraphicFramePr>
            <a:graphicFrameLocks noGrp="1"/>
          </p:cNvGraphicFramePr>
          <p:nvPr>
            <p:extLst>
              <p:ext uri="{D42A27DB-BD31-4B8C-83A1-F6EECF244321}">
                <p14:modId xmlns:p14="http://schemas.microsoft.com/office/powerpoint/2010/main" val="239028713"/>
              </p:ext>
            </p:extLst>
          </p:nvPr>
        </p:nvGraphicFramePr>
        <p:xfrm>
          <a:off x="1970559" y="12075244"/>
          <a:ext cx="7470354" cy="842628"/>
        </p:xfrm>
        <a:graphic>
          <a:graphicData uri="http://schemas.openxmlformats.org/drawingml/2006/table">
            <a:tbl>
              <a:tblPr/>
              <a:tblGrid>
                <a:gridCol w="2490118"/>
                <a:gridCol w="2490118"/>
                <a:gridCol w="2490118"/>
              </a:tblGrid>
              <a:tr h="28087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참여이력</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808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참여일시</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진행시간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참여시간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80876">
                <a:tc grid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참여 정보가 없습니다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97" name="모서리가 둥근 직사각형 396"/>
          <p:cNvSpPr/>
          <p:nvPr/>
        </p:nvSpPr>
        <p:spPr>
          <a:xfrm>
            <a:off x="8484604" y="1212498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녹화영상보기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98" name="그룹 397"/>
          <p:cNvGrpSpPr/>
          <p:nvPr/>
        </p:nvGrpSpPr>
        <p:grpSpPr>
          <a:xfrm>
            <a:off x="8289519" y="12084009"/>
            <a:ext cx="234360" cy="200055"/>
            <a:chOff x="1152270" y="11706839"/>
            <a:chExt cx="234360" cy="200055"/>
          </a:xfrm>
        </p:grpSpPr>
        <p:sp>
          <p:nvSpPr>
            <p:cNvPr id="399" name="모서리가 둥근 직사각형 39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0" name="직사각형 39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401" name="모서리가 둥근 직사각형 400"/>
          <p:cNvSpPr/>
          <p:nvPr/>
        </p:nvSpPr>
        <p:spPr>
          <a:xfrm>
            <a:off x="8483588" y="8047037"/>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750" dirty="0" smtClean="0">
                <a:solidFill>
                  <a:schemeClr val="bg1"/>
                </a:solidFill>
                <a:latin typeface="맑은 고딕" panose="020B0503020000020004" pitchFamily="50" charset="-127"/>
                <a:ea typeface="맑은 고딕" panose="020B0503020000020004" pitchFamily="50" charset="-127"/>
              </a:rPr>
              <a:t>참여하기</a:t>
            </a:r>
            <a:endParaRPr lang="ko-KR" altLang="en-US" sz="750" dirty="0">
              <a:solidFill>
                <a:schemeClr val="bg1"/>
              </a:solidFill>
              <a:latin typeface="맑은 고딕" panose="020B0503020000020004" pitchFamily="50" charset="-127"/>
              <a:ea typeface="맑은 고딕" panose="020B0503020000020004" pitchFamily="50" charset="-127"/>
            </a:endParaRPr>
          </a:p>
        </p:txBody>
      </p:sp>
      <p:grpSp>
        <p:nvGrpSpPr>
          <p:cNvPr id="402" name="그룹 401"/>
          <p:cNvGrpSpPr/>
          <p:nvPr/>
        </p:nvGrpSpPr>
        <p:grpSpPr>
          <a:xfrm>
            <a:off x="8306931" y="8006499"/>
            <a:ext cx="234360" cy="200055"/>
            <a:chOff x="1152270" y="11706839"/>
            <a:chExt cx="234360" cy="200055"/>
          </a:xfrm>
        </p:grpSpPr>
        <p:sp>
          <p:nvSpPr>
            <p:cNvPr id="423" name="모서리가 둥근 직사각형 4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4" name="직사각형 4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25" name="그룹 424"/>
          <p:cNvGrpSpPr/>
          <p:nvPr/>
        </p:nvGrpSpPr>
        <p:grpSpPr>
          <a:xfrm>
            <a:off x="8345452" y="3744725"/>
            <a:ext cx="234360" cy="200055"/>
            <a:chOff x="1152270" y="11716364"/>
            <a:chExt cx="234360" cy="200055"/>
          </a:xfrm>
        </p:grpSpPr>
        <p:sp>
          <p:nvSpPr>
            <p:cNvPr id="426" name="모서리가 둥근 직사각형 42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7" name="직사각형 42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86" name="그룹 185"/>
          <p:cNvGrpSpPr/>
          <p:nvPr/>
        </p:nvGrpSpPr>
        <p:grpSpPr>
          <a:xfrm>
            <a:off x="579562" y="2166658"/>
            <a:ext cx="1386586" cy="5317057"/>
            <a:chOff x="579562" y="2166658"/>
            <a:chExt cx="1386586" cy="5317057"/>
          </a:xfrm>
        </p:grpSpPr>
        <p:grpSp>
          <p:nvGrpSpPr>
            <p:cNvPr id="187" name="그룹 186"/>
            <p:cNvGrpSpPr/>
            <p:nvPr/>
          </p:nvGrpSpPr>
          <p:grpSpPr>
            <a:xfrm>
              <a:off x="629956" y="3318264"/>
              <a:ext cx="1332000" cy="180000"/>
              <a:chOff x="666428" y="3785432"/>
              <a:chExt cx="1332000" cy="180000"/>
            </a:xfrm>
          </p:grpSpPr>
          <p:sp>
            <p:nvSpPr>
              <p:cNvPr id="370" name="모서리가 둥근 직사각형 36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29956" y="3568824"/>
              <a:ext cx="1332000" cy="180000"/>
              <a:chOff x="666428" y="4310612"/>
              <a:chExt cx="1332000" cy="180000"/>
            </a:xfrm>
          </p:grpSpPr>
          <p:sp>
            <p:nvSpPr>
              <p:cNvPr id="368" name="모서리가 둥근 직사각형 36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6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29955" y="3042501"/>
              <a:ext cx="1332000" cy="180000"/>
              <a:chOff x="666427" y="3266516"/>
              <a:chExt cx="1332000" cy="180000"/>
            </a:xfrm>
          </p:grpSpPr>
          <p:sp>
            <p:nvSpPr>
              <p:cNvPr id="366" name="모서리가 둥근 직사각형 36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29956" y="3854780"/>
              <a:ext cx="1332000" cy="180000"/>
              <a:chOff x="666428" y="4570824"/>
              <a:chExt cx="1332000" cy="180000"/>
            </a:xfrm>
          </p:grpSpPr>
          <p:sp>
            <p:nvSpPr>
              <p:cNvPr id="362" name="모서리가 둥근 직사각형 36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6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9956" y="5316875"/>
              <a:ext cx="1332000" cy="180000"/>
              <a:chOff x="666428" y="5096004"/>
              <a:chExt cx="1332000" cy="180000"/>
            </a:xfrm>
          </p:grpSpPr>
          <p:sp>
            <p:nvSpPr>
              <p:cNvPr id="347" name="모서리가 둥근 직사각형 34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54"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4148" y="5634789"/>
              <a:ext cx="1332000" cy="180000"/>
              <a:chOff x="666428" y="3785432"/>
              <a:chExt cx="1332000" cy="180000"/>
            </a:xfrm>
          </p:grpSpPr>
          <p:sp>
            <p:nvSpPr>
              <p:cNvPr id="345" name="모서리가 둥근 직사각형 344"/>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세미나</a:t>
                </a:r>
                <a:endParaRPr kumimoji="1" lang="ko-KR" altLang="en-US" sz="800" dirty="0">
                  <a:solidFill>
                    <a:schemeClr val="tx1">
                      <a:lumMod val="75000"/>
                      <a:lumOff val="25000"/>
                    </a:schemeClr>
                  </a:solidFill>
                  <a:latin typeface="+mn-ea"/>
                  <a:ea typeface="+mn-ea"/>
                  <a:cs typeface="Calibri" pitchFamily="34" charset="0"/>
                </a:endParaRPr>
              </a:p>
            </p:txBody>
          </p:sp>
          <p:pic>
            <p:nvPicPr>
              <p:cNvPr id="3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1150" y="4135825"/>
              <a:ext cx="1332000" cy="180000"/>
              <a:chOff x="666428" y="4570824"/>
              <a:chExt cx="1332000" cy="180000"/>
            </a:xfrm>
          </p:grpSpPr>
          <p:sp>
            <p:nvSpPr>
              <p:cNvPr id="327" name="모서리가 둥근 직사각형 32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4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29956" y="4423395"/>
              <a:ext cx="1332000" cy="180000"/>
              <a:chOff x="666428" y="4310612"/>
              <a:chExt cx="1332000" cy="180000"/>
            </a:xfrm>
          </p:grpSpPr>
          <p:sp>
            <p:nvSpPr>
              <p:cNvPr id="304" name="모서리가 둥근 직사각형 3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2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6" name="TextBox 19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7" name="그룹 196"/>
            <p:cNvGrpSpPr/>
            <p:nvPr/>
          </p:nvGrpSpPr>
          <p:grpSpPr>
            <a:xfrm>
              <a:off x="632520" y="4723068"/>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32520" y="2752353"/>
              <a:ext cx="1332000" cy="180000"/>
              <a:chOff x="666427" y="3266516"/>
              <a:chExt cx="1332000" cy="180000"/>
            </a:xfrm>
          </p:grpSpPr>
          <p:sp>
            <p:nvSpPr>
              <p:cNvPr id="259" name="모서리가 둥근 직사각형 25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6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2520" y="5005767"/>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32520" y="6227787"/>
              <a:ext cx="1332000" cy="180000"/>
              <a:chOff x="666428" y="3785432"/>
              <a:chExt cx="1332000" cy="180000"/>
            </a:xfrm>
          </p:grpSpPr>
          <p:sp>
            <p:nvSpPr>
              <p:cNvPr id="255" name="모서리가 둥근 직사각형 25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2520" y="6487872"/>
              <a:ext cx="1332000" cy="180000"/>
              <a:chOff x="666428" y="4310612"/>
              <a:chExt cx="1332000" cy="180000"/>
            </a:xfrm>
          </p:grpSpPr>
          <p:sp>
            <p:nvSpPr>
              <p:cNvPr id="234" name="모서리가 둥근 직사각형 23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4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2520" y="6773828"/>
              <a:ext cx="1332000" cy="180000"/>
              <a:chOff x="666428" y="4570824"/>
              <a:chExt cx="1332000" cy="180000"/>
            </a:xfrm>
          </p:grpSpPr>
          <p:sp>
            <p:nvSpPr>
              <p:cNvPr id="232" name="모서리가 둥근 직사각형 23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3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2520" y="7053155"/>
              <a:ext cx="1332000" cy="180000"/>
              <a:chOff x="666428" y="3785432"/>
              <a:chExt cx="1332000" cy="180000"/>
            </a:xfrm>
          </p:grpSpPr>
          <p:sp>
            <p:nvSpPr>
              <p:cNvPr id="230" name="모서리가 둥근 직사각형 22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3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2520" y="7303715"/>
              <a:ext cx="1332000" cy="180000"/>
              <a:chOff x="666428" y="4310612"/>
              <a:chExt cx="1332000" cy="180000"/>
            </a:xfrm>
          </p:grpSpPr>
          <p:sp>
            <p:nvSpPr>
              <p:cNvPr id="227" name="모서리가 둥근 직사각형 2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22995" y="5922821"/>
              <a:ext cx="1332000" cy="180000"/>
              <a:chOff x="666427" y="3266516"/>
              <a:chExt cx="1332000" cy="180000"/>
            </a:xfrm>
          </p:grpSpPr>
          <p:sp>
            <p:nvSpPr>
              <p:cNvPr id="222" name="모서리가 둥근 직사각형 22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2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244613462"/>
      </p:ext>
    </p:extLst>
  </p:cSld>
  <p:clrMapOvr>
    <a:masterClrMapping/>
  </p:clrMapOvr>
  <p:transition>
    <p:wipe dir="r"/>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KNOU_UI_C02130000_04</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세미나 </a:t>
            </a:r>
            <a:r>
              <a:rPr lang="en-US" altLang="ko-KR" sz="800" spc="-60" dirty="0" smtClean="0">
                <a:latin typeface="+mn-ea"/>
                <a:ea typeface="+mn-ea"/>
              </a:rPr>
              <a:t>&gt; </a:t>
            </a:r>
            <a:r>
              <a:rPr lang="ko-KR" altLang="en-US" sz="800" spc="-60" dirty="0" smtClean="0">
                <a:latin typeface="+mn-ea"/>
                <a:ea typeface="+mn-ea"/>
              </a:rPr>
              <a:t>세미나정보 및 참여 </a:t>
            </a:r>
            <a:r>
              <a:rPr lang="en-US" altLang="ko-KR" sz="800" spc="-60" dirty="0" smtClean="0">
                <a:latin typeface="+mn-ea"/>
                <a:ea typeface="+mn-ea"/>
              </a:rPr>
              <a:t>: </a:t>
            </a:r>
            <a:r>
              <a:rPr lang="ko-KR" altLang="en-US" sz="800" spc="-60" dirty="0" err="1" smtClean="0">
                <a:latin typeface="+mn-ea"/>
                <a:ea typeface="+mn-ea"/>
              </a:rPr>
              <a:t>팀세미나</a:t>
            </a:r>
            <a:r>
              <a:rPr lang="ko-KR" altLang="en-US" sz="800" spc="-60" dirty="0" smtClean="0">
                <a:latin typeface="+mn-ea"/>
                <a:ea typeface="+mn-ea"/>
              </a:rPr>
              <a:t> </a:t>
            </a:r>
            <a:r>
              <a:rPr lang="en-US" altLang="ko-KR" sz="800" spc="-60" dirty="0" smtClean="0">
                <a:latin typeface="+mn-ea"/>
                <a:ea typeface="+mn-ea"/>
              </a:rPr>
              <a:t>: </a:t>
            </a:r>
            <a:r>
              <a:rPr lang="ko-KR" altLang="en-US" sz="800" spc="-60" dirty="0" smtClean="0">
                <a:latin typeface="+mn-ea"/>
                <a:ea typeface="+mn-ea"/>
              </a:rPr>
              <a:t>마감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26993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세미나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641645137"/>
              </p:ext>
            </p:extLst>
          </p:nvPr>
        </p:nvGraphicFramePr>
        <p:xfrm>
          <a:off x="9499029" y="8163715"/>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팀 토론</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예</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인 경우</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학습그룹분류명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세미나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073871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371933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5" name="모서리가 둥근 직사각형 194"/>
          <p:cNvSpPr/>
          <p:nvPr/>
        </p:nvSpPr>
        <p:spPr>
          <a:xfrm>
            <a:off x="8543014" y="377816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198" name="직선 연결선 197"/>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9" name="직사각형 198"/>
          <p:cNvSpPr/>
          <p:nvPr/>
        </p:nvSpPr>
        <p:spPr>
          <a:xfrm>
            <a:off x="1981742" y="3453407"/>
            <a:ext cx="1224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세미나정보 및 평가</a:t>
            </a:r>
          </a:p>
        </p:txBody>
      </p:sp>
      <p:graphicFrame>
        <p:nvGraphicFramePr>
          <p:cNvPr id="202" name="Group 37"/>
          <p:cNvGraphicFramePr>
            <a:graphicFrameLocks noGrp="1"/>
          </p:cNvGraphicFramePr>
          <p:nvPr>
            <p:extLst>
              <p:ext uri="{D42A27DB-BD31-4B8C-83A1-F6EECF244321}">
                <p14:modId xmlns:p14="http://schemas.microsoft.com/office/powerpoint/2010/main" val="3363933754"/>
              </p:ext>
            </p:extLst>
          </p:nvPr>
        </p:nvGraphicFramePr>
        <p:xfrm>
          <a:off x="1972097" y="4065463"/>
          <a:ext cx="7470353" cy="483614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일반세미나일반세미나</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201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진행 시간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33141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세미나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a:t>
                      </a:r>
                      <a:r>
                        <a:rPr lang="en-US" altLang="ko-KR" sz="800" b="0" dirty="0" smtClean="0">
                          <a:solidFill>
                            <a:schemeClr val="tx1">
                              <a:lumMod val="75000"/>
                              <a:lumOff val="25000"/>
                            </a:schemeClr>
                          </a:solidFill>
                          <a:latin typeface="+mn-ea"/>
                        </a:rPr>
                        <a:t>: </a:t>
                      </a:r>
                      <a:r>
                        <a:rPr lang="ko-KR" altLang="en-US" sz="800" b="0" dirty="0" smtClean="0">
                          <a:solidFill>
                            <a:schemeClr val="tx1">
                              <a:lumMod val="75000"/>
                              <a:lumOff val="25000"/>
                            </a:schemeClr>
                          </a:solidFill>
                          <a:latin typeface="+mn-ea"/>
                        </a:rPr>
                        <a:t>과제 학습그룹 </a:t>
                      </a:r>
                      <a:r>
                        <a:rPr lang="en-US" altLang="ko-KR" sz="800" b="0" dirty="0" smtClean="0">
                          <a:solidFill>
                            <a:schemeClr val="tx1">
                              <a:lumMod val="75000"/>
                              <a:lumOff val="25000"/>
                            </a:schemeClr>
                          </a:solidFill>
                          <a:latin typeface="+mn-ea"/>
                        </a:rPr>
                        <a:t>001</a:t>
                      </a: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en-US" altLang="ko-KR" sz="800" dirty="0" smtClean="0">
                          <a:solidFill>
                            <a:srgbClr val="506E92"/>
                          </a:solidFill>
                        </a:rPr>
                        <a:t>ZOOM</a:t>
                      </a:r>
                      <a:r>
                        <a:rPr lang="ko-KR" altLang="en-US" sz="800" baseline="0" dirty="0" smtClean="0">
                          <a:solidFill>
                            <a:srgbClr val="506E92"/>
                          </a:solidFill>
                        </a:rPr>
                        <a:t> 설정</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03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ID</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smtClean="0">
                          <a:solidFill>
                            <a:schemeClr val="tx1">
                              <a:lumMod val="75000"/>
                              <a:lumOff val="25000"/>
                            </a:schemeClr>
                          </a:solidFill>
                          <a:latin typeface="+mn-ea"/>
                        </a:rPr>
                        <a:t>25487112335@konu.ac.kr</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03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녹화</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4" name="직사각형 20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6" name="그룹 205"/>
          <p:cNvGrpSpPr/>
          <p:nvPr/>
        </p:nvGrpSpPr>
        <p:grpSpPr>
          <a:xfrm>
            <a:off x="3219475" y="4796570"/>
            <a:ext cx="6151862" cy="1148064"/>
            <a:chOff x="3229000" y="4452549"/>
            <a:chExt cx="6151862" cy="1148064"/>
          </a:xfrm>
        </p:grpSpPr>
        <p:sp>
          <p:nvSpPr>
            <p:cNvPr id="20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세미나내용 세미나내용 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세미나내용</a:t>
              </a:r>
              <a:endParaRPr lang="en-US" altLang="ko-KR" sz="800" dirty="0">
                <a:solidFill>
                  <a:schemeClr val="tx1">
                    <a:lumMod val="75000"/>
                    <a:lumOff val="25000"/>
                  </a:schemeClr>
                </a:solidFill>
                <a:latin typeface="+mn-ea"/>
                <a:ea typeface="+mn-ea"/>
              </a:endParaRPr>
            </a:p>
          </p:txBody>
        </p:sp>
        <p:sp>
          <p:nvSpPr>
            <p:cNvPr id="20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0" name="그룹 209"/>
          <p:cNvGrpSpPr/>
          <p:nvPr/>
        </p:nvGrpSpPr>
        <p:grpSpPr>
          <a:xfrm>
            <a:off x="3216263" y="7480476"/>
            <a:ext cx="2114928" cy="162000"/>
            <a:chOff x="3225788" y="7298382"/>
            <a:chExt cx="2114928" cy="162000"/>
          </a:xfrm>
        </p:grpSpPr>
        <p:sp>
          <p:nvSpPr>
            <p:cNvPr id="211" name="직사각형 21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2"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29" name="직사각형 228"/>
          <p:cNvSpPr/>
          <p:nvPr/>
        </p:nvSpPr>
        <p:spPr>
          <a:xfrm>
            <a:off x="1966764" y="4276734"/>
            <a:ext cx="2917786" cy="215444"/>
          </a:xfrm>
          <a:prstGeom prst="rect">
            <a:avLst/>
          </a:prstGeom>
        </p:spPr>
        <p:txBody>
          <a:bodyPr wrap="none">
            <a:spAutoFit/>
          </a:bodyPr>
          <a:lstStyle/>
          <a:p>
            <a:r>
              <a:rPr lang="ko-KR" altLang="en-US" sz="800" dirty="0" err="1" smtClean="0">
                <a:solidFill>
                  <a:schemeClr val="tx1">
                    <a:lumMod val="75000"/>
                    <a:lumOff val="25000"/>
                  </a:schemeClr>
                </a:solidFill>
                <a:latin typeface="+mn-ea"/>
                <a:ea typeface="+mn-ea"/>
              </a:rPr>
              <a:t>세미나일시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50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64" name="직사각형 363"/>
          <p:cNvSpPr/>
          <p:nvPr/>
        </p:nvSpPr>
        <p:spPr>
          <a:xfrm>
            <a:off x="1972216" y="3768486"/>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세미나정보 및 참여</a:t>
            </a:r>
            <a:endParaRPr lang="ko-KR" altLang="en-US" sz="800" dirty="0">
              <a:solidFill>
                <a:srgbClr val="FF0000"/>
              </a:solidFill>
              <a:latin typeface="+mn-ea"/>
              <a:ea typeface="+mn-ea"/>
            </a:endParaRPr>
          </a:p>
        </p:txBody>
      </p:sp>
      <p:graphicFrame>
        <p:nvGraphicFramePr>
          <p:cNvPr id="3" name="표 2"/>
          <p:cNvGraphicFramePr>
            <a:graphicFrameLocks noGrp="1"/>
          </p:cNvGraphicFramePr>
          <p:nvPr>
            <p:extLst>
              <p:ext uri="{D42A27DB-BD31-4B8C-83A1-F6EECF244321}">
                <p14:modId xmlns:p14="http://schemas.microsoft.com/office/powerpoint/2010/main" val="4176891076"/>
              </p:ext>
            </p:extLst>
          </p:nvPr>
        </p:nvGraphicFramePr>
        <p:xfrm>
          <a:off x="1972097" y="9064522"/>
          <a:ext cx="7470353" cy="2933430"/>
        </p:xfrm>
        <a:graphic>
          <a:graphicData uri="http://schemas.openxmlformats.org/drawingml/2006/table">
            <a:tbl>
              <a:tblPr/>
              <a:tblGrid>
                <a:gridCol w="7470353"/>
              </a:tblGrid>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세미나 참여하기</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6525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4" name="표 3"/>
          <p:cNvGraphicFramePr>
            <a:graphicFrameLocks noGrp="1"/>
          </p:cNvGraphicFramePr>
          <p:nvPr>
            <p:extLst>
              <p:ext uri="{D42A27DB-BD31-4B8C-83A1-F6EECF244321}">
                <p14:modId xmlns:p14="http://schemas.microsoft.com/office/powerpoint/2010/main" val="1669870004"/>
              </p:ext>
            </p:extLst>
          </p:nvPr>
        </p:nvGraphicFramePr>
        <p:xfrm>
          <a:off x="1970559" y="12091428"/>
          <a:ext cx="7470354" cy="842628"/>
        </p:xfrm>
        <a:graphic>
          <a:graphicData uri="http://schemas.openxmlformats.org/drawingml/2006/table">
            <a:tbl>
              <a:tblPr/>
              <a:tblGrid>
                <a:gridCol w="2490118"/>
                <a:gridCol w="2490118"/>
                <a:gridCol w="2490118"/>
              </a:tblGrid>
              <a:tr h="28087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참여이력</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808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참여일시</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진행시간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참여시간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80876">
                <a:tc grid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참여 정보가 없습니다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97" name="모서리가 둥근 직사각형 396"/>
          <p:cNvSpPr/>
          <p:nvPr/>
        </p:nvSpPr>
        <p:spPr>
          <a:xfrm>
            <a:off x="8484604" y="1214116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녹화영상보기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21" name="그룹 220"/>
          <p:cNvGrpSpPr/>
          <p:nvPr/>
        </p:nvGrpSpPr>
        <p:grpSpPr>
          <a:xfrm>
            <a:off x="4603199" y="7827932"/>
            <a:ext cx="234360" cy="200055"/>
            <a:chOff x="1152270" y="11716364"/>
            <a:chExt cx="234360" cy="200055"/>
          </a:xfrm>
        </p:grpSpPr>
        <p:sp>
          <p:nvSpPr>
            <p:cNvPr id="222" name="모서리가 둥근 직사각형 22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3" name="직사각형 22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24" name="직사각형 223"/>
          <p:cNvSpPr/>
          <p:nvPr/>
        </p:nvSpPr>
        <p:spPr>
          <a:xfrm>
            <a:off x="1947714" y="7728689"/>
            <a:ext cx="7484640" cy="308824"/>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grpSp>
        <p:nvGrpSpPr>
          <p:cNvPr id="225" name="그룹 224"/>
          <p:cNvGrpSpPr/>
          <p:nvPr/>
        </p:nvGrpSpPr>
        <p:grpSpPr>
          <a:xfrm>
            <a:off x="1878542" y="7670683"/>
            <a:ext cx="234360" cy="200055"/>
            <a:chOff x="1152270" y="11716364"/>
            <a:chExt cx="234360" cy="200055"/>
          </a:xfrm>
        </p:grpSpPr>
        <p:sp>
          <p:nvSpPr>
            <p:cNvPr id="227" name="모서리가 둥근 직사각형 2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8" name="직사각형 22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00" name="그룹 199"/>
          <p:cNvGrpSpPr/>
          <p:nvPr/>
        </p:nvGrpSpPr>
        <p:grpSpPr>
          <a:xfrm>
            <a:off x="579562" y="2166658"/>
            <a:ext cx="1386586" cy="5317057"/>
            <a:chOff x="579562" y="2166658"/>
            <a:chExt cx="1386586" cy="5317057"/>
          </a:xfrm>
        </p:grpSpPr>
        <p:grpSp>
          <p:nvGrpSpPr>
            <p:cNvPr id="213" name="그룹 212"/>
            <p:cNvGrpSpPr/>
            <p:nvPr/>
          </p:nvGrpSpPr>
          <p:grpSpPr>
            <a:xfrm>
              <a:off x="629956" y="3318264"/>
              <a:ext cx="1332000" cy="180000"/>
              <a:chOff x="666428" y="3785432"/>
              <a:chExt cx="1332000" cy="180000"/>
            </a:xfrm>
          </p:grpSpPr>
          <p:sp>
            <p:nvSpPr>
              <p:cNvPr id="410" name="모서리가 둥근 직사각형 40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1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29956" y="3568824"/>
              <a:ext cx="1332000" cy="180000"/>
              <a:chOff x="666428" y="4310612"/>
              <a:chExt cx="1332000" cy="180000"/>
            </a:xfrm>
          </p:grpSpPr>
          <p:sp>
            <p:nvSpPr>
              <p:cNvPr id="408" name="모서리가 둥근 직사각형 40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0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29955" y="3042501"/>
              <a:ext cx="1332000" cy="180000"/>
              <a:chOff x="666427" y="3266516"/>
              <a:chExt cx="1332000" cy="180000"/>
            </a:xfrm>
          </p:grpSpPr>
          <p:sp>
            <p:nvSpPr>
              <p:cNvPr id="406" name="모서리가 둥근 직사각형 40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0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29956" y="3854780"/>
              <a:ext cx="1332000" cy="180000"/>
              <a:chOff x="666428" y="4570824"/>
              <a:chExt cx="1332000" cy="180000"/>
            </a:xfrm>
          </p:grpSpPr>
          <p:sp>
            <p:nvSpPr>
              <p:cNvPr id="402" name="모서리가 둥근 직사각형 40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0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5316875"/>
              <a:ext cx="1332000" cy="180000"/>
              <a:chOff x="666428" y="5096004"/>
              <a:chExt cx="1332000" cy="180000"/>
            </a:xfrm>
          </p:grpSpPr>
          <p:sp>
            <p:nvSpPr>
              <p:cNvPr id="393" name="모서리가 둥근 직사각형 3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01"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4148" y="5634789"/>
              <a:ext cx="1332000" cy="180000"/>
              <a:chOff x="666428" y="3785432"/>
              <a:chExt cx="1332000" cy="180000"/>
            </a:xfrm>
          </p:grpSpPr>
          <p:sp>
            <p:nvSpPr>
              <p:cNvPr id="391" name="모서리가 둥근 직사각형 390"/>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세미나</a:t>
                </a:r>
                <a:endParaRPr kumimoji="1" lang="ko-KR" altLang="en-US" sz="800" dirty="0">
                  <a:solidFill>
                    <a:schemeClr val="tx1">
                      <a:lumMod val="75000"/>
                      <a:lumOff val="25000"/>
                    </a:schemeClr>
                  </a:solidFill>
                  <a:latin typeface="+mn-ea"/>
                  <a:ea typeface="+mn-ea"/>
                  <a:cs typeface="Calibri" pitchFamily="34" charset="0"/>
                </a:endParaRPr>
              </a:p>
            </p:txBody>
          </p:sp>
          <p:pic>
            <p:nvPicPr>
              <p:cNvPr id="39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1150" y="4135825"/>
              <a:ext cx="1332000" cy="180000"/>
              <a:chOff x="666428" y="4570824"/>
              <a:chExt cx="1332000" cy="180000"/>
            </a:xfrm>
          </p:grpSpPr>
          <p:sp>
            <p:nvSpPr>
              <p:cNvPr id="387" name="모서리가 둥근 직사각형 38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9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29956" y="4423395"/>
              <a:ext cx="1332000" cy="180000"/>
              <a:chOff x="666428" y="4310612"/>
              <a:chExt cx="1332000" cy="180000"/>
            </a:xfrm>
          </p:grpSpPr>
          <p:sp>
            <p:nvSpPr>
              <p:cNvPr id="385" name="모서리가 둥근 직사각형 3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8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2" name="TextBox 231"/>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34" name="그룹 233"/>
            <p:cNvGrpSpPr/>
            <p:nvPr/>
          </p:nvGrpSpPr>
          <p:grpSpPr>
            <a:xfrm>
              <a:off x="632520" y="4723068"/>
              <a:ext cx="1332000" cy="180000"/>
              <a:chOff x="666428" y="4310612"/>
              <a:chExt cx="1332000" cy="180000"/>
            </a:xfrm>
          </p:grpSpPr>
          <p:sp>
            <p:nvSpPr>
              <p:cNvPr id="379" name="모서리가 둥근 직사각형 3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9" name="그룹 238"/>
            <p:cNvGrpSpPr/>
            <p:nvPr/>
          </p:nvGrpSpPr>
          <p:grpSpPr>
            <a:xfrm>
              <a:off x="632520" y="2752353"/>
              <a:ext cx="1332000" cy="180000"/>
              <a:chOff x="666427" y="3266516"/>
              <a:chExt cx="1332000" cy="180000"/>
            </a:xfrm>
          </p:grpSpPr>
          <p:sp>
            <p:nvSpPr>
              <p:cNvPr id="377" name="모서리가 둥근 직사각형 37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78"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2520" y="5005767"/>
              <a:ext cx="1332000" cy="180000"/>
              <a:chOff x="666428" y="4310612"/>
              <a:chExt cx="1332000" cy="180000"/>
            </a:xfrm>
          </p:grpSpPr>
          <p:sp>
            <p:nvSpPr>
              <p:cNvPr id="372" name="모서리가 둥근 직사각형 37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7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2520" y="6227787"/>
              <a:ext cx="1332000" cy="180000"/>
              <a:chOff x="666428" y="3785432"/>
              <a:chExt cx="1332000" cy="180000"/>
            </a:xfrm>
          </p:grpSpPr>
          <p:sp>
            <p:nvSpPr>
              <p:cNvPr id="369" name="모서리가 둥근 직사각형 36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7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32520" y="6487872"/>
              <a:ext cx="1332000" cy="180000"/>
              <a:chOff x="666428" y="4310612"/>
              <a:chExt cx="1332000" cy="180000"/>
            </a:xfrm>
          </p:grpSpPr>
          <p:sp>
            <p:nvSpPr>
              <p:cNvPr id="367" name="모서리가 둥근 직사각형 36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6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6773828"/>
              <a:ext cx="1332000" cy="180000"/>
              <a:chOff x="666428" y="4570824"/>
              <a:chExt cx="1332000" cy="180000"/>
            </a:xfrm>
          </p:grpSpPr>
          <p:sp>
            <p:nvSpPr>
              <p:cNvPr id="363" name="모서리가 둥근 직사각형 36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6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6" name="그룹 255"/>
            <p:cNvGrpSpPr/>
            <p:nvPr/>
          </p:nvGrpSpPr>
          <p:grpSpPr>
            <a:xfrm>
              <a:off x="632520" y="7053155"/>
              <a:ext cx="1332000" cy="180000"/>
              <a:chOff x="666428" y="3785432"/>
              <a:chExt cx="1332000" cy="180000"/>
            </a:xfrm>
          </p:grpSpPr>
          <p:sp>
            <p:nvSpPr>
              <p:cNvPr id="347" name="모서리가 둥근 직사각형 34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5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7303715"/>
              <a:ext cx="1332000" cy="180000"/>
              <a:chOff x="666428" y="4310612"/>
              <a:chExt cx="1332000" cy="180000"/>
            </a:xfrm>
          </p:grpSpPr>
          <p:sp>
            <p:nvSpPr>
              <p:cNvPr id="325" name="모서리가 둥근 직사각형 32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4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22995" y="5922821"/>
              <a:ext cx="1332000" cy="180000"/>
              <a:chOff x="666427" y="3266516"/>
              <a:chExt cx="1332000" cy="180000"/>
            </a:xfrm>
          </p:grpSpPr>
          <p:sp>
            <p:nvSpPr>
              <p:cNvPr id="260" name="모서리가 둥근 직사각형 25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7607771" y="378484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7" name="그룹 236"/>
          <p:cNvGrpSpPr/>
          <p:nvPr/>
        </p:nvGrpSpPr>
        <p:grpSpPr>
          <a:xfrm>
            <a:off x="9873927" y="4251526"/>
            <a:ext cx="2052001" cy="3560806"/>
            <a:chOff x="1100571" y="3012284"/>
            <a:chExt cx="2052001" cy="3560806"/>
          </a:xfrm>
        </p:grpSpPr>
        <p:sp>
          <p:nvSpPr>
            <p:cNvPr id="238" name="직사각형 237"/>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3" name="직사각형 242"/>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244" name="직사각형 243"/>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45" name="모서리가 둥근 직사각형 244"/>
          <p:cNvSpPr/>
          <p:nvPr/>
        </p:nvSpPr>
        <p:spPr>
          <a:xfrm>
            <a:off x="10489396" y="747662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46" name="Group 37"/>
          <p:cNvGraphicFramePr>
            <a:graphicFrameLocks noGrp="1"/>
          </p:cNvGraphicFramePr>
          <p:nvPr>
            <p:extLst>
              <p:ext uri="{D42A27DB-BD31-4B8C-83A1-F6EECF244321}">
                <p14:modId xmlns:p14="http://schemas.microsoft.com/office/powerpoint/2010/main" val="243961499"/>
              </p:ext>
            </p:extLst>
          </p:nvPr>
        </p:nvGraphicFramePr>
        <p:xfrm>
          <a:off x="9945935" y="4548376"/>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247" name="꺾인 연결선 246"/>
          <p:cNvCxnSpPr>
            <a:stCxn id="236" idx="2"/>
            <a:endCxn id="242" idx="0"/>
          </p:cNvCxnSpPr>
          <p:nvPr/>
        </p:nvCxnSpPr>
        <p:spPr>
          <a:xfrm rot="16200000" flipH="1">
            <a:off x="9325786" y="2696832"/>
            <a:ext cx="306127" cy="2842157"/>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248" name="모서리가 둥근 직사각형 247"/>
          <p:cNvSpPr/>
          <p:nvPr/>
        </p:nvSpPr>
        <p:spPr>
          <a:xfrm>
            <a:off x="8483588" y="8101061"/>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750" dirty="0" smtClean="0">
                <a:solidFill>
                  <a:schemeClr val="bg1"/>
                </a:solidFill>
                <a:latin typeface="맑은 고딕" panose="020B0503020000020004" pitchFamily="50" charset="-127"/>
                <a:ea typeface="맑은 고딕" panose="020B0503020000020004" pitchFamily="50" charset="-127"/>
              </a:rPr>
              <a:t>ZOOM </a:t>
            </a:r>
            <a:r>
              <a:rPr lang="ko-KR" altLang="en-US" sz="750" dirty="0" smtClean="0">
                <a:solidFill>
                  <a:schemeClr val="bg1"/>
                </a:solidFill>
                <a:latin typeface="맑은 고딕" panose="020B0503020000020004" pitchFamily="50" charset="-127"/>
                <a:ea typeface="맑은 고딕" panose="020B0503020000020004" pitchFamily="50" charset="-127"/>
              </a:rPr>
              <a:t>시작</a:t>
            </a:r>
            <a:endParaRPr lang="ko-KR" altLang="en-US" sz="750"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2072680" y="9432302"/>
            <a:ext cx="5115557" cy="540000"/>
            <a:chOff x="1920521" y="8023950"/>
            <a:chExt cx="5115557" cy="540000"/>
          </a:xfrm>
        </p:grpSpPr>
        <p:sp>
          <p:nvSpPr>
            <p:cNvPr id="250" name="직사각형 249"/>
            <p:cNvSpPr/>
            <p:nvPr/>
          </p:nvSpPr>
          <p:spPr>
            <a:xfrm>
              <a:off x="3450357" y="8056562"/>
              <a:ext cx="3585721" cy="461665"/>
            </a:xfrm>
            <a:prstGeom prst="rect">
              <a:avLst/>
            </a:prstGeom>
          </p:spPr>
          <p:txBody>
            <a:bodyPr wrap="square">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진행일시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2026.10.22 16:00  </a:t>
              </a:r>
            </a:p>
            <a:p>
              <a:pPr>
                <a:lnSpc>
                  <a:spcPct val="150000"/>
                </a:lnSpc>
              </a:pPr>
              <a:r>
                <a:rPr lang="en-US" altLang="ko-KR" sz="800" dirty="0">
                  <a:solidFill>
                    <a:schemeClr val="tx1">
                      <a:lumMod val="75000"/>
                      <a:lumOff val="25000"/>
                    </a:schemeClr>
                  </a:solidFill>
                  <a:latin typeface="+mn-ea"/>
                </a:rPr>
                <a:t>• </a:t>
              </a:r>
              <a:r>
                <a:rPr lang="ko-KR" altLang="en-US" sz="800" dirty="0" smtClean="0">
                  <a:solidFill>
                    <a:schemeClr val="tx1">
                      <a:lumMod val="75000"/>
                      <a:lumOff val="25000"/>
                    </a:schemeClr>
                  </a:solidFill>
                  <a:latin typeface="+mn-ea"/>
                  <a:ea typeface="+mn-ea"/>
                </a:rPr>
                <a:t>진행시간 </a:t>
              </a:r>
              <a:r>
                <a:rPr lang="en-US" altLang="ko-KR" sz="800" dirty="0" smtClean="0">
                  <a:solidFill>
                    <a:schemeClr val="tx1">
                      <a:lumMod val="75000"/>
                      <a:lumOff val="25000"/>
                    </a:schemeClr>
                  </a:solidFill>
                  <a:latin typeface="+mn-ea"/>
                  <a:ea typeface="+mn-ea"/>
                </a:rPr>
                <a:t>: 50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251"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20521" y="8023950"/>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2" name="직사각형 251"/>
            <p:cNvSpPr/>
            <p:nvPr/>
          </p:nvSpPr>
          <p:spPr>
            <a:xfrm>
              <a:off x="2430353" y="8116949"/>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sp>
        <p:nvSpPr>
          <p:cNvPr id="253" name="직사각형 252"/>
          <p:cNvSpPr/>
          <p:nvPr/>
        </p:nvSpPr>
        <p:spPr>
          <a:xfrm>
            <a:off x="2072679" y="10080374"/>
            <a:ext cx="7244511" cy="468052"/>
          </a:xfrm>
          <a:prstGeom prst="rect">
            <a:avLst/>
          </a:prstGeom>
          <a:solidFill>
            <a:srgbClr val="DBEEF4"/>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중요</a:t>
            </a: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반드시 </a:t>
            </a:r>
            <a:r>
              <a:rPr lang="en-US" altLang="ko-KR" sz="800" dirty="0" smtClean="0">
                <a:solidFill>
                  <a:schemeClr val="tx1"/>
                </a:solidFill>
                <a:latin typeface="+mn-ea"/>
                <a:sym typeface="Wingdings" pitchFamily="2" charset="2"/>
              </a:rPr>
              <a:t>Zoom Meeting </a:t>
            </a:r>
            <a:r>
              <a:rPr lang="ko-KR" altLang="en-US" sz="800" dirty="0" smtClean="0">
                <a:solidFill>
                  <a:schemeClr val="tx1"/>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FF0000"/>
                </a:solidFill>
                <a:latin typeface="+mn-ea"/>
              </a:rPr>
              <a:t>Zoom </a:t>
            </a:r>
            <a:r>
              <a:rPr lang="ko-KR" altLang="en-US" sz="800" dirty="0" smtClean="0">
                <a:solidFill>
                  <a:srgbClr val="FF0000"/>
                </a:solidFill>
                <a:latin typeface="+mn-ea"/>
              </a:rPr>
              <a:t>프로그램이 아닌 브라우저 상의 </a:t>
            </a:r>
            <a:r>
              <a:rPr lang="en-US" altLang="ko-KR" sz="800" dirty="0" smtClean="0">
                <a:solidFill>
                  <a:srgbClr val="FF0000"/>
                </a:solidFill>
                <a:latin typeface="+mn-ea"/>
              </a:rPr>
              <a:t>“</a:t>
            </a:r>
            <a:r>
              <a:rPr lang="ko-KR" altLang="en-US" sz="800" dirty="0" smtClean="0">
                <a:solidFill>
                  <a:srgbClr val="FF0000"/>
                </a:solidFill>
                <a:latin typeface="+mn-ea"/>
              </a:rPr>
              <a:t>브라우저에서 참가</a:t>
            </a:r>
            <a:r>
              <a:rPr lang="en-US" altLang="ko-KR" sz="800" dirty="0" smtClean="0">
                <a:solidFill>
                  <a:srgbClr val="FF0000"/>
                </a:solidFill>
                <a:latin typeface="+mn-ea"/>
              </a:rPr>
              <a:t>”</a:t>
            </a:r>
            <a:r>
              <a:rPr lang="ko-KR" altLang="en-US" sz="800" dirty="0" smtClean="0">
                <a:solidFill>
                  <a:srgbClr val="FF0000"/>
                </a:solidFill>
                <a:latin typeface="+mn-ea"/>
              </a:rPr>
              <a:t>를 클릭하여 입장한 경우에는 출결이 기록되지 않습니다</a:t>
            </a:r>
            <a:r>
              <a:rPr lang="en-US" altLang="ko-KR" sz="800" dirty="0" smtClean="0">
                <a:solidFill>
                  <a:srgbClr val="FF0000"/>
                </a:solidFill>
                <a:latin typeface="+mn-ea"/>
              </a:rPr>
              <a:t>.</a:t>
            </a:r>
            <a:endParaRPr lang="en-US" altLang="ko-KR" sz="800" dirty="0">
              <a:solidFill>
                <a:srgbClr val="FF0000"/>
              </a:solidFill>
              <a:latin typeface="+mn-ea"/>
            </a:endParaRPr>
          </a:p>
        </p:txBody>
      </p:sp>
      <p:sp>
        <p:nvSpPr>
          <p:cNvPr id="258" name="직사각형 257"/>
          <p:cNvSpPr/>
          <p:nvPr/>
        </p:nvSpPr>
        <p:spPr>
          <a:xfrm>
            <a:off x="2072680" y="10629958"/>
            <a:ext cx="7250721" cy="12506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ko-KR" altLang="en-US" sz="800" dirty="0" smtClean="0">
                <a:solidFill>
                  <a:schemeClr val="tx1">
                    <a:lumMod val="75000"/>
                    <a:lumOff val="25000"/>
                  </a:schemeClr>
                </a:solidFill>
                <a:latin typeface="+mn-ea"/>
              </a:rPr>
              <a:t>화상강의 참가가 </a:t>
            </a:r>
            <a:r>
              <a:rPr lang="ko-KR" altLang="en-US" sz="800" dirty="0" err="1" smtClean="0">
                <a:solidFill>
                  <a:schemeClr val="tx1">
                    <a:lumMod val="75000"/>
                    <a:lumOff val="25000"/>
                  </a:schemeClr>
                </a:solidFill>
                <a:latin typeface="+mn-ea"/>
              </a:rPr>
              <a:t>원할히</a:t>
            </a:r>
            <a:r>
              <a:rPr lang="ko-KR" altLang="en-US" sz="800" dirty="0" smtClean="0">
                <a:solidFill>
                  <a:schemeClr val="tx1">
                    <a:lumMod val="75000"/>
                    <a:lumOff val="25000"/>
                  </a:schemeClr>
                </a:solidFill>
                <a:latin typeface="+mn-ea"/>
              </a:rPr>
              <a:t> 진행되지 않을 경우 아래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a:t>
            </a:r>
            <a:r>
              <a:rPr lang="ko-KR" altLang="en-US" sz="800" dirty="0" err="1" smtClean="0">
                <a:solidFill>
                  <a:schemeClr val="tx1">
                    <a:lumMod val="75000"/>
                    <a:lumOff val="25000"/>
                  </a:schemeClr>
                </a:solidFill>
                <a:latin typeface="+mn-ea"/>
              </a:rPr>
              <a:t>이메일</a:t>
            </a:r>
            <a:r>
              <a:rPr lang="ko-KR" altLang="en-US" sz="800" dirty="0" smtClean="0">
                <a:solidFill>
                  <a:schemeClr val="tx1">
                    <a:lumMod val="75000"/>
                    <a:lumOff val="25000"/>
                  </a:schemeClr>
                </a:solidFill>
                <a:latin typeface="+mn-ea"/>
              </a:rPr>
              <a:t>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a:t>
            </a:r>
            <a:r>
              <a:rPr lang="ko-KR" altLang="en-US" sz="800" dirty="0" err="1" smtClean="0">
                <a:solidFill>
                  <a:schemeClr val="tx1">
                    <a:lumMod val="75000"/>
                    <a:lumOff val="25000"/>
                  </a:schemeClr>
                </a:solidFill>
                <a:latin typeface="+mn-ea"/>
              </a:rPr>
              <a:t>등록시</a:t>
            </a:r>
            <a:r>
              <a:rPr lang="ko-KR" altLang="en-US" sz="800" dirty="0" smtClean="0">
                <a:solidFill>
                  <a:schemeClr val="tx1">
                    <a:lumMod val="75000"/>
                    <a:lumOff val="25000"/>
                  </a:schemeClr>
                </a:solidFill>
                <a:latin typeface="+mn-ea"/>
              </a:rPr>
              <a:t> 입력할 </a:t>
            </a:r>
            <a:r>
              <a:rPr lang="ko-KR" altLang="en-US" sz="800" dirty="0" err="1" smtClean="0">
                <a:solidFill>
                  <a:schemeClr val="tx1">
                    <a:lumMod val="75000"/>
                    <a:lumOff val="25000"/>
                  </a:schemeClr>
                </a:solidFill>
                <a:latin typeface="+mn-ea"/>
              </a:rPr>
              <a:t>이메일</a:t>
            </a:r>
            <a:r>
              <a:rPr lang="ko-KR" altLang="en-US" sz="800" dirty="0" smtClean="0">
                <a:solidFill>
                  <a:schemeClr val="tx1">
                    <a:lumMod val="75000"/>
                    <a:lumOff val="25000"/>
                  </a:schemeClr>
                </a:solidFill>
                <a:latin typeface="+mn-ea"/>
              </a:rPr>
              <a:t> 주소 </a:t>
            </a:r>
            <a:r>
              <a:rPr lang="en-US" altLang="ko-KR" sz="800" dirty="0" smtClean="0">
                <a:solidFill>
                  <a:schemeClr val="tx1">
                    <a:lumMod val="75000"/>
                    <a:lumOff val="25000"/>
                  </a:schemeClr>
                </a:solidFill>
                <a:latin typeface="+mn-ea"/>
              </a:rPr>
              <a:t>:  </a:t>
            </a:r>
            <a:r>
              <a:rPr lang="ko-KR" altLang="en-US" sz="800" dirty="0" smtClean="0">
                <a:solidFill>
                  <a:srgbClr val="0070C0"/>
                </a:solidFill>
                <a:latin typeface="+mn-ea"/>
              </a:rPr>
              <a:t>학번</a:t>
            </a:r>
            <a:r>
              <a:rPr lang="en-US" altLang="ko-KR" sz="800" dirty="0" smtClean="0">
                <a:solidFill>
                  <a:srgbClr val="0070C0"/>
                </a:solidFill>
                <a:latin typeface="+mn-ea"/>
              </a:rPr>
              <a:t>@knou.ac.kr</a:t>
            </a:r>
            <a:endParaRPr lang="en-US" altLang="ko-KR" sz="800" dirty="0">
              <a:solidFill>
                <a:srgbClr val="0070C0"/>
              </a:solidFill>
              <a:latin typeface="+mn-ea"/>
            </a:endParaRPr>
          </a:p>
        </p:txBody>
      </p:sp>
      <p:sp>
        <p:nvSpPr>
          <p:cNvPr id="262" name="직사각형 261"/>
          <p:cNvSpPr/>
          <p:nvPr/>
        </p:nvSpPr>
        <p:spPr>
          <a:xfrm>
            <a:off x="2197579" y="11322305"/>
            <a:ext cx="1800000" cy="1908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err="1" smtClean="0">
                <a:solidFill>
                  <a:schemeClr val="bg1"/>
                </a:solidFill>
                <a:latin typeface="+mn-ea"/>
              </a:rPr>
              <a:t>이메일</a:t>
            </a:r>
            <a:r>
              <a:rPr lang="ko-KR" altLang="en-US" sz="800" dirty="0" smtClean="0">
                <a:solidFill>
                  <a:schemeClr val="bg1"/>
                </a:solidFill>
                <a:latin typeface="+mn-ea"/>
              </a:rPr>
              <a:t> 주소 직접 등록하여 참가</a:t>
            </a:r>
            <a:endParaRPr lang="en-US" altLang="ko-KR" sz="800" dirty="0">
              <a:solidFill>
                <a:schemeClr val="bg1"/>
              </a:solidFill>
              <a:latin typeface="+mn-ea"/>
            </a:endParaRPr>
          </a:p>
        </p:txBody>
      </p:sp>
    </p:spTree>
    <p:extLst>
      <p:ext uri="{BB962C8B-B14F-4D97-AF65-F5344CB8AC3E}">
        <p14:creationId xmlns:p14="http://schemas.microsoft.com/office/powerpoint/2010/main" val="226676224"/>
      </p:ext>
    </p:extLst>
  </p:cSld>
  <p:clrMapOvr>
    <a:masterClrMapping/>
  </p:clrMapOvr>
  <p:transition>
    <p:wipe dir="r"/>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KNOU_UI_C02130000_05</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세미나 </a:t>
            </a:r>
            <a:r>
              <a:rPr lang="en-US" altLang="ko-KR" sz="800" spc="-60" dirty="0" smtClean="0">
                <a:latin typeface="+mn-ea"/>
                <a:ea typeface="+mn-ea"/>
              </a:rPr>
              <a:t>&gt; </a:t>
            </a:r>
            <a:r>
              <a:rPr lang="ko-KR" altLang="en-US" sz="800" spc="-60" dirty="0" smtClean="0">
                <a:latin typeface="+mn-ea"/>
                <a:ea typeface="+mn-ea"/>
              </a:rPr>
              <a:t>세미나정보 및 참여 </a:t>
            </a:r>
            <a:r>
              <a:rPr lang="en-US" altLang="ko-KR" sz="800" spc="-60" dirty="0" smtClean="0">
                <a:latin typeface="+mn-ea"/>
                <a:ea typeface="+mn-ea"/>
              </a:rPr>
              <a:t>: </a:t>
            </a:r>
            <a:r>
              <a:rPr lang="ko-KR" altLang="en-US" sz="800" spc="-60" dirty="0" smtClean="0">
                <a:latin typeface="+mn-ea"/>
                <a:ea typeface="+mn-ea"/>
              </a:rPr>
              <a:t>세미나마감</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0044497"/>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세미나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107825574"/>
              </p:ext>
            </p:extLst>
          </p:nvPr>
        </p:nvGraphicFramePr>
        <p:xfrm>
          <a:off x="9499029" y="5826835"/>
          <a:ext cx="1404156" cy="58434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세미나 시작 일시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녹화영상 다운로드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녹화 영상이 없습니다</a:t>
                      </a:r>
                      <a:r>
                        <a:rPr lang="en-US" altLang="ko-KR" sz="800" kern="1200" dirty="0" smtClean="0">
                          <a:solidFill>
                            <a:srgbClr val="0070C0"/>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세미나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50375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149389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5" name="모서리가 둥근 직사각형 194"/>
          <p:cNvSpPr/>
          <p:nvPr/>
        </p:nvSpPr>
        <p:spPr>
          <a:xfrm>
            <a:off x="8543014" y="377816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198" name="직선 연결선 197"/>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9" name="직사각형 198"/>
          <p:cNvSpPr/>
          <p:nvPr/>
        </p:nvSpPr>
        <p:spPr>
          <a:xfrm>
            <a:off x="1981742" y="3453407"/>
            <a:ext cx="1224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세미나정보 및 평가</a:t>
            </a:r>
          </a:p>
        </p:txBody>
      </p:sp>
      <p:graphicFrame>
        <p:nvGraphicFramePr>
          <p:cNvPr id="202" name="Group 37"/>
          <p:cNvGraphicFramePr>
            <a:graphicFrameLocks noGrp="1"/>
          </p:cNvGraphicFramePr>
          <p:nvPr>
            <p:extLst>
              <p:ext uri="{D42A27DB-BD31-4B8C-83A1-F6EECF244321}">
                <p14:modId xmlns:p14="http://schemas.microsoft.com/office/powerpoint/2010/main" val="3074451958"/>
              </p:ext>
            </p:extLst>
          </p:nvPr>
        </p:nvGraphicFramePr>
        <p:xfrm>
          <a:off x="1972097" y="4065463"/>
          <a:ext cx="7470353" cy="504501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일반세미나일반세미나</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201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진행 시간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세미나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en-US" altLang="ko-KR" sz="800" dirty="0" smtClean="0">
                          <a:solidFill>
                            <a:schemeClr val="tx1">
                              <a:lumMod val="75000"/>
                              <a:lumOff val="25000"/>
                            </a:schemeClr>
                          </a:solidFill>
                        </a:rPr>
                        <a:t>ZOOM</a:t>
                      </a:r>
                      <a:r>
                        <a:rPr lang="ko-KR" altLang="en-US" sz="800" baseline="0" dirty="0" smtClean="0">
                          <a:solidFill>
                            <a:schemeClr val="tx1">
                              <a:lumMod val="75000"/>
                              <a:lumOff val="25000"/>
                            </a:schemeClr>
                          </a:solidFill>
                        </a:rPr>
                        <a:t> 정보</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ID</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25487112335@konu.ac.kr</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PW</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pw123456</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녹화</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4" name="직사각형 20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6" name="그룹 205"/>
          <p:cNvGrpSpPr/>
          <p:nvPr/>
        </p:nvGrpSpPr>
        <p:grpSpPr>
          <a:xfrm>
            <a:off x="3219475" y="4796570"/>
            <a:ext cx="6151862" cy="1148064"/>
            <a:chOff x="3229000" y="4452549"/>
            <a:chExt cx="6151862" cy="1148064"/>
          </a:xfrm>
        </p:grpSpPr>
        <p:sp>
          <p:nvSpPr>
            <p:cNvPr id="20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세미나내용 세미나내용 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세미나내용</a:t>
              </a:r>
              <a:endParaRPr lang="en-US" altLang="ko-KR" sz="800" dirty="0">
                <a:solidFill>
                  <a:schemeClr val="tx1">
                    <a:lumMod val="75000"/>
                    <a:lumOff val="25000"/>
                  </a:schemeClr>
                </a:solidFill>
                <a:latin typeface="+mn-ea"/>
                <a:ea typeface="+mn-ea"/>
              </a:endParaRPr>
            </a:p>
          </p:txBody>
        </p:sp>
        <p:sp>
          <p:nvSpPr>
            <p:cNvPr id="20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0" name="그룹 209"/>
          <p:cNvGrpSpPr/>
          <p:nvPr/>
        </p:nvGrpSpPr>
        <p:grpSpPr>
          <a:xfrm>
            <a:off x="3216263" y="7480476"/>
            <a:ext cx="2114928" cy="162000"/>
            <a:chOff x="3225788" y="7298382"/>
            <a:chExt cx="2114928" cy="162000"/>
          </a:xfrm>
        </p:grpSpPr>
        <p:sp>
          <p:nvSpPr>
            <p:cNvPr id="211" name="직사각형 21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2"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29" name="직사각형 228"/>
          <p:cNvSpPr/>
          <p:nvPr/>
        </p:nvSpPr>
        <p:spPr>
          <a:xfrm>
            <a:off x="1966764" y="4276734"/>
            <a:ext cx="2917786" cy="215444"/>
          </a:xfrm>
          <a:prstGeom prst="rect">
            <a:avLst/>
          </a:prstGeom>
        </p:spPr>
        <p:txBody>
          <a:bodyPr wrap="none">
            <a:spAutoFit/>
          </a:bodyPr>
          <a:lstStyle/>
          <a:p>
            <a:r>
              <a:rPr lang="ko-KR" altLang="en-US" sz="800" dirty="0" err="1" smtClean="0">
                <a:solidFill>
                  <a:schemeClr val="tx1">
                    <a:lumMod val="75000"/>
                    <a:lumOff val="25000"/>
                  </a:schemeClr>
                </a:solidFill>
                <a:latin typeface="+mn-ea"/>
                <a:ea typeface="+mn-ea"/>
              </a:rPr>
              <a:t>세미나일시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50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64" name="직사각형 363"/>
          <p:cNvSpPr/>
          <p:nvPr/>
        </p:nvSpPr>
        <p:spPr>
          <a:xfrm>
            <a:off x="1972216" y="3768486"/>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세미나정보 및 참여</a:t>
            </a:r>
            <a:endParaRPr lang="ko-KR" altLang="en-US" sz="800" dirty="0">
              <a:solidFill>
                <a:srgbClr val="FF0000"/>
              </a:solidFill>
              <a:latin typeface="+mn-ea"/>
              <a:ea typeface="+mn-ea"/>
            </a:endParaRPr>
          </a:p>
        </p:txBody>
      </p:sp>
      <p:graphicFrame>
        <p:nvGraphicFramePr>
          <p:cNvPr id="4" name="표 3"/>
          <p:cNvGraphicFramePr>
            <a:graphicFrameLocks noGrp="1"/>
          </p:cNvGraphicFramePr>
          <p:nvPr>
            <p:extLst>
              <p:ext uri="{D42A27DB-BD31-4B8C-83A1-F6EECF244321}">
                <p14:modId xmlns:p14="http://schemas.microsoft.com/office/powerpoint/2010/main" val="744666979"/>
              </p:ext>
            </p:extLst>
          </p:nvPr>
        </p:nvGraphicFramePr>
        <p:xfrm>
          <a:off x="1970559" y="10241185"/>
          <a:ext cx="7470354" cy="842628"/>
        </p:xfrm>
        <a:graphic>
          <a:graphicData uri="http://schemas.openxmlformats.org/drawingml/2006/table">
            <a:tbl>
              <a:tblPr/>
              <a:tblGrid>
                <a:gridCol w="2490118"/>
                <a:gridCol w="2490118"/>
                <a:gridCol w="2490118"/>
              </a:tblGrid>
              <a:tr h="28087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참여이력</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808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참여일시</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진행시간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참여시간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808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45</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97" name="모서리가 둥근 직사각형 396"/>
          <p:cNvSpPr/>
          <p:nvPr/>
        </p:nvSpPr>
        <p:spPr>
          <a:xfrm>
            <a:off x="8484604" y="1029092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녹화영상보기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98" name="그룹 397"/>
          <p:cNvGrpSpPr/>
          <p:nvPr/>
        </p:nvGrpSpPr>
        <p:grpSpPr>
          <a:xfrm>
            <a:off x="8289519" y="10249950"/>
            <a:ext cx="234360" cy="200055"/>
            <a:chOff x="1152270" y="11706839"/>
            <a:chExt cx="234360" cy="200055"/>
          </a:xfrm>
        </p:grpSpPr>
        <p:sp>
          <p:nvSpPr>
            <p:cNvPr id="399" name="모서리가 둥근 직사각형 39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0" name="직사각형 39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aphicFrame>
        <p:nvGraphicFramePr>
          <p:cNvPr id="186" name="Group 37"/>
          <p:cNvGraphicFramePr>
            <a:graphicFrameLocks noGrp="1"/>
          </p:cNvGraphicFramePr>
          <p:nvPr>
            <p:extLst>
              <p:ext uri="{D42A27DB-BD31-4B8C-83A1-F6EECF244321}">
                <p14:modId xmlns:p14="http://schemas.microsoft.com/office/powerpoint/2010/main" val="4092287358"/>
              </p:ext>
            </p:extLst>
          </p:nvPr>
        </p:nvGraphicFramePr>
        <p:xfrm>
          <a:off x="1972097" y="9199165"/>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세미나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 </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45</a:t>
                      </a:r>
                      <a:r>
                        <a:rPr lang="ko-KR" altLang="en-US" sz="800" b="0" dirty="0" smtClean="0">
                          <a:solidFill>
                            <a:schemeClr val="tx1">
                              <a:lumMod val="75000"/>
                              <a:lumOff val="25000"/>
                            </a:schemeClr>
                          </a:solidFill>
                          <a:latin typeface="+mn-ea"/>
                          <a:ea typeface="+mn-ea"/>
                        </a:rPr>
                        <a:t>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7" name="모서리가 둥근 직사각형 186"/>
          <p:cNvSpPr/>
          <p:nvPr/>
        </p:nvSpPr>
        <p:spPr>
          <a:xfrm>
            <a:off x="8498446" y="922985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2</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8" name="그룹 187"/>
          <p:cNvGrpSpPr/>
          <p:nvPr/>
        </p:nvGrpSpPr>
        <p:grpSpPr>
          <a:xfrm>
            <a:off x="3991342" y="9459732"/>
            <a:ext cx="234360" cy="200055"/>
            <a:chOff x="1152270" y="11716364"/>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91" name="그룹 190"/>
          <p:cNvGrpSpPr/>
          <p:nvPr/>
        </p:nvGrpSpPr>
        <p:grpSpPr>
          <a:xfrm>
            <a:off x="3433891" y="9938294"/>
            <a:ext cx="234360" cy="200055"/>
            <a:chOff x="1152270" y="11716364"/>
            <a:chExt cx="234360" cy="200055"/>
          </a:xfrm>
        </p:grpSpPr>
        <p:sp>
          <p:nvSpPr>
            <p:cNvPr id="192" name="모서리가 둥근 직사각형 1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3" name="직사각형 19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94" name="그룹 193"/>
          <p:cNvGrpSpPr/>
          <p:nvPr/>
        </p:nvGrpSpPr>
        <p:grpSpPr>
          <a:xfrm>
            <a:off x="8299990" y="9190753"/>
            <a:ext cx="234360" cy="200055"/>
            <a:chOff x="1152270" y="11706839"/>
            <a:chExt cx="234360" cy="200055"/>
          </a:xfrm>
        </p:grpSpPr>
        <p:sp>
          <p:nvSpPr>
            <p:cNvPr id="196" name="모서리가 둥근 직사각형 19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7" name="직사각형 19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00" name="그룹 199"/>
          <p:cNvGrpSpPr/>
          <p:nvPr/>
        </p:nvGrpSpPr>
        <p:grpSpPr>
          <a:xfrm>
            <a:off x="9038406" y="9089057"/>
            <a:ext cx="234360" cy="200055"/>
            <a:chOff x="1152270" y="11706839"/>
            <a:chExt cx="234360" cy="200055"/>
          </a:xfrm>
        </p:grpSpPr>
        <p:sp>
          <p:nvSpPr>
            <p:cNvPr id="201" name="모서리가 둥근 직사각형 2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3" name="직사각형 20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170" name="그룹 169"/>
          <p:cNvGrpSpPr/>
          <p:nvPr/>
        </p:nvGrpSpPr>
        <p:grpSpPr>
          <a:xfrm>
            <a:off x="579562" y="2166658"/>
            <a:ext cx="1386586" cy="5317057"/>
            <a:chOff x="579562" y="2166658"/>
            <a:chExt cx="1386586" cy="5317057"/>
          </a:xfrm>
        </p:grpSpPr>
        <p:grpSp>
          <p:nvGrpSpPr>
            <p:cNvPr id="172" name="그룹 171"/>
            <p:cNvGrpSpPr/>
            <p:nvPr/>
          </p:nvGrpSpPr>
          <p:grpSpPr>
            <a:xfrm>
              <a:off x="629956" y="3318264"/>
              <a:ext cx="1332000" cy="180000"/>
              <a:chOff x="666428" y="3785432"/>
              <a:chExt cx="1332000" cy="180000"/>
            </a:xfrm>
          </p:grpSpPr>
          <p:sp>
            <p:nvSpPr>
              <p:cNvPr id="345" name="모서리가 둥근 직사각형 34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29956" y="3568824"/>
              <a:ext cx="1332000" cy="180000"/>
              <a:chOff x="666428" y="4310612"/>
              <a:chExt cx="1332000" cy="180000"/>
            </a:xfrm>
          </p:grpSpPr>
          <p:sp>
            <p:nvSpPr>
              <p:cNvPr id="327" name="모서리가 둥근 직사각형 3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4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5" y="3042501"/>
              <a:ext cx="1332000" cy="180000"/>
              <a:chOff x="666427" y="3266516"/>
              <a:chExt cx="1332000" cy="180000"/>
            </a:xfrm>
          </p:grpSpPr>
          <p:sp>
            <p:nvSpPr>
              <p:cNvPr id="304" name="모서리가 둥근 직사각형 30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2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6" y="3854780"/>
              <a:ext cx="1332000" cy="180000"/>
              <a:chOff x="666428" y="4570824"/>
              <a:chExt cx="1332000" cy="180000"/>
            </a:xfrm>
          </p:grpSpPr>
          <p:sp>
            <p:nvSpPr>
              <p:cNvPr id="261" name="모서리가 둥근 직사각형 26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03"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5316875"/>
              <a:ext cx="1332000" cy="180000"/>
              <a:chOff x="666428" y="5096004"/>
              <a:chExt cx="1332000" cy="180000"/>
            </a:xfrm>
          </p:grpSpPr>
          <p:sp>
            <p:nvSpPr>
              <p:cNvPr id="259" name="모서리가 둥근 직사각형 25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60"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4148" y="5634789"/>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세미나</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1150" y="4135825"/>
              <a:ext cx="1332000" cy="180000"/>
              <a:chOff x="666428" y="4570824"/>
              <a:chExt cx="1332000" cy="180000"/>
            </a:xfrm>
          </p:grpSpPr>
          <p:sp>
            <p:nvSpPr>
              <p:cNvPr id="255" name="모서리가 둥근 직사각형 25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56"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6" y="4423395"/>
              <a:ext cx="1332000" cy="180000"/>
              <a:chOff x="666428" y="4310612"/>
              <a:chExt cx="1332000" cy="180000"/>
            </a:xfrm>
          </p:grpSpPr>
          <p:sp>
            <p:nvSpPr>
              <p:cNvPr id="241" name="모서리가 둥근 직사각형 24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5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0" name="TextBox 17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1" name="그룹 180"/>
            <p:cNvGrpSpPr/>
            <p:nvPr/>
          </p:nvGrpSpPr>
          <p:grpSpPr>
            <a:xfrm>
              <a:off x="632520" y="4723068"/>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2520" y="2752353"/>
              <a:ext cx="1332000" cy="180000"/>
              <a:chOff x="666427" y="3266516"/>
              <a:chExt cx="1332000" cy="180000"/>
            </a:xfrm>
          </p:grpSpPr>
          <p:sp>
            <p:nvSpPr>
              <p:cNvPr id="233" name="모서리가 둥근 직사각형 23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34"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5005767"/>
              <a:ext cx="1332000" cy="180000"/>
              <a:chOff x="666428" y="4310612"/>
              <a:chExt cx="1332000" cy="180000"/>
            </a:xfrm>
          </p:grpSpPr>
          <p:sp>
            <p:nvSpPr>
              <p:cNvPr id="231" name="모서리가 둥근 직사각형 2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6227787"/>
              <a:ext cx="1332000" cy="180000"/>
              <a:chOff x="666428" y="3785432"/>
              <a:chExt cx="1332000" cy="180000"/>
            </a:xfrm>
          </p:grpSpPr>
          <p:sp>
            <p:nvSpPr>
              <p:cNvPr id="228" name="모서리가 둥근 직사각형 22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6487872"/>
              <a:ext cx="1332000" cy="180000"/>
              <a:chOff x="666428" y="4310612"/>
              <a:chExt cx="1332000" cy="180000"/>
            </a:xfrm>
          </p:grpSpPr>
          <p:sp>
            <p:nvSpPr>
              <p:cNvPr id="226" name="모서리가 둥근 직사각형 22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2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2520" y="6773828"/>
              <a:ext cx="1332000" cy="180000"/>
              <a:chOff x="666428" y="4570824"/>
              <a:chExt cx="1332000" cy="180000"/>
            </a:xfrm>
          </p:grpSpPr>
          <p:sp>
            <p:nvSpPr>
              <p:cNvPr id="224" name="모서리가 둥근 직사각형 22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2520" y="7053155"/>
              <a:ext cx="1332000" cy="180000"/>
              <a:chOff x="666428" y="3785432"/>
              <a:chExt cx="1332000" cy="180000"/>
            </a:xfrm>
          </p:grpSpPr>
          <p:sp>
            <p:nvSpPr>
              <p:cNvPr id="222" name="모서리가 둥근 직사각형 22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7303715"/>
              <a:ext cx="1332000" cy="180000"/>
              <a:chOff x="666428" y="4310612"/>
              <a:chExt cx="1332000" cy="180000"/>
            </a:xfrm>
          </p:grpSpPr>
          <p:sp>
            <p:nvSpPr>
              <p:cNvPr id="220" name="모서리가 둥근 직사각형 21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22995" y="5922821"/>
              <a:ext cx="1332000" cy="180000"/>
              <a:chOff x="666427" y="3266516"/>
              <a:chExt cx="1332000" cy="180000"/>
            </a:xfrm>
          </p:grpSpPr>
          <p:sp>
            <p:nvSpPr>
              <p:cNvPr id="216" name="모서리가 둥근 직사각형 21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1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895841899"/>
      </p:ext>
    </p:extLst>
  </p:cSld>
  <p:clrMapOvr>
    <a:masterClrMapping/>
  </p:clrMapOvr>
  <p:transition>
    <p:wipe dir="r"/>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KNOU_UI_C02130000_06</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세미나 </a:t>
            </a:r>
            <a:r>
              <a:rPr lang="en-US" altLang="ko-KR" sz="800" spc="-60" dirty="0" smtClean="0">
                <a:latin typeface="+mn-ea"/>
                <a:ea typeface="+mn-ea"/>
              </a:rPr>
              <a:t>&gt; </a:t>
            </a:r>
            <a:r>
              <a:rPr lang="ko-KR" altLang="en-US" sz="800" spc="-60" dirty="0" smtClean="0">
                <a:latin typeface="+mn-ea"/>
                <a:ea typeface="+mn-ea"/>
              </a:rPr>
              <a:t>세미나정보 및 참여 </a:t>
            </a:r>
            <a:r>
              <a:rPr lang="en-US" altLang="ko-KR" sz="800" spc="-60" dirty="0" smtClean="0">
                <a:latin typeface="+mn-ea"/>
                <a:ea typeface="+mn-ea"/>
              </a:rPr>
              <a:t>: ZOOM </a:t>
            </a:r>
            <a:r>
              <a:rPr lang="ko-KR" altLang="en-US" sz="800" spc="-60" dirty="0" smtClean="0">
                <a:latin typeface="+mn-ea"/>
                <a:ea typeface="+mn-ea"/>
              </a:rPr>
              <a:t>바로 접속</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169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1892303"/>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세미나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4163380767"/>
              </p:ext>
            </p:extLst>
          </p:nvPr>
        </p:nvGraphicFramePr>
        <p:xfrm>
          <a:off x="9499029" y="4104363"/>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rgbClr val="0070C0"/>
                          </a:solidFill>
                          <a:latin typeface="+mn-lt"/>
                          <a:ea typeface="+mn-ea"/>
                          <a:cs typeface="+mn-cs"/>
                        </a:rPr>
                        <a:t>ZOOM</a:t>
                      </a:r>
                      <a:r>
                        <a:rPr lang="ko-KR" altLang="en-US" sz="800" kern="1200" dirty="0" smtClean="0">
                          <a:solidFill>
                            <a:srgbClr val="0070C0"/>
                          </a:solidFill>
                          <a:latin typeface="+mn-lt"/>
                          <a:ea typeface="+mn-ea"/>
                          <a:cs typeface="+mn-cs"/>
                        </a:rPr>
                        <a:t> </a:t>
                      </a:r>
                      <a:r>
                        <a:rPr lang="ko-KR" altLang="en-US" sz="800" kern="1200" dirty="0" err="1" smtClean="0">
                          <a:solidFill>
                            <a:srgbClr val="0070C0"/>
                          </a:solidFill>
                          <a:latin typeface="+mn-lt"/>
                          <a:ea typeface="+mn-ea"/>
                          <a:cs typeface="+mn-cs"/>
                        </a:rPr>
                        <a:t>이메일</a:t>
                      </a:r>
                      <a:r>
                        <a:rPr lang="ko-KR" altLang="en-US" sz="800" kern="1200" dirty="0" smtClean="0">
                          <a:solidFill>
                            <a:srgbClr val="0070C0"/>
                          </a:solidFill>
                          <a:latin typeface="+mn-lt"/>
                          <a:ea typeface="+mn-ea"/>
                          <a:cs typeface="+mn-cs"/>
                        </a:rPr>
                        <a:t> 접속 </a:t>
                      </a:r>
                      <a:r>
                        <a:rPr lang="ko-KR" altLang="en-US" sz="800" kern="1200" dirty="0" err="1" smtClean="0">
                          <a:solidFill>
                            <a:srgbClr val="0070C0"/>
                          </a:solidFill>
                          <a:latin typeface="+mn-lt"/>
                          <a:ea typeface="+mn-ea"/>
                          <a:cs typeface="+mn-cs"/>
                        </a:rPr>
                        <a:t>레이어팝업</a:t>
                      </a:r>
                      <a:r>
                        <a:rPr lang="ko-KR" altLang="en-US" sz="800" kern="1200" dirty="0" smtClean="0">
                          <a:solidFill>
                            <a:srgbClr val="0070C0"/>
                          </a:solidFill>
                          <a:latin typeface="+mn-lt"/>
                          <a:ea typeface="+mn-ea"/>
                          <a:cs typeface="+mn-cs"/>
                        </a:rPr>
                        <a:t>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solidFill>
                          <a:latin typeface="+mn-lt"/>
                          <a:ea typeface="+mn-ea"/>
                          <a:cs typeface="+mn-cs"/>
                        </a:rPr>
                        <a:t>클릭시</a:t>
                      </a:r>
                      <a:r>
                        <a:rPr lang="ko-KR" altLang="en-US" sz="800" kern="1200" dirty="0" smtClean="0">
                          <a:solidFill>
                            <a:schemeClr val="tx1"/>
                          </a:solidFill>
                          <a:latin typeface="+mn-lt"/>
                          <a:ea typeface="+mn-ea"/>
                          <a:cs typeface="+mn-cs"/>
                        </a:rPr>
                        <a:t> </a:t>
                      </a:r>
                      <a:r>
                        <a:rPr lang="en-US" altLang="ko-KR" sz="800" kern="1200" dirty="0" smtClean="0">
                          <a:solidFill>
                            <a:schemeClr val="tx1"/>
                          </a:solidFill>
                          <a:latin typeface="+mn-lt"/>
                          <a:ea typeface="+mn-ea"/>
                          <a:cs typeface="+mn-cs"/>
                        </a:rPr>
                        <a:t>ZOOM</a:t>
                      </a:r>
                      <a:r>
                        <a:rPr lang="en-US" altLang="ko-KR" sz="800" kern="1200" baseline="0" dirty="0" smtClean="0">
                          <a:solidFill>
                            <a:schemeClr val="tx1"/>
                          </a:solidFill>
                          <a:latin typeface="+mn-lt"/>
                          <a:ea typeface="+mn-ea"/>
                          <a:cs typeface="+mn-cs"/>
                        </a:rPr>
                        <a:t> </a:t>
                      </a:r>
                      <a:r>
                        <a:rPr lang="ko-KR" altLang="en-US" sz="800" kern="1200" baseline="0" dirty="0" smtClean="0">
                          <a:solidFill>
                            <a:schemeClr val="tx1"/>
                          </a:solidFill>
                          <a:latin typeface="+mn-lt"/>
                          <a:ea typeface="+mn-ea"/>
                          <a:cs typeface="+mn-cs"/>
                        </a:rPr>
                        <a:t>접속</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세미나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0369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335929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5" name="모서리가 둥근 직사각형 194"/>
          <p:cNvSpPr/>
          <p:nvPr/>
        </p:nvSpPr>
        <p:spPr>
          <a:xfrm>
            <a:off x="8543014" y="377816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198" name="직선 연결선 197"/>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9" name="직사각형 198"/>
          <p:cNvSpPr/>
          <p:nvPr/>
        </p:nvSpPr>
        <p:spPr>
          <a:xfrm>
            <a:off x="1981742" y="3453407"/>
            <a:ext cx="1224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세미나정보 및 평가</a:t>
            </a:r>
          </a:p>
        </p:txBody>
      </p:sp>
      <p:graphicFrame>
        <p:nvGraphicFramePr>
          <p:cNvPr id="202" name="Group 37"/>
          <p:cNvGraphicFramePr>
            <a:graphicFrameLocks noGrp="1"/>
          </p:cNvGraphicFramePr>
          <p:nvPr>
            <p:extLst>
              <p:ext uri="{D42A27DB-BD31-4B8C-83A1-F6EECF244321}">
                <p14:modId xmlns:p14="http://schemas.microsoft.com/office/powerpoint/2010/main" val="3451735553"/>
              </p:ext>
            </p:extLst>
          </p:nvPr>
        </p:nvGraphicFramePr>
        <p:xfrm>
          <a:off x="1972097" y="4065463"/>
          <a:ext cx="7470353" cy="504501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일반세미나일반세미나</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201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진행 시간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세미나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en-US" altLang="ko-KR" sz="800" dirty="0" smtClean="0">
                          <a:solidFill>
                            <a:schemeClr val="tx1">
                              <a:lumMod val="75000"/>
                              <a:lumOff val="25000"/>
                            </a:schemeClr>
                          </a:solidFill>
                        </a:rPr>
                        <a:t>ZOOM</a:t>
                      </a:r>
                      <a:r>
                        <a:rPr lang="ko-KR" altLang="en-US" sz="800" baseline="0" dirty="0" smtClean="0">
                          <a:solidFill>
                            <a:schemeClr val="tx1">
                              <a:lumMod val="75000"/>
                              <a:lumOff val="25000"/>
                            </a:schemeClr>
                          </a:solidFill>
                        </a:rPr>
                        <a:t> 정보</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ID</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25487112335@konu.ac.kr</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PW</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pw123456</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녹화</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4" name="직사각형 20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6" name="그룹 205"/>
          <p:cNvGrpSpPr/>
          <p:nvPr/>
        </p:nvGrpSpPr>
        <p:grpSpPr>
          <a:xfrm>
            <a:off x="3219475" y="4796570"/>
            <a:ext cx="6151862" cy="1148064"/>
            <a:chOff x="3229000" y="4452549"/>
            <a:chExt cx="6151862" cy="1148064"/>
          </a:xfrm>
        </p:grpSpPr>
        <p:sp>
          <p:nvSpPr>
            <p:cNvPr id="20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세미나내용 세미나내용 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세미나내용</a:t>
              </a:r>
              <a:endParaRPr lang="en-US" altLang="ko-KR" sz="800" dirty="0">
                <a:solidFill>
                  <a:schemeClr val="tx1">
                    <a:lumMod val="75000"/>
                    <a:lumOff val="25000"/>
                  </a:schemeClr>
                </a:solidFill>
                <a:latin typeface="+mn-ea"/>
                <a:ea typeface="+mn-ea"/>
              </a:endParaRPr>
            </a:p>
          </p:txBody>
        </p:sp>
        <p:sp>
          <p:nvSpPr>
            <p:cNvPr id="20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0" name="그룹 209"/>
          <p:cNvGrpSpPr/>
          <p:nvPr/>
        </p:nvGrpSpPr>
        <p:grpSpPr>
          <a:xfrm>
            <a:off x="3216263" y="7480476"/>
            <a:ext cx="2114928" cy="162000"/>
            <a:chOff x="3225788" y="7298382"/>
            <a:chExt cx="2114928" cy="162000"/>
          </a:xfrm>
        </p:grpSpPr>
        <p:sp>
          <p:nvSpPr>
            <p:cNvPr id="211" name="직사각형 21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2"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29" name="직사각형 228"/>
          <p:cNvSpPr/>
          <p:nvPr/>
        </p:nvSpPr>
        <p:spPr>
          <a:xfrm>
            <a:off x="1966764" y="4276734"/>
            <a:ext cx="2917786" cy="215444"/>
          </a:xfrm>
          <a:prstGeom prst="rect">
            <a:avLst/>
          </a:prstGeom>
        </p:spPr>
        <p:txBody>
          <a:bodyPr wrap="none">
            <a:spAutoFit/>
          </a:bodyPr>
          <a:lstStyle/>
          <a:p>
            <a:r>
              <a:rPr lang="ko-KR" altLang="en-US" sz="800" dirty="0" err="1" smtClean="0">
                <a:solidFill>
                  <a:schemeClr val="tx1">
                    <a:lumMod val="75000"/>
                    <a:lumOff val="25000"/>
                  </a:schemeClr>
                </a:solidFill>
                <a:latin typeface="+mn-ea"/>
                <a:ea typeface="+mn-ea"/>
              </a:rPr>
              <a:t>세미나일시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50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64" name="직사각형 363"/>
          <p:cNvSpPr/>
          <p:nvPr/>
        </p:nvSpPr>
        <p:spPr>
          <a:xfrm>
            <a:off x="1972216" y="3768486"/>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세미나정보 및 참여</a:t>
            </a:r>
            <a:endParaRPr lang="ko-KR" altLang="en-US" sz="800" dirty="0">
              <a:solidFill>
                <a:srgbClr val="FF0000"/>
              </a:solidFill>
              <a:latin typeface="+mn-ea"/>
              <a:ea typeface="+mn-ea"/>
            </a:endParaRPr>
          </a:p>
        </p:txBody>
      </p:sp>
      <p:graphicFrame>
        <p:nvGraphicFramePr>
          <p:cNvPr id="3" name="표 2"/>
          <p:cNvGraphicFramePr>
            <a:graphicFrameLocks noGrp="1"/>
          </p:cNvGraphicFramePr>
          <p:nvPr>
            <p:extLst>
              <p:ext uri="{D42A27DB-BD31-4B8C-83A1-F6EECF244321}">
                <p14:modId xmlns:p14="http://schemas.microsoft.com/office/powerpoint/2010/main" val="699362484"/>
              </p:ext>
            </p:extLst>
          </p:nvPr>
        </p:nvGraphicFramePr>
        <p:xfrm>
          <a:off x="1972097" y="9199214"/>
          <a:ext cx="7470353" cy="2942754"/>
        </p:xfrm>
        <a:graphic>
          <a:graphicData uri="http://schemas.openxmlformats.org/drawingml/2006/table">
            <a:tbl>
              <a:tblPr/>
              <a:tblGrid>
                <a:gridCol w="7470353"/>
              </a:tblGrid>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세미나 참여하기</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66187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384" name="그룹 383"/>
          <p:cNvGrpSpPr/>
          <p:nvPr/>
        </p:nvGrpSpPr>
        <p:grpSpPr>
          <a:xfrm>
            <a:off x="2072680" y="9585892"/>
            <a:ext cx="5115557" cy="540000"/>
            <a:chOff x="1920521" y="8023950"/>
            <a:chExt cx="5115557" cy="540000"/>
          </a:xfrm>
        </p:grpSpPr>
        <p:sp>
          <p:nvSpPr>
            <p:cNvPr id="385" name="직사각형 384"/>
            <p:cNvSpPr/>
            <p:nvPr/>
          </p:nvSpPr>
          <p:spPr>
            <a:xfrm>
              <a:off x="3450357" y="8056562"/>
              <a:ext cx="3585721" cy="461665"/>
            </a:xfrm>
            <a:prstGeom prst="rect">
              <a:avLst/>
            </a:prstGeom>
          </p:spPr>
          <p:txBody>
            <a:bodyPr wrap="square">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진행일시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2026.10.22 16:00  </a:t>
              </a:r>
            </a:p>
            <a:p>
              <a:pPr>
                <a:lnSpc>
                  <a:spcPct val="150000"/>
                </a:lnSpc>
              </a:pPr>
              <a:r>
                <a:rPr lang="en-US" altLang="ko-KR" sz="800" dirty="0">
                  <a:solidFill>
                    <a:schemeClr val="tx1">
                      <a:lumMod val="75000"/>
                      <a:lumOff val="25000"/>
                    </a:schemeClr>
                  </a:solidFill>
                  <a:latin typeface="+mn-ea"/>
                </a:rPr>
                <a:t>• </a:t>
              </a:r>
              <a:r>
                <a:rPr lang="ko-KR" altLang="en-US" sz="800" dirty="0" smtClean="0">
                  <a:solidFill>
                    <a:schemeClr val="tx1">
                      <a:lumMod val="75000"/>
                      <a:lumOff val="25000"/>
                    </a:schemeClr>
                  </a:solidFill>
                  <a:latin typeface="+mn-ea"/>
                  <a:ea typeface="+mn-ea"/>
                </a:rPr>
                <a:t>진행시간 </a:t>
              </a:r>
              <a:r>
                <a:rPr lang="en-US" altLang="ko-KR" sz="800" dirty="0" smtClean="0">
                  <a:solidFill>
                    <a:schemeClr val="tx1">
                      <a:lumMod val="75000"/>
                      <a:lumOff val="25000"/>
                    </a:schemeClr>
                  </a:solidFill>
                  <a:latin typeface="+mn-ea"/>
                  <a:ea typeface="+mn-ea"/>
                </a:rPr>
                <a:t>: 50</a:t>
              </a:r>
              <a:r>
                <a:rPr lang="ko-KR" altLang="en-US" sz="800" dirty="0" smtClean="0">
                  <a:solidFill>
                    <a:schemeClr val="tx1">
                      <a:lumMod val="75000"/>
                      <a:lumOff val="25000"/>
                    </a:schemeClr>
                  </a:solidFill>
                  <a:latin typeface="+mn-ea"/>
                  <a:ea typeface="+mn-ea"/>
                </a:rPr>
                <a:t>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pic>
          <p:nvPicPr>
            <p:cNvPr id="386"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20521" y="8023950"/>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7" name="직사각형 386"/>
            <p:cNvSpPr/>
            <p:nvPr/>
          </p:nvSpPr>
          <p:spPr>
            <a:xfrm>
              <a:off x="2430353" y="8116949"/>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sp>
        <p:nvSpPr>
          <p:cNvPr id="388" name="직사각형 387"/>
          <p:cNvSpPr/>
          <p:nvPr/>
        </p:nvSpPr>
        <p:spPr>
          <a:xfrm>
            <a:off x="2072679" y="10233964"/>
            <a:ext cx="7244511" cy="468052"/>
          </a:xfrm>
          <a:prstGeom prst="rect">
            <a:avLst/>
          </a:prstGeom>
          <a:solidFill>
            <a:srgbClr val="DBEEF4"/>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중요</a:t>
            </a: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반드시 </a:t>
            </a:r>
            <a:r>
              <a:rPr lang="en-US" altLang="ko-KR" sz="800" dirty="0" smtClean="0">
                <a:solidFill>
                  <a:schemeClr val="tx1"/>
                </a:solidFill>
                <a:latin typeface="+mn-ea"/>
                <a:sym typeface="Wingdings" pitchFamily="2" charset="2"/>
              </a:rPr>
              <a:t>Zoom Meeting </a:t>
            </a:r>
            <a:r>
              <a:rPr lang="ko-KR" altLang="en-US" sz="800" dirty="0" smtClean="0">
                <a:solidFill>
                  <a:schemeClr val="tx1"/>
                </a:solidFill>
                <a:latin typeface="+mn-ea"/>
                <a:sym typeface="Wingdings" pitchFamily="2" charset="2"/>
              </a:rPr>
              <a:t>프로그램을 실행하여 참가해 주세요</a:t>
            </a:r>
            <a:r>
              <a:rPr lang="en-US" altLang="ko-KR" sz="800" dirty="0" smtClean="0">
                <a:solidFill>
                  <a:schemeClr val="tx1"/>
                </a:solidFill>
                <a:latin typeface="+mn-ea"/>
                <a:sym typeface="Wingdings" pitchFamily="2" charset="2"/>
              </a:rPr>
              <a:t>.</a:t>
            </a:r>
          </a:p>
          <a:p>
            <a:pPr>
              <a:lnSpc>
                <a:spcPct val="150000"/>
              </a:lnSpc>
            </a:pPr>
            <a:r>
              <a:rPr lang="en-US" altLang="ko-KR" sz="800" dirty="0" smtClean="0">
                <a:solidFill>
                  <a:srgbClr val="FF0000"/>
                </a:solidFill>
                <a:latin typeface="+mn-ea"/>
              </a:rPr>
              <a:t>Zoom </a:t>
            </a:r>
            <a:r>
              <a:rPr lang="ko-KR" altLang="en-US" sz="800" dirty="0" smtClean="0">
                <a:solidFill>
                  <a:srgbClr val="FF0000"/>
                </a:solidFill>
                <a:latin typeface="+mn-ea"/>
              </a:rPr>
              <a:t>프로그램이 아닌 브라우저 상의 </a:t>
            </a:r>
            <a:r>
              <a:rPr lang="en-US" altLang="ko-KR" sz="800" dirty="0" smtClean="0">
                <a:solidFill>
                  <a:srgbClr val="FF0000"/>
                </a:solidFill>
                <a:latin typeface="+mn-ea"/>
              </a:rPr>
              <a:t>“</a:t>
            </a:r>
            <a:r>
              <a:rPr lang="ko-KR" altLang="en-US" sz="800" dirty="0" smtClean="0">
                <a:solidFill>
                  <a:srgbClr val="FF0000"/>
                </a:solidFill>
                <a:latin typeface="+mn-ea"/>
              </a:rPr>
              <a:t>브라우저에서 참가</a:t>
            </a:r>
            <a:r>
              <a:rPr lang="en-US" altLang="ko-KR" sz="800" dirty="0" smtClean="0">
                <a:solidFill>
                  <a:srgbClr val="FF0000"/>
                </a:solidFill>
                <a:latin typeface="+mn-ea"/>
              </a:rPr>
              <a:t>”</a:t>
            </a:r>
            <a:r>
              <a:rPr lang="ko-KR" altLang="en-US" sz="800" dirty="0" smtClean="0">
                <a:solidFill>
                  <a:srgbClr val="FF0000"/>
                </a:solidFill>
                <a:latin typeface="+mn-ea"/>
              </a:rPr>
              <a:t>를 클릭하여 입장한 경우에는 출결이 기록되지 않습니다</a:t>
            </a:r>
            <a:r>
              <a:rPr lang="en-US" altLang="ko-KR" sz="800" dirty="0" smtClean="0">
                <a:solidFill>
                  <a:srgbClr val="FF0000"/>
                </a:solidFill>
                <a:latin typeface="+mn-ea"/>
              </a:rPr>
              <a:t>.</a:t>
            </a:r>
            <a:endParaRPr lang="en-US" altLang="ko-KR" sz="800" dirty="0">
              <a:solidFill>
                <a:srgbClr val="FF0000"/>
              </a:solidFill>
              <a:latin typeface="+mn-ea"/>
            </a:endParaRPr>
          </a:p>
        </p:txBody>
      </p:sp>
      <p:sp>
        <p:nvSpPr>
          <p:cNvPr id="389" name="직사각형 388"/>
          <p:cNvSpPr/>
          <p:nvPr/>
        </p:nvSpPr>
        <p:spPr>
          <a:xfrm>
            <a:off x="2072680" y="10783548"/>
            <a:ext cx="7250721" cy="12506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참가에 실패하는 경우</a:t>
            </a:r>
            <a:endParaRPr lang="en-US" altLang="ko-KR" sz="800" dirty="0" smtClean="0">
              <a:solidFill>
                <a:schemeClr val="tx1"/>
              </a:solidFill>
              <a:latin typeface="+mn-ea"/>
              <a:sym typeface="Wingdings" pitchFamily="2" charset="2"/>
            </a:endParaRPr>
          </a:p>
          <a:p>
            <a:pPr>
              <a:lnSpc>
                <a:spcPct val="150000"/>
              </a:lnSpc>
            </a:pPr>
            <a:r>
              <a:rPr lang="ko-KR" altLang="en-US" sz="800" dirty="0" smtClean="0">
                <a:solidFill>
                  <a:schemeClr val="tx1">
                    <a:lumMod val="75000"/>
                    <a:lumOff val="25000"/>
                  </a:schemeClr>
                </a:solidFill>
                <a:latin typeface="+mn-ea"/>
              </a:rPr>
              <a:t>화상강의 참가가 </a:t>
            </a:r>
            <a:r>
              <a:rPr lang="ko-KR" altLang="en-US" sz="800" dirty="0" err="1" smtClean="0">
                <a:solidFill>
                  <a:schemeClr val="tx1">
                    <a:lumMod val="75000"/>
                    <a:lumOff val="25000"/>
                  </a:schemeClr>
                </a:solidFill>
                <a:latin typeface="+mn-ea"/>
              </a:rPr>
              <a:t>원할히</a:t>
            </a:r>
            <a:r>
              <a:rPr lang="ko-KR" altLang="en-US" sz="800" dirty="0" smtClean="0">
                <a:solidFill>
                  <a:schemeClr val="tx1">
                    <a:lumMod val="75000"/>
                    <a:lumOff val="25000"/>
                  </a:schemeClr>
                </a:solidFill>
                <a:latin typeface="+mn-ea"/>
              </a:rPr>
              <a:t> 진행되지 않을 경우 아래 버튼을 클릭하여 시도할 수 있습니다</a:t>
            </a:r>
            <a:r>
              <a:rPr lang="en-US" altLang="ko-KR" sz="800" dirty="0" smtClean="0">
                <a:solidFill>
                  <a:schemeClr val="tx1">
                    <a:lumMod val="75000"/>
                    <a:lumOff val="25000"/>
                  </a:schemeClr>
                </a:solidFill>
                <a:latin typeface="+mn-ea"/>
              </a:rPr>
              <a:t>.</a:t>
            </a:r>
          </a:p>
          <a:p>
            <a:pPr>
              <a:lnSpc>
                <a:spcPct val="150000"/>
              </a:lnSpc>
            </a:pPr>
            <a:r>
              <a:rPr lang="ko-KR" altLang="en-US" sz="800" dirty="0" smtClean="0">
                <a:solidFill>
                  <a:schemeClr val="tx1">
                    <a:lumMod val="75000"/>
                    <a:lumOff val="25000"/>
                  </a:schemeClr>
                </a:solidFill>
                <a:latin typeface="+mn-ea"/>
              </a:rPr>
              <a:t>참가 등록 시 아래 표시된 본인 </a:t>
            </a:r>
            <a:r>
              <a:rPr lang="en-US" altLang="ko-KR" sz="800" dirty="0" smtClean="0">
                <a:solidFill>
                  <a:schemeClr val="tx1">
                    <a:lumMod val="75000"/>
                    <a:lumOff val="25000"/>
                  </a:schemeClr>
                </a:solidFill>
                <a:latin typeface="+mn-ea"/>
              </a:rPr>
              <a:t>LMS </a:t>
            </a:r>
            <a:r>
              <a:rPr lang="ko-KR" altLang="en-US" sz="800" dirty="0" smtClean="0">
                <a:solidFill>
                  <a:schemeClr val="tx1">
                    <a:lumMod val="75000"/>
                    <a:lumOff val="25000"/>
                  </a:schemeClr>
                </a:solidFill>
                <a:latin typeface="+mn-ea"/>
              </a:rPr>
              <a:t>상의 </a:t>
            </a:r>
            <a:r>
              <a:rPr lang="ko-KR" altLang="en-US" sz="800" dirty="0" err="1" smtClean="0">
                <a:solidFill>
                  <a:schemeClr val="tx1">
                    <a:lumMod val="75000"/>
                    <a:lumOff val="25000"/>
                  </a:schemeClr>
                </a:solidFill>
                <a:latin typeface="+mn-ea"/>
              </a:rPr>
              <a:t>이메일</a:t>
            </a:r>
            <a:r>
              <a:rPr lang="ko-KR" altLang="en-US" sz="800" dirty="0" smtClean="0">
                <a:solidFill>
                  <a:schemeClr val="tx1">
                    <a:lumMod val="75000"/>
                    <a:lumOff val="25000"/>
                  </a:schemeClr>
                </a:solidFill>
                <a:latin typeface="+mn-ea"/>
              </a:rPr>
              <a:t> 주소를 입력해야 자동 출석인정 합니다</a:t>
            </a:r>
            <a:r>
              <a:rPr lang="en-US" altLang="ko-KR" sz="800" dirty="0" smtClean="0">
                <a:solidFill>
                  <a:schemeClr val="tx1">
                    <a:lumMod val="75000"/>
                    <a:lumOff val="25000"/>
                  </a:schemeClr>
                </a:solidFill>
                <a:latin typeface="+mn-ea"/>
              </a:rPr>
              <a:t>.</a:t>
            </a:r>
          </a:p>
          <a:p>
            <a:pPr>
              <a:lnSpc>
                <a:spcPct val="150000"/>
              </a:lnSpc>
            </a:pPr>
            <a:endParaRPr lang="en-US" altLang="ko-KR" sz="800" dirty="0" smtClean="0">
              <a:solidFill>
                <a:schemeClr val="tx1">
                  <a:lumMod val="75000"/>
                  <a:lumOff val="25000"/>
                </a:schemeClr>
              </a:solidFill>
              <a:latin typeface="+mn-ea"/>
            </a:endParaRPr>
          </a:p>
          <a:p>
            <a:pPr>
              <a:lnSpc>
                <a:spcPct val="150000"/>
              </a:lnSpc>
            </a:pP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참가 </a:t>
            </a:r>
            <a:r>
              <a:rPr lang="ko-KR" altLang="en-US" sz="800" dirty="0" err="1" smtClean="0">
                <a:solidFill>
                  <a:schemeClr val="tx1">
                    <a:lumMod val="75000"/>
                    <a:lumOff val="25000"/>
                  </a:schemeClr>
                </a:solidFill>
                <a:latin typeface="+mn-ea"/>
              </a:rPr>
              <a:t>등록시</a:t>
            </a:r>
            <a:r>
              <a:rPr lang="ko-KR" altLang="en-US" sz="800" dirty="0" smtClean="0">
                <a:solidFill>
                  <a:schemeClr val="tx1">
                    <a:lumMod val="75000"/>
                    <a:lumOff val="25000"/>
                  </a:schemeClr>
                </a:solidFill>
                <a:latin typeface="+mn-ea"/>
              </a:rPr>
              <a:t> 입력할 </a:t>
            </a:r>
            <a:r>
              <a:rPr lang="ko-KR" altLang="en-US" sz="800" dirty="0" err="1" smtClean="0">
                <a:solidFill>
                  <a:schemeClr val="tx1">
                    <a:lumMod val="75000"/>
                    <a:lumOff val="25000"/>
                  </a:schemeClr>
                </a:solidFill>
                <a:latin typeface="+mn-ea"/>
              </a:rPr>
              <a:t>이메일</a:t>
            </a:r>
            <a:r>
              <a:rPr lang="ko-KR" altLang="en-US" sz="800" dirty="0" smtClean="0">
                <a:solidFill>
                  <a:schemeClr val="tx1">
                    <a:lumMod val="75000"/>
                    <a:lumOff val="25000"/>
                  </a:schemeClr>
                </a:solidFill>
                <a:latin typeface="+mn-ea"/>
              </a:rPr>
              <a:t> 주소 </a:t>
            </a:r>
            <a:r>
              <a:rPr lang="en-US" altLang="ko-KR" sz="800" dirty="0" smtClean="0">
                <a:solidFill>
                  <a:schemeClr val="tx1">
                    <a:lumMod val="75000"/>
                    <a:lumOff val="25000"/>
                  </a:schemeClr>
                </a:solidFill>
                <a:latin typeface="+mn-ea"/>
              </a:rPr>
              <a:t>:  </a:t>
            </a:r>
            <a:r>
              <a:rPr lang="ko-KR" altLang="en-US" sz="800" dirty="0" smtClean="0">
                <a:solidFill>
                  <a:srgbClr val="0070C0"/>
                </a:solidFill>
                <a:latin typeface="+mn-ea"/>
              </a:rPr>
              <a:t>학번</a:t>
            </a:r>
            <a:r>
              <a:rPr lang="en-US" altLang="ko-KR" sz="800" dirty="0" smtClean="0">
                <a:solidFill>
                  <a:srgbClr val="0070C0"/>
                </a:solidFill>
                <a:latin typeface="+mn-ea"/>
              </a:rPr>
              <a:t>@knou.ac.kr</a:t>
            </a:r>
            <a:endParaRPr lang="en-US" altLang="ko-KR" sz="800" dirty="0">
              <a:solidFill>
                <a:srgbClr val="0070C0"/>
              </a:solidFill>
              <a:latin typeface="+mn-ea"/>
            </a:endParaRPr>
          </a:p>
        </p:txBody>
      </p:sp>
      <p:sp>
        <p:nvSpPr>
          <p:cNvPr id="390" name="직사각형 389"/>
          <p:cNvSpPr/>
          <p:nvPr/>
        </p:nvSpPr>
        <p:spPr>
          <a:xfrm>
            <a:off x="2197579" y="11475895"/>
            <a:ext cx="1800000" cy="1908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err="1" smtClean="0">
                <a:solidFill>
                  <a:schemeClr val="bg1"/>
                </a:solidFill>
                <a:latin typeface="+mn-ea"/>
              </a:rPr>
              <a:t>이메일</a:t>
            </a:r>
            <a:r>
              <a:rPr lang="ko-KR" altLang="en-US" sz="800" dirty="0" smtClean="0">
                <a:solidFill>
                  <a:schemeClr val="bg1"/>
                </a:solidFill>
                <a:latin typeface="+mn-ea"/>
              </a:rPr>
              <a:t> 주소 직접 등록하여 참가</a:t>
            </a:r>
            <a:endParaRPr lang="en-US" altLang="ko-KR" sz="800" dirty="0">
              <a:solidFill>
                <a:schemeClr val="bg1"/>
              </a:solidFill>
              <a:latin typeface="+mn-ea"/>
            </a:endParaRPr>
          </a:p>
        </p:txBody>
      </p:sp>
      <p:grpSp>
        <p:nvGrpSpPr>
          <p:cNvPr id="394" name="그룹 393"/>
          <p:cNvGrpSpPr/>
          <p:nvPr/>
        </p:nvGrpSpPr>
        <p:grpSpPr>
          <a:xfrm>
            <a:off x="3824027" y="11438065"/>
            <a:ext cx="234360" cy="200055"/>
            <a:chOff x="1152270" y="11706839"/>
            <a:chExt cx="234360" cy="200055"/>
          </a:xfrm>
        </p:grpSpPr>
        <p:sp>
          <p:nvSpPr>
            <p:cNvPr id="395" name="모서리가 둥근 직사각형 3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6" name="직사각형 39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4" name="표 3"/>
          <p:cNvGraphicFramePr>
            <a:graphicFrameLocks noGrp="1"/>
          </p:cNvGraphicFramePr>
          <p:nvPr>
            <p:extLst>
              <p:ext uri="{D42A27DB-BD31-4B8C-83A1-F6EECF244321}">
                <p14:modId xmlns:p14="http://schemas.microsoft.com/office/powerpoint/2010/main" val="188744303"/>
              </p:ext>
            </p:extLst>
          </p:nvPr>
        </p:nvGraphicFramePr>
        <p:xfrm>
          <a:off x="1970559" y="12228834"/>
          <a:ext cx="7470354" cy="842628"/>
        </p:xfrm>
        <a:graphic>
          <a:graphicData uri="http://schemas.openxmlformats.org/drawingml/2006/table">
            <a:tbl>
              <a:tblPr/>
              <a:tblGrid>
                <a:gridCol w="2490118"/>
                <a:gridCol w="2490118"/>
                <a:gridCol w="2490118"/>
              </a:tblGrid>
              <a:tr h="28087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참여이력</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808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참여일시</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진행시간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참여시간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80876">
                <a:tc gridSpan="3">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참여 정보가 없습니다</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97" name="모서리가 둥근 직사각형 396"/>
          <p:cNvSpPr/>
          <p:nvPr/>
        </p:nvSpPr>
        <p:spPr>
          <a:xfrm>
            <a:off x="8484604" y="1227857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녹화영상보기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01" name="모서리가 둥근 직사각형 400"/>
          <p:cNvSpPr/>
          <p:nvPr/>
        </p:nvSpPr>
        <p:spPr>
          <a:xfrm>
            <a:off x="8483588" y="8047037"/>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750" dirty="0" smtClean="0">
                <a:solidFill>
                  <a:schemeClr val="bg1"/>
                </a:solidFill>
                <a:latin typeface="맑은 고딕" panose="020B0503020000020004" pitchFamily="50" charset="-127"/>
                <a:ea typeface="맑은 고딕" panose="020B0503020000020004" pitchFamily="50" charset="-127"/>
              </a:rPr>
              <a:t>참여하기</a:t>
            </a:r>
            <a:endParaRPr lang="ko-KR" altLang="en-US" sz="750" dirty="0">
              <a:solidFill>
                <a:schemeClr val="bg1"/>
              </a:solidFill>
              <a:latin typeface="맑은 고딕" panose="020B0503020000020004" pitchFamily="50" charset="-127"/>
              <a:ea typeface="맑은 고딕" panose="020B0503020000020004" pitchFamily="50" charset="-127"/>
            </a:endParaRPr>
          </a:p>
        </p:txBody>
      </p:sp>
      <p:grpSp>
        <p:nvGrpSpPr>
          <p:cNvPr id="187" name="그룹 186"/>
          <p:cNvGrpSpPr/>
          <p:nvPr/>
        </p:nvGrpSpPr>
        <p:grpSpPr>
          <a:xfrm>
            <a:off x="2576736" y="7164333"/>
            <a:ext cx="6291612" cy="2601371"/>
            <a:chOff x="1100572" y="3167889"/>
            <a:chExt cx="6291612" cy="2601371"/>
          </a:xfrm>
        </p:grpSpPr>
        <p:sp>
          <p:nvSpPr>
            <p:cNvPr id="225" name="직사각형 224"/>
            <p:cNvSpPr/>
            <p:nvPr/>
          </p:nvSpPr>
          <p:spPr>
            <a:xfrm>
              <a:off x="1100572" y="3176972"/>
              <a:ext cx="6282748" cy="2592288"/>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7" name="직사각형 226"/>
            <p:cNvSpPr/>
            <p:nvPr/>
          </p:nvSpPr>
          <p:spPr>
            <a:xfrm>
              <a:off x="1100572" y="3187338"/>
              <a:ext cx="6282748"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8" name="직사각형 227"/>
            <p:cNvSpPr/>
            <p:nvPr/>
          </p:nvSpPr>
          <p:spPr>
            <a:xfrm>
              <a:off x="1109761" y="3201232"/>
              <a:ext cx="1093569" cy="215444"/>
            </a:xfrm>
            <a:prstGeom prst="rect">
              <a:avLst/>
            </a:prstGeom>
          </p:spPr>
          <p:txBody>
            <a:bodyPr wrap="none">
              <a:spAutoFit/>
            </a:bodyPr>
            <a:lstStyle/>
            <a:p>
              <a:r>
                <a:rPr lang="en-US" altLang="ko-KR" sz="800" b="1" dirty="0" smtClean="0">
                  <a:solidFill>
                    <a:schemeClr val="bg1"/>
                  </a:solidFill>
                  <a:latin typeface="+mn-ea"/>
                  <a:ea typeface="+mn-ea"/>
                </a:rPr>
                <a:t>ZOOM </a:t>
              </a:r>
              <a:r>
                <a:rPr lang="ko-KR" altLang="en-US" sz="800" b="1" dirty="0" err="1" smtClean="0">
                  <a:solidFill>
                    <a:schemeClr val="bg1"/>
                  </a:solidFill>
                  <a:latin typeface="+mn-ea"/>
                  <a:ea typeface="+mn-ea"/>
                </a:rPr>
                <a:t>이메일</a:t>
              </a:r>
              <a:r>
                <a:rPr lang="ko-KR" altLang="en-US" sz="800" b="1" dirty="0" smtClean="0">
                  <a:solidFill>
                    <a:schemeClr val="bg1"/>
                  </a:solidFill>
                  <a:latin typeface="+mn-ea"/>
                  <a:ea typeface="+mn-ea"/>
                </a:rPr>
                <a:t> 접속</a:t>
              </a:r>
              <a:endParaRPr lang="en-US" altLang="ko-KR" sz="800" b="1" dirty="0">
                <a:solidFill>
                  <a:schemeClr val="bg1"/>
                </a:solidFill>
                <a:latin typeface="+mn-ea"/>
                <a:ea typeface="+mn-ea"/>
              </a:endParaRPr>
            </a:p>
          </p:txBody>
        </p:sp>
        <p:sp>
          <p:nvSpPr>
            <p:cNvPr id="230" name="직사각형 229"/>
            <p:cNvSpPr/>
            <p:nvPr/>
          </p:nvSpPr>
          <p:spPr>
            <a:xfrm>
              <a:off x="7124162" y="3167889"/>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07" name="직사각형 206"/>
          <p:cNvSpPr/>
          <p:nvPr/>
        </p:nvSpPr>
        <p:spPr>
          <a:xfrm>
            <a:off x="4248568" y="7902564"/>
            <a:ext cx="1800000" cy="190800"/>
          </a:xfrm>
          <a:prstGeom prst="rect">
            <a:avLst/>
          </a:pr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a:solidFill>
                  <a:schemeClr val="tx1">
                    <a:lumMod val="50000"/>
                    <a:lumOff val="50000"/>
                  </a:schemeClr>
                </a:solidFill>
                <a:latin typeface="+mn-ea"/>
              </a:rPr>
              <a:t>학번</a:t>
            </a:r>
            <a:r>
              <a:rPr lang="en-US" altLang="ko-KR" sz="800" dirty="0" smtClean="0">
                <a:solidFill>
                  <a:schemeClr val="tx1">
                    <a:lumMod val="50000"/>
                    <a:lumOff val="50000"/>
                  </a:schemeClr>
                </a:solidFill>
                <a:latin typeface="+mn-ea"/>
              </a:rPr>
              <a:t>@knou.ac.kr</a:t>
            </a:r>
            <a:endParaRPr lang="ko-KR" altLang="en-US" sz="800" dirty="0">
              <a:solidFill>
                <a:schemeClr val="tx1">
                  <a:lumMod val="50000"/>
                  <a:lumOff val="50000"/>
                </a:schemeClr>
              </a:solidFill>
              <a:latin typeface="+mn-ea"/>
            </a:endParaRPr>
          </a:p>
        </p:txBody>
      </p:sp>
      <p:grpSp>
        <p:nvGrpSpPr>
          <p:cNvPr id="9" name="그룹 8"/>
          <p:cNvGrpSpPr/>
          <p:nvPr/>
        </p:nvGrpSpPr>
        <p:grpSpPr>
          <a:xfrm>
            <a:off x="7312999" y="9108107"/>
            <a:ext cx="1485000" cy="540000"/>
            <a:chOff x="7212416" y="9485161"/>
            <a:chExt cx="1485000" cy="540000"/>
          </a:xfrm>
        </p:grpSpPr>
        <p:pic>
          <p:nvPicPr>
            <p:cNvPr id="19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12416" y="9485161"/>
              <a:ext cx="1485000" cy="54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0" name="직사각형 199"/>
            <p:cNvSpPr/>
            <p:nvPr/>
          </p:nvSpPr>
          <p:spPr>
            <a:xfrm>
              <a:off x="7722248" y="9580256"/>
              <a:ext cx="906660" cy="338554"/>
            </a:xfrm>
            <a:prstGeom prst="rect">
              <a:avLst/>
            </a:prstGeom>
          </p:spPr>
          <p:txBody>
            <a:bodyPr wrap="square">
              <a:spAutoFit/>
            </a:bodyPr>
            <a:lstStyle/>
            <a:p>
              <a:r>
                <a:rPr lang="ko-KR" altLang="en-US" sz="800" dirty="0" smtClean="0">
                  <a:solidFill>
                    <a:schemeClr val="bg1"/>
                  </a:solidFill>
                  <a:latin typeface="+mn-ea"/>
                  <a:ea typeface="+mn-ea"/>
                </a:rPr>
                <a:t>화상 세미나 </a:t>
              </a:r>
              <a:endParaRPr lang="en-US" altLang="ko-KR" sz="800" dirty="0" smtClean="0">
                <a:solidFill>
                  <a:schemeClr val="bg1"/>
                </a:solidFill>
                <a:latin typeface="+mn-ea"/>
                <a:ea typeface="+mn-ea"/>
              </a:endParaRPr>
            </a:p>
            <a:p>
              <a:r>
                <a:rPr lang="ko-KR" altLang="en-US" sz="800" dirty="0" smtClean="0">
                  <a:solidFill>
                    <a:schemeClr val="bg1"/>
                  </a:solidFill>
                  <a:latin typeface="+mn-ea"/>
                  <a:ea typeface="+mn-ea"/>
                </a:rPr>
                <a:t>참여하기</a:t>
              </a:r>
              <a:endParaRPr lang="ko-KR" altLang="en-US" sz="800" dirty="0">
                <a:solidFill>
                  <a:schemeClr val="bg1"/>
                </a:solidFill>
                <a:latin typeface="+mn-ea"/>
                <a:ea typeface="+mn-ea"/>
              </a:endParaRPr>
            </a:p>
          </p:txBody>
        </p:sp>
      </p:grpSp>
      <p:grpSp>
        <p:nvGrpSpPr>
          <p:cNvPr id="201" name="그룹 200"/>
          <p:cNvGrpSpPr/>
          <p:nvPr/>
        </p:nvGrpSpPr>
        <p:grpSpPr>
          <a:xfrm>
            <a:off x="7113954" y="9064674"/>
            <a:ext cx="234360" cy="200055"/>
            <a:chOff x="1152270" y="11706839"/>
            <a:chExt cx="234360" cy="200055"/>
          </a:xfrm>
        </p:grpSpPr>
        <p:sp>
          <p:nvSpPr>
            <p:cNvPr id="203" name="모서리가 둥근 직사각형 2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5" name="직사각형 204"/>
            <p:cNvSpPr/>
            <p:nvPr/>
          </p:nvSpPr>
          <p:spPr>
            <a:xfrm>
              <a:off x="1152270" y="11706839"/>
              <a:ext cx="234360" cy="200055"/>
            </a:xfrm>
            <a:prstGeom prst="rect">
              <a:avLst/>
            </a:prstGeom>
          </p:spPr>
          <p:txBody>
            <a:bodyPr wrap="none">
              <a:spAutoFit/>
            </a:bodyPr>
            <a:lstStyle/>
            <a:p>
              <a:r>
                <a:rPr lang="en-US" altLang="ko-KR" sz="700" dirty="0">
                  <a:solidFill>
                    <a:schemeClr val="bg1"/>
                  </a:solidFill>
                  <a:latin typeface="+mn-ea"/>
                  <a:ea typeface="+mn-ea"/>
                </a:rPr>
                <a:t>2</a:t>
              </a:r>
              <a:endParaRPr lang="ko-KR" altLang="en-US" sz="700" dirty="0">
                <a:solidFill>
                  <a:schemeClr val="bg1"/>
                </a:solidFill>
                <a:latin typeface="+mn-ea"/>
                <a:ea typeface="+mn-ea"/>
              </a:endParaRPr>
            </a:p>
          </p:txBody>
        </p:sp>
      </p:grpSp>
      <p:cxnSp>
        <p:nvCxnSpPr>
          <p:cNvPr id="234" name="꺾인 연결선 233"/>
          <p:cNvCxnSpPr>
            <a:stCxn id="390" idx="0"/>
            <a:endCxn id="225" idx="2"/>
          </p:cNvCxnSpPr>
          <p:nvPr/>
        </p:nvCxnSpPr>
        <p:spPr>
          <a:xfrm rot="5400000" flipH="1" flipV="1">
            <a:off x="3552749" y="9310535"/>
            <a:ext cx="1710191" cy="2620531"/>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7" name="표 6"/>
          <p:cNvGraphicFramePr>
            <a:graphicFrameLocks noGrp="1"/>
          </p:cNvGraphicFramePr>
          <p:nvPr>
            <p:extLst>
              <p:ext uri="{D42A27DB-BD31-4B8C-83A1-F6EECF244321}">
                <p14:modId xmlns:p14="http://schemas.microsoft.com/office/powerpoint/2010/main" val="4292992380"/>
              </p:ext>
            </p:extLst>
          </p:nvPr>
        </p:nvGraphicFramePr>
        <p:xfrm>
          <a:off x="2672853" y="7493211"/>
          <a:ext cx="6114056" cy="714716"/>
        </p:xfrm>
        <a:graphic>
          <a:graphicData uri="http://schemas.openxmlformats.org/drawingml/2006/table">
            <a:tbl>
              <a:tblPr/>
              <a:tblGrid>
                <a:gridCol w="1339715"/>
                <a:gridCol w="477434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kern="1200" dirty="0" smtClean="0">
                          <a:solidFill>
                            <a:schemeClr val="tx1">
                              <a:lumMod val="75000"/>
                              <a:lumOff val="25000"/>
                            </a:schemeClr>
                          </a:solidFill>
                          <a:latin typeface="+mn-ea"/>
                          <a:ea typeface="+mn-ea"/>
                          <a:cs typeface="+mn-cs"/>
                        </a:rPr>
                        <a:t>ZOOM </a:t>
                      </a:r>
                      <a:r>
                        <a:rPr lang="ko-KR" altLang="en-US" sz="800" b="1" kern="1200" dirty="0" smtClean="0">
                          <a:solidFill>
                            <a:schemeClr val="tx1">
                              <a:lumMod val="75000"/>
                              <a:lumOff val="25000"/>
                            </a:schemeClr>
                          </a:solidFill>
                          <a:latin typeface="+mn-ea"/>
                          <a:ea typeface="+mn-ea"/>
                          <a:cs typeface="+mn-cs"/>
                        </a:rPr>
                        <a:t>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ID</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25487112335@konu.ac.kr</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a:t>
                      </a:r>
                      <a:r>
                        <a:rPr lang="en-US" altLang="ko-KR" sz="800" b="0" baseline="0" dirty="0" smtClean="0">
                          <a:solidFill>
                            <a:schemeClr val="tx1">
                              <a:lumMod val="75000"/>
                              <a:lumOff val="25000"/>
                            </a:schemeClr>
                          </a:solidFill>
                          <a:latin typeface="+mn-ea"/>
                          <a:ea typeface="+mn-ea"/>
                        </a:rPr>
                        <a:t> </a:t>
                      </a:r>
                      <a:r>
                        <a:rPr lang="ko-KR" altLang="en-US" sz="800" b="0" baseline="0" dirty="0" smtClean="0">
                          <a:solidFill>
                            <a:schemeClr val="tx1">
                              <a:lumMod val="75000"/>
                              <a:lumOff val="25000"/>
                            </a:schemeClr>
                          </a:solidFill>
                          <a:latin typeface="+mn-ea"/>
                          <a:ea typeface="+mn-ea"/>
                        </a:rPr>
                        <a:t>회의 </a:t>
                      </a:r>
                      <a:r>
                        <a:rPr lang="en-US" altLang="ko-KR" sz="800" b="0" baseline="0" dirty="0" smtClean="0">
                          <a:solidFill>
                            <a:schemeClr val="tx1">
                              <a:lumMod val="75000"/>
                              <a:lumOff val="25000"/>
                            </a:schemeClr>
                          </a:solidFill>
                          <a:latin typeface="+mn-ea"/>
                          <a:ea typeface="+mn-ea"/>
                        </a:rPr>
                        <a:t>PW</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PIDK!@15</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241" name="표 240"/>
          <p:cNvGraphicFramePr>
            <a:graphicFrameLocks noGrp="1"/>
          </p:cNvGraphicFramePr>
          <p:nvPr>
            <p:extLst>
              <p:ext uri="{D42A27DB-BD31-4B8C-83A1-F6EECF244321}">
                <p14:modId xmlns:p14="http://schemas.microsoft.com/office/powerpoint/2010/main" val="1875548499"/>
              </p:ext>
            </p:extLst>
          </p:nvPr>
        </p:nvGraphicFramePr>
        <p:xfrm>
          <a:off x="2673127" y="8325544"/>
          <a:ext cx="6114056" cy="714716"/>
        </p:xfrm>
        <a:graphic>
          <a:graphicData uri="http://schemas.openxmlformats.org/drawingml/2006/table">
            <a:tbl>
              <a:tblPr/>
              <a:tblGrid>
                <a:gridCol w="1339715"/>
                <a:gridCol w="477434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1" kern="1200" dirty="0" smtClean="0">
                          <a:solidFill>
                            <a:schemeClr val="tx1">
                              <a:lumMod val="75000"/>
                              <a:lumOff val="25000"/>
                            </a:schemeClr>
                          </a:solidFill>
                          <a:latin typeface="+mn-ea"/>
                          <a:ea typeface="+mn-ea"/>
                          <a:cs typeface="+mn-cs"/>
                        </a:rPr>
                        <a:t>ZOOM </a:t>
                      </a:r>
                      <a:r>
                        <a:rPr lang="ko-KR" altLang="en-US" sz="800" b="1" kern="1200" dirty="0" smtClean="0">
                          <a:solidFill>
                            <a:schemeClr val="tx1">
                              <a:lumMod val="75000"/>
                              <a:lumOff val="25000"/>
                            </a:schemeClr>
                          </a:solidFill>
                          <a:latin typeface="+mn-ea"/>
                          <a:ea typeface="+mn-ea"/>
                          <a:cs typeface="+mn-cs"/>
                        </a:rPr>
                        <a:t>접속</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접속 </a:t>
                      </a:r>
                      <a:r>
                        <a:rPr lang="ko-KR" altLang="en-US" sz="800" b="0" dirty="0" err="1" smtClean="0">
                          <a:solidFill>
                            <a:schemeClr val="tx1">
                              <a:lumMod val="75000"/>
                              <a:lumOff val="25000"/>
                            </a:schemeClr>
                          </a:solidFill>
                          <a:latin typeface="+mn-ea"/>
                          <a:ea typeface="+mn-ea"/>
                        </a:rPr>
                        <a:t>이메일</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rgbClr val="0070C0"/>
                          </a:solidFill>
                          <a:latin typeface="+mn-ea"/>
                          <a:ea typeface="+mn-ea"/>
                        </a:rPr>
                        <a:t>Zoom </a:t>
                      </a:r>
                      <a:r>
                        <a:rPr lang="ko-KR" altLang="en-US" sz="800" dirty="0" smtClean="0">
                          <a:solidFill>
                            <a:srgbClr val="0070C0"/>
                          </a:solidFill>
                          <a:latin typeface="+mn-ea"/>
                          <a:ea typeface="+mn-ea"/>
                        </a:rPr>
                        <a:t>접속 </a:t>
                      </a:r>
                      <a:r>
                        <a:rPr lang="ko-KR" altLang="en-US" sz="800" dirty="0" err="1" smtClean="0">
                          <a:solidFill>
                            <a:srgbClr val="0070C0"/>
                          </a:solidFill>
                          <a:latin typeface="+mn-ea"/>
                          <a:ea typeface="+mn-ea"/>
                        </a:rPr>
                        <a:t>이메일은</a:t>
                      </a:r>
                      <a:r>
                        <a:rPr lang="ko-KR" altLang="en-US" sz="800" dirty="0" smtClean="0">
                          <a:solidFill>
                            <a:srgbClr val="0070C0"/>
                          </a:solidFill>
                          <a:latin typeface="+mn-ea"/>
                          <a:ea typeface="+mn-ea"/>
                        </a:rPr>
                        <a:t> </a:t>
                      </a:r>
                      <a:r>
                        <a:rPr lang="en-US" altLang="ko-KR" sz="800" dirty="0" smtClean="0">
                          <a:solidFill>
                            <a:srgbClr val="0070C0"/>
                          </a:solidFill>
                          <a:latin typeface="+mn-ea"/>
                          <a:ea typeface="+mn-ea"/>
                        </a:rPr>
                        <a:t>LMS</a:t>
                      </a:r>
                      <a:r>
                        <a:rPr lang="ko-KR" altLang="en-US" sz="800" dirty="0" smtClean="0">
                          <a:solidFill>
                            <a:srgbClr val="0070C0"/>
                          </a:solidFill>
                          <a:latin typeface="+mn-ea"/>
                          <a:ea typeface="+mn-ea"/>
                        </a:rPr>
                        <a:t>에 등록된 본인의 </a:t>
                      </a:r>
                      <a:r>
                        <a:rPr lang="ko-KR" altLang="en-US" sz="800" dirty="0" err="1" smtClean="0">
                          <a:solidFill>
                            <a:srgbClr val="0070C0"/>
                          </a:solidFill>
                          <a:latin typeface="+mn-ea"/>
                          <a:ea typeface="+mn-ea"/>
                        </a:rPr>
                        <a:t>이메일</a:t>
                      </a:r>
                      <a:r>
                        <a:rPr lang="ko-KR" altLang="en-US" sz="800" dirty="0" smtClean="0">
                          <a:solidFill>
                            <a:srgbClr val="0070C0"/>
                          </a:solidFill>
                          <a:latin typeface="+mn-ea"/>
                          <a:ea typeface="+mn-ea"/>
                        </a:rPr>
                        <a:t> 주소를 입력해야 자동 출석인정 됩니다</a:t>
                      </a:r>
                      <a:r>
                        <a:rPr lang="en-US" altLang="ko-KR" sz="800" dirty="0" smtClean="0">
                          <a:solidFill>
                            <a:srgbClr val="0070C0"/>
                          </a:solidFill>
                          <a:latin typeface="+mn-ea"/>
                          <a:ea typeface="+mn-ea"/>
                        </a:rPr>
                        <a:t>.</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55" name="직사각형 254"/>
          <p:cNvSpPr/>
          <p:nvPr/>
        </p:nvSpPr>
        <p:spPr>
          <a:xfrm>
            <a:off x="4076811" y="8604861"/>
            <a:ext cx="1800000" cy="162000"/>
          </a:xfrm>
          <a:prstGeom prst="rect">
            <a:avLst/>
          </a:pr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a:solidFill>
                  <a:srgbClr val="FF0000"/>
                </a:solidFill>
                <a:latin typeface="+mn-ea"/>
              </a:rPr>
              <a:t>학번</a:t>
            </a:r>
            <a:r>
              <a:rPr lang="en-US" altLang="ko-KR" sz="800" dirty="0" smtClean="0">
                <a:solidFill>
                  <a:srgbClr val="FF0000"/>
                </a:solidFill>
                <a:latin typeface="+mn-ea"/>
              </a:rPr>
              <a:t>@knou.ac.kr</a:t>
            </a:r>
            <a:endParaRPr lang="ko-KR" altLang="en-US" sz="800" dirty="0">
              <a:solidFill>
                <a:srgbClr val="FF0000"/>
              </a:solidFill>
              <a:latin typeface="+mn-ea"/>
            </a:endParaRPr>
          </a:p>
        </p:txBody>
      </p:sp>
      <p:grpSp>
        <p:nvGrpSpPr>
          <p:cNvPr id="181" name="그룹 180"/>
          <p:cNvGrpSpPr/>
          <p:nvPr/>
        </p:nvGrpSpPr>
        <p:grpSpPr>
          <a:xfrm>
            <a:off x="579562" y="2166658"/>
            <a:ext cx="1386586" cy="5317057"/>
            <a:chOff x="579562" y="2166658"/>
            <a:chExt cx="1386586" cy="5317057"/>
          </a:xfrm>
        </p:grpSpPr>
        <p:grpSp>
          <p:nvGrpSpPr>
            <p:cNvPr id="182" name="그룹 181"/>
            <p:cNvGrpSpPr/>
            <p:nvPr/>
          </p:nvGrpSpPr>
          <p:grpSpPr>
            <a:xfrm>
              <a:off x="629956" y="3318264"/>
              <a:ext cx="1332000" cy="180000"/>
              <a:chOff x="666428" y="3785432"/>
              <a:chExt cx="1332000" cy="180000"/>
            </a:xfrm>
          </p:grpSpPr>
          <p:sp>
            <p:nvSpPr>
              <p:cNvPr id="370" name="모서리가 둥근 직사각형 36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29956" y="3568824"/>
              <a:ext cx="1332000" cy="180000"/>
              <a:chOff x="666428" y="4310612"/>
              <a:chExt cx="1332000" cy="180000"/>
            </a:xfrm>
          </p:grpSpPr>
          <p:sp>
            <p:nvSpPr>
              <p:cNvPr id="368" name="모서리가 둥근 직사각형 36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6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29955" y="3042501"/>
              <a:ext cx="1332000" cy="180000"/>
              <a:chOff x="666427" y="3266516"/>
              <a:chExt cx="1332000" cy="180000"/>
            </a:xfrm>
          </p:grpSpPr>
          <p:sp>
            <p:nvSpPr>
              <p:cNvPr id="366" name="모서리가 둥근 직사각형 36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29956" y="3854780"/>
              <a:ext cx="1332000" cy="180000"/>
              <a:chOff x="666428" y="4570824"/>
              <a:chExt cx="1332000" cy="180000"/>
            </a:xfrm>
          </p:grpSpPr>
          <p:sp>
            <p:nvSpPr>
              <p:cNvPr id="362" name="모서리가 둥근 직사각형 36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6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29956" y="5316875"/>
              <a:ext cx="1332000" cy="180000"/>
              <a:chOff x="666428" y="5096004"/>
              <a:chExt cx="1332000" cy="180000"/>
            </a:xfrm>
          </p:grpSpPr>
          <p:sp>
            <p:nvSpPr>
              <p:cNvPr id="347" name="모서리가 둥근 직사각형 34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54"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4148" y="5634789"/>
              <a:ext cx="1332000" cy="180000"/>
              <a:chOff x="666428" y="3785432"/>
              <a:chExt cx="1332000" cy="180000"/>
            </a:xfrm>
          </p:grpSpPr>
          <p:sp>
            <p:nvSpPr>
              <p:cNvPr id="345" name="모서리가 둥근 직사각형 344"/>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세미나</a:t>
                </a:r>
                <a:endParaRPr kumimoji="1" lang="ko-KR" altLang="en-US" sz="800" dirty="0">
                  <a:solidFill>
                    <a:schemeClr val="tx1">
                      <a:lumMod val="75000"/>
                      <a:lumOff val="25000"/>
                    </a:schemeClr>
                  </a:solidFill>
                  <a:latin typeface="+mn-ea"/>
                  <a:ea typeface="+mn-ea"/>
                  <a:cs typeface="Calibri" pitchFamily="34" charset="0"/>
                </a:endParaRPr>
              </a:p>
            </p:txBody>
          </p:sp>
          <p:pic>
            <p:nvPicPr>
              <p:cNvPr id="3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1150" y="4135825"/>
              <a:ext cx="1332000" cy="180000"/>
              <a:chOff x="666428" y="4570824"/>
              <a:chExt cx="1332000" cy="180000"/>
            </a:xfrm>
          </p:grpSpPr>
          <p:sp>
            <p:nvSpPr>
              <p:cNvPr id="327" name="모서리가 둥근 직사각형 32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4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29956" y="4423395"/>
              <a:ext cx="1332000" cy="180000"/>
              <a:chOff x="666428" y="4310612"/>
              <a:chExt cx="1332000" cy="180000"/>
            </a:xfrm>
          </p:grpSpPr>
          <p:sp>
            <p:nvSpPr>
              <p:cNvPr id="304" name="모서리가 둥근 직사각형 3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2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1" name="TextBox 19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2" name="그룹 191"/>
            <p:cNvGrpSpPr/>
            <p:nvPr/>
          </p:nvGrpSpPr>
          <p:grpSpPr>
            <a:xfrm>
              <a:off x="632520" y="4723068"/>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2752353"/>
              <a:ext cx="1332000" cy="180000"/>
              <a:chOff x="666427" y="3266516"/>
              <a:chExt cx="1332000" cy="180000"/>
            </a:xfrm>
          </p:grpSpPr>
          <p:sp>
            <p:nvSpPr>
              <p:cNvPr id="259" name="모서리가 둥근 직사각형 25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6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2520" y="5005767"/>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6227787"/>
              <a:ext cx="1332000" cy="180000"/>
              <a:chOff x="666428" y="3785432"/>
              <a:chExt cx="1332000" cy="180000"/>
            </a:xfrm>
          </p:grpSpPr>
          <p:sp>
            <p:nvSpPr>
              <p:cNvPr id="254" name="모서리가 둥근 직사각형 25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6487872"/>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6773828"/>
              <a:ext cx="1332000" cy="180000"/>
              <a:chOff x="666428" y="4570824"/>
              <a:chExt cx="1332000" cy="180000"/>
            </a:xfrm>
          </p:grpSpPr>
          <p:sp>
            <p:nvSpPr>
              <p:cNvPr id="232" name="모서리가 둥근 직사각형 23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3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7053155"/>
              <a:ext cx="1332000" cy="180000"/>
              <a:chOff x="666428" y="3785432"/>
              <a:chExt cx="1332000" cy="180000"/>
            </a:xfrm>
          </p:grpSpPr>
          <p:sp>
            <p:nvSpPr>
              <p:cNvPr id="226" name="모서리가 둥근 직사각형 22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3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7303715"/>
              <a:ext cx="1332000" cy="180000"/>
              <a:chOff x="666428" y="4310612"/>
              <a:chExt cx="1332000" cy="180000"/>
            </a:xfrm>
          </p:grpSpPr>
          <p:sp>
            <p:nvSpPr>
              <p:cNvPr id="223" name="모서리가 둥근 직사각형 2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2995" y="5922821"/>
              <a:ext cx="1332000" cy="180000"/>
              <a:chOff x="666427" y="3266516"/>
              <a:chExt cx="1332000" cy="180000"/>
            </a:xfrm>
          </p:grpSpPr>
          <p:sp>
            <p:nvSpPr>
              <p:cNvPr id="219" name="모서리가 둥근 직사각형 21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2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624580214"/>
      </p:ext>
    </p:extLst>
  </p:cSld>
  <p:clrMapOvr>
    <a:masterClrMapping/>
  </p:clrMapOvr>
  <p:transition>
    <p:wipe dir="r"/>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KNOU_UI_C02130000_07</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세미나 </a:t>
            </a:r>
            <a:r>
              <a:rPr lang="en-US" altLang="ko-KR" sz="800" spc="-60" dirty="0" smtClean="0">
                <a:latin typeface="+mn-ea"/>
                <a:ea typeface="+mn-ea"/>
              </a:rPr>
              <a:t>&gt; </a:t>
            </a:r>
            <a:r>
              <a:rPr lang="ko-KR" altLang="en-US" sz="800" spc="-60" dirty="0" smtClean="0">
                <a:latin typeface="+mn-ea"/>
                <a:ea typeface="+mn-ea"/>
              </a:rPr>
              <a:t>세미나정보 및 참여 </a:t>
            </a:r>
            <a:r>
              <a:rPr lang="en-US" altLang="ko-KR" sz="800" spc="-60" dirty="0" smtClean="0">
                <a:latin typeface="+mn-ea"/>
                <a:ea typeface="+mn-ea"/>
              </a:rPr>
              <a:t>: </a:t>
            </a:r>
            <a:r>
              <a:rPr lang="ko-KR" altLang="en-US" sz="800" spc="-60" dirty="0" smtClean="0">
                <a:latin typeface="+mn-ea"/>
                <a:ea typeface="+mn-ea"/>
              </a:rPr>
              <a:t>세미나마감 </a:t>
            </a:r>
            <a:r>
              <a:rPr lang="en-US" altLang="ko-KR" sz="800" spc="-60" dirty="0" smtClean="0">
                <a:latin typeface="+mn-ea"/>
                <a:ea typeface="+mn-ea"/>
              </a:rPr>
              <a:t>: </a:t>
            </a:r>
            <a:r>
              <a:rPr lang="ko-KR" altLang="en-US" sz="800" spc="-60" dirty="0" smtClean="0">
                <a:latin typeface="+mn-ea"/>
                <a:ea typeface="+mn-ea"/>
              </a:rPr>
              <a:t>피드백</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0044497"/>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세미나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세미나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875155203"/>
              </p:ext>
            </p:extLst>
          </p:nvPr>
        </p:nvGraphicFramePr>
        <p:xfrm>
          <a:off x="9499029" y="5826835"/>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피드백 </a:t>
                      </a:r>
                      <a:r>
                        <a:rPr lang="ko-KR" altLang="en-US" sz="800" kern="1200" baseline="0" dirty="0" err="1" smtClean="0">
                          <a:solidFill>
                            <a:schemeClr val="tx1">
                              <a:lumMod val="75000"/>
                              <a:lumOff val="25000"/>
                            </a:schemeClr>
                          </a:solidFill>
                          <a:latin typeface="+mn-lt"/>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세미나</a:t>
                </a:r>
                <a:endParaRPr kumimoji="1" lang="ko-KR" altLang="en-US" sz="800" dirty="0">
                  <a:solidFill>
                    <a:schemeClr val="tx1">
                      <a:lumMod val="75000"/>
                      <a:lumOff val="25000"/>
                    </a:schemeClr>
                  </a:solidFill>
                  <a:latin typeface="+mn-ea"/>
                  <a:ea typeface="+mn-ea"/>
                  <a:cs typeface="Calibri" pitchFamily="34" charset="0"/>
                </a:endParaRPr>
              </a:p>
            </p:txBody>
          </p:sp>
          <p:pic>
            <p:nvPicPr>
              <p:cNvPr id="29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세미나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850375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149389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5" name="모서리가 둥근 직사각형 194"/>
          <p:cNvSpPr/>
          <p:nvPr/>
        </p:nvSpPr>
        <p:spPr>
          <a:xfrm>
            <a:off x="8543014" y="3778160"/>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198" name="직선 연결선 197"/>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9" name="직사각형 198"/>
          <p:cNvSpPr/>
          <p:nvPr/>
        </p:nvSpPr>
        <p:spPr>
          <a:xfrm>
            <a:off x="1981742" y="3453407"/>
            <a:ext cx="1224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세미나정보 및 평가</a:t>
            </a:r>
          </a:p>
        </p:txBody>
      </p:sp>
      <p:graphicFrame>
        <p:nvGraphicFramePr>
          <p:cNvPr id="202" name="Group 37"/>
          <p:cNvGraphicFramePr>
            <a:graphicFrameLocks noGrp="1"/>
          </p:cNvGraphicFramePr>
          <p:nvPr>
            <p:extLst>
              <p:ext uri="{D42A27DB-BD31-4B8C-83A1-F6EECF244321}">
                <p14:modId xmlns:p14="http://schemas.microsoft.com/office/powerpoint/2010/main" val="2622472115"/>
              </p:ext>
            </p:extLst>
          </p:nvPr>
        </p:nvGraphicFramePr>
        <p:xfrm>
          <a:off x="1972097" y="4065463"/>
          <a:ext cx="7470353" cy="504501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일반세미나일반세미나</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201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세미나 일시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진행 시간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세미나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en-US" altLang="ko-KR" sz="800" dirty="0" smtClean="0">
                          <a:solidFill>
                            <a:schemeClr val="tx1">
                              <a:lumMod val="75000"/>
                              <a:lumOff val="25000"/>
                            </a:schemeClr>
                          </a:solidFill>
                        </a:rPr>
                        <a:t>ZOOM</a:t>
                      </a:r>
                      <a:r>
                        <a:rPr lang="ko-KR" altLang="en-US" sz="800" baseline="0" dirty="0" smtClean="0">
                          <a:solidFill>
                            <a:schemeClr val="tx1">
                              <a:lumMod val="75000"/>
                              <a:lumOff val="25000"/>
                            </a:schemeClr>
                          </a:solidFill>
                        </a:rPr>
                        <a:t> 정보</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ID</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25487112335@konu.ac.kr</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a:t>
                      </a:r>
                      <a:r>
                        <a:rPr lang="en-US" altLang="ko-KR" sz="800" b="0" dirty="0" smtClean="0">
                          <a:solidFill>
                            <a:schemeClr val="tx1">
                              <a:lumMod val="75000"/>
                              <a:lumOff val="25000"/>
                            </a:schemeClr>
                          </a:solidFill>
                          <a:latin typeface="+mn-ea"/>
                          <a:ea typeface="+mn-ea"/>
                        </a:rPr>
                        <a:t>PW</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pw123456</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ZOOM </a:t>
                      </a:r>
                      <a:r>
                        <a:rPr lang="ko-KR" altLang="en-US" sz="800" b="0" dirty="0" smtClean="0">
                          <a:solidFill>
                            <a:schemeClr val="tx1">
                              <a:lumMod val="75000"/>
                              <a:lumOff val="25000"/>
                            </a:schemeClr>
                          </a:solidFill>
                          <a:latin typeface="+mn-ea"/>
                          <a:ea typeface="+mn-ea"/>
                        </a:rPr>
                        <a:t>회의 녹화</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4" name="직사각형 203"/>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206" name="그룹 205"/>
          <p:cNvGrpSpPr/>
          <p:nvPr/>
        </p:nvGrpSpPr>
        <p:grpSpPr>
          <a:xfrm>
            <a:off x="3219475" y="4796570"/>
            <a:ext cx="6151862" cy="1148064"/>
            <a:chOff x="3229000" y="4452549"/>
            <a:chExt cx="6151862" cy="1148064"/>
          </a:xfrm>
        </p:grpSpPr>
        <p:sp>
          <p:nvSpPr>
            <p:cNvPr id="20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세미나내용 세미나내용 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세미나내용</a:t>
              </a:r>
              <a:r>
                <a:rPr lang="ko-KR" altLang="en-US" sz="800" dirty="0">
                  <a:solidFill>
                    <a:schemeClr val="tx1">
                      <a:lumMod val="75000"/>
                      <a:lumOff val="25000"/>
                    </a:schemeClr>
                  </a:solidFill>
                  <a:latin typeface="+mn-ea"/>
                  <a:ea typeface="+mn-ea"/>
                </a:rPr>
                <a:t> 세미나내용</a:t>
              </a:r>
              <a:endParaRPr lang="en-US" altLang="ko-KR" sz="800" dirty="0">
                <a:solidFill>
                  <a:schemeClr val="tx1">
                    <a:lumMod val="75000"/>
                    <a:lumOff val="25000"/>
                  </a:schemeClr>
                </a:solidFill>
                <a:latin typeface="+mn-ea"/>
                <a:ea typeface="+mn-ea"/>
              </a:endParaRPr>
            </a:p>
          </p:txBody>
        </p:sp>
        <p:sp>
          <p:nvSpPr>
            <p:cNvPr id="20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0" name="그룹 209"/>
          <p:cNvGrpSpPr/>
          <p:nvPr/>
        </p:nvGrpSpPr>
        <p:grpSpPr>
          <a:xfrm>
            <a:off x="3216263" y="7480476"/>
            <a:ext cx="2114928" cy="162000"/>
            <a:chOff x="3225788" y="7298382"/>
            <a:chExt cx="2114928" cy="162000"/>
          </a:xfrm>
        </p:grpSpPr>
        <p:sp>
          <p:nvSpPr>
            <p:cNvPr id="211" name="직사각형 21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12"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29" name="직사각형 228"/>
          <p:cNvSpPr/>
          <p:nvPr/>
        </p:nvSpPr>
        <p:spPr>
          <a:xfrm>
            <a:off x="1966764" y="4276734"/>
            <a:ext cx="2917786" cy="215444"/>
          </a:xfrm>
          <a:prstGeom prst="rect">
            <a:avLst/>
          </a:prstGeom>
        </p:spPr>
        <p:txBody>
          <a:bodyPr wrap="none">
            <a:spAutoFit/>
          </a:bodyPr>
          <a:lstStyle/>
          <a:p>
            <a:r>
              <a:rPr lang="ko-KR" altLang="en-US" sz="800" dirty="0" err="1" smtClean="0">
                <a:solidFill>
                  <a:schemeClr val="tx1">
                    <a:lumMod val="75000"/>
                    <a:lumOff val="25000"/>
                  </a:schemeClr>
                </a:solidFill>
                <a:latin typeface="+mn-ea"/>
                <a:ea typeface="+mn-ea"/>
              </a:rPr>
              <a:t>세미나일시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50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출결반영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64" name="직사각형 363"/>
          <p:cNvSpPr/>
          <p:nvPr/>
        </p:nvSpPr>
        <p:spPr>
          <a:xfrm>
            <a:off x="1972216" y="3768486"/>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세미나정보 및 참여</a:t>
            </a:r>
            <a:endParaRPr lang="ko-KR" altLang="en-US" sz="800" dirty="0">
              <a:solidFill>
                <a:srgbClr val="FF0000"/>
              </a:solidFill>
              <a:latin typeface="+mn-ea"/>
              <a:ea typeface="+mn-ea"/>
            </a:endParaRPr>
          </a:p>
        </p:txBody>
      </p:sp>
      <p:graphicFrame>
        <p:nvGraphicFramePr>
          <p:cNvPr id="4" name="표 3"/>
          <p:cNvGraphicFramePr>
            <a:graphicFrameLocks noGrp="1"/>
          </p:cNvGraphicFramePr>
          <p:nvPr>
            <p:extLst>
              <p:ext uri="{D42A27DB-BD31-4B8C-83A1-F6EECF244321}">
                <p14:modId xmlns:p14="http://schemas.microsoft.com/office/powerpoint/2010/main" val="4247225385"/>
              </p:ext>
            </p:extLst>
          </p:nvPr>
        </p:nvGraphicFramePr>
        <p:xfrm>
          <a:off x="1970559" y="10241185"/>
          <a:ext cx="7470354" cy="842628"/>
        </p:xfrm>
        <a:graphic>
          <a:graphicData uri="http://schemas.openxmlformats.org/drawingml/2006/table">
            <a:tbl>
              <a:tblPr/>
              <a:tblGrid>
                <a:gridCol w="2490118"/>
                <a:gridCol w="2490118"/>
                <a:gridCol w="2490118"/>
              </a:tblGrid>
              <a:tr h="280876">
                <a:tc gridSpan="3">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rgbClr val="506E92"/>
                          </a:solidFill>
                        </a:rPr>
                        <a:t>● </a:t>
                      </a:r>
                      <a:r>
                        <a:rPr lang="ko-KR" altLang="en-US" sz="800" dirty="0" smtClean="0">
                          <a:solidFill>
                            <a:schemeClr val="tx1">
                              <a:lumMod val="75000"/>
                              <a:lumOff val="25000"/>
                            </a:schemeClr>
                          </a:solidFill>
                        </a:rPr>
                        <a:t>참여이력</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r h="2808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ea typeface="+mn-ea"/>
                        </a:rPr>
                        <a:t>참여일시</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진행시간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참여시간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2808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err="1" smtClean="0">
                          <a:solidFill>
                            <a:schemeClr val="tx1">
                              <a:lumMod val="75000"/>
                              <a:lumOff val="25000"/>
                            </a:schemeClr>
                          </a:solidFill>
                          <a:latin typeface="+mn-ea"/>
                        </a:rPr>
                        <a:t>븐</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45</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97" name="모서리가 둥근 직사각형 396"/>
          <p:cNvSpPr/>
          <p:nvPr/>
        </p:nvSpPr>
        <p:spPr>
          <a:xfrm>
            <a:off x="8484604" y="1029092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녹화영상보기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86" name="Group 37"/>
          <p:cNvGraphicFramePr>
            <a:graphicFrameLocks noGrp="1"/>
          </p:cNvGraphicFramePr>
          <p:nvPr>
            <p:extLst>
              <p:ext uri="{D42A27DB-BD31-4B8C-83A1-F6EECF244321}">
                <p14:modId xmlns:p14="http://schemas.microsoft.com/office/powerpoint/2010/main" val="1661621885"/>
              </p:ext>
            </p:extLst>
          </p:nvPr>
        </p:nvGraphicFramePr>
        <p:xfrm>
          <a:off x="1972097" y="9199165"/>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세미나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 </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45</a:t>
                      </a:r>
                      <a:r>
                        <a:rPr lang="ko-KR" altLang="en-US" sz="800" b="0" dirty="0" smtClean="0">
                          <a:solidFill>
                            <a:schemeClr val="tx1">
                              <a:lumMod val="75000"/>
                              <a:lumOff val="25000"/>
                            </a:schemeClr>
                          </a:solidFill>
                          <a:latin typeface="+mn-ea"/>
                          <a:ea typeface="+mn-ea"/>
                        </a:rPr>
                        <a:t>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7" name="모서리가 둥근 직사각형 186"/>
          <p:cNvSpPr/>
          <p:nvPr/>
        </p:nvSpPr>
        <p:spPr>
          <a:xfrm>
            <a:off x="8498446" y="922985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2</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94" name="그룹 193"/>
          <p:cNvGrpSpPr/>
          <p:nvPr/>
        </p:nvGrpSpPr>
        <p:grpSpPr>
          <a:xfrm>
            <a:off x="8299990" y="9190753"/>
            <a:ext cx="234360" cy="200055"/>
            <a:chOff x="1152270" y="11706839"/>
            <a:chExt cx="234360" cy="200055"/>
          </a:xfrm>
        </p:grpSpPr>
        <p:sp>
          <p:nvSpPr>
            <p:cNvPr id="196" name="모서리가 둥근 직사각형 19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7" name="직사각형 19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70" name="그룹 169"/>
          <p:cNvGrpSpPr/>
          <p:nvPr/>
        </p:nvGrpSpPr>
        <p:grpSpPr>
          <a:xfrm>
            <a:off x="2322493" y="5157192"/>
            <a:ext cx="6170401" cy="3681642"/>
            <a:chOff x="1100571" y="3168288"/>
            <a:chExt cx="6170401" cy="3681642"/>
          </a:xfrm>
        </p:grpSpPr>
        <p:sp>
          <p:nvSpPr>
            <p:cNvPr id="172" name="직사각형 171"/>
            <p:cNvSpPr/>
            <p:nvPr/>
          </p:nvSpPr>
          <p:spPr>
            <a:xfrm>
              <a:off x="1100571" y="3176974"/>
              <a:ext cx="6170400" cy="367295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3" name="직사각형 172"/>
            <p:cNvSpPr/>
            <p:nvPr/>
          </p:nvSpPr>
          <p:spPr>
            <a:xfrm>
              <a:off x="1100572" y="3168288"/>
              <a:ext cx="61704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4" name="직사각형 173"/>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피드백</a:t>
              </a:r>
              <a:endParaRPr lang="ko-KR" altLang="en-US" sz="800" b="1" dirty="0">
                <a:solidFill>
                  <a:schemeClr val="bg1"/>
                </a:solidFill>
                <a:latin typeface="+mn-ea"/>
                <a:ea typeface="+mn-ea"/>
              </a:endParaRPr>
            </a:p>
          </p:txBody>
        </p:sp>
        <p:sp>
          <p:nvSpPr>
            <p:cNvPr id="175" name="직사각형 174"/>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76" name="모서리가 둥근 직사각형 175"/>
          <p:cNvSpPr/>
          <p:nvPr/>
        </p:nvSpPr>
        <p:spPr>
          <a:xfrm>
            <a:off x="4931954" y="849400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7" name="그룹 176"/>
          <p:cNvGrpSpPr/>
          <p:nvPr/>
        </p:nvGrpSpPr>
        <p:grpSpPr>
          <a:xfrm>
            <a:off x="2303562" y="5428849"/>
            <a:ext cx="6249838" cy="304407"/>
            <a:chOff x="2288704" y="6797001"/>
            <a:chExt cx="6249838" cy="304407"/>
          </a:xfrm>
        </p:grpSpPr>
        <p:sp>
          <p:nvSpPr>
            <p:cNvPr id="178" name="직사각형 177"/>
            <p:cNvSpPr/>
            <p:nvPr/>
          </p:nvSpPr>
          <p:spPr>
            <a:xfrm>
              <a:off x="2288704" y="6853163"/>
              <a:ext cx="1439818" cy="246221"/>
            </a:xfrm>
            <a:prstGeom prst="rect">
              <a:avLst/>
            </a:prstGeom>
          </p:spPr>
          <p:txBody>
            <a:bodyPr wrap="none">
              <a:spAutoFit/>
            </a:bodyPr>
            <a:lstStyle/>
            <a:p>
              <a:r>
                <a:rPr lang="ko-KR" altLang="en-US" sz="1000" b="1" dirty="0" smtClean="0">
                  <a:solidFill>
                    <a:schemeClr val="tx1">
                      <a:lumMod val="75000"/>
                      <a:lumOff val="25000"/>
                    </a:schemeClr>
                  </a:solidFill>
                  <a:latin typeface="+mn-ea"/>
                  <a:ea typeface="+mn-ea"/>
                </a:rPr>
                <a:t>일한 번역연습</a:t>
              </a:r>
              <a:r>
                <a:rPr lang="en-US" altLang="ko-KR" sz="1000" b="1" dirty="0" smtClean="0">
                  <a:solidFill>
                    <a:schemeClr val="tx1">
                      <a:lumMod val="75000"/>
                      <a:lumOff val="25000"/>
                    </a:schemeClr>
                  </a:solidFill>
                  <a:latin typeface="+mn-ea"/>
                  <a:ea typeface="+mn-ea"/>
                </a:rPr>
                <a:t>01 1</a:t>
              </a:r>
              <a:r>
                <a:rPr lang="ko-KR" altLang="en-US" sz="1000" b="1" dirty="0" smtClean="0">
                  <a:solidFill>
                    <a:schemeClr val="tx1">
                      <a:lumMod val="75000"/>
                      <a:lumOff val="25000"/>
                    </a:schemeClr>
                  </a:solidFill>
                  <a:latin typeface="+mn-ea"/>
                  <a:ea typeface="+mn-ea"/>
                </a:rPr>
                <a:t>반</a:t>
              </a:r>
              <a:endParaRPr lang="ko-KR" altLang="en-US" sz="1000" dirty="0">
                <a:latin typeface="+mn-ea"/>
                <a:ea typeface="+mn-ea"/>
              </a:endParaRPr>
            </a:p>
          </p:txBody>
        </p:sp>
        <p:grpSp>
          <p:nvGrpSpPr>
            <p:cNvPr id="179" name="그룹 178"/>
            <p:cNvGrpSpPr/>
            <p:nvPr/>
          </p:nvGrpSpPr>
          <p:grpSpPr>
            <a:xfrm>
              <a:off x="6607370" y="6797001"/>
              <a:ext cx="1931172" cy="304407"/>
              <a:chOff x="5407617" y="2286397"/>
              <a:chExt cx="1931172" cy="304407"/>
            </a:xfrm>
          </p:grpSpPr>
          <p:sp>
            <p:nvSpPr>
              <p:cNvPr id="180" name="직사각형 179"/>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181" name="직사각형 180"/>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grpSp>
      <p:grpSp>
        <p:nvGrpSpPr>
          <p:cNvPr id="182" name="그룹 181"/>
          <p:cNvGrpSpPr/>
          <p:nvPr/>
        </p:nvGrpSpPr>
        <p:grpSpPr>
          <a:xfrm>
            <a:off x="2313088" y="5742490"/>
            <a:ext cx="6093761" cy="1061425"/>
            <a:chOff x="2298230" y="7158203"/>
            <a:chExt cx="6093761" cy="1061425"/>
          </a:xfrm>
        </p:grpSpPr>
        <p:sp>
          <p:nvSpPr>
            <p:cNvPr id="183" name="TextBox 182"/>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4" name="직사각형 183"/>
            <p:cNvSpPr/>
            <p:nvPr/>
          </p:nvSpPr>
          <p:spPr>
            <a:xfrm>
              <a:off x="2387191" y="7388631"/>
              <a:ext cx="6004800" cy="830997"/>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5" name="직사각형 184"/>
            <p:cNvSpPr/>
            <p:nvPr/>
          </p:nvSpPr>
          <p:spPr>
            <a:xfrm>
              <a:off x="2506824" y="7453919"/>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nvGrpSpPr>
            <p:cNvPr id="205" name="그룹 204"/>
            <p:cNvGrpSpPr/>
            <p:nvPr/>
          </p:nvGrpSpPr>
          <p:grpSpPr>
            <a:xfrm>
              <a:off x="2523778" y="7977358"/>
              <a:ext cx="1800000" cy="180000"/>
              <a:chOff x="1388604" y="4041068"/>
              <a:chExt cx="1800000" cy="180000"/>
            </a:xfrm>
          </p:grpSpPr>
          <p:sp>
            <p:nvSpPr>
              <p:cNvPr id="207" name="직사각형 206"/>
              <p:cNvSpPr/>
              <p:nvPr/>
            </p:nvSpPr>
            <p:spPr>
              <a:xfrm>
                <a:off x="1388604" y="4041068"/>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213"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415896" y="4069062"/>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214" name="그룹 213"/>
          <p:cNvGrpSpPr/>
          <p:nvPr/>
        </p:nvGrpSpPr>
        <p:grpSpPr>
          <a:xfrm>
            <a:off x="2313087" y="6875923"/>
            <a:ext cx="6093761" cy="876759"/>
            <a:chOff x="2298230" y="7158203"/>
            <a:chExt cx="6093761" cy="876759"/>
          </a:xfrm>
        </p:grpSpPr>
        <p:sp>
          <p:nvSpPr>
            <p:cNvPr id="215" name="TextBox 214"/>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2026.05.06 13:35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16" name="직사각형 215"/>
            <p:cNvSpPr/>
            <p:nvPr/>
          </p:nvSpPr>
          <p:spPr>
            <a:xfrm>
              <a:off x="2387191" y="7388631"/>
              <a:ext cx="6004800" cy="64633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17" name="직사각형 216"/>
            <p:cNvSpPr/>
            <p:nvPr/>
          </p:nvSpPr>
          <p:spPr>
            <a:xfrm>
              <a:off x="2506824" y="7482494"/>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grpSp>
        <p:nvGrpSpPr>
          <p:cNvPr id="218" name="그룹 217"/>
          <p:cNvGrpSpPr/>
          <p:nvPr/>
        </p:nvGrpSpPr>
        <p:grpSpPr>
          <a:xfrm>
            <a:off x="2313087" y="7811672"/>
            <a:ext cx="6093761" cy="483639"/>
            <a:chOff x="2298230" y="7158203"/>
            <a:chExt cx="6093761" cy="483639"/>
          </a:xfrm>
        </p:grpSpPr>
        <p:sp>
          <p:nvSpPr>
            <p:cNvPr id="219" name="TextBox 218"/>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20" name="직사각형 219"/>
            <p:cNvSpPr/>
            <p:nvPr/>
          </p:nvSpPr>
          <p:spPr>
            <a:xfrm>
              <a:off x="2387191" y="7388631"/>
              <a:ext cx="6004800" cy="25321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221" name="그룹 220"/>
            <p:cNvGrpSpPr/>
            <p:nvPr/>
          </p:nvGrpSpPr>
          <p:grpSpPr>
            <a:xfrm>
              <a:off x="2523778" y="7437065"/>
              <a:ext cx="1800000" cy="180000"/>
              <a:chOff x="1388604" y="3500775"/>
              <a:chExt cx="1800000" cy="180000"/>
            </a:xfrm>
          </p:grpSpPr>
          <p:sp>
            <p:nvSpPr>
              <p:cNvPr id="222" name="직사각형 221"/>
              <p:cNvSpPr/>
              <p:nvPr/>
            </p:nvSpPr>
            <p:spPr>
              <a:xfrm>
                <a:off x="1388604" y="3500775"/>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223"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415896" y="3528769"/>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cxnSp>
        <p:nvCxnSpPr>
          <p:cNvPr id="224" name="꺾인 연결선 223"/>
          <p:cNvCxnSpPr>
            <a:stCxn id="187" idx="0"/>
            <a:endCxn id="172" idx="2"/>
          </p:cNvCxnSpPr>
          <p:nvPr/>
        </p:nvCxnSpPr>
        <p:spPr>
          <a:xfrm rot="16200000" flipV="1">
            <a:off x="6982558" y="7263969"/>
            <a:ext cx="391024" cy="3540753"/>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4181693"/>
      </p:ext>
    </p:extLst>
  </p:cSld>
  <p:clrMapOvr>
    <a:masterClrMapping/>
  </p:clrMapOvr>
  <p:transition>
    <p:wipe dir="r"/>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시험</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744599990"/>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리스트형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893437226"/>
              </p:ext>
            </p:extLst>
          </p:nvPr>
        </p:nvGraphicFramePr>
        <p:xfrm>
          <a:off x="11217696" y="1484784"/>
          <a:ext cx="1404156" cy="87694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 시험지원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온라인시험 맛보기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시험시스템 </a:t>
                      </a:r>
                      <a:r>
                        <a:rPr lang="en-US" altLang="ko-KR" sz="800" kern="1200" dirty="0" smtClean="0">
                          <a:solidFill>
                            <a:srgbClr val="0070C0"/>
                          </a:solidFill>
                          <a:latin typeface="+mn-ea"/>
                          <a:ea typeface="+mn-ea"/>
                          <a:cs typeface="+mn-cs"/>
                        </a:rPr>
                        <a:t>URL </a:t>
                      </a:r>
                      <a:r>
                        <a:rPr lang="ko-KR" altLang="en-US" sz="800" kern="1200" dirty="0" smtClean="0">
                          <a:solidFill>
                            <a:srgbClr val="0070C0"/>
                          </a:solidFill>
                          <a:latin typeface="+mn-ea"/>
                          <a:ea typeface="+mn-ea"/>
                          <a:cs typeface="+mn-cs"/>
                        </a:rPr>
                        <a:t>링크</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점수노출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a:t>
                      </a:r>
                      <a:r>
                        <a:rPr lang="ko-KR" altLang="en-US" sz="800" kern="1200" dirty="0" smtClean="0">
                          <a:solidFill>
                            <a:schemeClr val="tx1">
                              <a:lumMod val="75000"/>
                              <a:lumOff val="25000"/>
                            </a:schemeClr>
                          </a:solidFill>
                          <a:latin typeface="+mn-ea"/>
                          <a:ea typeface="+mn-ea"/>
                          <a:cs typeface="+mn-cs"/>
                        </a:rPr>
                        <a:t> 및 결과 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진행 전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진행일시</a:t>
                      </a:r>
                      <a:r>
                        <a:rPr lang="ko-KR" altLang="en-US" sz="800" kern="1200" dirty="0" smtClean="0">
                          <a:solidFill>
                            <a:schemeClr val="tx1">
                              <a:lumMod val="75000"/>
                              <a:lumOff val="25000"/>
                            </a:schemeClr>
                          </a:solidFill>
                          <a:latin typeface="+mn-ea"/>
                          <a:ea typeface="+mn-ea"/>
                          <a:cs typeface="+mn-cs"/>
                        </a:rPr>
                        <a:t> 내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진행 중 노출버튼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온라인 시험시스템 시험지 </a:t>
                      </a:r>
                      <a:r>
                        <a:rPr lang="en-US" altLang="ko-KR" sz="800" kern="1200" dirty="0" smtClean="0">
                          <a:solidFill>
                            <a:schemeClr val="tx1">
                              <a:lumMod val="75000"/>
                              <a:lumOff val="25000"/>
                            </a:schemeClr>
                          </a:solidFill>
                          <a:latin typeface="+mn-ea"/>
                          <a:ea typeface="+mn-ea"/>
                          <a:cs typeface="+mn-cs"/>
                        </a:rPr>
                        <a:t>URL </a:t>
                      </a:r>
                      <a:r>
                        <a:rPr lang="ko-KR" altLang="en-US" sz="800" kern="1200" dirty="0" smtClean="0">
                          <a:solidFill>
                            <a:schemeClr val="tx1">
                              <a:lumMod val="75000"/>
                              <a:lumOff val="25000"/>
                            </a:schemeClr>
                          </a:solidFill>
                          <a:latin typeface="+mn-ea"/>
                          <a:ea typeface="+mn-ea"/>
                          <a:cs typeface="+mn-cs"/>
                        </a:rPr>
                        <a:t>링크</a:t>
                      </a: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진행 중 이후 </a:t>
                      </a:r>
                      <a:r>
                        <a:rPr lang="ko-KR" altLang="en-US" sz="800" kern="1200" baseline="0" dirty="0" err="1" smtClean="0">
                          <a:solidFill>
                            <a:schemeClr val="tx1">
                              <a:lumMod val="75000"/>
                              <a:lumOff val="25000"/>
                            </a:schemeClr>
                          </a:solidFill>
                          <a:latin typeface="+mn-ea"/>
                          <a:ea typeface="+mn-ea"/>
                          <a:cs typeface="+mn-cs"/>
                        </a:rPr>
                        <a:t>부터</a:t>
                      </a:r>
                      <a:r>
                        <a:rPr lang="ko-KR" altLang="en-US" sz="800" kern="1200" baseline="0" dirty="0" smtClean="0">
                          <a:solidFill>
                            <a:schemeClr val="tx1">
                              <a:lumMod val="75000"/>
                              <a:lumOff val="25000"/>
                            </a:schemeClr>
                          </a:solidFill>
                          <a:latin typeface="+mn-ea"/>
                          <a:ea typeface="+mn-ea"/>
                          <a:cs typeface="+mn-cs"/>
                        </a:rPr>
                        <a:t> </a:t>
                      </a:r>
                      <a:r>
                        <a:rPr lang="ko-KR" altLang="en-US" sz="800" kern="1200" baseline="0" dirty="0" err="1" smtClean="0">
                          <a:solidFill>
                            <a:schemeClr val="tx1">
                              <a:lumMod val="75000"/>
                              <a:lumOff val="25000"/>
                            </a:schemeClr>
                          </a:solidFill>
                          <a:latin typeface="+mn-ea"/>
                          <a:ea typeface="+mn-ea"/>
                          <a:cs typeface="+mn-cs"/>
                        </a:rPr>
                        <a:t>결시</a:t>
                      </a:r>
                      <a:r>
                        <a:rPr lang="ko-KR" altLang="en-US" sz="800" kern="1200" baseline="0" dirty="0" smtClean="0">
                          <a:solidFill>
                            <a:schemeClr val="tx1">
                              <a:lumMod val="75000"/>
                              <a:lumOff val="25000"/>
                            </a:schemeClr>
                          </a:solidFill>
                          <a:latin typeface="+mn-ea"/>
                          <a:ea typeface="+mn-ea"/>
                          <a:cs typeface="+mn-cs"/>
                        </a:rPr>
                        <a:t> 신청자인 경우에 버튼 노출</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상세정보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마감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응시인 경우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마감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응시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시험지공개 </a:t>
                      </a:r>
                      <a:r>
                        <a:rPr lang="en-US" altLang="ko-KR" sz="800" kern="1200" dirty="0" smtClean="0">
                          <a:solidFill>
                            <a:schemeClr val="tx1">
                              <a:lumMod val="75000"/>
                              <a:lumOff val="25000"/>
                            </a:schemeClr>
                          </a:solidFill>
                          <a:latin typeface="+mn-ea"/>
                          <a:ea typeface="+mn-ea"/>
                          <a:cs typeface="+mn-cs"/>
                        </a:rPr>
                        <a:t>Y</a:t>
                      </a:r>
                      <a:r>
                        <a:rPr lang="en-US" altLang="ko-KR" sz="800" kern="1200" baseline="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인 경우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온라인 시험시스템 시험지 </a:t>
                      </a:r>
                      <a:r>
                        <a:rPr lang="en-US" altLang="ko-KR" sz="800" kern="1200" dirty="0" smtClean="0">
                          <a:solidFill>
                            <a:schemeClr val="tx1">
                              <a:lumMod val="75000"/>
                              <a:lumOff val="25000"/>
                            </a:schemeClr>
                          </a:solidFill>
                          <a:latin typeface="+mn-ea"/>
                          <a:ea typeface="+mn-ea"/>
                          <a:cs typeface="+mn-cs"/>
                        </a:rPr>
                        <a:t>URL </a:t>
                      </a:r>
                      <a:r>
                        <a:rPr lang="ko-KR" altLang="en-US" sz="800" kern="1200" dirty="0" smtClean="0">
                          <a:solidFill>
                            <a:schemeClr val="tx1">
                              <a:lumMod val="75000"/>
                              <a:lumOff val="25000"/>
                            </a:schemeClr>
                          </a:solidFill>
                          <a:latin typeface="+mn-ea"/>
                          <a:ea typeface="+mn-ea"/>
                          <a:cs typeface="+mn-cs"/>
                        </a:rPr>
                        <a:t>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마감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응시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시험지공개 </a:t>
                      </a:r>
                      <a:r>
                        <a:rPr lang="en-US" altLang="ko-KR" sz="800" kern="1200" dirty="0" smtClean="0">
                          <a:solidFill>
                            <a:schemeClr val="tx1">
                              <a:lumMod val="75000"/>
                              <a:lumOff val="25000"/>
                            </a:schemeClr>
                          </a:solidFill>
                          <a:latin typeface="+mn-ea"/>
                          <a:ea typeface="+mn-ea"/>
                          <a:cs typeface="+mn-cs"/>
                        </a:rPr>
                        <a:t>Y</a:t>
                      </a:r>
                      <a:r>
                        <a:rPr lang="en-US" altLang="ko-KR" sz="800" kern="1200" baseline="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인 경우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LMS </a:t>
                      </a:r>
                      <a:r>
                        <a:rPr lang="ko-KR" altLang="en-US" sz="800" kern="1200" dirty="0" smtClean="0">
                          <a:solidFill>
                            <a:schemeClr val="tx1">
                              <a:lumMod val="75000"/>
                              <a:lumOff val="25000"/>
                            </a:schemeClr>
                          </a:solidFill>
                          <a:latin typeface="+mn-ea"/>
                          <a:ea typeface="+mn-ea"/>
                          <a:cs typeface="+mn-cs"/>
                        </a:rPr>
                        <a:t>퀴즈 시험지 </a:t>
                      </a:r>
                      <a:r>
                        <a:rPr lang="en-US" altLang="ko-KR" sz="800" kern="1200" dirty="0" smtClean="0">
                          <a:solidFill>
                            <a:schemeClr val="tx1">
                              <a:lumMod val="75000"/>
                              <a:lumOff val="25000"/>
                            </a:schemeClr>
                          </a:solidFill>
                          <a:latin typeface="+mn-ea"/>
                          <a:ea typeface="+mn-ea"/>
                          <a:cs typeface="+mn-cs"/>
                        </a:rPr>
                        <a:t>URL </a:t>
                      </a:r>
                      <a:r>
                        <a:rPr lang="ko-KR" altLang="en-US" sz="800" kern="1200" dirty="0" smtClean="0">
                          <a:solidFill>
                            <a:schemeClr val="tx1">
                              <a:lumMod val="75000"/>
                              <a:lumOff val="25000"/>
                            </a:schemeClr>
                          </a:solidFill>
                          <a:latin typeface="+mn-ea"/>
                          <a:ea typeface="+mn-ea"/>
                          <a:cs typeface="+mn-cs"/>
                        </a:rPr>
                        <a:t>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2152993182"/>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시험명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61899470"/>
              </p:ext>
            </p:extLst>
          </p:nvPr>
        </p:nvGraphicFramePr>
        <p:xfrm>
          <a:off x="1975898" y="4120856"/>
          <a:ext cx="9169790" cy="1642702"/>
        </p:xfrm>
        <a:graphic>
          <a:graphicData uri="http://schemas.openxmlformats.org/drawingml/2006/table">
            <a:tbl>
              <a:tblPr/>
              <a:tblGrid>
                <a:gridCol w="254494">
                  <a:extLst>
                    <a:ext uri="{9D8B030D-6E8A-4147-A177-3AD203B41FA5}">
                      <a16:colId xmlns:a16="http://schemas.microsoft.com/office/drawing/2014/main" xmlns="" val="20001"/>
                    </a:ext>
                  </a:extLst>
                </a:gridCol>
                <a:gridCol w="653025"/>
                <a:gridCol w="754625"/>
                <a:gridCol w="967350"/>
                <a:gridCol w="1792850"/>
                <a:gridCol w="514912"/>
                <a:gridCol w="514912"/>
                <a:gridCol w="514912"/>
                <a:gridCol w="514912"/>
                <a:gridCol w="514912"/>
                <a:gridCol w="413312"/>
                <a:gridCol w="1759574"/>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방식</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 일시 </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a:t>
                      </a: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기간</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시험시간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성적반영</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응시여부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평가점수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피드백</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실시간 중간고사</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실시간 기말고사</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종합시험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2026</a:t>
                      </a:r>
                      <a:r>
                        <a:rPr lang="ko-KR" altLang="en-US" sz="800" b="0" kern="1200" dirty="0" smtClean="0">
                          <a:solidFill>
                            <a:srgbClr val="0070C0"/>
                          </a:solidFill>
                          <a:latin typeface="+mn-ea"/>
                          <a:ea typeface="+mn-ea"/>
                          <a:cs typeface="+mn-cs"/>
                        </a:rPr>
                        <a:t>년 종합시험 </a:t>
                      </a:r>
                      <a:endParaRPr lang="en-US" altLang="ko-KR" sz="800" b="0" kern="1200" dirty="0" smtClean="0">
                        <a:solidFill>
                          <a:srgbClr val="0070C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0</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baseline="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퀴즈</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a:t>
                      </a: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10:30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시험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일반시험시험</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a:t>
                      </a: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10:30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응시</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85</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시험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퀴즈</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0070C0"/>
                          </a:solidFill>
                          <a:latin typeface="+mn-ea"/>
                          <a:ea typeface="+mn-ea"/>
                          <a:cs typeface="+mn-cs"/>
                        </a:rPr>
                        <a:t>팀시험시험</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a:t>
                      </a: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10:30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Y</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미응시</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0</a:t>
                      </a:r>
                      <a:r>
                        <a:rPr lang="ko-KR" altLang="en-US" sz="800" b="0" kern="1200" dirty="0" smtClean="0">
                          <a:solidFill>
                            <a:schemeClr val="tx1">
                              <a:lumMod val="75000"/>
                              <a:lumOff val="25000"/>
                            </a:schemeClr>
                          </a:solidFill>
                          <a:latin typeface="+mn-ea"/>
                          <a:ea typeface="+mn-ea"/>
                          <a:cs typeface="+mn-cs"/>
                        </a:rPr>
                        <a:t>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0070C0"/>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949860"/>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87" name="그룹 186"/>
          <p:cNvGrpSpPr/>
          <p:nvPr/>
        </p:nvGrpSpPr>
        <p:grpSpPr>
          <a:xfrm>
            <a:off x="3628995" y="4197595"/>
            <a:ext cx="234360" cy="200055"/>
            <a:chOff x="1152270" y="11706839"/>
            <a:chExt cx="234360" cy="200055"/>
          </a:xfrm>
        </p:grpSpPr>
        <p:sp>
          <p:nvSpPr>
            <p:cNvPr id="188" name="모서리가 둥근 직사각형 1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9" name="직사각형 1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9" name="그룹 208"/>
          <p:cNvGrpSpPr/>
          <p:nvPr/>
        </p:nvGrpSpPr>
        <p:grpSpPr>
          <a:xfrm>
            <a:off x="8535064" y="3654549"/>
            <a:ext cx="234360" cy="200055"/>
            <a:chOff x="1152270"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12" name="그룹 211"/>
          <p:cNvGrpSpPr/>
          <p:nvPr/>
        </p:nvGrpSpPr>
        <p:grpSpPr>
          <a:xfrm>
            <a:off x="8741563" y="3654549"/>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327" name="그룹 326"/>
          <p:cNvGrpSpPr/>
          <p:nvPr/>
        </p:nvGrpSpPr>
        <p:grpSpPr>
          <a:xfrm>
            <a:off x="8437959" y="4330279"/>
            <a:ext cx="234360" cy="200055"/>
            <a:chOff x="1152270" y="11706839"/>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368" name="그룹 367"/>
          <p:cNvGrpSpPr/>
          <p:nvPr/>
        </p:nvGrpSpPr>
        <p:grpSpPr>
          <a:xfrm>
            <a:off x="9183136" y="4336529"/>
            <a:ext cx="234360" cy="200055"/>
            <a:chOff x="1152270" y="11706839"/>
            <a:chExt cx="234360" cy="200055"/>
          </a:xfrm>
        </p:grpSpPr>
        <p:sp>
          <p:nvSpPr>
            <p:cNvPr id="369" name="모서리가 둥근 직사각형 3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0" name="직사각형 36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9417496"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시험응시</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9417496"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응시정보</a:t>
            </a:r>
            <a:endParaRPr lang="ko-KR" altLang="en-US" sz="800" kern="0" dirty="0">
              <a:solidFill>
                <a:schemeClr val="tx1">
                  <a:lumMod val="75000"/>
                  <a:lumOff val="25000"/>
                </a:schemeClr>
              </a:solidFill>
              <a:latin typeface="+mn-ea"/>
              <a:ea typeface="+mn-ea"/>
            </a:endParaRPr>
          </a:p>
        </p:txBody>
      </p:sp>
      <p:sp>
        <p:nvSpPr>
          <p:cNvPr id="192" name="Rectangle 122"/>
          <p:cNvSpPr>
            <a:spLocks noChangeArrowheads="1"/>
          </p:cNvSpPr>
          <p:nvPr/>
        </p:nvSpPr>
        <p:spPr bwMode="auto">
          <a:xfrm>
            <a:off x="9419532" y="5076133"/>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응시정보</a:t>
            </a:r>
            <a:endParaRPr lang="ko-KR" altLang="en-US" sz="800" kern="0" dirty="0">
              <a:solidFill>
                <a:schemeClr val="tx1">
                  <a:lumMod val="75000"/>
                  <a:lumOff val="25000"/>
                </a:schemeClr>
              </a:solidFill>
              <a:latin typeface="+mn-ea"/>
              <a:ea typeface="+mn-ea"/>
            </a:endParaRPr>
          </a:p>
        </p:txBody>
      </p:sp>
      <p:sp>
        <p:nvSpPr>
          <p:cNvPr id="193" name="Rectangle 122"/>
          <p:cNvSpPr>
            <a:spLocks noChangeArrowheads="1"/>
          </p:cNvSpPr>
          <p:nvPr/>
        </p:nvSpPr>
        <p:spPr bwMode="auto">
          <a:xfrm>
            <a:off x="9426307" y="4355579"/>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결시신청</a:t>
            </a:r>
            <a:endParaRPr lang="ko-KR" altLang="en-US" sz="800" kern="0" dirty="0">
              <a:solidFill>
                <a:schemeClr val="tx1">
                  <a:lumMod val="75000"/>
                  <a:lumOff val="25000"/>
                </a:schemeClr>
              </a:solidFill>
              <a:latin typeface="+mn-ea"/>
              <a:ea typeface="+mn-ea"/>
            </a:endParaRPr>
          </a:p>
        </p:txBody>
      </p:sp>
      <p:sp>
        <p:nvSpPr>
          <p:cNvPr id="194" name="사각형 설명선 193"/>
          <p:cNvSpPr/>
          <p:nvPr/>
        </p:nvSpPr>
        <p:spPr bwMode="auto">
          <a:xfrm>
            <a:off x="5269075" y="6290270"/>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sp>
        <p:nvSpPr>
          <p:cNvPr id="199" name="모서리가 둥근 직사각형 198"/>
          <p:cNvSpPr/>
          <p:nvPr/>
        </p:nvSpPr>
        <p:spPr>
          <a:xfrm>
            <a:off x="7463875" y="3841998"/>
            <a:ext cx="1080000" cy="162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온라인 시험 맛보기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01" name="그룹 200"/>
          <p:cNvGrpSpPr/>
          <p:nvPr/>
        </p:nvGrpSpPr>
        <p:grpSpPr>
          <a:xfrm>
            <a:off x="9379396" y="4182988"/>
            <a:ext cx="234360" cy="200055"/>
            <a:chOff x="1152270" y="11706839"/>
            <a:chExt cx="234360" cy="200055"/>
          </a:xfrm>
        </p:grpSpPr>
        <p:sp>
          <p:nvSpPr>
            <p:cNvPr id="203" name="모서리가 둥근 직사각형 2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5" name="직사각형 2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sp>
        <p:nvSpPr>
          <p:cNvPr id="218" name="모서리가 둥근 직사각형 217"/>
          <p:cNvSpPr/>
          <p:nvPr/>
        </p:nvSpPr>
        <p:spPr>
          <a:xfrm>
            <a:off x="6165655" y="3841998"/>
            <a:ext cx="1260000" cy="162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장애인</a:t>
            </a:r>
            <a:r>
              <a:rPr lang="en-US" altLang="ko-KR" sz="800" dirty="0" smtClean="0">
                <a:solidFill>
                  <a:schemeClr val="bg1"/>
                </a:solidFill>
                <a:latin typeface="맑은 고딕" panose="020B0503020000020004" pitchFamily="50" charset="-127"/>
                <a:ea typeface="맑은 고딕" panose="020B0503020000020004" pitchFamily="50" charset="-127"/>
              </a:rPr>
              <a:t>/</a:t>
            </a:r>
            <a:r>
              <a:rPr lang="ko-KR" altLang="en-US" sz="800" dirty="0" smtClean="0">
                <a:solidFill>
                  <a:schemeClr val="bg1"/>
                </a:solidFill>
                <a:latin typeface="맑은 고딕" panose="020B0503020000020004" pitchFamily="50" charset="-127"/>
                <a:ea typeface="맑은 고딕" panose="020B0503020000020004" pitchFamily="50" charset="-127"/>
              </a:rPr>
              <a:t>고령자 시험지원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9" name="그룹 218"/>
          <p:cNvGrpSpPr/>
          <p:nvPr/>
        </p:nvGrpSpPr>
        <p:grpSpPr>
          <a:xfrm>
            <a:off x="6105842" y="3654549"/>
            <a:ext cx="234360" cy="200055"/>
            <a:chOff x="1152270" y="11706839"/>
            <a:chExt cx="234360" cy="200055"/>
          </a:xfrm>
        </p:grpSpPr>
        <p:sp>
          <p:nvSpPr>
            <p:cNvPr id="220" name="모서리가 둥근 직사각형 2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1" name="직사각형 22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22" name="그룹 221"/>
          <p:cNvGrpSpPr/>
          <p:nvPr/>
        </p:nvGrpSpPr>
        <p:grpSpPr>
          <a:xfrm>
            <a:off x="7420322" y="3660993"/>
            <a:ext cx="234360" cy="200055"/>
            <a:chOff x="1152270" y="11706839"/>
            <a:chExt cx="234360" cy="200055"/>
          </a:xfrm>
        </p:grpSpPr>
        <p:sp>
          <p:nvSpPr>
            <p:cNvPr id="223" name="모서리가 둥근 직사각형 2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4" name="직사각형 22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234" name="Rectangle 122"/>
          <p:cNvSpPr>
            <a:spLocks noChangeArrowheads="1"/>
          </p:cNvSpPr>
          <p:nvPr/>
        </p:nvSpPr>
        <p:spPr bwMode="auto">
          <a:xfrm>
            <a:off x="9993560" y="460017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시험대체</a:t>
            </a:r>
            <a:endParaRPr lang="ko-KR" altLang="en-US" sz="800" kern="0" dirty="0">
              <a:solidFill>
                <a:schemeClr val="tx1">
                  <a:lumMod val="75000"/>
                  <a:lumOff val="25000"/>
                </a:schemeClr>
              </a:solidFill>
              <a:latin typeface="+mn-ea"/>
              <a:ea typeface="+mn-ea"/>
            </a:endParaRPr>
          </a:p>
        </p:txBody>
      </p:sp>
      <p:sp>
        <p:nvSpPr>
          <p:cNvPr id="239" name="Rectangle 122"/>
          <p:cNvSpPr>
            <a:spLocks noChangeArrowheads="1"/>
          </p:cNvSpPr>
          <p:nvPr/>
        </p:nvSpPr>
        <p:spPr bwMode="auto">
          <a:xfrm>
            <a:off x="9995716"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시험지보기</a:t>
            </a:r>
            <a:endParaRPr lang="ko-KR" altLang="en-US" sz="800" kern="0" dirty="0">
              <a:solidFill>
                <a:schemeClr val="tx1">
                  <a:lumMod val="75000"/>
                  <a:lumOff val="25000"/>
                </a:schemeClr>
              </a:solidFill>
              <a:latin typeface="+mn-ea"/>
              <a:ea typeface="+mn-ea"/>
            </a:endParaRPr>
          </a:p>
        </p:txBody>
      </p:sp>
      <p:sp>
        <p:nvSpPr>
          <p:cNvPr id="240" name="Rectangle 122"/>
          <p:cNvSpPr>
            <a:spLocks noChangeArrowheads="1"/>
          </p:cNvSpPr>
          <p:nvPr/>
        </p:nvSpPr>
        <p:spPr bwMode="auto">
          <a:xfrm>
            <a:off x="9417496" y="532025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응시정보</a:t>
            </a:r>
            <a:endParaRPr lang="ko-KR" altLang="en-US" sz="800" kern="0" dirty="0">
              <a:solidFill>
                <a:schemeClr val="tx1">
                  <a:lumMod val="75000"/>
                  <a:lumOff val="25000"/>
                </a:schemeClr>
              </a:solidFill>
              <a:latin typeface="+mn-ea"/>
              <a:ea typeface="+mn-ea"/>
            </a:endParaRPr>
          </a:p>
        </p:txBody>
      </p:sp>
      <p:sp>
        <p:nvSpPr>
          <p:cNvPr id="241" name="Rectangle 122"/>
          <p:cNvSpPr>
            <a:spLocks noChangeArrowheads="1"/>
          </p:cNvSpPr>
          <p:nvPr/>
        </p:nvSpPr>
        <p:spPr bwMode="auto">
          <a:xfrm>
            <a:off x="9419532" y="5565331"/>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응시정보</a:t>
            </a:r>
            <a:endParaRPr lang="ko-KR" altLang="en-US" sz="800" kern="0" dirty="0">
              <a:solidFill>
                <a:schemeClr val="tx1">
                  <a:lumMod val="75000"/>
                  <a:lumOff val="25000"/>
                </a:schemeClr>
              </a:solidFill>
              <a:latin typeface="+mn-ea"/>
              <a:ea typeface="+mn-ea"/>
            </a:endParaRPr>
          </a:p>
        </p:txBody>
      </p:sp>
      <p:sp>
        <p:nvSpPr>
          <p:cNvPr id="255" name="Rectangle 122"/>
          <p:cNvSpPr>
            <a:spLocks noChangeArrowheads="1"/>
          </p:cNvSpPr>
          <p:nvPr/>
        </p:nvSpPr>
        <p:spPr bwMode="auto">
          <a:xfrm>
            <a:off x="10003136" y="532492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시험지보기</a:t>
            </a:r>
            <a:endParaRPr lang="ko-KR" altLang="en-US" sz="800" kern="0" dirty="0">
              <a:solidFill>
                <a:schemeClr val="tx1">
                  <a:lumMod val="75000"/>
                  <a:lumOff val="25000"/>
                </a:schemeClr>
              </a:solidFill>
              <a:latin typeface="+mn-ea"/>
              <a:ea typeface="+mn-ea"/>
            </a:endParaRPr>
          </a:p>
        </p:txBody>
      </p:sp>
      <p:sp>
        <p:nvSpPr>
          <p:cNvPr id="256" name="Rectangle 122"/>
          <p:cNvSpPr>
            <a:spLocks noChangeArrowheads="1"/>
          </p:cNvSpPr>
          <p:nvPr/>
        </p:nvSpPr>
        <p:spPr bwMode="auto">
          <a:xfrm>
            <a:off x="10569675" y="532492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시험대체</a:t>
            </a:r>
            <a:endParaRPr lang="ko-KR" altLang="en-US" sz="800" kern="0" dirty="0">
              <a:solidFill>
                <a:schemeClr val="tx1">
                  <a:lumMod val="75000"/>
                  <a:lumOff val="25000"/>
                </a:schemeClr>
              </a:solidFill>
              <a:latin typeface="+mn-ea"/>
              <a:ea typeface="+mn-ea"/>
            </a:endParaRPr>
          </a:p>
        </p:txBody>
      </p:sp>
      <p:grpSp>
        <p:nvGrpSpPr>
          <p:cNvPr id="230" name="그룹 229"/>
          <p:cNvGrpSpPr/>
          <p:nvPr/>
        </p:nvGrpSpPr>
        <p:grpSpPr>
          <a:xfrm>
            <a:off x="10401225" y="4547220"/>
            <a:ext cx="284052" cy="200055"/>
            <a:chOff x="1114170" y="11716364"/>
            <a:chExt cx="284052" cy="200055"/>
          </a:xfrm>
        </p:grpSpPr>
        <p:sp>
          <p:nvSpPr>
            <p:cNvPr id="231" name="모서리가 둥근 직사각형 23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2" name="직사각형 231"/>
            <p:cNvSpPr/>
            <p:nvPr/>
          </p:nvSpPr>
          <p:spPr>
            <a:xfrm>
              <a:off x="1114170"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195" name="그룹 194"/>
          <p:cNvGrpSpPr/>
          <p:nvPr/>
        </p:nvGrpSpPr>
        <p:grpSpPr>
          <a:xfrm>
            <a:off x="9322246" y="4510231"/>
            <a:ext cx="234360" cy="200055"/>
            <a:chOff x="1152270" y="11706839"/>
            <a:chExt cx="234360" cy="200055"/>
          </a:xfrm>
        </p:grpSpPr>
        <p:sp>
          <p:nvSpPr>
            <p:cNvPr id="197" name="모서리가 둥근 직사각형 1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8" name="직사각형 19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258" name="그룹 257"/>
          <p:cNvGrpSpPr/>
          <p:nvPr/>
        </p:nvGrpSpPr>
        <p:grpSpPr>
          <a:xfrm>
            <a:off x="9279640" y="4769535"/>
            <a:ext cx="284052" cy="200055"/>
            <a:chOff x="1114170" y="11716364"/>
            <a:chExt cx="284052" cy="200055"/>
          </a:xfrm>
        </p:grpSpPr>
        <p:sp>
          <p:nvSpPr>
            <p:cNvPr id="259" name="모서리가 둥근 직사각형 25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0" name="직사각형 259"/>
            <p:cNvSpPr/>
            <p:nvPr/>
          </p:nvSpPr>
          <p:spPr>
            <a:xfrm>
              <a:off x="1114170" y="11716364"/>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sp>
        <p:nvSpPr>
          <p:cNvPr id="325" name="Rectangle 122"/>
          <p:cNvSpPr>
            <a:spLocks noChangeArrowheads="1"/>
          </p:cNvSpPr>
          <p:nvPr/>
        </p:nvSpPr>
        <p:spPr bwMode="auto">
          <a:xfrm>
            <a:off x="10003085" y="5565331"/>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시험지보기</a:t>
            </a:r>
            <a:endParaRPr lang="ko-KR" altLang="en-US" sz="800" kern="0" dirty="0">
              <a:solidFill>
                <a:schemeClr val="tx1">
                  <a:lumMod val="75000"/>
                  <a:lumOff val="25000"/>
                </a:schemeClr>
              </a:solidFill>
              <a:latin typeface="+mn-ea"/>
              <a:ea typeface="+mn-ea"/>
            </a:endParaRPr>
          </a:p>
        </p:txBody>
      </p:sp>
      <p:grpSp>
        <p:nvGrpSpPr>
          <p:cNvPr id="227" name="그룹 226"/>
          <p:cNvGrpSpPr/>
          <p:nvPr/>
        </p:nvGrpSpPr>
        <p:grpSpPr>
          <a:xfrm>
            <a:off x="9912027" y="5192211"/>
            <a:ext cx="284052" cy="200055"/>
            <a:chOff x="1114170" y="11716364"/>
            <a:chExt cx="284052" cy="200055"/>
          </a:xfrm>
        </p:grpSpPr>
        <p:sp>
          <p:nvSpPr>
            <p:cNvPr id="228" name="모서리가 둥근 직사각형 22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9" name="직사각형 228"/>
            <p:cNvSpPr/>
            <p:nvPr/>
          </p:nvSpPr>
          <p:spPr>
            <a:xfrm>
              <a:off x="1114170"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grpSp>
        <p:nvGrpSpPr>
          <p:cNvPr id="343" name="그룹 342"/>
          <p:cNvGrpSpPr/>
          <p:nvPr/>
        </p:nvGrpSpPr>
        <p:grpSpPr>
          <a:xfrm>
            <a:off x="9906482" y="5470718"/>
            <a:ext cx="284052" cy="200055"/>
            <a:chOff x="1114170" y="11716364"/>
            <a:chExt cx="284052" cy="200055"/>
          </a:xfrm>
        </p:grpSpPr>
        <p:sp>
          <p:nvSpPr>
            <p:cNvPr id="345" name="모서리가 둥근 직사각형 34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6" name="직사각형 345"/>
            <p:cNvSpPr/>
            <p:nvPr/>
          </p:nvSpPr>
          <p:spPr>
            <a:xfrm>
              <a:off x="1114170" y="11716364"/>
              <a:ext cx="284052" cy="200055"/>
            </a:xfrm>
            <a:prstGeom prst="rect">
              <a:avLst/>
            </a:prstGeom>
          </p:spPr>
          <p:txBody>
            <a:bodyPr wrap="none">
              <a:spAutoFit/>
            </a:bodyPr>
            <a:lstStyle/>
            <a:p>
              <a:r>
                <a:rPr lang="en-US" altLang="ko-KR" sz="700" dirty="0" smtClean="0">
                  <a:solidFill>
                    <a:schemeClr val="bg1"/>
                  </a:solidFill>
                  <a:latin typeface="+mn-ea"/>
                  <a:ea typeface="+mn-ea"/>
                </a:rPr>
                <a:t>13</a:t>
              </a:r>
              <a:endParaRPr lang="ko-KR" altLang="en-US" sz="700" dirty="0">
                <a:solidFill>
                  <a:schemeClr val="bg1"/>
                </a:solidFill>
                <a:latin typeface="+mn-ea"/>
                <a:ea typeface="+mn-ea"/>
              </a:endParaRPr>
            </a:p>
          </p:txBody>
        </p:sp>
      </p:grpSp>
      <p:grpSp>
        <p:nvGrpSpPr>
          <p:cNvPr id="208" name="그룹 207"/>
          <p:cNvGrpSpPr/>
          <p:nvPr/>
        </p:nvGrpSpPr>
        <p:grpSpPr>
          <a:xfrm>
            <a:off x="579562" y="2166658"/>
            <a:ext cx="1386586" cy="5317057"/>
            <a:chOff x="579562" y="2166658"/>
            <a:chExt cx="1386586" cy="5317057"/>
          </a:xfrm>
        </p:grpSpPr>
        <p:grpSp>
          <p:nvGrpSpPr>
            <p:cNvPr id="215" name="그룹 214"/>
            <p:cNvGrpSpPr/>
            <p:nvPr/>
          </p:nvGrpSpPr>
          <p:grpSpPr>
            <a:xfrm>
              <a:off x="629956" y="3318264"/>
              <a:ext cx="1332000" cy="180000"/>
              <a:chOff x="666428" y="3785432"/>
              <a:chExt cx="1332000" cy="180000"/>
            </a:xfrm>
          </p:grpSpPr>
          <p:sp>
            <p:nvSpPr>
              <p:cNvPr id="410" name="모서리가 둥근 직사각형 40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1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29956" y="3568824"/>
              <a:ext cx="1332000" cy="180000"/>
              <a:chOff x="666428" y="4310612"/>
              <a:chExt cx="1332000" cy="180000"/>
            </a:xfrm>
          </p:grpSpPr>
          <p:sp>
            <p:nvSpPr>
              <p:cNvPr id="408" name="모서리가 둥근 직사각형 40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09"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5" y="3042501"/>
              <a:ext cx="1332000" cy="180000"/>
              <a:chOff x="666427" y="3266516"/>
              <a:chExt cx="1332000" cy="180000"/>
            </a:xfrm>
          </p:grpSpPr>
          <p:sp>
            <p:nvSpPr>
              <p:cNvPr id="406" name="모서리가 둥근 직사각형 40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0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29956" y="3854780"/>
              <a:ext cx="1332000" cy="180000"/>
              <a:chOff x="666428" y="4570824"/>
              <a:chExt cx="1332000" cy="180000"/>
            </a:xfrm>
          </p:grpSpPr>
          <p:sp>
            <p:nvSpPr>
              <p:cNvPr id="404" name="모서리가 둥근 직사각형 40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0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29956" y="5316875"/>
              <a:ext cx="1332000" cy="180000"/>
              <a:chOff x="666428" y="5096004"/>
              <a:chExt cx="1332000" cy="180000"/>
            </a:xfrm>
          </p:grpSpPr>
          <p:sp>
            <p:nvSpPr>
              <p:cNvPr id="402" name="모서리가 둥근 직사각형 401"/>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03"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4148" y="5634789"/>
              <a:ext cx="1332000" cy="180000"/>
              <a:chOff x="666428" y="3785432"/>
              <a:chExt cx="1332000" cy="180000"/>
            </a:xfrm>
          </p:grpSpPr>
          <p:sp>
            <p:nvSpPr>
              <p:cNvPr id="400" name="모서리가 둥근 직사각형 39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0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31150" y="4135825"/>
              <a:ext cx="1332000" cy="180000"/>
              <a:chOff x="666428" y="4570824"/>
              <a:chExt cx="1332000" cy="180000"/>
            </a:xfrm>
          </p:grpSpPr>
          <p:sp>
            <p:nvSpPr>
              <p:cNvPr id="398" name="모서리가 둥근 직사각형 39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99"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29956" y="4423395"/>
              <a:ext cx="1332000" cy="180000"/>
              <a:chOff x="666428" y="4310612"/>
              <a:chExt cx="1332000" cy="180000"/>
            </a:xfrm>
          </p:grpSpPr>
          <p:sp>
            <p:nvSpPr>
              <p:cNvPr id="396" name="모서리가 둥근 직사각형 39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9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1" name="TextBox 26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03" name="그룹 302"/>
            <p:cNvGrpSpPr/>
            <p:nvPr/>
          </p:nvGrpSpPr>
          <p:grpSpPr>
            <a:xfrm>
              <a:off x="632520" y="4723068"/>
              <a:ext cx="1332000" cy="180000"/>
              <a:chOff x="666428" y="4310612"/>
              <a:chExt cx="1332000" cy="180000"/>
            </a:xfrm>
          </p:grpSpPr>
          <p:sp>
            <p:nvSpPr>
              <p:cNvPr id="394" name="모서리가 둥근 직사각형 39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9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4" name="그룹 303"/>
            <p:cNvGrpSpPr/>
            <p:nvPr/>
          </p:nvGrpSpPr>
          <p:grpSpPr>
            <a:xfrm>
              <a:off x="632520" y="2752353"/>
              <a:ext cx="1332000" cy="180000"/>
              <a:chOff x="666427" y="3266516"/>
              <a:chExt cx="1332000" cy="180000"/>
            </a:xfrm>
          </p:grpSpPr>
          <p:sp>
            <p:nvSpPr>
              <p:cNvPr id="392" name="모서리가 둥근 직사각형 39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9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32520" y="5005767"/>
              <a:ext cx="1332000" cy="180000"/>
              <a:chOff x="666428" y="4310612"/>
              <a:chExt cx="1332000" cy="180000"/>
            </a:xfrm>
          </p:grpSpPr>
          <p:sp>
            <p:nvSpPr>
              <p:cNvPr id="390" name="모서리가 둥근 직사각형 38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9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4" name="그룹 353"/>
            <p:cNvGrpSpPr/>
            <p:nvPr/>
          </p:nvGrpSpPr>
          <p:grpSpPr>
            <a:xfrm>
              <a:off x="632520" y="6227787"/>
              <a:ext cx="1332000" cy="180000"/>
              <a:chOff x="666428" y="3785432"/>
              <a:chExt cx="1332000" cy="180000"/>
            </a:xfrm>
          </p:grpSpPr>
          <p:sp>
            <p:nvSpPr>
              <p:cNvPr id="388" name="모서리가 둥근 직사각형 38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8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32520" y="6487872"/>
              <a:ext cx="1332000" cy="180000"/>
              <a:chOff x="666428" y="4310612"/>
              <a:chExt cx="1332000" cy="180000"/>
            </a:xfrm>
          </p:grpSpPr>
          <p:sp>
            <p:nvSpPr>
              <p:cNvPr id="386" name="모서리가 둥근 직사각형 38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8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32520" y="6773828"/>
              <a:ext cx="1332000" cy="180000"/>
              <a:chOff x="666428" y="4570824"/>
              <a:chExt cx="1332000" cy="180000"/>
            </a:xfrm>
          </p:grpSpPr>
          <p:sp>
            <p:nvSpPr>
              <p:cNvPr id="384" name="모서리가 둥근 직사각형 38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85"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4" name="그룹 363"/>
            <p:cNvGrpSpPr/>
            <p:nvPr/>
          </p:nvGrpSpPr>
          <p:grpSpPr>
            <a:xfrm>
              <a:off x="632520" y="7053155"/>
              <a:ext cx="1332000" cy="180000"/>
              <a:chOff x="666428" y="3785432"/>
              <a:chExt cx="1332000" cy="180000"/>
            </a:xfrm>
          </p:grpSpPr>
          <p:sp>
            <p:nvSpPr>
              <p:cNvPr id="382" name="모서리가 둥근 직사각형 38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8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1" name="그룹 370"/>
            <p:cNvGrpSpPr/>
            <p:nvPr/>
          </p:nvGrpSpPr>
          <p:grpSpPr>
            <a:xfrm>
              <a:off x="632520" y="7303715"/>
              <a:ext cx="1332000" cy="180000"/>
              <a:chOff x="666428" y="4310612"/>
              <a:chExt cx="1332000" cy="180000"/>
            </a:xfrm>
          </p:grpSpPr>
          <p:sp>
            <p:nvSpPr>
              <p:cNvPr id="380" name="모서리가 둥근 직사각형 37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8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5" name="그룹 374"/>
            <p:cNvGrpSpPr/>
            <p:nvPr/>
          </p:nvGrpSpPr>
          <p:grpSpPr>
            <a:xfrm>
              <a:off x="622995" y="5922821"/>
              <a:ext cx="1332000" cy="180000"/>
              <a:chOff x="666427" y="3266516"/>
              <a:chExt cx="1332000" cy="180000"/>
            </a:xfrm>
          </p:grpSpPr>
          <p:sp>
            <p:nvSpPr>
              <p:cNvPr id="376" name="모서리가 둥근 직사각형 375"/>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37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480466427"/>
      </p:ext>
    </p:extLst>
  </p:cSld>
  <p:clrMapOvr>
    <a:masterClrMapping/>
  </p:clrMapOvr>
  <p:transition>
    <p:wipe dir="r"/>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카드형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95756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503429471"/>
              </p:ext>
            </p:extLst>
          </p:nvPr>
        </p:nvGraphicFramePr>
        <p:xfrm>
          <a:off x="10505045" y="2141811"/>
          <a:ext cx="1404156" cy="84037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 시험지원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온라인시험 맛보기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시험시스템 </a:t>
                      </a:r>
                      <a:r>
                        <a:rPr lang="en-US" altLang="ko-KR" sz="800" kern="1200" dirty="0" smtClean="0">
                          <a:solidFill>
                            <a:srgbClr val="0070C0"/>
                          </a:solidFill>
                          <a:latin typeface="+mn-ea"/>
                          <a:ea typeface="+mn-ea"/>
                          <a:cs typeface="+mn-cs"/>
                        </a:rPr>
                        <a:t>URL </a:t>
                      </a:r>
                      <a:r>
                        <a:rPr lang="ko-KR" altLang="en-US" sz="800" kern="1200" dirty="0" smtClean="0">
                          <a:solidFill>
                            <a:srgbClr val="0070C0"/>
                          </a:solidFill>
                          <a:latin typeface="+mn-ea"/>
                          <a:ea typeface="+mn-ea"/>
                          <a:cs typeface="+mn-cs"/>
                        </a:rPr>
                        <a:t>링크</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전 상태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 경우에 점수노출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진행일시</a:t>
                      </a:r>
                      <a:r>
                        <a:rPr lang="ko-KR" altLang="en-US" sz="800" kern="1200" dirty="0" smtClean="0">
                          <a:solidFill>
                            <a:schemeClr val="tx1">
                              <a:lumMod val="75000"/>
                              <a:lumOff val="25000"/>
                            </a:schemeClr>
                          </a:solidFill>
                          <a:latin typeface="+mn-ea"/>
                          <a:ea typeface="+mn-ea"/>
                          <a:cs typeface="+mn-cs"/>
                        </a:rPr>
                        <a:t> 내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진행 중 노출버튼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추가 메뉴</a:t>
                      </a: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a:t>
                      </a:r>
                      <a:r>
                        <a:rPr lang="ko-KR" altLang="en-US" sz="800" kern="1200" dirty="0" smtClean="0">
                          <a:solidFill>
                            <a:schemeClr val="tx1">
                              <a:lumMod val="75000"/>
                              <a:lumOff val="25000"/>
                            </a:schemeClr>
                          </a:solidFill>
                          <a:latin typeface="+mn-ea"/>
                          <a:ea typeface="+mn-ea"/>
                          <a:cs typeface="+mn-cs"/>
                        </a:rPr>
                        <a:t> 및 결과 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진행 전 버튼 노출</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마감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응시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시험지공개 </a:t>
                      </a:r>
                      <a:r>
                        <a:rPr lang="en-US" altLang="ko-KR" sz="800" kern="1200" dirty="0" smtClean="0">
                          <a:solidFill>
                            <a:schemeClr val="tx1">
                              <a:lumMod val="75000"/>
                              <a:lumOff val="25000"/>
                            </a:schemeClr>
                          </a:solidFill>
                          <a:latin typeface="+mn-ea"/>
                          <a:ea typeface="+mn-ea"/>
                          <a:cs typeface="+mn-cs"/>
                        </a:rPr>
                        <a:t>Y</a:t>
                      </a:r>
                      <a:r>
                        <a:rPr lang="en-US" altLang="ko-KR" sz="800" kern="1200" baseline="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인 경우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온라인 시험시스템 시험지 </a:t>
                      </a:r>
                      <a:r>
                        <a:rPr lang="en-US" altLang="ko-KR" sz="800" kern="1200" dirty="0" smtClean="0">
                          <a:solidFill>
                            <a:schemeClr val="tx1">
                              <a:lumMod val="75000"/>
                              <a:lumOff val="25000"/>
                            </a:schemeClr>
                          </a:solidFill>
                          <a:latin typeface="+mn-ea"/>
                          <a:ea typeface="+mn-ea"/>
                          <a:cs typeface="+mn-cs"/>
                        </a:rPr>
                        <a:t>URL </a:t>
                      </a:r>
                      <a:r>
                        <a:rPr lang="ko-KR" altLang="en-US" sz="800" kern="1200" dirty="0" smtClean="0">
                          <a:solidFill>
                            <a:schemeClr val="tx1">
                              <a:lumMod val="75000"/>
                              <a:lumOff val="25000"/>
                            </a:schemeClr>
                          </a:solidFill>
                          <a:latin typeface="+mn-ea"/>
                          <a:ea typeface="+mn-ea"/>
                          <a:cs typeface="+mn-cs"/>
                        </a:rPr>
                        <a:t>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ea"/>
                          <a:ea typeface="+mn-ea"/>
                          <a:cs typeface="+mn-cs"/>
                        </a:rPr>
                        <a:t>진행 중 이후 </a:t>
                      </a:r>
                      <a:r>
                        <a:rPr lang="ko-KR" altLang="en-US" sz="800" kern="1200" baseline="0" dirty="0" err="1" smtClean="0">
                          <a:solidFill>
                            <a:schemeClr val="tx1">
                              <a:lumMod val="75000"/>
                              <a:lumOff val="25000"/>
                            </a:schemeClr>
                          </a:solidFill>
                          <a:latin typeface="+mn-ea"/>
                          <a:ea typeface="+mn-ea"/>
                          <a:cs typeface="+mn-cs"/>
                        </a:rPr>
                        <a:t>부터</a:t>
                      </a:r>
                      <a:r>
                        <a:rPr lang="ko-KR" altLang="en-US" sz="800" kern="1200" baseline="0" dirty="0" smtClean="0">
                          <a:solidFill>
                            <a:schemeClr val="tx1">
                              <a:lumMod val="75000"/>
                              <a:lumOff val="25000"/>
                            </a:schemeClr>
                          </a:solidFill>
                          <a:latin typeface="+mn-ea"/>
                          <a:ea typeface="+mn-ea"/>
                          <a:cs typeface="+mn-cs"/>
                        </a:rPr>
                        <a:t> </a:t>
                      </a:r>
                      <a:r>
                        <a:rPr lang="ko-KR" altLang="en-US" sz="800" kern="1200" baseline="0" dirty="0" err="1" smtClean="0">
                          <a:solidFill>
                            <a:schemeClr val="tx1">
                              <a:lumMod val="75000"/>
                              <a:lumOff val="25000"/>
                            </a:schemeClr>
                          </a:solidFill>
                          <a:latin typeface="+mn-ea"/>
                          <a:ea typeface="+mn-ea"/>
                          <a:cs typeface="+mn-cs"/>
                        </a:rPr>
                        <a:t>결시</a:t>
                      </a:r>
                      <a:r>
                        <a:rPr lang="ko-KR" altLang="en-US" sz="800" kern="1200" baseline="0" dirty="0" smtClean="0">
                          <a:solidFill>
                            <a:schemeClr val="tx1">
                              <a:lumMod val="75000"/>
                              <a:lumOff val="25000"/>
                            </a:schemeClr>
                          </a:solidFill>
                          <a:latin typeface="+mn-ea"/>
                          <a:ea typeface="+mn-ea"/>
                          <a:cs typeface="+mn-cs"/>
                        </a:rPr>
                        <a:t> 신청자인 경우에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상세정보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마감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응시인 경우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마감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응시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시험지공개 </a:t>
                      </a:r>
                      <a:r>
                        <a:rPr lang="en-US" altLang="ko-KR" sz="800" kern="1200" dirty="0" smtClean="0">
                          <a:solidFill>
                            <a:schemeClr val="tx1">
                              <a:lumMod val="75000"/>
                              <a:lumOff val="25000"/>
                            </a:schemeClr>
                          </a:solidFill>
                          <a:latin typeface="+mn-ea"/>
                          <a:ea typeface="+mn-ea"/>
                          <a:cs typeface="+mn-cs"/>
                        </a:rPr>
                        <a:t>Y</a:t>
                      </a:r>
                      <a:r>
                        <a:rPr lang="en-US" altLang="ko-KR" sz="800" kern="1200" baseline="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인 경우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LMS </a:t>
                      </a:r>
                      <a:r>
                        <a:rPr lang="ko-KR" altLang="en-US" sz="800" kern="1200" dirty="0" smtClean="0">
                          <a:solidFill>
                            <a:schemeClr val="tx1">
                              <a:lumMod val="75000"/>
                              <a:lumOff val="25000"/>
                            </a:schemeClr>
                          </a:solidFill>
                          <a:latin typeface="+mn-ea"/>
                          <a:ea typeface="+mn-ea"/>
                          <a:cs typeface="+mn-cs"/>
                        </a:rPr>
                        <a:t>퀴즈 시험지 </a:t>
                      </a:r>
                      <a:r>
                        <a:rPr lang="en-US" altLang="ko-KR" sz="800" kern="1200" dirty="0" smtClean="0">
                          <a:solidFill>
                            <a:schemeClr val="tx1">
                              <a:lumMod val="75000"/>
                              <a:lumOff val="25000"/>
                            </a:schemeClr>
                          </a:solidFill>
                          <a:latin typeface="+mn-ea"/>
                          <a:ea typeface="+mn-ea"/>
                          <a:cs typeface="+mn-cs"/>
                        </a:rPr>
                        <a:t>URL </a:t>
                      </a:r>
                      <a:r>
                        <a:rPr lang="ko-KR" altLang="en-US" sz="800" kern="1200" dirty="0" smtClean="0">
                          <a:solidFill>
                            <a:schemeClr val="tx1">
                              <a:lumMod val="75000"/>
                              <a:lumOff val="25000"/>
                            </a:schemeClr>
                          </a:solidFill>
                          <a:latin typeface="+mn-ea"/>
                          <a:ea typeface="+mn-ea"/>
                          <a:cs typeface="+mn-cs"/>
                        </a:rPr>
                        <a:t>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747124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486" name="Group 37"/>
          <p:cNvGraphicFramePr>
            <a:graphicFrameLocks noGrp="1"/>
          </p:cNvGraphicFramePr>
          <p:nvPr>
            <p:extLst>
              <p:ext uri="{D42A27DB-BD31-4B8C-83A1-F6EECF244321}">
                <p14:modId xmlns:p14="http://schemas.microsoft.com/office/powerpoint/2010/main" val="2011124955"/>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487"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시험명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488" name="모서리가 둥근 직사각형 487"/>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8"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5" name="직사각형 214"/>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pic>
        <p:nvPicPr>
          <p:cNvPr id="22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6"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4" name="직사각형 253"/>
          <p:cNvSpPr/>
          <p:nvPr/>
        </p:nvSpPr>
        <p:spPr>
          <a:xfrm>
            <a:off x="1968256" y="41109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57" name="직사각형 256"/>
          <p:cNvSpPr/>
          <p:nvPr/>
        </p:nvSpPr>
        <p:spPr>
          <a:xfrm>
            <a:off x="2037959" y="45431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261"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86214" y="4190945"/>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3" name="모서리가 둥근 직사각형 302"/>
          <p:cNvSpPr/>
          <p:nvPr/>
        </p:nvSpPr>
        <p:spPr>
          <a:xfrm>
            <a:off x="2042520" y="4180555"/>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04" name="직사각형 303"/>
          <p:cNvSpPr/>
          <p:nvPr/>
        </p:nvSpPr>
        <p:spPr>
          <a:xfrm>
            <a:off x="2047833" y="4327584"/>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실시간 중간고사 </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347" name="직사각형 346"/>
          <p:cNvSpPr/>
          <p:nvPr/>
        </p:nvSpPr>
        <p:spPr>
          <a:xfrm>
            <a:off x="2044105" y="4778667"/>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2026.06.13 18:00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시험시간 </a:t>
            </a:r>
            <a:r>
              <a:rPr lang="en-US" altLang="ko-KR" sz="800" dirty="0" smtClean="0">
                <a:solidFill>
                  <a:schemeClr val="tx1">
                    <a:lumMod val="75000"/>
                    <a:lumOff val="25000"/>
                  </a:schemeClr>
                </a:solidFill>
                <a:latin typeface="+mn-ea"/>
                <a:ea typeface="+mn-ea"/>
              </a:rPr>
              <a:t>: 60</a:t>
            </a:r>
            <a:r>
              <a:rPr lang="ko-KR" altLang="en-US" sz="800" dirty="0" smtClean="0">
                <a:solidFill>
                  <a:schemeClr val="tx1">
                    <a:lumMod val="75000"/>
                    <a:lumOff val="25000"/>
                  </a:schemeClr>
                </a:solidFill>
                <a:latin typeface="+mn-ea"/>
                <a:ea typeface="+mn-ea"/>
              </a:rPr>
              <a:t>분</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Y</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평가점</a:t>
            </a:r>
            <a:r>
              <a:rPr lang="ko-KR" altLang="en-US" sz="800" dirty="0">
                <a:solidFill>
                  <a:schemeClr val="tx1">
                    <a:lumMod val="75000"/>
                    <a:lumOff val="25000"/>
                  </a:schemeClr>
                </a:solidFill>
                <a:latin typeface="+mn-ea"/>
                <a:ea typeface="+mn-ea"/>
              </a:rPr>
              <a:t>수</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피드백 </a:t>
            </a:r>
            <a:r>
              <a:rPr lang="en-US" altLang="ko-KR" sz="800" dirty="0" smtClean="0">
                <a:solidFill>
                  <a:schemeClr val="tx1">
                    <a:lumMod val="75000"/>
                    <a:lumOff val="25000"/>
                  </a:schemeClr>
                </a:solidFill>
                <a:latin typeface="+mn-ea"/>
                <a:ea typeface="+mn-ea"/>
              </a:rPr>
              <a:t>: </a:t>
            </a:r>
            <a:r>
              <a:rPr lang="en-US" altLang="ko-KR" sz="800" b="1" dirty="0" smtClean="0">
                <a:solidFill>
                  <a:srgbClr val="0070C0"/>
                </a:solidFill>
                <a:latin typeface="+mn-ea"/>
                <a:ea typeface="+mn-ea"/>
              </a:rPr>
              <a:t>0</a:t>
            </a:r>
            <a:endParaRPr lang="ko-KR" altLang="en-US" sz="800" b="1" dirty="0">
              <a:solidFill>
                <a:srgbClr val="0070C0"/>
              </a:solidFill>
              <a:latin typeface="+mn-ea"/>
              <a:ea typeface="+mn-ea"/>
            </a:endParaRPr>
          </a:p>
        </p:txBody>
      </p:sp>
      <p:sp>
        <p:nvSpPr>
          <p:cNvPr id="363" name="직사각형 362"/>
          <p:cNvSpPr/>
          <p:nvPr/>
        </p:nvSpPr>
        <p:spPr>
          <a:xfrm>
            <a:off x="5728546" y="411098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64" name="직사각형 363"/>
          <p:cNvSpPr/>
          <p:nvPr/>
        </p:nvSpPr>
        <p:spPr>
          <a:xfrm>
            <a:off x="5798249" y="454314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371" name="모서리가 둥근 직사각형 370"/>
          <p:cNvSpPr/>
          <p:nvPr/>
        </p:nvSpPr>
        <p:spPr>
          <a:xfrm>
            <a:off x="5802810" y="4180556"/>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기말고사</a:t>
            </a:r>
          </a:p>
        </p:txBody>
      </p:sp>
      <p:sp>
        <p:nvSpPr>
          <p:cNvPr id="372" name="직사각형 371"/>
          <p:cNvSpPr/>
          <p:nvPr/>
        </p:nvSpPr>
        <p:spPr>
          <a:xfrm>
            <a:off x="5808123" y="4327585"/>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실시간 기말고사 </a:t>
            </a:r>
            <a:r>
              <a:rPr lang="en-US" altLang="ko-KR" sz="800" b="1" dirty="0" smtClean="0">
                <a:solidFill>
                  <a:schemeClr val="tx1">
                    <a:lumMod val="75000"/>
                    <a:lumOff val="25000"/>
                  </a:schemeClr>
                </a:solidFill>
                <a:latin typeface="+mn-ea"/>
                <a:ea typeface="+mn-ea"/>
              </a:rPr>
              <a:t>02</a:t>
            </a:r>
            <a:endParaRPr lang="ko-KR" altLang="en-US" sz="800" b="1" dirty="0">
              <a:solidFill>
                <a:schemeClr val="tx1">
                  <a:lumMod val="75000"/>
                  <a:lumOff val="25000"/>
                </a:schemeClr>
              </a:solidFill>
              <a:latin typeface="+mn-ea"/>
              <a:ea typeface="+mn-ea"/>
            </a:endParaRPr>
          </a:p>
        </p:txBody>
      </p:sp>
      <p:sp>
        <p:nvSpPr>
          <p:cNvPr id="375" name="직사각형 374"/>
          <p:cNvSpPr/>
          <p:nvPr/>
        </p:nvSpPr>
        <p:spPr>
          <a:xfrm>
            <a:off x="5804395" y="4778668"/>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2026.06.13 18:00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시험시간 </a:t>
            </a:r>
            <a:r>
              <a:rPr lang="en-US" altLang="ko-KR" sz="800" dirty="0">
                <a:solidFill>
                  <a:schemeClr val="tx1">
                    <a:lumMod val="75000"/>
                    <a:lumOff val="25000"/>
                  </a:schemeClr>
                </a:solidFill>
                <a:latin typeface="+mn-ea"/>
                <a:ea typeface="+mn-ea"/>
              </a:rPr>
              <a:t>: 60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0</a:t>
            </a:r>
            <a:endParaRPr lang="ko-KR" altLang="en-US" sz="800" b="1" dirty="0">
              <a:solidFill>
                <a:srgbClr val="0070C0"/>
              </a:solidFill>
              <a:latin typeface="+mn-ea"/>
              <a:ea typeface="+mn-ea"/>
            </a:endParaRPr>
          </a:p>
        </p:txBody>
      </p:sp>
      <p:sp>
        <p:nvSpPr>
          <p:cNvPr id="378" name="직사각형 377"/>
          <p:cNvSpPr/>
          <p:nvPr/>
        </p:nvSpPr>
        <p:spPr>
          <a:xfrm>
            <a:off x="1962572" y="6120606"/>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79" name="직사각형 378"/>
          <p:cNvSpPr/>
          <p:nvPr/>
        </p:nvSpPr>
        <p:spPr>
          <a:xfrm>
            <a:off x="2032275" y="6552773"/>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38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80530" y="6200572"/>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1" name="모서리가 둥근 직사각형 380"/>
          <p:cNvSpPr/>
          <p:nvPr/>
        </p:nvSpPr>
        <p:spPr>
          <a:xfrm>
            <a:off x="2036836" y="6190182"/>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종합시험</a:t>
            </a:r>
          </a:p>
        </p:txBody>
      </p:sp>
      <p:sp>
        <p:nvSpPr>
          <p:cNvPr id="382" name="직사각형 381"/>
          <p:cNvSpPr/>
          <p:nvPr/>
        </p:nvSpPr>
        <p:spPr>
          <a:xfrm>
            <a:off x="2042149" y="6337211"/>
            <a:ext cx="2914692" cy="215444"/>
          </a:xfrm>
          <a:prstGeom prst="rect">
            <a:avLst/>
          </a:prstGeom>
        </p:spPr>
        <p:txBody>
          <a:bodyPr wrap="square" lIns="0">
            <a:spAutoFit/>
          </a:bodyPr>
          <a:lstStyle/>
          <a:p>
            <a:r>
              <a:rPr lang="en-US" altLang="ko-KR" sz="800" b="1" dirty="0" smtClean="0">
                <a:solidFill>
                  <a:schemeClr val="tx1">
                    <a:lumMod val="75000"/>
                    <a:lumOff val="25000"/>
                  </a:schemeClr>
                </a:solidFill>
                <a:latin typeface="+mn-ea"/>
                <a:ea typeface="+mn-ea"/>
              </a:rPr>
              <a:t>2026</a:t>
            </a:r>
            <a:r>
              <a:rPr lang="ko-KR" altLang="en-US" sz="800" b="1" dirty="0" smtClean="0">
                <a:solidFill>
                  <a:schemeClr val="tx1">
                    <a:lumMod val="75000"/>
                    <a:lumOff val="25000"/>
                  </a:schemeClr>
                </a:solidFill>
                <a:latin typeface="+mn-ea"/>
                <a:ea typeface="+mn-ea"/>
              </a:rPr>
              <a:t>년 종합시험</a:t>
            </a:r>
            <a:endParaRPr lang="ko-KR" altLang="en-US" sz="800" b="1" dirty="0">
              <a:solidFill>
                <a:schemeClr val="tx1">
                  <a:lumMod val="75000"/>
                  <a:lumOff val="25000"/>
                </a:schemeClr>
              </a:solidFill>
              <a:latin typeface="+mn-ea"/>
              <a:ea typeface="+mn-ea"/>
            </a:endParaRPr>
          </a:p>
        </p:txBody>
      </p:sp>
      <p:sp>
        <p:nvSpPr>
          <p:cNvPr id="383" name="직사각형 382"/>
          <p:cNvSpPr/>
          <p:nvPr/>
        </p:nvSpPr>
        <p:spPr>
          <a:xfrm>
            <a:off x="2038421" y="6788294"/>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응시기간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시험시간 </a:t>
            </a:r>
            <a:r>
              <a:rPr lang="en-US" altLang="ko-KR" sz="800" dirty="0">
                <a:solidFill>
                  <a:schemeClr val="tx1">
                    <a:lumMod val="75000"/>
                    <a:lumOff val="25000"/>
                  </a:schemeClr>
                </a:solidFill>
                <a:latin typeface="+mn-ea"/>
                <a:ea typeface="+mn-ea"/>
              </a:rPr>
              <a:t>: 60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85</a:t>
            </a:r>
            <a:r>
              <a:rPr lang="ko-KR" altLang="en-US" sz="800" dirty="0" smtClean="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endParaRPr lang="ko-KR" altLang="en-US" sz="800" b="1" dirty="0">
              <a:solidFill>
                <a:srgbClr val="0070C0"/>
              </a:solidFill>
              <a:latin typeface="+mn-ea"/>
              <a:ea typeface="+mn-ea"/>
            </a:endParaRPr>
          </a:p>
        </p:txBody>
      </p:sp>
      <p:sp>
        <p:nvSpPr>
          <p:cNvPr id="385" name="직사각형 384"/>
          <p:cNvSpPr/>
          <p:nvPr/>
        </p:nvSpPr>
        <p:spPr>
          <a:xfrm>
            <a:off x="5722862" y="6120607"/>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86" name="직사각형 385"/>
          <p:cNvSpPr/>
          <p:nvPr/>
        </p:nvSpPr>
        <p:spPr>
          <a:xfrm>
            <a:off x="5792565" y="6552774"/>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38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340820" y="6200573"/>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8" name="모서리가 둥근 직사각형 387"/>
          <p:cNvSpPr/>
          <p:nvPr/>
        </p:nvSpPr>
        <p:spPr>
          <a:xfrm>
            <a:off x="5797126" y="6190183"/>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기말고사</a:t>
            </a:r>
          </a:p>
        </p:txBody>
      </p:sp>
      <p:sp>
        <p:nvSpPr>
          <p:cNvPr id="389" name="직사각형 388"/>
          <p:cNvSpPr/>
          <p:nvPr/>
        </p:nvSpPr>
        <p:spPr>
          <a:xfrm>
            <a:off x="5802439" y="6337212"/>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기말고사 퀴즈</a:t>
            </a:r>
            <a:r>
              <a:rPr lang="en-US" altLang="ko-KR" sz="800" b="1" dirty="0" smtClean="0">
                <a:solidFill>
                  <a:schemeClr val="tx1">
                    <a:lumMod val="75000"/>
                    <a:lumOff val="25000"/>
                  </a:schemeClr>
                </a:solidFill>
                <a:latin typeface="+mn-ea"/>
                <a:ea typeface="+mn-ea"/>
              </a:rPr>
              <a:t>02</a:t>
            </a:r>
            <a:endParaRPr lang="ko-KR" altLang="en-US" sz="800" b="1" dirty="0">
              <a:solidFill>
                <a:schemeClr val="tx1">
                  <a:lumMod val="75000"/>
                  <a:lumOff val="25000"/>
                </a:schemeClr>
              </a:solidFill>
              <a:latin typeface="+mn-ea"/>
              <a:ea typeface="+mn-ea"/>
            </a:endParaRPr>
          </a:p>
        </p:txBody>
      </p:sp>
      <p:sp>
        <p:nvSpPr>
          <p:cNvPr id="390" name="직사각형 389"/>
          <p:cNvSpPr/>
          <p:nvPr/>
        </p:nvSpPr>
        <p:spPr>
          <a:xfrm>
            <a:off x="5798711" y="6788295"/>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응시기간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시험시간 </a:t>
            </a:r>
            <a:r>
              <a:rPr lang="en-US" altLang="ko-KR" sz="800" dirty="0">
                <a:solidFill>
                  <a:schemeClr val="tx1">
                    <a:lumMod val="75000"/>
                    <a:lumOff val="25000"/>
                  </a:schemeClr>
                </a:solidFill>
                <a:latin typeface="+mn-ea"/>
                <a:ea typeface="+mn-ea"/>
              </a:rPr>
              <a:t>: 60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2</a:t>
            </a:r>
            <a:endParaRPr lang="ko-KR" altLang="en-US" sz="800" b="1" dirty="0">
              <a:solidFill>
                <a:srgbClr val="0070C0"/>
              </a:solidFill>
              <a:latin typeface="+mn-ea"/>
              <a:ea typeface="+mn-ea"/>
            </a:endParaRPr>
          </a:p>
        </p:txBody>
      </p:sp>
      <p:sp>
        <p:nvSpPr>
          <p:cNvPr id="392" name="직사각형 391"/>
          <p:cNvSpPr/>
          <p:nvPr/>
        </p:nvSpPr>
        <p:spPr>
          <a:xfrm>
            <a:off x="1966764" y="813683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93" name="직사각형 392"/>
          <p:cNvSpPr/>
          <p:nvPr/>
        </p:nvSpPr>
        <p:spPr>
          <a:xfrm>
            <a:off x="2036467" y="856899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394"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84722" y="8216796"/>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5" name="모서리가 둥근 직사각형 394"/>
          <p:cNvSpPr/>
          <p:nvPr/>
        </p:nvSpPr>
        <p:spPr>
          <a:xfrm>
            <a:off x="2041028" y="8206406"/>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a:t>
            </a:r>
            <a:r>
              <a:rPr lang="ko-KR" altLang="en-US" sz="800" dirty="0">
                <a:solidFill>
                  <a:schemeClr val="bg1"/>
                </a:solidFill>
                <a:latin typeface="맑은 고딕" panose="020B0503020000020004" pitchFamily="50" charset="-127"/>
                <a:ea typeface="맑은 고딕" panose="020B0503020000020004" pitchFamily="50" charset="-127"/>
              </a:rPr>
              <a:t>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396" name="직사각형 395"/>
          <p:cNvSpPr/>
          <p:nvPr/>
        </p:nvSpPr>
        <p:spPr>
          <a:xfrm>
            <a:off x="2046341" y="8353435"/>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일반시험시험</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397" name="직사각형 396"/>
          <p:cNvSpPr/>
          <p:nvPr/>
        </p:nvSpPr>
        <p:spPr>
          <a:xfrm>
            <a:off x="2042613" y="8804518"/>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응시기간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시험시간 </a:t>
            </a:r>
            <a:r>
              <a:rPr lang="en-US" altLang="ko-KR" sz="800" dirty="0">
                <a:solidFill>
                  <a:schemeClr val="tx1">
                    <a:lumMod val="75000"/>
                    <a:lumOff val="25000"/>
                  </a:schemeClr>
                </a:solidFill>
                <a:latin typeface="+mn-ea"/>
                <a:ea typeface="+mn-ea"/>
              </a:rPr>
              <a:t>: 60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a:solidFill>
                  <a:srgbClr val="0070C0"/>
                </a:solidFill>
                <a:latin typeface="+mn-ea"/>
                <a:ea typeface="+mn-ea"/>
              </a:rPr>
              <a:t>2</a:t>
            </a:r>
            <a:endParaRPr lang="ko-KR" altLang="en-US" sz="800" b="1" dirty="0">
              <a:solidFill>
                <a:srgbClr val="0070C0"/>
              </a:solidFill>
              <a:latin typeface="+mn-ea"/>
              <a:ea typeface="+mn-ea"/>
            </a:endParaRPr>
          </a:p>
        </p:txBody>
      </p:sp>
      <p:sp>
        <p:nvSpPr>
          <p:cNvPr id="399" name="직사각형 398"/>
          <p:cNvSpPr/>
          <p:nvPr/>
        </p:nvSpPr>
        <p:spPr>
          <a:xfrm>
            <a:off x="5727054" y="8136831"/>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00" name="직사각형 399"/>
          <p:cNvSpPr/>
          <p:nvPr/>
        </p:nvSpPr>
        <p:spPr>
          <a:xfrm>
            <a:off x="5796757" y="8568998"/>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401"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345012" y="8216797"/>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2" name="모서리가 둥근 직사각형 401"/>
          <p:cNvSpPr/>
          <p:nvPr/>
        </p:nvSpPr>
        <p:spPr>
          <a:xfrm>
            <a:off x="5801318" y="8206407"/>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403" name="직사각형 402"/>
          <p:cNvSpPr/>
          <p:nvPr/>
        </p:nvSpPr>
        <p:spPr>
          <a:xfrm>
            <a:off x="5806631" y="8353436"/>
            <a:ext cx="2914692" cy="215444"/>
          </a:xfrm>
          <a:prstGeom prst="rect">
            <a:avLst/>
          </a:prstGeom>
        </p:spPr>
        <p:txBody>
          <a:bodyPr wrap="square" lIns="0">
            <a:spAutoFit/>
          </a:bodyPr>
          <a:lstStyle/>
          <a:p>
            <a:r>
              <a:rPr lang="ko-KR" altLang="en-US" sz="800" b="1" dirty="0" err="1" smtClean="0">
                <a:solidFill>
                  <a:schemeClr val="tx1">
                    <a:lumMod val="75000"/>
                    <a:lumOff val="25000"/>
                  </a:schemeClr>
                </a:solidFill>
                <a:latin typeface="+mn-ea"/>
                <a:ea typeface="+mn-ea"/>
              </a:rPr>
              <a:t>팀시험시험</a:t>
            </a:r>
            <a:r>
              <a:rPr lang="en-US" altLang="ko-KR" sz="800" b="1" dirty="0" smtClean="0">
                <a:solidFill>
                  <a:schemeClr val="tx1">
                    <a:lumMod val="75000"/>
                    <a:lumOff val="25000"/>
                  </a:schemeClr>
                </a:solidFill>
                <a:latin typeface="+mn-ea"/>
                <a:ea typeface="+mn-ea"/>
              </a:rPr>
              <a:t>02</a:t>
            </a:r>
            <a:endParaRPr lang="ko-KR" altLang="en-US" sz="800" b="1" dirty="0">
              <a:solidFill>
                <a:schemeClr val="tx1">
                  <a:lumMod val="75000"/>
                  <a:lumOff val="25000"/>
                </a:schemeClr>
              </a:solidFill>
              <a:latin typeface="+mn-ea"/>
              <a:ea typeface="+mn-ea"/>
            </a:endParaRPr>
          </a:p>
        </p:txBody>
      </p:sp>
      <p:sp>
        <p:nvSpPr>
          <p:cNvPr id="404" name="직사각형 403"/>
          <p:cNvSpPr/>
          <p:nvPr/>
        </p:nvSpPr>
        <p:spPr>
          <a:xfrm>
            <a:off x="5802903" y="8804519"/>
            <a:ext cx="3542109" cy="996033"/>
          </a:xfrm>
          <a:prstGeom prst="rect">
            <a:avLst/>
          </a:prstGeom>
        </p:spPr>
        <p:txBody>
          <a:bodyPr wrap="square" tIns="36000" bIns="36000">
            <a:spAutoFit/>
          </a:bodyPr>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응시기간 </a:t>
            </a:r>
            <a:r>
              <a:rPr lang="en-US" altLang="ko-KR" sz="800" dirty="0" smtClean="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시험시간 </a:t>
            </a:r>
            <a:r>
              <a:rPr lang="en-US" altLang="ko-KR" sz="800" dirty="0">
                <a:solidFill>
                  <a:schemeClr val="tx1">
                    <a:lumMod val="75000"/>
                    <a:lumOff val="25000"/>
                  </a:schemeClr>
                </a:solidFill>
                <a:latin typeface="+mn-ea"/>
                <a:ea typeface="+mn-ea"/>
              </a:rPr>
              <a:t>: 60</a:t>
            </a:r>
            <a:r>
              <a:rPr lang="ko-KR" altLang="en-US" sz="800" dirty="0">
                <a:solidFill>
                  <a:schemeClr val="tx1">
                    <a:lumMod val="75000"/>
                    <a:lumOff val="25000"/>
                  </a:schemeClr>
                </a:solidFill>
                <a:latin typeface="+mn-ea"/>
                <a:ea typeface="+mn-ea"/>
              </a:rPr>
              <a:t>분</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성적반영 </a:t>
            </a:r>
            <a:r>
              <a:rPr lang="en-US" altLang="ko-KR" sz="800" dirty="0">
                <a:solidFill>
                  <a:schemeClr val="tx1">
                    <a:lumMod val="75000"/>
                    <a:lumOff val="25000"/>
                  </a:schemeClr>
                </a:solidFill>
                <a:latin typeface="+mn-ea"/>
                <a:ea typeface="+mn-ea"/>
              </a:rPr>
              <a:t>: Y</a:t>
            </a: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평가점수 </a:t>
            </a:r>
            <a:r>
              <a:rPr lang="en-US" altLang="ko-KR" sz="800" dirty="0">
                <a:solidFill>
                  <a:schemeClr val="tx1">
                    <a:lumMod val="75000"/>
                    <a:lumOff val="25000"/>
                  </a:schemeClr>
                </a:solidFill>
                <a:latin typeface="+mn-ea"/>
                <a:ea typeface="+mn-ea"/>
              </a:rPr>
              <a:t>: 85</a:t>
            </a:r>
            <a:r>
              <a:rPr lang="ko-KR" altLang="en-US" sz="800" dirty="0">
                <a:solidFill>
                  <a:schemeClr val="tx1">
                    <a:lumMod val="75000"/>
                    <a:lumOff val="25000"/>
                  </a:schemeClr>
                </a:solidFill>
                <a:latin typeface="+mn-ea"/>
                <a:ea typeface="+mn-ea"/>
              </a:rPr>
              <a:t>점</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피드백 </a:t>
            </a:r>
            <a:r>
              <a:rPr lang="en-US" altLang="ko-KR" sz="800" dirty="0">
                <a:solidFill>
                  <a:schemeClr val="tx1">
                    <a:lumMod val="75000"/>
                    <a:lumOff val="25000"/>
                  </a:schemeClr>
                </a:solidFill>
                <a:latin typeface="+mn-ea"/>
                <a:ea typeface="+mn-ea"/>
              </a:rPr>
              <a:t>: </a:t>
            </a:r>
            <a:r>
              <a:rPr lang="en-US" altLang="ko-KR" sz="800" b="1" dirty="0" smtClean="0">
                <a:solidFill>
                  <a:srgbClr val="0070C0"/>
                </a:solidFill>
                <a:latin typeface="+mn-ea"/>
                <a:ea typeface="+mn-ea"/>
              </a:rPr>
              <a:t>2</a:t>
            </a:r>
            <a:endParaRPr lang="ko-KR" altLang="en-US" sz="800" b="1" dirty="0">
              <a:solidFill>
                <a:srgbClr val="0070C0"/>
              </a:solidFill>
              <a:latin typeface="+mn-ea"/>
              <a:ea typeface="+mn-ea"/>
            </a:endParaRPr>
          </a:p>
        </p:txBody>
      </p:sp>
      <p:grpSp>
        <p:nvGrpSpPr>
          <p:cNvPr id="406" name="그룹 405"/>
          <p:cNvGrpSpPr/>
          <p:nvPr/>
        </p:nvGrpSpPr>
        <p:grpSpPr>
          <a:xfrm>
            <a:off x="2985510" y="4321760"/>
            <a:ext cx="234360" cy="200055"/>
            <a:chOff x="1152270" y="11706839"/>
            <a:chExt cx="234360" cy="200055"/>
          </a:xfrm>
        </p:grpSpPr>
        <p:sp>
          <p:nvSpPr>
            <p:cNvPr id="407" name="모서리가 둥근 직사각형 4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8" name="직사각형 40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418" name="모서리가 둥근 직사각형 417"/>
          <p:cNvSpPr/>
          <p:nvPr/>
        </p:nvSpPr>
        <p:spPr>
          <a:xfrm>
            <a:off x="6374110" y="4183004"/>
            <a:ext cx="18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sp>
        <p:nvSpPr>
          <p:cNvPr id="425" name="모서리가 둥근 직사각형 424"/>
          <p:cNvSpPr/>
          <p:nvPr/>
        </p:nvSpPr>
        <p:spPr>
          <a:xfrm>
            <a:off x="8790630" y="7742071"/>
            <a:ext cx="540000" cy="180000"/>
          </a:xfrm>
          <a:prstGeom prst="roundRect">
            <a:avLst/>
          </a:prstGeom>
          <a:solidFill>
            <a:srgbClr val="FFC000"/>
          </a:solidFill>
          <a:ln w="31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tx1">
                    <a:lumMod val="85000"/>
                    <a:lumOff val="15000"/>
                  </a:schemeClr>
                </a:solidFill>
                <a:latin typeface="맑은 고딕" panose="020B0503020000020004" pitchFamily="50" charset="-127"/>
                <a:ea typeface="맑은 고딕" panose="020B0503020000020004" pitchFamily="50" charset="-127"/>
              </a:rPr>
              <a:t>임시저장</a:t>
            </a:r>
            <a:endParaRPr lang="ko-KR" altLang="en-US" sz="800" dirty="0">
              <a:solidFill>
                <a:schemeClr val="tx1">
                  <a:lumMod val="85000"/>
                  <a:lumOff val="15000"/>
                </a:schemeClr>
              </a:solidFill>
              <a:latin typeface="맑은 고딕" panose="020B0503020000020004" pitchFamily="50" charset="-127"/>
              <a:ea typeface="맑은 고딕" panose="020B0503020000020004" pitchFamily="50" charset="-127"/>
            </a:endParaRPr>
          </a:p>
        </p:txBody>
      </p:sp>
      <p:sp>
        <p:nvSpPr>
          <p:cNvPr id="447" name="모서리가 둥근 직사각형 446"/>
          <p:cNvSpPr/>
          <p:nvPr/>
        </p:nvSpPr>
        <p:spPr>
          <a:xfrm>
            <a:off x="6374110" y="8205927"/>
            <a:ext cx="18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a:t>
            </a:r>
          </a:p>
        </p:txBody>
      </p:sp>
      <p:sp>
        <p:nvSpPr>
          <p:cNvPr id="448" name="직사각형 447"/>
          <p:cNvSpPr/>
          <p:nvPr/>
        </p:nvSpPr>
        <p:spPr>
          <a:xfrm>
            <a:off x="4761359" y="4139555"/>
            <a:ext cx="837089" cy="215444"/>
          </a:xfrm>
          <a:prstGeom prst="rect">
            <a:avLst/>
          </a:prstGeom>
        </p:spPr>
        <p:txBody>
          <a:bodyPr wrap="none">
            <a:spAutoFit/>
          </a:bodyPr>
          <a:lstStyle/>
          <a:p>
            <a:r>
              <a:rPr lang="ko-KR" altLang="en-US" sz="800" b="1" dirty="0">
                <a:solidFill>
                  <a:srgbClr val="0070C0"/>
                </a:solidFill>
                <a:latin typeface="+mn-ea"/>
                <a:ea typeface="+mn-ea"/>
              </a:rPr>
              <a:t>실시간 온라인</a:t>
            </a:r>
          </a:p>
        </p:txBody>
      </p:sp>
      <p:sp>
        <p:nvSpPr>
          <p:cNvPr id="449" name="직사각형 448"/>
          <p:cNvSpPr/>
          <p:nvPr/>
        </p:nvSpPr>
        <p:spPr>
          <a:xfrm>
            <a:off x="8527449" y="4139555"/>
            <a:ext cx="837089" cy="215444"/>
          </a:xfrm>
          <a:prstGeom prst="rect">
            <a:avLst/>
          </a:prstGeom>
        </p:spPr>
        <p:txBody>
          <a:bodyPr wrap="none">
            <a:spAutoFit/>
          </a:bodyPr>
          <a:lstStyle/>
          <a:p>
            <a:r>
              <a:rPr lang="ko-KR" altLang="en-US" sz="800" b="1" dirty="0">
                <a:solidFill>
                  <a:srgbClr val="0070C0"/>
                </a:solidFill>
                <a:latin typeface="+mn-ea"/>
                <a:ea typeface="+mn-ea"/>
              </a:rPr>
              <a:t>실시간 온라인</a:t>
            </a:r>
          </a:p>
        </p:txBody>
      </p:sp>
      <p:pic>
        <p:nvPicPr>
          <p:cNvPr id="45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346504" y="4190946"/>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1" name="직사각형 450"/>
          <p:cNvSpPr/>
          <p:nvPr/>
        </p:nvSpPr>
        <p:spPr>
          <a:xfrm>
            <a:off x="4756030" y="6151026"/>
            <a:ext cx="837088" cy="215444"/>
          </a:xfrm>
          <a:prstGeom prst="rect">
            <a:avLst/>
          </a:prstGeom>
        </p:spPr>
        <p:txBody>
          <a:bodyPr wrap="none">
            <a:spAutoFit/>
          </a:bodyPr>
          <a:lstStyle/>
          <a:p>
            <a:pPr algn="r"/>
            <a:r>
              <a:rPr lang="ko-KR" altLang="en-US" sz="800" b="1" dirty="0" smtClean="0">
                <a:solidFill>
                  <a:srgbClr val="0070C0"/>
                </a:solidFill>
                <a:latin typeface="+mn-ea"/>
                <a:ea typeface="+mn-ea"/>
              </a:rPr>
              <a:t>실시간 온라인</a:t>
            </a:r>
            <a:endParaRPr lang="ko-KR" altLang="en-US" sz="800" b="1" dirty="0">
              <a:solidFill>
                <a:srgbClr val="0070C0"/>
              </a:solidFill>
              <a:latin typeface="+mn-ea"/>
              <a:ea typeface="+mn-ea"/>
            </a:endParaRPr>
          </a:p>
        </p:txBody>
      </p:sp>
      <p:sp>
        <p:nvSpPr>
          <p:cNvPr id="452" name="직사각형 451"/>
          <p:cNvSpPr/>
          <p:nvPr/>
        </p:nvSpPr>
        <p:spPr>
          <a:xfrm>
            <a:off x="8978881" y="6141501"/>
            <a:ext cx="389850" cy="215444"/>
          </a:xfrm>
          <a:prstGeom prst="rect">
            <a:avLst/>
          </a:prstGeom>
        </p:spPr>
        <p:txBody>
          <a:bodyPr wrap="none">
            <a:spAutoFit/>
          </a:bodyPr>
          <a:lstStyle/>
          <a:p>
            <a:pPr algn="r"/>
            <a:r>
              <a:rPr lang="ko-KR" altLang="en-US" sz="800" b="1" dirty="0" smtClean="0">
                <a:solidFill>
                  <a:srgbClr val="0070C0"/>
                </a:solidFill>
                <a:latin typeface="+mn-ea"/>
                <a:ea typeface="+mn-ea"/>
              </a:rPr>
              <a:t>퀴즈</a:t>
            </a:r>
            <a:endParaRPr lang="ko-KR" altLang="en-US" sz="800" b="1" dirty="0">
              <a:solidFill>
                <a:srgbClr val="0070C0"/>
              </a:solidFill>
              <a:latin typeface="+mn-ea"/>
              <a:ea typeface="+mn-ea"/>
            </a:endParaRPr>
          </a:p>
        </p:txBody>
      </p:sp>
      <p:pic>
        <p:nvPicPr>
          <p:cNvPr id="453"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350696" y="6183367"/>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4" name="직사각형 453"/>
          <p:cNvSpPr/>
          <p:nvPr/>
        </p:nvSpPr>
        <p:spPr>
          <a:xfrm>
            <a:off x="4751834" y="8167250"/>
            <a:ext cx="837089" cy="215444"/>
          </a:xfrm>
          <a:prstGeom prst="rect">
            <a:avLst/>
          </a:prstGeom>
        </p:spPr>
        <p:txBody>
          <a:bodyPr wrap="none">
            <a:spAutoFit/>
          </a:bodyPr>
          <a:lstStyle/>
          <a:p>
            <a:r>
              <a:rPr lang="ko-KR" altLang="en-US" sz="800" b="1" dirty="0">
                <a:solidFill>
                  <a:srgbClr val="0070C0"/>
                </a:solidFill>
                <a:latin typeface="+mn-ea"/>
                <a:ea typeface="+mn-ea"/>
              </a:rPr>
              <a:t>실시간 온라인</a:t>
            </a:r>
          </a:p>
        </p:txBody>
      </p:sp>
      <p:sp>
        <p:nvSpPr>
          <p:cNvPr id="455" name="직사각형 454"/>
          <p:cNvSpPr/>
          <p:nvPr/>
        </p:nvSpPr>
        <p:spPr>
          <a:xfrm>
            <a:off x="8965163" y="8176775"/>
            <a:ext cx="389850" cy="215444"/>
          </a:xfrm>
          <a:prstGeom prst="rect">
            <a:avLst/>
          </a:prstGeom>
        </p:spPr>
        <p:txBody>
          <a:bodyPr wrap="none">
            <a:spAutoFit/>
          </a:bodyPr>
          <a:lstStyle/>
          <a:p>
            <a:r>
              <a:rPr lang="ko-KR" altLang="en-US" sz="800" b="1" dirty="0" smtClean="0">
                <a:solidFill>
                  <a:srgbClr val="0070C0"/>
                </a:solidFill>
                <a:latin typeface="+mn-ea"/>
                <a:ea typeface="+mn-ea"/>
              </a:rPr>
              <a:t>퀴즈</a:t>
            </a:r>
            <a:endParaRPr lang="ko-KR" altLang="en-US" sz="800" b="1" dirty="0">
              <a:solidFill>
                <a:srgbClr val="0070C0"/>
              </a:solidFill>
              <a:latin typeface="+mn-ea"/>
              <a:ea typeface="+mn-ea"/>
            </a:endParaRPr>
          </a:p>
        </p:txBody>
      </p:sp>
      <p:sp>
        <p:nvSpPr>
          <p:cNvPr id="460" name="직사각형 459"/>
          <p:cNvSpPr/>
          <p:nvPr/>
        </p:nvSpPr>
        <p:spPr>
          <a:xfrm>
            <a:off x="9420515" y="6200182"/>
            <a:ext cx="1077101" cy="266028"/>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ko-KR" altLang="en-US" sz="800" dirty="0" smtClean="0">
                <a:solidFill>
                  <a:schemeClr val="tx1">
                    <a:lumMod val="75000"/>
                    <a:lumOff val="25000"/>
                  </a:schemeClr>
                </a:solidFill>
                <a:latin typeface="+mn-ea"/>
              </a:rPr>
              <a:t>시험지보기</a:t>
            </a:r>
            <a:endParaRPr lang="en-US" altLang="ko-KR" sz="800" dirty="0" smtClean="0">
              <a:solidFill>
                <a:schemeClr val="tx1">
                  <a:lumMod val="75000"/>
                  <a:lumOff val="25000"/>
                </a:schemeClr>
              </a:solidFill>
              <a:latin typeface="+mn-ea"/>
            </a:endParaRPr>
          </a:p>
          <a:p>
            <a:pPr>
              <a:lnSpc>
                <a:spcPct val="150000"/>
              </a:lnSpc>
            </a:pPr>
            <a:endParaRPr lang="en-US" altLang="ko-KR" sz="800" dirty="0">
              <a:solidFill>
                <a:schemeClr val="tx1">
                  <a:lumMod val="75000"/>
                  <a:lumOff val="25000"/>
                </a:schemeClr>
              </a:solidFill>
              <a:latin typeface="+mn-ea"/>
            </a:endParaRPr>
          </a:p>
        </p:txBody>
      </p:sp>
      <p:sp>
        <p:nvSpPr>
          <p:cNvPr id="464" name="직사각형 463"/>
          <p:cNvSpPr/>
          <p:nvPr/>
        </p:nvSpPr>
        <p:spPr>
          <a:xfrm>
            <a:off x="9427021" y="4212533"/>
            <a:ext cx="1070595" cy="666555"/>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ko-KR" altLang="en-US" sz="800" dirty="0" err="1" smtClean="0">
                <a:solidFill>
                  <a:schemeClr val="tx1">
                    <a:lumMod val="75000"/>
                    <a:lumOff val="25000"/>
                  </a:schemeClr>
                </a:solidFill>
                <a:latin typeface="+mn-ea"/>
              </a:rPr>
              <a:t>결시신청</a:t>
            </a:r>
            <a:endParaRPr lang="en-US" altLang="ko-KR" sz="800" dirty="0" smtClean="0">
              <a:solidFill>
                <a:schemeClr val="tx1">
                  <a:lumMod val="75000"/>
                  <a:lumOff val="25000"/>
                </a:schemeClr>
              </a:solidFill>
              <a:latin typeface="+mn-ea"/>
            </a:endParaRPr>
          </a:p>
          <a:p>
            <a:pPr>
              <a:lnSpc>
                <a:spcPct val="150000"/>
              </a:lnSpc>
            </a:pPr>
            <a:r>
              <a:rPr lang="ko-KR" altLang="en-US" sz="800" dirty="0" smtClean="0">
                <a:solidFill>
                  <a:schemeClr val="tx1">
                    <a:lumMod val="75000"/>
                    <a:lumOff val="25000"/>
                  </a:schemeClr>
                </a:solidFill>
                <a:latin typeface="+mn-ea"/>
              </a:rPr>
              <a:t>시험지보기</a:t>
            </a:r>
            <a:endParaRPr lang="en-US" altLang="ko-KR" sz="800" dirty="0" smtClean="0">
              <a:solidFill>
                <a:schemeClr val="tx1">
                  <a:lumMod val="75000"/>
                  <a:lumOff val="25000"/>
                </a:schemeClr>
              </a:solidFill>
              <a:latin typeface="+mn-ea"/>
            </a:endParaRPr>
          </a:p>
          <a:p>
            <a:pPr>
              <a:lnSpc>
                <a:spcPct val="150000"/>
              </a:lnSpc>
            </a:pPr>
            <a:r>
              <a:rPr lang="ko-KR" altLang="en-US" sz="800" dirty="0" smtClean="0">
                <a:solidFill>
                  <a:schemeClr val="tx1">
                    <a:lumMod val="75000"/>
                    <a:lumOff val="25000"/>
                  </a:schemeClr>
                </a:solidFill>
                <a:latin typeface="+mn-ea"/>
              </a:rPr>
              <a:t>시험대체</a:t>
            </a:r>
            <a:endParaRPr lang="en-US" altLang="ko-KR" sz="800" dirty="0" smtClean="0">
              <a:solidFill>
                <a:schemeClr val="tx1">
                  <a:lumMod val="75000"/>
                  <a:lumOff val="25000"/>
                </a:schemeClr>
              </a:solidFill>
              <a:latin typeface="+mn-ea"/>
            </a:endParaRPr>
          </a:p>
          <a:p>
            <a:pPr>
              <a:lnSpc>
                <a:spcPct val="150000"/>
              </a:lnSpc>
            </a:pPr>
            <a:endParaRPr lang="en-US" altLang="ko-KR" sz="800" dirty="0">
              <a:solidFill>
                <a:schemeClr val="tx1">
                  <a:lumMod val="75000"/>
                  <a:lumOff val="25000"/>
                </a:schemeClr>
              </a:solidFill>
              <a:latin typeface="+mn-ea"/>
            </a:endParaRPr>
          </a:p>
        </p:txBody>
      </p:sp>
      <p:grpSp>
        <p:nvGrpSpPr>
          <p:cNvPr id="465" name="그룹 464"/>
          <p:cNvGrpSpPr/>
          <p:nvPr/>
        </p:nvGrpSpPr>
        <p:grpSpPr>
          <a:xfrm>
            <a:off x="9345488" y="4139555"/>
            <a:ext cx="234360" cy="200055"/>
            <a:chOff x="1152270" y="11716364"/>
            <a:chExt cx="234360" cy="200055"/>
          </a:xfrm>
        </p:grpSpPr>
        <p:sp>
          <p:nvSpPr>
            <p:cNvPr id="466" name="모서리가 둥근 직사각형 4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67" name="직사각형 4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468" name="그룹 467"/>
          <p:cNvGrpSpPr/>
          <p:nvPr/>
        </p:nvGrpSpPr>
        <p:grpSpPr>
          <a:xfrm>
            <a:off x="9903216" y="4249663"/>
            <a:ext cx="284052" cy="200055"/>
            <a:chOff x="1133220" y="11716364"/>
            <a:chExt cx="284052" cy="200055"/>
          </a:xfrm>
        </p:grpSpPr>
        <p:sp>
          <p:nvSpPr>
            <p:cNvPr id="469" name="모서리가 둥근 직사각형 46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0" name="직사각형 469"/>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471" name="그룹 470"/>
          <p:cNvGrpSpPr/>
          <p:nvPr/>
        </p:nvGrpSpPr>
        <p:grpSpPr>
          <a:xfrm>
            <a:off x="9988941" y="4443556"/>
            <a:ext cx="284052" cy="200055"/>
            <a:chOff x="1133220" y="11716364"/>
            <a:chExt cx="284052" cy="200055"/>
          </a:xfrm>
        </p:grpSpPr>
        <p:sp>
          <p:nvSpPr>
            <p:cNvPr id="472" name="모서리가 둥근 직사각형 4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3" name="직사각형 472"/>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grpSp>
        <p:nvGrpSpPr>
          <p:cNvPr id="474" name="그룹 473"/>
          <p:cNvGrpSpPr/>
          <p:nvPr/>
        </p:nvGrpSpPr>
        <p:grpSpPr>
          <a:xfrm>
            <a:off x="9883452" y="4634056"/>
            <a:ext cx="284052" cy="200055"/>
            <a:chOff x="1133220" y="11716364"/>
            <a:chExt cx="284052" cy="200055"/>
          </a:xfrm>
        </p:grpSpPr>
        <p:sp>
          <p:nvSpPr>
            <p:cNvPr id="475" name="모서리가 둥근 직사각형 47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6" name="직사각형 475"/>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sp>
        <p:nvSpPr>
          <p:cNvPr id="489" name="모서리가 둥근 직사각형 488"/>
          <p:cNvSpPr/>
          <p:nvPr/>
        </p:nvSpPr>
        <p:spPr>
          <a:xfrm>
            <a:off x="7463875" y="3841998"/>
            <a:ext cx="1080000" cy="162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온라인 시험 맛보기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93" name="직사각형 492"/>
          <p:cNvSpPr/>
          <p:nvPr/>
        </p:nvSpPr>
        <p:spPr>
          <a:xfrm>
            <a:off x="7770410" y="380694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nvGrpSpPr>
          <p:cNvPr id="494" name="그룹 493"/>
          <p:cNvGrpSpPr/>
          <p:nvPr/>
        </p:nvGrpSpPr>
        <p:grpSpPr>
          <a:xfrm>
            <a:off x="8535064" y="3654549"/>
            <a:ext cx="234360" cy="200055"/>
            <a:chOff x="1152270" y="11706839"/>
            <a:chExt cx="234360" cy="200055"/>
          </a:xfrm>
        </p:grpSpPr>
        <p:sp>
          <p:nvSpPr>
            <p:cNvPr id="495" name="모서리가 둥근 직사각형 4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96" name="직사각형 49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97" name="그룹 496"/>
          <p:cNvGrpSpPr/>
          <p:nvPr/>
        </p:nvGrpSpPr>
        <p:grpSpPr>
          <a:xfrm>
            <a:off x="8741563" y="3654549"/>
            <a:ext cx="234360" cy="200055"/>
            <a:chOff x="1152270" y="11706839"/>
            <a:chExt cx="234360" cy="200055"/>
          </a:xfrm>
        </p:grpSpPr>
        <p:sp>
          <p:nvSpPr>
            <p:cNvPr id="498" name="모서리가 둥근 직사각형 4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99" name="직사각형 49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503" name="그룹 502"/>
          <p:cNvGrpSpPr/>
          <p:nvPr/>
        </p:nvGrpSpPr>
        <p:grpSpPr>
          <a:xfrm>
            <a:off x="7420322" y="3660993"/>
            <a:ext cx="234360" cy="200055"/>
            <a:chOff x="1152270" y="11706839"/>
            <a:chExt cx="234360" cy="200055"/>
          </a:xfrm>
        </p:grpSpPr>
        <p:sp>
          <p:nvSpPr>
            <p:cNvPr id="504" name="모서리가 둥근 직사각형 5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05" name="직사각형 5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506" name="모서리가 둥근 직사각형 505"/>
          <p:cNvSpPr/>
          <p:nvPr/>
        </p:nvSpPr>
        <p:spPr>
          <a:xfrm>
            <a:off x="8436979" y="573431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7" name="모서리가 둥근 직사각형 506"/>
          <p:cNvSpPr/>
          <p:nvPr/>
        </p:nvSpPr>
        <p:spPr>
          <a:xfrm>
            <a:off x="8436275"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9" name="모서리가 둥근 직사각형 508"/>
          <p:cNvSpPr/>
          <p:nvPr/>
        </p:nvSpPr>
        <p:spPr>
          <a:xfrm>
            <a:off x="4668663"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응시정보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510" name="Group 37"/>
          <p:cNvGraphicFramePr>
            <a:graphicFrameLocks noGrp="1"/>
          </p:cNvGraphicFramePr>
          <p:nvPr>
            <p:extLst>
              <p:ext uri="{D42A27DB-BD31-4B8C-83A1-F6EECF244321}">
                <p14:modId xmlns:p14="http://schemas.microsoft.com/office/powerpoint/2010/main" val="3179767807"/>
              </p:ext>
            </p:extLst>
          </p:nvPr>
        </p:nvGraphicFramePr>
        <p:xfrm>
          <a:off x="2079329" y="4600210"/>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전 </a:t>
                      </a:r>
                      <a:r>
                        <a:rPr lang="en-US" altLang="ko-KR" sz="800" b="0" dirty="0" smtClean="0">
                          <a:solidFill>
                            <a:schemeClr val="bg1"/>
                          </a:solidFill>
                          <a:latin typeface="+mn-ea"/>
                          <a:ea typeface="+mn-ea"/>
                        </a:rPr>
                        <a:t>/ -</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511" name="Group 37"/>
          <p:cNvGraphicFramePr>
            <a:graphicFrameLocks noGrp="1"/>
          </p:cNvGraphicFramePr>
          <p:nvPr>
            <p:extLst>
              <p:ext uri="{D42A27DB-BD31-4B8C-83A1-F6EECF244321}">
                <p14:modId xmlns:p14="http://schemas.microsoft.com/office/powerpoint/2010/main" val="2860610601"/>
              </p:ext>
            </p:extLst>
          </p:nvPr>
        </p:nvGraphicFramePr>
        <p:xfrm>
          <a:off x="5839619" y="460021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미응시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512" name="Group 37"/>
          <p:cNvGraphicFramePr>
            <a:graphicFrameLocks noGrp="1"/>
          </p:cNvGraphicFramePr>
          <p:nvPr>
            <p:extLst>
              <p:ext uri="{D42A27DB-BD31-4B8C-83A1-F6EECF244321}">
                <p14:modId xmlns:p14="http://schemas.microsoft.com/office/powerpoint/2010/main" val="2109329877"/>
              </p:ext>
            </p:extLst>
          </p:nvPr>
        </p:nvGraphicFramePr>
        <p:xfrm>
          <a:off x="2073645" y="6609837"/>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응시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514" name="Group 37"/>
          <p:cNvGraphicFramePr>
            <a:graphicFrameLocks noGrp="1"/>
          </p:cNvGraphicFramePr>
          <p:nvPr>
            <p:extLst>
              <p:ext uri="{D42A27DB-BD31-4B8C-83A1-F6EECF244321}">
                <p14:modId xmlns:p14="http://schemas.microsoft.com/office/powerpoint/2010/main" val="1077515757"/>
              </p:ext>
            </p:extLst>
          </p:nvPr>
        </p:nvGraphicFramePr>
        <p:xfrm>
          <a:off x="2077837" y="862606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응시</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515" name="Group 37"/>
          <p:cNvGraphicFramePr>
            <a:graphicFrameLocks noGrp="1"/>
          </p:cNvGraphicFramePr>
          <p:nvPr>
            <p:extLst>
              <p:ext uri="{D42A27DB-BD31-4B8C-83A1-F6EECF244321}">
                <p14:modId xmlns:p14="http://schemas.microsoft.com/office/powerpoint/2010/main" val="3391090531"/>
              </p:ext>
            </p:extLst>
          </p:nvPr>
        </p:nvGraphicFramePr>
        <p:xfrm>
          <a:off x="5838127" y="8626062"/>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미응시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aphicFrame>
        <p:nvGraphicFramePr>
          <p:cNvPr id="516" name="Group 37"/>
          <p:cNvGraphicFramePr>
            <a:graphicFrameLocks noGrp="1"/>
          </p:cNvGraphicFramePr>
          <p:nvPr>
            <p:extLst>
              <p:ext uri="{D42A27DB-BD31-4B8C-83A1-F6EECF244321}">
                <p14:modId xmlns:p14="http://schemas.microsoft.com/office/powerpoint/2010/main" val="3174031111"/>
              </p:ext>
            </p:extLst>
          </p:nvPr>
        </p:nvGraphicFramePr>
        <p:xfrm>
          <a:off x="5836146" y="6614958"/>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미응시</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sp>
        <p:nvSpPr>
          <p:cNvPr id="517" name="모서리가 둥근 직사각형 516"/>
          <p:cNvSpPr/>
          <p:nvPr/>
        </p:nvSpPr>
        <p:spPr>
          <a:xfrm>
            <a:off x="8432580"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응시정보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18" name="모서리가 둥근 직사각형 517"/>
          <p:cNvSpPr/>
          <p:nvPr/>
        </p:nvSpPr>
        <p:spPr>
          <a:xfrm>
            <a:off x="4664968" y="976362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응시정보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19" name="그룹 518"/>
          <p:cNvGrpSpPr/>
          <p:nvPr/>
        </p:nvGrpSpPr>
        <p:grpSpPr>
          <a:xfrm>
            <a:off x="2639219" y="5552861"/>
            <a:ext cx="234360" cy="200055"/>
            <a:chOff x="1152270" y="11706839"/>
            <a:chExt cx="234360" cy="200055"/>
          </a:xfrm>
        </p:grpSpPr>
        <p:sp>
          <p:nvSpPr>
            <p:cNvPr id="520" name="모서리가 둥근 직사각형 51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1" name="직사각형 52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522" name="그룹 521"/>
          <p:cNvGrpSpPr/>
          <p:nvPr/>
        </p:nvGrpSpPr>
        <p:grpSpPr>
          <a:xfrm>
            <a:off x="2842232" y="5363537"/>
            <a:ext cx="234360" cy="200055"/>
            <a:chOff x="1152270" y="11706839"/>
            <a:chExt cx="234360" cy="200055"/>
          </a:xfrm>
        </p:grpSpPr>
        <p:sp>
          <p:nvSpPr>
            <p:cNvPr id="523" name="모서리가 둥근 직사각형 52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5" name="직사각형 52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526" name="그룹 525"/>
          <p:cNvGrpSpPr/>
          <p:nvPr/>
        </p:nvGrpSpPr>
        <p:grpSpPr>
          <a:xfrm>
            <a:off x="8391219" y="5552861"/>
            <a:ext cx="234360" cy="200055"/>
            <a:chOff x="1152270" y="11706839"/>
            <a:chExt cx="234360" cy="200055"/>
          </a:xfrm>
        </p:grpSpPr>
        <p:sp>
          <p:nvSpPr>
            <p:cNvPr id="527" name="모서리가 둥근 직사각형 5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28" name="직사각형 52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grpSp>
        <p:nvGrpSpPr>
          <p:cNvPr id="532" name="그룹 531"/>
          <p:cNvGrpSpPr/>
          <p:nvPr/>
        </p:nvGrpSpPr>
        <p:grpSpPr>
          <a:xfrm>
            <a:off x="9993560" y="6243497"/>
            <a:ext cx="284052" cy="200055"/>
            <a:chOff x="1133220" y="11716364"/>
            <a:chExt cx="284052" cy="200055"/>
          </a:xfrm>
        </p:grpSpPr>
        <p:sp>
          <p:nvSpPr>
            <p:cNvPr id="533" name="모서리가 둥근 직사각형 53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4" name="직사각형 533"/>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14</a:t>
              </a:r>
              <a:endParaRPr lang="ko-KR" altLang="en-US" sz="700" dirty="0">
                <a:solidFill>
                  <a:schemeClr val="bg1"/>
                </a:solidFill>
                <a:latin typeface="+mn-ea"/>
                <a:ea typeface="+mn-ea"/>
              </a:endParaRPr>
            </a:p>
          </p:txBody>
        </p:sp>
      </p:grpSp>
      <p:grpSp>
        <p:nvGrpSpPr>
          <p:cNvPr id="535" name="그룹 534"/>
          <p:cNvGrpSpPr/>
          <p:nvPr/>
        </p:nvGrpSpPr>
        <p:grpSpPr>
          <a:xfrm>
            <a:off x="4654482" y="7571946"/>
            <a:ext cx="284052" cy="200055"/>
            <a:chOff x="1133220" y="11716364"/>
            <a:chExt cx="284052" cy="200055"/>
          </a:xfrm>
        </p:grpSpPr>
        <p:sp>
          <p:nvSpPr>
            <p:cNvPr id="536" name="모서리가 둥근 직사각형 5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37" name="직사각형 536"/>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13</a:t>
              </a:r>
              <a:endParaRPr lang="ko-KR" altLang="en-US" sz="700" dirty="0">
                <a:solidFill>
                  <a:schemeClr val="bg1"/>
                </a:solidFill>
                <a:latin typeface="+mn-ea"/>
                <a:ea typeface="+mn-ea"/>
              </a:endParaRPr>
            </a:p>
          </p:txBody>
        </p:sp>
      </p:grpSp>
      <p:sp>
        <p:nvSpPr>
          <p:cNvPr id="255" name="모서리가 둥근 직사각형 254"/>
          <p:cNvSpPr/>
          <p:nvPr/>
        </p:nvSpPr>
        <p:spPr>
          <a:xfrm>
            <a:off x="6165655" y="3841998"/>
            <a:ext cx="1260000" cy="162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장애인</a:t>
            </a:r>
            <a:r>
              <a:rPr lang="en-US" altLang="ko-KR" sz="800" dirty="0" smtClean="0">
                <a:solidFill>
                  <a:schemeClr val="bg1"/>
                </a:solidFill>
                <a:latin typeface="맑은 고딕" panose="020B0503020000020004" pitchFamily="50" charset="-127"/>
                <a:ea typeface="맑은 고딕" panose="020B0503020000020004" pitchFamily="50" charset="-127"/>
              </a:rPr>
              <a:t>/</a:t>
            </a:r>
            <a:r>
              <a:rPr lang="ko-KR" altLang="en-US" sz="800" dirty="0" smtClean="0">
                <a:solidFill>
                  <a:schemeClr val="bg1"/>
                </a:solidFill>
                <a:latin typeface="맑은 고딕" panose="020B0503020000020004" pitchFamily="50" charset="-127"/>
                <a:ea typeface="맑은 고딕" panose="020B0503020000020004" pitchFamily="50" charset="-127"/>
              </a:rPr>
              <a:t>고령자 시험지원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56" name="그룹 255"/>
          <p:cNvGrpSpPr/>
          <p:nvPr/>
        </p:nvGrpSpPr>
        <p:grpSpPr>
          <a:xfrm>
            <a:off x="6105842" y="3654549"/>
            <a:ext cx="234360" cy="200055"/>
            <a:chOff x="1152270" y="11706839"/>
            <a:chExt cx="234360" cy="200055"/>
          </a:xfrm>
        </p:grpSpPr>
        <p:sp>
          <p:nvSpPr>
            <p:cNvPr id="258" name="모서리가 둥근 직사각형 25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9" name="직사각형 25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60" name="그룹 259"/>
          <p:cNvGrpSpPr/>
          <p:nvPr/>
        </p:nvGrpSpPr>
        <p:grpSpPr>
          <a:xfrm>
            <a:off x="579562" y="2166658"/>
            <a:ext cx="1386586" cy="5317057"/>
            <a:chOff x="579562" y="2166658"/>
            <a:chExt cx="1386586" cy="5317057"/>
          </a:xfrm>
        </p:grpSpPr>
        <p:grpSp>
          <p:nvGrpSpPr>
            <p:cNvPr id="325" name="그룹 324"/>
            <p:cNvGrpSpPr/>
            <p:nvPr/>
          </p:nvGrpSpPr>
          <p:grpSpPr>
            <a:xfrm>
              <a:off x="629956" y="3318264"/>
              <a:ext cx="1332000" cy="180000"/>
              <a:chOff x="666428" y="3785432"/>
              <a:chExt cx="1332000" cy="180000"/>
            </a:xfrm>
          </p:grpSpPr>
          <p:sp>
            <p:nvSpPr>
              <p:cNvPr id="446" name="모서리가 둥근 직사각형 44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5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29956" y="3568824"/>
              <a:ext cx="1332000" cy="180000"/>
              <a:chOff x="666428" y="4310612"/>
              <a:chExt cx="1332000" cy="180000"/>
            </a:xfrm>
          </p:grpSpPr>
          <p:sp>
            <p:nvSpPr>
              <p:cNvPr id="444" name="모서리가 둥근 직사각형 44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4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3" name="그룹 342"/>
            <p:cNvGrpSpPr/>
            <p:nvPr/>
          </p:nvGrpSpPr>
          <p:grpSpPr>
            <a:xfrm>
              <a:off x="629955" y="3042501"/>
              <a:ext cx="1332000" cy="180000"/>
              <a:chOff x="666427" y="3266516"/>
              <a:chExt cx="1332000" cy="180000"/>
            </a:xfrm>
          </p:grpSpPr>
          <p:sp>
            <p:nvSpPr>
              <p:cNvPr id="442" name="모서리가 둥근 직사각형 44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4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5" name="그룹 344"/>
            <p:cNvGrpSpPr/>
            <p:nvPr/>
          </p:nvGrpSpPr>
          <p:grpSpPr>
            <a:xfrm>
              <a:off x="629956" y="3854780"/>
              <a:ext cx="1332000" cy="180000"/>
              <a:chOff x="666428" y="4570824"/>
              <a:chExt cx="1332000" cy="180000"/>
            </a:xfrm>
          </p:grpSpPr>
          <p:sp>
            <p:nvSpPr>
              <p:cNvPr id="440" name="모서리가 둥근 직사각형 43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4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6" name="그룹 345"/>
            <p:cNvGrpSpPr/>
            <p:nvPr/>
          </p:nvGrpSpPr>
          <p:grpSpPr>
            <a:xfrm>
              <a:off x="629956" y="5316875"/>
              <a:ext cx="1332000" cy="180000"/>
              <a:chOff x="666428" y="5096004"/>
              <a:chExt cx="1332000" cy="180000"/>
            </a:xfrm>
          </p:grpSpPr>
          <p:sp>
            <p:nvSpPr>
              <p:cNvPr id="438" name="모서리가 둥근 직사각형 437"/>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39"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4" name="그룹 353"/>
            <p:cNvGrpSpPr/>
            <p:nvPr/>
          </p:nvGrpSpPr>
          <p:grpSpPr>
            <a:xfrm>
              <a:off x="634148" y="5634789"/>
              <a:ext cx="1332000" cy="180000"/>
              <a:chOff x="666428" y="3785432"/>
              <a:chExt cx="1332000" cy="180000"/>
            </a:xfrm>
          </p:grpSpPr>
          <p:sp>
            <p:nvSpPr>
              <p:cNvPr id="436" name="모서리가 둥근 직사각형 43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3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31150" y="4135825"/>
              <a:ext cx="1332000" cy="180000"/>
              <a:chOff x="666428" y="4570824"/>
              <a:chExt cx="1332000" cy="180000"/>
            </a:xfrm>
          </p:grpSpPr>
          <p:sp>
            <p:nvSpPr>
              <p:cNvPr id="434" name="모서리가 둥근 직사각형 43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35"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29956" y="4423395"/>
              <a:ext cx="1332000" cy="180000"/>
              <a:chOff x="666428" y="4310612"/>
              <a:chExt cx="1332000" cy="180000"/>
            </a:xfrm>
          </p:grpSpPr>
          <p:sp>
            <p:nvSpPr>
              <p:cNvPr id="432" name="모서리가 둥근 직사각형 43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3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67" name="TextBox 36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68" name="그룹 367"/>
            <p:cNvGrpSpPr/>
            <p:nvPr/>
          </p:nvGrpSpPr>
          <p:grpSpPr>
            <a:xfrm>
              <a:off x="632520" y="4723068"/>
              <a:ext cx="1332000" cy="180000"/>
              <a:chOff x="666428" y="4310612"/>
              <a:chExt cx="1332000" cy="180000"/>
            </a:xfrm>
          </p:grpSpPr>
          <p:sp>
            <p:nvSpPr>
              <p:cNvPr id="430" name="모서리가 둥근 직사각형 42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3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9" name="그룹 368"/>
            <p:cNvGrpSpPr/>
            <p:nvPr/>
          </p:nvGrpSpPr>
          <p:grpSpPr>
            <a:xfrm>
              <a:off x="632520" y="2752353"/>
              <a:ext cx="1332000" cy="180000"/>
              <a:chOff x="666427" y="3266516"/>
              <a:chExt cx="1332000" cy="180000"/>
            </a:xfrm>
          </p:grpSpPr>
          <p:sp>
            <p:nvSpPr>
              <p:cNvPr id="428" name="모서리가 둥근 직사각형 42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2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0" name="그룹 369"/>
            <p:cNvGrpSpPr/>
            <p:nvPr/>
          </p:nvGrpSpPr>
          <p:grpSpPr>
            <a:xfrm>
              <a:off x="632520" y="5005767"/>
              <a:ext cx="1332000" cy="180000"/>
              <a:chOff x="666428" y="4310612"/>
              <a:chExt cx="1332000" cy="180000"/>
            </a:xfrm>
          </p:grpSpPr>
          <p:sp>
            <p:nvSpPr>
              <p:cNvPr id="426" name="모서리가 둥근 직사각형 42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2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6" name="그룹 375"/>
            <p:cNvGrpSpPr/>
            <p:nvPr/>
          </p:nvGrpSpPr>
          <p:grpSpPr>
            <a:xfrm>
              <a:off x="632520" y="6227787"/>
              <a:ext cx="1332000" cy="180000"/>
              <a:chOff x="666428" y="3785432"/>
              <a:chExt cx="1332000" cy="180000"/>
            </a:xfrm>
          </p:grpSpPr>
          <p:sp>
            <p:nvSpPr>
              <p:cNvPr id="423" name="모서리가 둥근 직사각형 42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2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7" name="그룹 376"/>
            <p:cNvGrpSpPr/>
            <p:nvPr/>
          </p:nvGrpSpPr>
          <p:grpSpPr>
            <a:xfrm>
              <a:off x="632520" y="6487872"/>
              <a:ext cx="1332000" cy="180000"/>
              <a:chOff x="666428" y="4310612"/>
              <a:chExt cx="1332000" cy="180000"/>
            </a:xfrm>
          </p:grpSpPr>
          <p:sp>
            <p:nvSpPr>
              <p:cNvPr id="421" name="모서리가 둥근 직사각형 42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2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4" name="그룹 383"/>
            <p:cNvGrpSpPr/>
            <p:nvPr/>
          </p:nvGrpSpPr>
          <p:grpSpPr>
            <a:xfrm>
              <a:off x="632520" y="6773828"/>
              <a:ext cx="1332000" cy="180000"/>
              <a:chOff x="666428" y="4570824"/>
              <a:chExt cx="1332000" cy="180000"/>
            </a:xfrm>
          </p:grpSpPr>
          <p:sp>
            <p:nvSpPr>
              <p:cNvPr id="419" name="모서리가 둥근 직사각형 41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20"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1" name="그룹 390"/>
            <p:cNvGrpSpPr/>
            <p:nvPr/>
          </p:nvGrpSpPr>
          <p:grpSpPr>
            <a:xfrm>
              <a:off x="632520" y="7053155"/>
              <a:ext cx="1332000" cy="180000"/>
              <a:chOff x="666428" y="3785432"/>
              <a:chExt cx="1332000" cy="180000"/>
            </a:xfrm>
          </p:grpSpPr>
          <p:sp>
            <p:nvSpPr>
              <p:cNvPr id="416" name="모서리가 둥근 직사각형 41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8" name="그룹 397"/>
            <p:cNvGrpSpPr/>
            <p:nvPr/>
          </p:nvGrpSpPr>
          <p:grpSpPr>
            <a:xfrm>
              <a:off x="632520" y="7303715"/>
              <a:ext cx="1332000" cy="180000"/>
              <a:chOff x="666428" y="4310612"/>
              <a:chExt cx="1332000" cy="180000"/>
            </a:xfrm>
          </p:grpSpPr>
          <p:sp>
            <p:nvSpPr>
              <p:cNvPr id="414" name="모서리가 둥근 직사각형 41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1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9" name="그룹 408"/>
            <p:cNvGrpSpPr/>
            <p:nvPr/>
          </p:nvGrpSpPr>
          <p:grpSpPr>
            <a:xfrm>
              <a:off x="622995" y="5922821"/>
              <a:ext cx="1332000" cy="180000"/>
              <a:chOff x="666427" y="3266516"/>
              <a:chExt cx="1332000" cy="180000"/>
            </a:xfrm>
          </p:grpSpPr>
          <p:sp>
            <p:nvSpPr>
              <p:cNvPr id="410" name="모서리가 둥근 직사각형 409"/>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41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49" name="모서리가 둥근 직사각형 248"/>
          <p:cNvSpPr/>
          <p:nvPr/>
        </p:nvSpPr>
        <p:spPr>
          <a:xfrm>
            <a:off x="32113" y="4221088"/>
            <a:ext cx="360000" cy="144000"/>
          </a:xfrm>
          <a:prstGeom prst="round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강의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50" name="모서리가 둥근 직사각형 249"/>
          <p:cNvSpPr/>
          <p:nvPr/>
        </p:nvSpPr>
        <p:spPr>
          <a:xfrm>
            <a:off x="22744" y="4408749"/>
            <a:ext cx="36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과제</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51" name="모서리가 둥근 직사각형 250"/>
          <p:cNvSpPr/>
          <p:nvPr/>
        </p:nvSpPr>
        <p:spPr>
          <a:xfrm>
            <a:off x="22744" y="4597450"/>
            <a:ext cx="360000" cy="144000"/>
          </a:xfrm>
          <a:prstGeom prst="roundRect">
            <a:avLst/>
          </a:prstGeom>
          <a:solidFill>
            <a:srgbClr val="F8910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토론</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52" name="모서리가 둥근 직사각형 251"/>
          <p:cNvSpPr/>
          <p:nvPr/>
        </p:nvSpPr>
        <p:spPr>
          <a:xfrm>
            <a:off x="22684" y="4789091"/>
            <a:ext cx="360000" cy="144000"/>
          </a:xfrm>
          <a:prstGeom prst="roundRect">
            <a:avLst/>
          </a:prstGeom>
          <a:solidFill>
            <a:srgbClr val="8439BD"/>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53" name="모서리가 둥근 직사각형 252"/>
          <p:cNvSpPr/>
          <p:nvPr/>
        </p:nvSpPr>
        <p:spPr>
          <a:xfrm>
            <a:off x="18709" y="4979032"/>
            <a:ext cx="360000" cy="144000"/>
          </a:xfrm>
          <a:prstGeom prst="roundRect">
            <a:avLst/>
          </a:prstGeom>
          <a:solidFill>
            <a:srgbClr val="D6D1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설문</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62" name="모서리가 둥근 직사각형 261"/>
          <p:cNvSpPr/>
          <p:nvPr/>
        </p:nvSpPr>
        <p:spPr>
          <a:xfrm>
            <a:off x="22684" y="5168838"/>
            <a:ext cx="360000" cy="144000"/>
          </a:xfrm>
          <a:prstGeom prst="roundRect">
            <a:avLst/>
          </a:prstGeom>
          <a:solidFill>
            <a:srgbClr val="0070C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63" name="모서리가 둥근 직사각형 262"/>
          <p:cNvSpPr/>
          <p:nvPr/>
        </p:nvSpPr>
        <p:spPr>
          <a:xfrm>
            <a:off x="18356" y="5354182"/>
            <a:ext cx="360000" cy="144000"/>
          </a:xfrm>
          <a:prstGeom prst="roundRect">
            <a:avLst/>
          </a:prstGeom>
          <a:solidFill>
            <a:srgbClr val="1E04BC"/>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264" name="모서리가 둥근 직사각형 263"/>
          <p:cNvSpPr/>
          <p:nvPr/>
        </p:nvSpPr>
        <p:spPr>
          <a:xfrm>
            <a:off x="-58937" y="5529660"/>
            <a:ext cx="432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Tree>
    <p:extLst>
      <p:ext uri="{BB962C8B-B14F-4D97-AF65-F5344CB8AC3E}">
        <p14:creationId xmlns:p14="http://schemas.microsoft.com/office/powerpoint/2010/main" val="3137914543"/>
      </p:ext>
    </p:extLst>
  </p:cSld>
  <p:clrMapOvr>
    <a:masterClrMapping/>
  </p:clrMapOvr>
  <p:transition>
    <p:wipe dir="r"/>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KNOU_UI_C02140000_03</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err="1" smtClean="0">
                <a:latin typeface="+mn-ea"/>
                <a:ea typeface="+mn-ea"/>
              </a:rPr>
              <a:t>실시간온라인</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일반시험 </a:t>
            </a:r>
            <a:r>
              <a:rPr lang="en-US" altLang="ko-KR" sz="800" spc="-60" dirty="0" smtClean="0">
                <a:latin typeface="+mn-ea"/>
                <a:ea typeface="+mn-ea"/>
              </a:rPr>
              <a:t>&gt; </a:t>
            </a:r>
            <a:r>
              <a:rPr lang="ko-KR" altLang="en-US" sz="800" spc="-60" dirty="0" smtClean="0">
                <a:latin typeface="+mn-ea"/>
                <a:ea typeface="+mn-ea"/>
              </a:rPr>
              <a:t>진행 전</a:t>
            </a:r>
            <a:r>
              <a:rPr lang="en-US" altLang="ko-KR" sz="800" spc="-60" dirty="0" smtClean="0">
                <a:latin typeface="+mn-ea"/>
                <a:ea typeface="+mn-ea"/>
              </a:rPr>
              <a:t>, </a:t>
            </a:r>
            <a:r>
              <a:rPr lang="ko-KR" altLang="en-US" sz="800" spc="-60" dirty="0" smtClean="0">
                <a:latin typeface="+mn-ea"/>
                <a:ea typeface="+mn-ea"/>
              </a:rPr>
              <a:t>진행 중</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95756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333997190"/>
              </p:ext>
            </p:extLst>
          </p:nvPr>
        </p:nvGraphicFramePr>
        <p:xfrm>
          <a:off x="9499029" y="2141811"/>
          <a:ext cx="1404156" cy="9318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시험정보및평가</a:t>
                      </a:r>
                      <a:r>
                        <a:rPr lang="ko-KR" altLang="en-US" sz="800" kern="1200" dirty="0" smtClean="0">
                          <a:solidFill>
                            <a:schemeClr val="tx1">
                              <a:lumMod val="75000"/>
                              <a:lumOff val="25000"/>
                            </a:schemeClr>
                          </a:solidFill>
                          <a:latin typeface="+mn-lt"/>
                          <a:ea typeface="+mn-ea"/>
                          <a:cs typeface="+mn-cs"/>
                        </a:rPr>
                        <a:t> 탭</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시험정보및평가</a:t>
                      </a:r>
                      <a:r>
                        <a:rPr lang="ko-KR" altLang="en-US" sz="800" kern="1200" dirty="0" smtClean="0">
                          <a:solidFill>
                            <a:schemeClr val="tx1">
                              <a:lumMod val="75000"/>
                              <a:lumOff val="25000"/>
                            </a:schemeClr>
                          </a:solidFill>
                          <a:latin typeface="+mn-lt"/>
                          <a:ea typeface="+mn-ea"/>
                          <a:cs typeface="+mn-cs"/>
                        </a:rPr>
                        <a:t>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a:t>
                      </a:r>
                      <a:r>
                        <a:rPr lang="ko-KR" altLang="en-US" sz="800" kern="1200" dirty="0" smtClean="0">
                          <a:solidFill>
                            <a:schemeClr val="tx1">
                              <a:lumMod val="75000"/>
                              <a:lumOff val="25000"/>
                            </a:schemeClr>
                          </a:solidFill>
                          <a:latin typeface="+mn-ea"/>
                          <a:ea typeface="+mn-ea"/>
                          <a:cs typeface="+mn-cs"/>
                        </a:rPr>
                        <a:t> 대상자에게만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시헙방식</a:t>
                      </a:r>
                      <a:r>
                        <a:rPr lang="ko-KR" altLang="en-US" sz="800" kern="1200" dirty="0" smtClean="0">
                          <a:solidFill>
                            <a:schemeClr val="tx1">
                              <a:lumMod val="75000"/>
                              <a:lumOff val="25000"/>
                            </a:schemeClr>
                          </a:solidFill>
                          <a:latin typeface="+mn-ea"/>
                          <a:ea typeface="+mn-ea"/>
                          <a:cs typeface="+mn-cs"/>
                        </a:rPr>
                        <a:t> </a:t>
                      </a:r>
                      <a:r>
                        <a:rPr lang="ko-KR" altLang="en-US" sz="800" kern="1200" dirty="0" err="1" smtClean="0">
                          <a:solidFill>
                            <a:schemeClr val="tx1">
                              <a:lumMod val="75000"/>
                              <a:lumOff val="25000"/>
                            </a:schemeClr>
                          </a:solidFill>
                          <a:latin typeface="+mn-ea"/>
                          <a:ea typeface="+mn-ea"/>
                          <a:cs typeface="+mn-cs"/>
                        </a:rPr>
                        <a:t>실시간온라인</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 대체 </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과제</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퀴즈</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관리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a:t>
                      </a:r>
                      <a:r>
                        <a:rPr lang="ko-KR" altLang="en-US" sz="800" kern="1200" dirty="0" smtClean="0">
                          <a:solidFill>
                            <a:schemeClr val="tx1">
                              <a:lumMod val="75000"/>
                              <a:lumOff val="25000"/>
                            </a:schemeClr>
                          </a:solidFill>
                          <a:latin typeface="+mn-ea"/>
                          <a:ea typeface="+mn-ea"/>
                          <a:cs typeface="+mn-cs"/>
                        </a:rPr>
                        <a:t> 대상자에게만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결시내용및현황</a:t>
                      </a:r>
                      <a:r>
                        <a:rPr lang="ko-KR" altLang="en-US" sz="800" kern="1200" dirty="0" smtClean="0">
                          <a:solidFill>
                            <a:schemeClr val="tx1">
                              <a:lumMod val="75000"/>
                              <a:lumOff val="25000"/>
                            </a:schemeClr>
                          </a:solidFill>
                          <a:latin typeface="+mn-ea"/>
                          <a:ea typeface="+mn-ea"/>
                          <a:cs typeface="+mn-cs"/>
                        </a:rPr>
                        <a:t>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고령자에게만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시헙방식</a:t>
                      </a:r>
                      <a:r>
                        <a:rPr lang="ko-KR" altLang="en-US" sz="800" kern="1200" dirty="0" smtClean="0">
                          <a:solidFill>
                            <a:schemeClr val="tx1">
                              <a:lumMod val="75000"/>
                              <a:lumOff val="25000"/>
                            </a:schemeClr>
                          </a:solidFill>
                          <a:latin typeface="+mn-ea"/>
                          <a:ea typeface="+mn-ea"/>
                          <a:cs typeface="+mn-cs"/>
                        </a:rPr>
                        <a:t> </a:t>
                      </a:r>
                      <a:r>
                        <a:rPr lang="ko-KR" altLang="en-US" sz="800" kern="1200" dirty="0" err="1" smtClean="0">
                          <a:solidFill>
                            <a:schemeClr val="tx1">
                              <a:lumMod val="75000"/>
                              <a:lumOff val="25000"/>
                            </a:schemeClr>
                          </a:solidFill>
                          <a:latin typeface="+mn-ea"/>
                          <a:ea typeface="+mn-ea"/>
                          <a:cs typeface="+mn-cs"/>
                        </a:rPr>
                        <a:t>실시간온라인</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고령자지원현황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수정화면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등록화면 참고</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시험구분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시험명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시험방식 표시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시험일시</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성적반영여부</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성적공개여부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시험대체 화면링크</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err="1" smtClean="0">
                          <a:solidFill>
                            <a:schemeClr val="tx1">
                              <a:lumMod val="75000"/>
                              <a:lumOff val="25000"/>
                            </a:schemeClr>
                          </a:solidFill>
                          <a:latin typeface="+mn-ea"/>
                          <a:ea typeface="+mn-ea"/>
                          <a:cs typeface="+mn-cs"/>
                        </a:rPr>
                        <a:t>결시신청</a:t>
                      </a:r>
                      <a:r>
                        <a:rPr lang="ko-KR" altLang="en-US" sz="800" kern="1200" baseline="0" dirty="0" smtClean="0">
                          <a:solidFill>
                            <a:schemeClr val="tx1">
                              <a:lumMod val="75000"/>
                              <a:lumOff val="25000"/>
                            </a:schemeClr>
                          </a:solidFill>
                          <a:latin typeface="+mn-ea"/>
                          <a:ea typeface="+mn-ea"/>
                          <a:cs typeface="+mn-cs"/>
                        </a:rPr>
                        <a:t> 및 결과 화면링크</a:t>
                      </a: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고령자지원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진행일시</a:t>
                      </a:r>
                      <a:r>
                        <a:rPr lang="ko-KR" altLang="en-US" sz="800" kern="1200" dirty="0" smtClean="0">
                          <a:solidFill>
                            <a:schemeClr val="tx1">
                              <a:lumMod val="75000"/>
                              <a:lumOff val="25000"/>
                            </a:schemeClr>
                          </a:solidFill>
                          <a:latin typeface="+mn-ea"/>
                          <a:ea typeface="+mn-ea"/>
                          <a:cs typeface="+mn-cs"/>
                        </a:rPr>
                        <a:t> 내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진행 중 노출버튼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진핸 전 </a:t>
                      </a:r>
                      <a:r>
                        <a:rPr lang="en-US" altLang="ko-KR" sz="800" kern="1200" dirty="0" smtClean="0">
                          <a:solidFill>
                            <a:schemeClr val="tx1">
                              <a:lumMod val="75000"/>
                              <a:lumOff val="25000"/>
                            </a:schemeClr>
                          </a:solidFill>
                          <a:latin typeface="+mn-ea"/>
                          <a:ea typeface="+mn-ea"/>
                          <a:cs typeface="+mn-cs"/>
                        </a:rPr>
                        <a:t>: </a:t>
                      </a: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시험 시작 전입니다</a:t>
                      </a:r>
                      <a:r>
                        <a:rPr lang="en-US" altLang="ko-KR" sz="800" kern="1200" dirty="0" smtClean="0">
                          <a:solidFill>
                            <a:srgbClr val="0070C0"/>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온라인 시험시스템 시험지 </a:t>
                      </a:r>
                      <a:r>
                        <a:rPr lang="en-US" altLang="ko-KR" sz="800" kern="1200" dirty="0" smtClean="0">
                          <a:solidFill>
                            <a:schemeClr val="tx1">
                              <a:lumMod val="75000"/>
                              <a:lumOff val="25000"/>
                            </a:schemeClr>
                          </a:solidFill>
                          <a:latin typeface="+mn-ea"/>
                          <a:ea typeface="+mn-ea"/>
                          <a:cs typeface="+mn-cs"/>
                        </a:rPr>
                        <a:t>URL </a:t>
                      </a:r>
                      <a:r>
                        <a:rPr lang="ko-KR" altLang="en-US" sz="800" kern="1200" dirty="0" smtClean="0">
                          <a:solidFill>
                            <a:schemeClr val="tx1">
                              <a:lumMod val="75000"/>
                              <a:lumOff val="25000"/>
                            </a:schemeClr>
                          </a:solidFill>
                          <a:latin typeface="+mn-ea"/>
                          <a:ea typeface="+mn-ea"/>
                          <a:cs typeface="+mn-cs"/>
                        </a:rPr>
                        <a:t>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747124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sp>
        <p:nvSpPr>
          <p:cNvPr id="325" name="직사각형 324"/>
          <p:cNvSpPr/>
          <p:nvPr/>
        </p:nvSpPr>
        <p:spPr>
          <a:xfrm>
            <a:off x="3105175" y="3461767"/>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1900722016"/>
              </p:ext>
            </p:extLst>
          </p:nvPr>
        </p:nvGraphicFramePr>
        <p:xfrm>
          <a:off x="1972097" y="4065463"/>
          <a:ext cx="7470353" cy="480721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결시신청</a:t>
                      </a:r>
                      <a:r>
                        <a:rPr lang="ko-KR" altLang="en-US" sz="800" b="0" dirty="0" smtClean="0">
                          <a:solidFill>
                            <a:schemeClr val="tx1">
                              <a:lumMod val="75000"/>
                              <a:lumOff val="25000"/>
                            </a:schemeClr>
                          </a:solidFill>
                          <a:latin typeface="+mn-ea"/>
                          <a:ea typeface="+mn-ea"/>
                        </a:rPr>
                        <a:t> 및 결과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Y</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장애인</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고령자지원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Y</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362" name="그룹 361"/>
          <p:cNvGrpSpPr/>
          <p:nvPr/>
        </p:nvGrpSpPr>
        <p:grpSpPr>
          <a:xfrm>
            <a:off x="1982336" y="3986014"/>
            <a:ext cx="234360" cy="200055"/>
            <a:chOff x="1152270" y="11716364"/>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70" name="그룹 369"/>
          <p:cNvGrpSpPr/>
          <p:nvPr/>
        </p:nvGrpSpPr>
        <p:grpSpPr>
          <a:xfrm>
            <a:off x="1927523" y="3304034"/>
            <a:ext cx="234360" cy="200055"/>
            <a:chOff x="1152270" y="11716364"/>
            <a:chExt cx="234360" cy="200055"/>
          </a:xfrm>
        </p:grpSpPr>
        <p:sp>
          <p:nvSpPr>
            <p:cNvPr id="376" name="모서리가 둥근 직사각형 3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7" name="직사각형 37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84" name="그룹 383"/>
          <p:cNvGrpSpPr/>
          <p:nvPr/>
        </p:nvGrpSpPr>
        <p:grpSpPr>
          <a:xfrm>
            <a:off x="3052931" y="3309367"/>
            <a:ext cx="234360" cy="200055"/>
            <a:chOff x="1152270" y="11716364"/>
            <a:chExt cx="234360" cy="200055"/>
          </a:xfrm>
        </p:grpSpPr>
        <p:sp>
          <p:nvSpPr>
            <p:cNvPr id="391" name="모서리가 둥근 직사각형 39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8" name="직사각형 39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05" name="그룹 404"/>
          <p:cNvGrpSpPr/>
          <p:nvPr/>
        </p:nvGrpSpPr>
        <p:grpSpPr>
          <a:xfrm>
            <a:off x="4171151" y="3309367"/>
            <a:ext cx="234360" cy="200055"/>
            <a:chOff x="1152270" y="11716364"/>
            <a:chExt cx="234360" cy="200055"/>
          </a:xfrm>
        </p:grpSpPr>
        <p:sp>
          <p:nvSpPr>
            <p:cNvPr id="409" name="모서리가 둥근 직사각형 4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0" name="직사각형 40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14" name="그룹 413"/>
          <p:cNvGrpSpPr/>
          <p:nvPr/>
        </p:nvGrpSpPr>
        <p:grpSpPr>
          <a:xfrm>
            <a:off x="2611358" y="3986014"/>
            <a:ext cx="234360" cy="200055"/>
            <a:chOff x="1152270" y="11716364"/>
            <a:chExt cx="234360" cy="200055"/>
          </a:xfrm>
        </p:grpSpPr>
        <p:sp>
          <p:nvSpPr>
            <p:cNvPr id="415" name="모서리가 둥근 직사각형 4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6" name="직사각형 41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417" name="그룹 416"/>
          <p:cNvGrpSpPr/>
          <p:nvPr/>
        </p:nvGrpSpPr>
        <p:grpSpPr>
          <a:xfrm>
            <a:off x="1847131" y="4283571"/>
            <a:ext cx="234360" cy="200055"/>
            <a:chOff x="1152270" y="11716364"/>
            <a:chExt cx="234360" cy="200055"/>
          </a:xfrm>
        </p:grpSpPr>
        <p:sp>
          <p:nvSpPr>
            <p:cNvPr id="419" name="모서리가 둥근 직사각형 4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0" name="직사각형 41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8</a:t>
              </a:r>
              <a:endParaRPr lang="ko-KR" altLang="en-US" sz="700" dirty="0">
                <a:solidFill>
                  <a:schemeClr val="bg1"/>
                </a:solidFill>
                <a:latin typeface="+mn-ea"/>
                <a:ea typeface="+mn-ea"/>
              </a:endParaRPr>
            </a:p>
          </p:txBody>
        </p:sp>
      </p:grpSp>
      <p:sp>
        <p:nvSpPr>
          <p:cNvPr id="421" name="모서리가 둥근 직사각형 420"/>
          <p:cNvSpPr/>
          <p:nvPr/>
        </p:nvSpPr>
        <p:spPr>
          <a:xfrm>
            <a:off x="3581634" y="8085507"/>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 대체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22" name="모서리가 둥근 직사각형 421"/>
          <p:cNvSpPr/>
          <p:nvPr/>
        </p:nvSpPr>
        <p:spPr>
          <a:xfrm>
            <a:off x="3584848" y="8648550"/>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750" smtClean="0">
                <a:solidFill>
                  <a:schemeClr val="bg1"/>
                </a:solidFill>
                <a:latin typeface="맑은 고딕" panose="020B0503020000020004" pitchFamily="50" charset="-127"/>
                <a:ea typeface="맑은 고딕" panose="020B0503020000020004" pitchFamily="50" charset="-127"/>
              </a:rPr>
              <a:t>장애인</a:t>
            </a:r>
            <a:r>
              <a:rPr lang="en-US" altLang="ko-KR" sz="750" dirty="0" smtClean="0">
                <a:solidFill>
                  <a:schemeClr val="bg1"/>
                </a:solidFill>
                <a:latin typeface="맑은 고딕" panose="020B0503020000020004" pitchFamily="50" charset="-127"/>
                <a:ea typeface="맑은 고딕" panose="020B0503020000020004" pitchFamily="50" charset="-127"/>
              </a:rPr>
              <a:t>/</a:t>
            </a:r>
            <a:r>
              <a:rPr lang="ko-KR" altLang="en-US" sz="750" dirty="0" smtClean="0">
                <a:solidFill>
                  <a:schemeClr val="bg1"/>
                </a:solidFill>
                <a:latin typeface="맑은 고딕" panose="020B0503020000020004" pitchFamily="50" charset="-127"/>
                <a:ea typeface="맑은 고딕" panose="020B0503020000020004" pitchFamily="50" charset="-127"/>
              </a:rPr>
              <a:t>고령자 지원</a:t>
            </a:r>
            <a:endParaRPr lang="ko-KR" altLang="en-US" sz="750" dirty="0">
              <a:solidFill>
                <a:schemeClr val="bg1"/>
              </a:solidFill>
              <a:latin typeface="맑은 고딕" panose="020B0503020000020004" pitchFamily="50" charset="-127"/>
              <a:ea typeface="맑은 고딕" panose="020B0503020000020004" pitchFamily="50" charset="-127"/>
            </a:endParaRPr>
          </a:p>
        </p:txBody>
      </p:sp>
      <p:grpSp>
        <p:nvGrpSpPr>
          <p:cNvPr id="423" name="그룹 422"/>
          <p:cNvGrpSpPr/>
          <p:nvPr/>
        </p:nvGrpSpPr>
        <p:grpSpPr>
          <a:xfrm>
            <a:off x="4458469" y="8044738"/>
            <a:ext cx="234360" cy="200055"/>
            <a:chOff x="1152270" y="11716364"/>
            <a:chExt cx="234360" cy="200055"/>
          </a:xfrm>
        </p:grpSpPr>
        <p:sp>
          <p:nvSpPr>
            <p:cNvPr id="424" name="모서리가 둥근 직사각형 42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6" name="직사각형 42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9</a:t>
              </a:r>
              <a:endParaRPr lang="ko-KR" altLang="en-US" sz="700" dirty="0">
                <a:solidFill>
                  <a:schemeClr val="bg1"/>
                </a:solidFill>
                <a:latin typeface="+mn-ea"/>
                <a:ea typeface="+mn-ea"/>
              </a:endParaRPr>
            </a:p>
          </p:txBody>
        </p:sp>
      </p:grpSp>
      <p:grpSp>
        <p:nvGrpSpPr>
          <p:cNvPr id="427" name="그룹 426"/>
          <p:cNvGrpSpPr/>
          <p:nvPr/>
        </p:nvGrpSpPr>
        <p:grpSpPr>
          <a:xfrm>
            <a:off x="4434009" y="8610495"/>
            <a:ext cx="284052" cy="200055"/>
            <a:chOff x="1123695" y="11716364"/>
            <a:chExt cx="284052" cy="200055"/>
          </a:xfrm>
        </p:grpSpPr>
        <p:sp>
          <p:nvSpPr>
            <p:cNvPr id="428" name="모서리가 둥근 직사각형 42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9" name="직사각형 428"/>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11</a:t>
              </a:r>
              <a:endParaRPr lang="ko-KR" altLang="en-US" sz="700" dirty="0">
                <a:solidFill>
                  <a:schemeClr val="bg1"/>
                </a:solidFill>
                <a:latin typeface="+mn-ea"/>
                <a:ea typeface="+mn-ea"/>
              </a:endParaRPr>
            </a:p>
          </p:txBody>
        </p:sp>
      </p:gr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pSp>
        <p:nvGrpSpPr>
          <p:cNvPr id="433" name="그룹 432"/>
          <p:cNvGrpSpPr/>
          <p:nvPr/>
        </p:nvGrpSpPr>
        <p:grpSpPr>
          <a:xfrm>
            <a:off x="5303515" y="3309367"/>
            <a:ext cx="234360" cy="200055"/>
            <a:chOff x="1152270" y="11716364"/>
            <a:chExt cx="234360" cy="200055"/>
          </a:xfrm>
        </p:grpSpPr>
        <p:sp>
          <p:nvSpPr>
            <p:cNvPr id="434" name="모서리가 둥근 직사각형 43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5" name="직사각형 43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436" name="모서리가 둥근 직사각형 435"/>
          <p:cNvSpPr/>
          <p:nvPr/>
        </p:nvSpPr>
        <p:spPr>
          <a:xfrm>
            <a:off x="3584848" y="8370043"/>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결시</a:t>
            </a:r>
            <a:r>
              <a:rPr lang="ko-KR" altLang="en-US" sz="800" dirty="0" smtClean="0">
                <a:solidFill>
                  <a:schemeClr val="bg1"/>
                </a:solidFill>
                <a:latin typeface="맑은 고딕" panose="020B0503020000020004" pitchFamily="50" charset="-127"/>
                <a:ea typeface="맑은 고딕" panose="020B0503020000020004" pitchFamily="50" charset="-127"/>
              </a:rPr>
              <a:t> 신</a:t>
            </a:r>
            <a:r>
              <a:rPr lang="ko-KR" altLang="en-US" sz="800" dirty="0">
                <a:solidFill>
                  <a:schemeClr val="bg1"/>
                </a:solidFill>
                <a:latin typeface="맑은 고딕" panose="020B0503020000020004" pitchFamily="50" charset="-127"/>
                <a:ea typeface="맑은 고딕" panose="020B0503020000020004" pitchFamily="50" charset="-127"/>
              </a:rPr>
              <a:t>청</a:t>
            </a:r>
            <a:r>
              <a:rPr lang="ko-KR" altLang="en-US" sz="800" dirty="0" smtClean="0">
                <a:solidFill>
                  <a:schemeClr val="bg1"/>
                </a:solidFill>
                <a:latin typeface="맑은 고딕" panose="020B0503020000020004" pitchFamily="50" charset="-127"/>
                <a:ea typeface="맑은 고딕" panose="020B0503020000020004" pitchFamily="50" charset="-127"/>
              </a:rPr>
              <a:t> 및 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37" name="그룹 436"/>
          <p:cNvGrpSpPr/>
          <p:nvPr/>
        </p:nvGrpSpPr>
        <p:grpSpPr>
          <a:xfrm>
            <a:off x="4429894" y="8335069"/>
            <a:ext cx="284052" cy="200055"/>
            <a:chOff x="1123695" y="11716364"/>
            <a:chExt cx="284052" cy="200055"/>
          </a:xfrm>
        </p:grpSpPr>
        <p:sp>
          <p:nvSpPr>
            <p:cNvPr id="438" name="모서리가 둥근 직사각형 43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9" name="직사각형 438"/>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10</a:t>
              </a:r>
              <a:endParaRPr lang="ko-KR" altLang="en-US" sz="700" dirty="0">
                <a:solidFill>
                  <a:schemeClr val="bg1"/>
                </a:solidFill>
                <a:latin typeface="+mn-ea"/>
                <a:ea typeface="+mn-ea"/>
              </a:endParaRPr>
            </a:p>
          </p:txBody>
        </p:sp>
      </p:grpSp>
      <p:grpSp>
        <p:nvGrpSpPr>
          <p:cNvPr id="477" name="그룹 476"/>
          <p:cNvGrpSpPr/>
          <p:nvPr/>
        </p:nvGrpSpPr>
        <p:grpSpPr>
          <a:xfrm>
            <a:off x="5057563" y="9562229"/>
            <a:ext cx="284052" cy="200055"/>
            <a:chOff x="1133220" y="11716364"/>
            <a:chExt cx="284052" cy="200055"/>
          </a:xfrm>
        </p:grpSpPr>
        <p:sp>
          <p:nvSpPr>
            <p:cNvPr id="478" name="모서리가 둥근 직사각형 47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79" name="직사각형 478"/>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14</a:t>
              </a:r>
              <a:endParaRPr lang="ko-KR" altLang="en-US" sz="700" dirty="0">
                <a:solidFill>
                  <a:schemeClr val="bg1"/>
                </a:solidFill>
                <a:latin typeface="+mn-ea"/>
                <a:ea typeface="+mn-ea"/>
              </a:endParaRPr>
            </a:p>
          </p:txBody>
        </p:sp>
      </p:grpSp>
      <p:graphicFrame>
        <p:nvGraphicFramePr>
          <p:cNvPr id="201" name="Group 37"/>
          <p:cNvGraphicFramePr>
            <a:graphicFrameLocks noGrp="1"/>
          </p:cNvGraphicFramePr>
          <p:nvPr>
            <p:extLst>
              <p:ext uri="{D42A27DB-BD31-4B8C-83A1-F6EECF244321}">
                <p14:modId xmlns:p14="http://schemas.microsoft.com/office/powerpoint/2010/main" val="1483800398"/>
              </p:ext>
            </p:extLst>
          </p:nvPr>
        </p:nvGraphicFramePr>
        <p:xfrm>
          <a:off x="1972097" y="8958091"/>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시험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02" name="모서리가 둥근 직사각형 201"/>
          <p:cNvSpPr/>
          <p:nvPr/>
        </p:nvSpPr>
        <p:spPr>
          <a:xfrm>
            <a:off x="8498446" y="898878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3" name="모서리가 둥근 직사각형 202"/>
          <p:cNvSpPr/>
          <p:nvPr/>
        </p:nvSpPr>
        <p:spPr>
          <a:xfrm>
            <a:off x="5263312" y="958178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 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44" name="그룹 443"/>
          <p:cNvGrpSpPr/>
          <p:nvPr/>
        </p:nvGrpSpPr>
        <p:grpSpPr>
          <a:xfrm>
            <a:off x="8269348" y="8959706"/>
            <a:ext cx="284052" cy="200055"/>
            <a:chOff x="1123695" y="11716364"/>
            <a:chExt cx="284052" cy="200055"/>
          </a:xfrm>
        </p:grpSpPr>
        <p:sp>
          <p:nvSpPr>
            <p:cNvPr id="445" name="모서리가 둥근 직사각형 44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6" name="직사각형 445"/>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grpSp>
        <p:nvGrpSpPr>
          <p:cNvPr id="456" name="그룹 455"/>
          <p:cNvGrpSpPr/>
          <p:nvPr/>
        </p:nvGrpSpPr>
        <p:grpSpPr>
          <a:xfrm>
            <a:off x="9004498" y="8863499"/>
            <a:ext cx="284052" cy="200055"/>
            <a:chOff x="1133220" y="11716364"/>
            <a:chExt cx="284052" cy="200055"/>
          </a:xfrm>
        </p:grpSpPr>
        <p:sp>
          <p:nvSpPr>
            <p:cNvPr id="458" name="모서리가 둥근 직사각형 45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59" name="직사각형 458"/>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13</a:t>
              </a:r>
              <a:endParaRPr lang="ko-KR" altLang="en-US" sz="700" dirty="0">
                <a:solidFill>
                  <a:schemeClr val="bg1"/>
                </a:solidFill>
                <a:latin typeface="+mn-ea"/>
                <a:ea typeface="+mn-ea"/>
              </a:endParaRPr>
            </a:p>
          </p:txBody>
        </p:sp>
      </p:grpSp>
      <p:grpSp>
        <p:nvGrpSpPr>
          <p:cNvPr id="197" name="그룹 196"/>
          <p:cNvGrpSpPr/>
          <p:nvPr/>
        </p:nvGrpSpPr>
        <p:grpSpPr>
          <a:xfrm>
            <a:off x="579562" y="2166658"/>
            <a:ext cx="1386586" cy="5317057"/>
            <a:chOff x="579562" y="2166658"/>
            <a:chExt cx="1386586" cy="5317057"/>
          </a:xfrm>
        </p:grpSpPr>
        <p:grpSp>
          <p:nvGrpSpPr>
            <p:cNvPr id="198" name="그룹 197"/>
            <p:cNvGrpSpPr/>
            <p:nvPr/>
          </p:nvGrpSpPr>
          <p:grpSpPr>
            <a:xfrm>
              <a:off x="629956" y="3318264"/>
              <a:ext cx="1332000" cy="180000"/>
              <a:chOff x="666428" y="3785432"/>
              <a:chExt cx="1332000" cy="180000"/>
            </a:xfrm>
          </p:grpSpPr>
          <p:sp>
            <p:nvSpPr>
              <p:cNvPr id="381" name="모서리가 둥근 직사각형 38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29956" y="3568824"/>
              <a:ext cx="1332000" cy="180000"/>
              <a:chOff x="666428" y="4310612"/>
              <a:chExt cx="1332000" cy="180000"/>
            </a:xfrm>
          </p:grpSpPr>
          <p:sp>
            <p:nvSpPr>
              <p:cNvPr id="379" name="모서리가 둥근 직사각형 37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29955" y="3042501"/>
              <a:ext cx="1332000" cy="180000"/>
              <a:chOff x="666427" y="3266516"/>
              <a:chExt cx="1332000" cy="180000"/>
            </a:xfrm>
          </p:grpSpPr>
          <p:sp>
            <p:nvSpPr>
              <p:cNvPr id="375" name="모서리가 둥근 직사각형 37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8"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29956" y="3854780"/>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29956" y="5316875"/>
              <a:ext cx="1332000" cy="180000"/>
              <a:chOff x="666428" y="5096004"/>
              <a:chExt cx="1332000" cy="180000"/>
            </a:xfrm>
          </p:grpSpPr>
          <p:sp>
            <p:nvSpPr>
              <p:cNvPr id="363" name="모서리가 둥근 직사각형 36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64"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4148" y="5634789"/>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4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1150" y="4135825"/>
              <a:ext cx="1332000" cy="180000"/>
              <a:chOff x="666428" y="4570824"/>
              <a:chExt cx="1332000" cy="180000"/>
            </a:xfrm>
          </p:grpSpPr>
          <p:sp>
            <p:nvSpPr>
              <p:cNvPr id="261" name="모서리가 둥근 직사각형 26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03"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29956" y="4423395"/>
              <a:ext cx="1332000" cy="180000"/>
              <a:chOff x="666428" y="4310612"/>
              <a:chExt cx="1332000" cy="180000"/>
            </a:xfrm>
          </p:grpSpPr>
          <p:sp>
            <p:nvSpPr>
              <p:cNvPr id="257" name="모서리가 둥근 직사각형 25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5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9" name="TextBox 20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10" name="그룹 209"/>
            <p:cNvGrpSpPr/>
            <p:nvPr/>
          </p:nvGrpSpPr>
          <p:grpSpPr>
            <a:xfrm>
              <a:off x="632520" y="4723068"/>
              <a:ext cx="1332000" cy="180000"/>
              <a:chOff x="666428" y="4310612"/>
              <a:chExt cx="1332000" cy="180000"/>
            </a:xfrm>
          </p:grpSpPr>
          <p:sp>
            <p:nvSpPr>
              <p:cNvPr id="254" name="모서리가 둥근 직사각형 2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2520" y="2752353"/>
              <a:ext cx="1332000" cy="180000"/>
              <a:chOff x="666427" y="3266516"/>
              <a:chExt cx="1332000" cy="180000"/>
            </a:xfrm>
          </p:grpSpPr>
          <p:sp>
            <p:nvSpPr>
              <p:cNvPr id="240" name="모서리가 둥근 직사각형 23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4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2520" y="5005767"/>
              <a:ext cx="1332000" cy="180000"/>
              <a:chOff x="666428" y="4310612"/>
              <a:chExt cx="1332000" cy="180000"/>
            </a:xfrm>
          </p:grpSpPr>
          <p:sp>
            <p:nvSpPr>
              <p:cNvPr id="234" name="모서리가 둥근 직사각형 23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3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6227787"/>
              <a:ext cx="1332000" cy="180000"/>
              <a:chOff x="666428" y="3785432"/>
              <a:chExt cx="1332000" cy="180000"/>
            </a:xfrm>
          </p:grpSpPr>
          <p:sp>
            <p:nvSpPr>
              <p:cNvPr id="232" name="모서리가 둥근 직사각형 23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6487872"/>
              <a:ext cx="1332000" cy="180000"/>
              <a:chOff x="666428" y="4310612"/>
              <a:chExt cx="1332000" cy="180000"/>
            </a:xfrm>
          </p:grpSpPr>
          <p:sp>
            <p:nvSpPr>
              <p:cNvPr id="230" name="모서리가 둥근 직사각형 22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3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6773828"/>
              <a:ext cx="1332000" cy="180000"/>
              <a:chOff x="666428" y="4570824"/>
              <a:chExt cx="1332000" cy="180000"/>
            </a:xfrm>
          </p:grpSpPr>
          <p:sp>
            <p:nvSpPr>
              <p:cNvPr id="228" name="모서리가 둥근 직사각형 22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9"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7053155"/>
              <a:ext cx="1332000" cy="180000"/>
              <a:chOff x="666428" y="3785432"/>
              <a:chExt cx="1332000" cy="180000"/>
            </a:xfrm>
          </p:grpSpPr>
          <p:sp>
            <p:nvSpPr>
              <p:cNvPr id="226" name="모서리가 둥근 직사각형 22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2520" y="7303715"/>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2995" y="5922821"/>
              <a:ext cx="1332000" cy="180000"/>
              <a:chOff x="666427" y="3266516"/>
              <a:chExt cx="1332000" cy="180000"/>
            </a:xfrm>
          </p:grpSpPr>
          <p:sp>
            <p:nvSpPr>
              <p:cNvPr id="220" name="모서리가 둥근 직사각형 219"/>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2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363040794"/>
      </p:ext>
    </p:extLst>
  </p:cSld>
  <p:clrMapOvr>
    <a:masterClrMapping/>
  </p:clrMapOvr>
  <p:transition>
    <p:wipe dir="r"/>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KNOU_UI_C02140000_04</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95756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654791011"/>
              </p:ext>
            </p:extLst>
          </p:nvPr>
        </p:nvGraphicFramePr>
        <p:xfrm>
          <a:off x="9499029" y="2141811"/>
          <a:ext cx="1404156" cy="62091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시험정보및평가</a:t>
                      </a:r>
                      <a:r>
                        <a:rPr lang="ko-KR" altLang="en-US" sz="800" kern="1200" dirty="0" smtClean="0">
                          <a:solidFill>
                            <a:schemeClr val="tx1">
                              <a:lumMod val="75000"/>
                              <a:lumOff val="25000"/>
                            </a:schemeClr>
                          </a:solidFill>
                          <a:latin typeface="+mn-lt"/>
                          <a:ea typeface="+mn-ea"/>
                          <a:cs typeface="+mn-cs"/>
                        </a:rPr>
                        <a:t> 탭</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시험정보및평가</a:t>
                      </a:r>
                      <a:r>
                        <a:rPr lang="ko-KR" altLang="en-US" sz="800" kern="1200" dirty="0" smtClean="0">
                          <a:solidFill>
                            <a:schemeClr val="tx1">
                              <a:lumMod val="75000"/>
                              <a:lumOff val="25000"/>
                            </a:schemeClr>
                          </a:solidFill>
                          <a:latin typeface="+mn-lt"/>
                          <a:ea typeface="+mn-ea"/>
                          <a:cs typeface="+mn-cs"/>
                        </a:rPr>
                        <a:t>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시험구분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시험명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시험방식 표시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시험일시</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성적반영여부</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성적공개여부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진행일시</a:t>
                      </a:r>
                      <a:r>
                        <a:rPr lang="ko-KR" altLang="en-US" sz="800" kern="1200" dirty="0" smtClean="0">
                          <a:solidFill>
                            <a:schemeClr val="tx1">
                              <a:lumMod val="75000"/>
                              <a:lumOff val="25000"/>
                            </a:schemeClr>
                          </a:solidFill>
                          <a:latin typeface="+mn-ea"/>
                          <a:ea typeface="+mn-ea"/>
                          <a:cs typeface="+mn-cs"/>
                        </a:rPr>
                        <a:t> 내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진행 중 노출버튼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진핸 전 </a:t>
                      </a:r>
                      <a:r>
                        <a:rPr lang="en-US" altLang="ko-KR" sz="800" kern="1200" dirty="0" smtClean="0">
                          <a:solidFill>
                            <a:schemeClr val="tx1">
                              <a:lumMod val="75000"/>
                              <a:lumOff val="25000"/>
                            </a:schemeClr>
                          </a:solidFill>
                          <a:latin typeface="+mn-ea"/>
                          <a:ea typeface="+mn-ea"/>
                          <a:cs typeface="+mn-cs"/>
                        </a:rPr>
                        <a:t>: </a:t>
                      </a: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시험 시작 전입니다</a:t>
                      </a:r>
                      <a:r>
                        <a:rPr lang="en-US" altLang="ko-KR" sz="800" kern="1200" dirty="0" smtClean="0">
                          <a:solidFill>
                            <a:srgbClr val="0070C0"/>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퀴즈시험지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747124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graphicFrame>
        <p:nvGraphicFramePr>
          <p:cNvPr id="327" name="Group 37"/>
          <p:cNvGraphicFramePr>
            <a:graphicFrameLocks noGrp="1"/>
          </p:cNvGraphicFramePr>
          <p:nvPr>
            <p:extLst>
              <p:ext uri="{D42A27DB-BD31-4B8C-83A1-F6EECF244321}">
                <p14:modId xmlns:p14="http://schemas.microsoft.com/office/powerpoint/2010/main" val="3551562660"/>
              </p:ext>
            </p:extLst>
          </p:nvPr>
        </p:nvGraphicFramePr>
        <p:xfrm>
          <a:off x="1972097" y="4065463"/>
          <a:ext cx="7470353" cy="396458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362" name="그룹 361"/>
          <p:cNvGrpSpPr/>
          <p:nvPr/>
        </p:nvGrpSpPr>
        <p:grpSpPr>
          <a:xfrm>
            <a:off x="1982336" y="3986014"/>
            <a:ext cx="234360" cy="200055"/>
            <a:chOff x="1152270" y="11716364"/>
            <a:chExt cx="234360" cy="200055"/>
          </a:xfrm>
        </p:grpSpPr>
        <p:sp>
          <p:nvSpPr>
            <p:cNvPr id="366" name="모서리가 둥근 직사각형 3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7" name="직사각형 3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nvGrpSpPr>
          <p:cNvPr id="370" name="그룹 369"/>
          <p:cNvGrpSpPr/>
          <p:nvPr/>
        </p:nvGrpSpPr>
        <p:grpSpPr>
          <a:xfrm>
            <a:off x="1927523" y="3304034"/>
            <a:ext cx="234360" cy="200055"/>
            <a:chOff x="1152270" y="11716364"/>
            <a:chExt cx="234360" cy="200055"/>
          </a:xfrm>
        </p:grpSpPr>
        <p:sp>
          <p:nvSpPr>
            <p:cNvPr id="376" name="모서리가 둥근 직사각형 3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7" name="직사각형 37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14" name="그룹 413"/>
          <p:cNvGrpSpPr/>
          <p:nvPr/>
        </p:nvGrpSpPr>
        <p:grpSpPr>
          <a:xfrm>
            <a:off x="2611358" y="3986014"/>
            <a:ext cx="234360" cy="200055"/>
            <a:chOff x="1152270" y="11716364"/>
            <a:chExt cx="234360" cy="200055"/>
          </a:xfrm>
        </p:grpSpPr>
        <p:sp>
          <p:nvSpPr>
            <p:cNvPr id="415" name="모서리가 둥근 직사각형 4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6" name="직사각형 41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17" name="그룹 416"/>
          <p:cNvGrpSpPr/>
          <p:nvPr/>
        </p:nvGrpSpPr>
        <p:grpSpPr>
          <a:xfrm>
            <a:off x="1847131" y="4283571"/>
            <a:ext cx="234360" cy="200055"/>
            <a:chOff x="1152270" y="11716364"/>
            <a:chExt cx="234360" cy="200055"/>
          </a:xfrm>
        </p:grpSpPr>
        <p:sp>
          <p:nvSpPr>
            <p:cNvPr id="419" name="모서리가 둥근 직사각형 41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0" name="직사각형 41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grpSp>
        <p:nvGrpSpPr>
          <p:cNvPr id="444" name="그룹 443"/>
          <p:cNvGrpSpPr/>
          <p:nvPr/>
        </p:nvGrpSpPr>
        <p:grpSpPr>
          <a:xfrm>
            <a:off x="8291221" y="8105638"/>
            <a:ext cx="234360" cy="200055"/>
            <a:chOff x="1142745" y="11716364"/>
            <a:chExt cx="234360" cy="200055"/>
          </a:xfrm>
        </p:grpSpPr>
        <p:sp>
          <p:nvSpPr>
            <p:cNvPr id="445" name="모서리가 둥근 직사각형 44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6" name="직사각형 445"/>
            <p:cNvSpPr/>
            <p:nvPr/>
          </p:nvSpPr>
          <p:spPr>
            <a:xfrm>
              <a:off x="1142745"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일반시험 </a:t>
            </a:r>
            <a:r>
              <a:rPr lang="en-US" altLang="ko-KR" sz="800" spc="-60" dirty="0" smtClean="0">
                <a:latin typeface="+mn-ea"/>
                <a:ea typeface="+mn-ea"/>
              </a:rPr>
              <a:t>&gt; </a:t>
            </a:r>
            <a:r>
              <a:rPr lang="ko-KR" altLang="en-US" sz="800" spc="-60" dirty="0" smtClean="0">
                <a:latin typeface="+mn-ea"/>
                <a:ea typeface="+mn-ea"/>
              </a:rPr>
              <a:t>진행 전</a:t>
            </a:r>
            <a:r>
              <a:rPr lang="en-US" altLang="ko-KR" sz="800" spc="-60" dirty="0" smtClean="0">
                <a:latin typeface="+mn-ea"/>
                <a:ea typeface="+mn-ea"/>
              </a:rPr>
              <a:t>, </a:t>
            </a:r>
            <a:r>
              <a:rPr lang="ko-KR" altLang="en-US" sz="800" spc="-60" dirty="0" smtClean="0">
                <a:latin typeface="+mn-ea"/>
                <a:ea typeface="+mn-ea"/>
              </a:rPr>
              <a:t>진행 중 </a:t>
            </a:r>
            <a:r>
              <a:rPr lang="en-US" altLang="ko-KR" sz="800" spc="-60" dirty="0" smtClean="0">
                <a:latin typeface="+mn-ea"/>
                <a:ea typeface="+mn-ea"/>
              </a:rPr>
              <a:t>&amp; </a:t>
            </a:r>
            <a:r>
              <a:rPr lang="ko-KR" altLang="en-US" sz="800" spc="-60" dirty="0" err="1" smtClean="0">
                <a:latin typeface="+mn-ea"/>
                <a:ea typeface="+mn-ea"/>
              </a:rPr>
              <a:t>응시전</a:t>
            </a:r>
            <a:endParaRPr lang="ko-KR" altLang="en-US" sz="800" spc="-60" dirty="0">
              <a:latin typeface="+mn-ea"/>
              <a:ea typeface="+mn-ea"/>
            </a:endParaRPr>
          </a:p>
        </p:txBody>
      </p:sp>
      <p:graphicFrame>
        <p:nvGraphicFramePr>
          <p:cNvPr id="177" name="Group 37"/>
          <p:cNvGraphicFramePr>
            <a:graphicFrameLocks noGrp="1"/>
          </p:cNvGraphicFramePr>
          <p:nvPr>
            <p:extLst>
              <p:ext uri="{D42A27DB-BD31-4B8C-83A1-F6EECF244321}">
                <p14:modId xmlns:p14="http://schemas.microsoft.com/office/powerpoint/2010/main" val="3198414506"/>
              </p:ext>
            </p:extLst>
          </p:nvPr>
        </p:nvGraphicFramePr>
        <p:xfrm>
          <a:off x="1972097" y="8122579"/>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시험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8" name="모서리가 둥근 직사각형 177"/>
          <p:cNvSpPr/>
          <p:nvPr/>
        </p:nvSpPr>
        <p:spPr>
          <a:xfrm>
            <a:off x="8498446" y="815327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9" name="모서리가 둥근 직사각형 178"/>
          <p:cNvSpPr/>
          <p:nvPr/>
        </p:nvSpPr>
        <p:spPr>
          <a:xfrm>
            <a:off x="5263312" y="874627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 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0" name="그룹 179"/>
          <p:cNvGrpSpPr/>
          <p:nvPr/>
        </p:nvGrpSpPr>
        <p:grpSpPr>
          <a:xfrm>
            <a:off x="8269348" y="8124194"/>
            <a:ext cx="284052" cy="200055"/>
            <a:chOff x="1123695" y="11716364"/>
            <a:chExt cx="284052" cy="200055"/>
          </a:xfrm>
        </p:grpSpPr>
        <p:sp>
          <p:nvSpPr>
            <p:cNvPr id="181" name="모서리가 둥근 직사각형 18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2" name="직사각형 181"/>
            <p:cNvSpPr/>
            <p:nvPr/>
          </p:nvSpPr>
          <p:spPr>
            <a:xfrm>
              <a:off x="1123695" y="11716364"/>
              <a:ext cx="284052" cy="200055"/>
            </a:xfrm>
            <a:prstGeom prst="rect">
              <a:avLst/>
            </a:prstGeom>
          </p:spPr>
          <p:txBody>
            <a:bodyPr wrap="none">
              <a:spAutoFit/>
            </a:bodyPr>
            <a:lstStyle/>
            <a:p>
              <a:r>
                <a:rPr lang="en-US" altLang="ko-KR" sz="700" dirty="0" smtClean="0">
                  <a:solidFill>
                    <a:schemeClr val="bg1"/>
                  </a:solidFill>
                  <a:latin typeface="+mn-ea"/>
                  <a:ea typeface="+mn-ea"/>
                </a:rPr>
                <a:t>12</a:t>
              </a:r>
              <a:endParaRPr lang="ko-KR" altLang="en-US" sz="700" dirty="0">
                <a:solidFill>
                  <a:schemeClr val="bg1"/>
                </a:solidFill>
                <a:latin typeface="+mn-ea"/>
                <a:ea typeface="+mn-ea"/>
              </a:endParaRPr>
            </a:p>
          </p:txBody>
        </p:sp>
      </p:grpSp>
      <p:grpSp>
        <p:nvGrpSpPr>
          <p:cNvPr id="183" name="그룹 182"/>
          <p:cNvGrpSpPr/>
          <p:nvPr/>
        </p:nvGrpSpPr>
        <p:grpSpPr>
          <a:xfrm>
            <a:off x="9004498" y="8027987"/>
            <a:ext cx="284052" cy="200055"/>
            <a:chOff x="1133220" y="11716364"/>
            <a:chExt cx="284052" cy="200055"/>
          </a:xfrm>
        </p:grpSpPr>
        <p:sp>
          <p:nvSpPr>
            <p:cNvPr id="184" name="모서리가 둥근 직사각형 18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5" name="직사각형 184"/>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13</a:t>
              </a:r>
              <a:endParaRPr lang="ko-KR" altLang="en-US" sz="700" dirty="0">
                <a:solidFill>
                  <a:schemeClr val="bg1"/>
                </a:solidFill>
                <a:latin typeface="+mn-ea"/>
                <a:ea typeface="+mn-ea"/>
              </a:endParaRPr>
            </a:p>
          </p:txBody>
        </p:sp>
      </p:grpSp>
      <p:grpSp>
        <p:nvGrpSpPr>
          <p:cNvPr id="186" name="그룹 185"/>
          <p:cNvGrpSpPr/>
          <p:nvPr/>
        </p:nvGrpSpPr>
        <p:grpSpPr>
          <a:xfrm>
            <a:off x="5057563" y="8726717"/>
            <a:ext cx="284052" cy="200055"/>
            <a:chOff x="1133220" y="11716364"/>
            <a:chExt cx="284052" cy="200055"/>
          </a:xfrm>
        </p:grpSpPr>
        <p:sp>
          <p:nvSpPr>
            <p:cNvPr id="187" name="모서리가 둥근 직사각형 18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8" name="직사각형 187"/>
            <p:cNvSpPr/>
            <p:nvPr/>
          </p:nvSpPr>
          <p:spPr>
            <a:xfrm>
              <a:off x="1133220" y="11716364"/>
              <a:ext cx="284052" cy="200055"/>
            </a:xfrm>
            <a:prstGeom prst="rect">
              <a:avLst/>
            </a:prstGeom>
          </p:spPr>
          <p:txBody>
            <a:bodyPr wrap="none">
              <a:spAutoFit/>
            </a:bodyPr>
            <a:lstStyle/>
            <a:p>
              <a:r>
                <a:rPr lang="en-US" altLang="ko-KR" sz="700" dirty="0" smtClean="0">
                  <a:solidFill>
                    <a:schemeClr val="bg1"/>
                  </a:solidFill>
                  <a:latin typeface="+mn-ea"/>
                  <a:ea typeface="+mn-ea"/>
                </a:rPr>
                <a:t>14</a:t>
              </a:r>
              <a:endParaRPr lang="ko-KR" altLang="en-US" sz="700" dirty="0">
                <a:solidFill>
                  <a:schemeClr val="bg1"/>
                </a:solidFill>
                <a:latin typeface="+mn-ea"/>
                <a:ea typeface="+mn-ea"/>
              </a:endParaRPr>
            </a:p>
          </p:txBody>
        </p:sp>
      </p:grpSp>
      <p:grpSp>
        <p:nvGrpSpPr>
          <p:cNvPr id="176" name="그룹 175"/>
          <p:cNvGrpSpPr/>
          <p:nvPr/>
        </p:nvGrpSpPr>
        <p:grpSpPr>
          <a:xfrm>
            <a:off x="579562" y="2166658"/>
            <a:ext cx="1386586" cy="5317057"/>
            <a:chOff x="579562" y="2166658"/>
            <a:chExt cx="1386586" cy="5317057"/>
          </a:xfrm>
        </p:grpSpPr>
        <p:grpSp>
          <p:nvGrpSpPr>
            <p:cNvPr id="189" name="그룹 188"/>
            <p:cNvGrpSpPr/>
            <p:nvPr/>
          </p:nvGrpSpPr>
          <p:grpSpPr>
            <a:xfrm>
              <a:off x="629956" y="3318264"/>
              <a:ext cx="1332000" cy="180000"/>
              <a:chOff x="666428" y="3785432"/>
              <a:chExt cx="1332000" cy="180000"/>
            </a:xfrm>
          </p:grpSpPr>
          <p:sp>
            <p:nvSpPr>
              <p:cNvPr id="303" name="모서리가 둥근 직사각형 30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29956" y="3568824"/>
              <a:ext cx="1332000" cy="180000"/>
              <a:chOff x="666428" y="4310612"/>
              <a:chExt cx="1332000" cy="180000"/>
            </a:xfrm>
          </p:grpSpPr>
          <p:sp>
            <p:nvSpPr>
              <p:cNvPr id="258" name="모서리가 둥근 직사각형 25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6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9955" y="3042501"/>
              <a:ext cx="1332000" cy="180000"/>
              <a:chOff x="666427" y="3266516"/>
              <a:chExt cx="1332000" cy="180000"/>
            </a:xfrm>
          </p:grpSpPr>
          <p:sp>
            <p:nvSpPr>
              <p:cNvPr id="256" name="모서리가 둥근 직사각형 25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57"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29956" y="3854780"/>
              <a:ext cx="1332000" cy="180000"/>
              <a:chOff x="666428" y="4570824"/>
              <a:chExt cx="1332000" cy="180000"/>
            </a:xfrm>
          </p:grpSpPr>
          <p:sp>
            <p:nvSpPr>
              <p:cNvPr id="241" name="모서리가 둥근 직사각형 24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4"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29956" y="5316875"/>
              <a:ext cx="1332000" cy="180000"/>
              <a:chOff x="666428" y="5096004"/>
              <a:chExt cx="1332000" cy="180000"/>
            </a:xfrm>
          </p:grpSpPr>
          <p:sp>
            <p:nvSpPr>
              <p:cNvPr id="239" name="모서리가 둥근 직사각형 23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40"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4148" y="5634789"/>
              <a:ext cx="1332000" cy="180000"/>
              <a:chOff x="666428" y="3785432"/>
              <a:chExt cx="1332000" cy="180000"/>
            </a:xfrm>
          </p:grpSpPr>
          <p:sp>
            <p:nvSpPr>
              <p:cNvPr id="233" name="모서리가 둥근 직사각형 23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1150" y="4135825"/>
              <a:ext cx="1332000" cy="180000"/>
              <a:chOff x="666428" y="4570824"/>
              <a:chExt cx="1332000" cy="180000"/>
            </a:xfrm>
          </p:grpSpPr>
          <p:sp>
            <p:nvSpPr>
              <p:cNvPr id="231" name="모서리가 둥근 직사각형 23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3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29956" y="4423395"/>
              <a:ext cx="1332000" cy="180000"/>
              <a:chOff x="666428" y="4310612"/>
              <a:chExt cx="1332000" cy="180000"/>
            </a:xfrm>
          </p:grpSpPr>
          <p:sp>
            <p:nvSpPr>
              <p:cNvPr id="229" name="모서리가 둥근 직사각형 2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3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7" name="TextBox 19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9" name="그룹 198"/>
            <p:cNvGrpSpPr/>
            <p:nvPr/>
          </p:nvGrpSpPr>
          <p:grpSpPr>
            <a:xfrm>
              <a:off x="632520" y="4723068"/>
              <a:ext cx="1332000" cy="180000"/>
              <a:chOff x="666428" y="4310612"/>
              <a:chExt cx="1332000" cy="180000"/>
            </a:xfrm>
          </p:grpSpPr>
          <p:sp>
            <p:nvSpPr>
              <p:cNvPr id="227" name="모서리가 둥근 직사각형 2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32520" y="2752353"/>
              <a:ext cx="1332000" cy="180000"/>
              <a:chOff x="666427" y="3266516"/>
              <a:chExt cx="1332000" cy="180000"/>
            </a:xfrm>
          </p:grpSpPr>
          <p:sp>
            <p:nvSpPr>
              <p:cNvPr id="225" name="모서리가 둥근 직사각형 2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6"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2520" y="5005767"/>
              <a:ext cx="1332000" cy="180000"/>
              <a:chOff x="666428" y="4310612"/>
              <a:chExt cx="1332000" cy="180000"/>
            </a:xfrm>
          </p:grpSpPr>
          <p:sp>
            <p:nvSpPr>
              <p:cNvPr id="223" name="모서리가 둥근 직사각형 2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2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32520" y="6227787"/>
              <a:ext cx="1332000" cy="180000"/>
              <a:chOff x="666428" y="3785432"/>
              <a:chExt cx="1332000" cy="180000"/>
            </a:xfrm>
          </p:grpSpPr>
          <p:sp>
            <p:nvSpPr>
              <p:cNvPr id="221" name="모서리가 둥근 직사각형 22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32520" y="6487872"/>
              <a:ext cx="1332000" cy="180000"/>
              <a:chOff x="666428" y="4310612"/>
              <a:chExt cx="1332000" cy="180000"/>
            </a:xfrm>
          </p:grpSpPr>
          <p:sp>
            <p:nvSpPr>
              <p:cNvPr id="219" name="모서리가 둥근 직사각형 21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20"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2520" y="6773828"/>
              <a:ext cx="1332000" cy="180000"/>
              <a:chOff x="666428" y="4570824"/>
              <a:chExt cx="1332000" cy="180000"/>
            </a:xfrm>
          </p:grpSpPr>
          <p:sp>
            <p:nvSpPr>
              <p:cNvPr id="217" name="모서리가 둥근 직사각형 21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8"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2520" y="7053155"/>
              <a:ext cx="1332000" cy="180000"/>
              <a:chOff x="666428" y="3785432"/>
              <a:chExt cx="1332000" cy="180000"/>
            </a:xfrm>
          </p:grpSpPr>
          <p:sp>
            <p:nvSpPr>
              <p:cNvPr id="215" name="모서리가 둥근 직사각형 21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1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2520" y="7303715"/>
              <a:ext cx="1332000" cy="180000"/>
              <a:chOff x="666428" y="4310612"/>
              <a:chExt cx="1332000" cy="180000"/>
            </a:xfrm>
          </p:grpSpPr>
          <p:sp>
            <p:nvSpPr>
              <p:cNvPr id="213" name="모서리가 둥근 직사각형 21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1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22995" y="5922821"/>
              <a:ext cx="1332000" cy="180000"/>
              <a:chOff x="666427" y="3266516"/>
              <a:chExt cx="1332000" cy="180000"/>
            </a:xfrm>
          </p:grpSpPr>
          <p:sp>
            <p:nvSpPr>
              <p:cNvPr id="209" name="모서리가 둥근 직사각형 20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1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289350812"/>
      </p:ext>
    </p:extLst>
  </p:cSld>
  <p:clrMapOvr>
    <a:masterClrMapping/>
  </p:clrMapOvr>
  <p:transition>
    <p:wipe dir="r"/>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KNOU_UI_C02140000_05</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7884257"/>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173778293"/>
              </p:ext>
            </p:extLst>
          </p:nvPr>
        </p:nvGraphicFramePr>
        <p:xfrm>
          <a:off x="9499029" y="4725144"/>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시험응시기록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6343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933365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graphicFrame>
        <p:nvGraphicFramePr>
          <p:cNvPr id="327" name="Group 37"/>
          <p:cNvGraphicFramePr>
            <a:graphicFrameLocks noGrp="1"/>
          </p:cNvGraphicFramePr>
          <p:nvPr>
            <p:extLst>
              <p:ext uri="{D42A27DB-BD31-4B8C-83A1-F6EECF244321}">
                <p14:modId xmlns:p14="http://schemas.microsoft.com/office/powerpoint/2010/main" val="2835751682"/>
              </p:ext>
            </p:extLst>
          </p:nvPr>
        </p:nvGraphicFramePr>
        <p:xfrm>
          <a:off x="1972097" y="4065463"/>
          <a:ext cx="7470353" cy="396458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smtClean="0">
                <a:latin typeface="+mn-ea"/>
                <a:ea typeface="+mn-ea"/>
              </a:rPr>
              <a:t>일반시험 </a:t>
            </a:r>
            <a:r>
              <a:rPr lang="en-US" altLang="ko-KR" sz="800" spc="-60" dirty="0" smtClean="0">
                <a:latin typeface="+mn-ea"/>
                <a:ea typeface="+mn-ea"/>
              </a:rPr>
              <a:t>&gt; </a:t>
            </a:r>
            <a:r>
              <a:rPr lang="ko-KR" altLang="en-US" sz="800" spc="-60" dirty="0" smtClean="0">
                <a:latin typeface="+mn-ea"/>
                <a:ea typeface="+mn-ea"/>
              </a:rPr>
              <a:t>진행 전</a:t>
            </a:r>
            <a:r>
              <a:rPr lang="en-US" altLang="ko-KR" sz="800" spc="-60" dirty="0" smtClean="0">
                <a:latin typeface="+mn-ea"/>
                <a:ea typeface="+mn-ea"/>
              </a:rPr>
              <a:t>, </a:t>
            </a:r>
            <a:r>
              <a:rPr lang="ko-KR" altLang="en-US" sz="800" spc="-60" dirty="0" smtClean="0">
                <a:latin typeface="+mn-ea"/>
                <a:ea typeface="+mn-ea"/>
              </a:rPr>
              <a:t>진행 중 </a:t>
            </a:r>
            <a:r>
              <a:rPr lang="en-US" altLang="ko-KR" sz="800" spc="-60" dirty="0" smtClean="0">
                <a:latin typeface="+mn-ea"/>
                <a:ea typeface="+mn-ea"/>
              </a:rPr>
              <a:t>&amp; </a:t>
            </a:r>
            <a:r>
              <a:rPr lang="ko-KR" altLang="en-US" sz="800" spc="-60" dirty="0" err="1" smtClean="0">
                <a:latin typeface="+mn-ea"/>
                <a:ea typeface="+mn-ea"/>
              </a:rPr>
              <a:t>응시전</a:t>
            </a:r>
            <a:endParaRPr lang="ko-KR" altLang="en-US" sz="800" spc="-60" dirty="0">
              <a:latin typeface="+mn-ea"/>
              <a:ea typeface="+mn-ea"/>
            </a:endParaRPr>
          </a:p>
        </p:txBody>
      </p:sp>
      <p:graphicFrame>
        <p:nvGraphicFramePr>
          <p:cNvPr id="176" name="Group 37"/>
          <p:cNvGraphicFramePr>
            <a:graphicFrameLocks noGrp="1"/>
          </p:cNvGraphicFramePr>
          <p:nvPr>
            <p:extLst>
              <p:ext uri="{D42A27DB-BD31-4B8C-83A1-F6EECF244321}">
                <p14:modId xmlns:p14="http://schemas.microsoft.com/office/powerpoint/2010/main" val="991359332"/>
              </p:ext>
            </p:extLst>
          </p:nvPr>
        </p:nvGraphicFramePr>
        <p:xfrm>
          <a:off x="1972097" y="8119045"/>
          <a:ext cx="7470354" cy="532633"/>
        </p:xfrm>
        <a:graphic>
          <a:graphicData uri="http://schemas.openxmlformats.org/drawingml/2006/table">
            <a:tbl>
              <a:tblPr/>
              <a:tblGrid>
                <a:gridCol w="460623"/>
                <a:gridCol w="2336577"/>
                <a:gridCol w="2336577"/>
                <a:gridCol w="2336577"/>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9" name="모서리가 둥근 직사각형 188"/>
          <p:cNvSpPr/>
          <p:nvPr/>
        </p:nvSpPr>
        <p:spPr>
          <a:xfrm>
            <a:off x="8498446" y="814973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0" name="모서리가 둥근 직사각형 189"/>
          <p:cNvSpPr/>
          <p:nvPr/>
        </p:nvSpPr>
        <p:spPr>
          <a:xfrm>
            <a:off x="5263312" y="882960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시험응시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91" name="그룹 190"/>
          <p:cNvGrpSpPr/>
          <p:nvPr/>
        </p:nvGrpSpPr>
        <p:grpSpPr>
          <a:xfrm>
            <a:off x="1825201" y="8397552"/>
            <a:ext cx="234360" cy="200055"/>
            <a:chOff x="1152270" y="11716364"/>
            <a:chExt cx="234360" cy="200055"/>
          </a:xfrm>
        </p:grpSpPr>
        <p:sp>
          <p:nvSpPr>
            <p:cNvPr id="192" name="모서리가 둥근 직사각형 1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3" name="직사각형 19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55" name="그룹 154"/>
          <p:cNvGrpSpPr/>
          <p:nvPr/>
        </p:nvGrpSpPr>
        <p:grpSpPr>
          <a:xfrm>
            <a:off x="579562" y="2166658"/>
            <a:ext cx="1386586" cy="5317057"/>
            <a:chOff x="579562" y="2166658"/>
            <a:chExt cx="1386586" cy="5317057"/>
          </a:xfrm>
        </p:grpSpPr>
        <p:grpSp>
          <p:nvGrpSpPr>
            <p:cNvPr id="156" name="그룹 155"/>
            <p:cNvGrpSpPr/>
            <p:nvPr/>
          </p:nvGrpSpPr>
          <p:grpSpPr>
            <a:xfrm>
              <a:off x="629956" y="3318264"/>
              <a:ext cx="1332000" cy="180000"/>
              <a:chOff x="666428" y="3785432"/>
              <a:chExt cx="1332000" cy="180000"/>
            </a:xfrm>
          </p:grpSpPr>
          <p:sp>
            <p:nvSpPr>
              <p:cNvPr id="217" name="모서리가 둥근 직사각형 21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1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7" name="그룹 156"/>
            <p:cNvGrpSpPr/>
            <p:nvPr/>
          </p:nvGrpSpPr>
          <p:grpSpPr>
            <a:xfrm>
              <a:off x="629956" y="3568824"/>
              <a:ext cx="1332000" cy="180000"/>
              <a:chOff x="666428" y="4310612"/>
              <a:chExt cx="1332000" cy="180000"/>
            </a:xfrm>
          </p:grpSpPr>
          <p:sp>
            <p:nvSpPr>
              <p:cNvPr id="215" name="모서리가 둥근 직사각형 21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1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8" name="그룹 157"/>
            <p:cNvGrpSpPr/>
            <p:nvPr/>
          </p:nvGrpSpPr>
          <p:grpSpPr>
            <a:xfrm>
              <a:off x="629955" y="3042501"/>
              <a:ext cx="1332000" cy="180000"/>
              <a:chOff x="666427" y="3266516"/>
              <a:chExt cx="1332000" cy="180000"/>
            </a:xfrm>
          </p:grpSpPr>
          <p:sp>
            <p:nvSpPr>
              <p:cNvPr id="213" name="모서리가 둥근 직사각형 21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1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59" name="그룹 158"/>
            <p:cNvGrpSpPr/>
            <p:nvPr/>
          </p:nvGrpSpPr>
          <p:grpSpPr>
            <a:xfrm>
              <a:off x="629956" y="3854780"/>
              <a:ext cx="1332000" cy="180000"/>
              <a:chOff x="666428" y="4570824"/>
              <a:chExt cx="1332000" cy="180000"/>
            </a:xfrm>
          </p:grpSpPr>
          <p:sp>
            <p:nvSpPr>
              <p:cNvPr id="211" name="모서리가 둥근 직사각형 21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1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0" name="그룹 159"/>
            <p:cNvGrpSpPr/>
            <p:nvPr/>
          </p:nvGrpSpPr>
          <p:grpSpPr>
            <a:xfrm>
              <a:off x="629956" y="5316875"/>
              <a:ext cx="1332000" cy="180000"/>
              <a:chOff x="666428" y="5096004"/>
              <a:chExt cx="1332000" cy="180000"/>
            </a:xfrm>
          </p:grpSpPr>
          <p:sp>
            <p:nvSpPr>
              <p:cNvPr id="209" name="모서리가 둥근 직사각형 20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10"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1" name="그룹 160"/>
            <p:cNvGrpSpPr/>
            <p:nvPr/>
          </p:nvGrpSpPr>
          <p:grpSpPr>
            <a:xfrm>
              <a:off x="634148" y="5634789"/>
              <a:ext cx="1332000" cy="180000"/>
              <a:chOff x="666428" y="3785432"/>
              <a:chExt cx="1332000" cy="180000"/>
            </a:xfrm>
          </p:grpSpPr>
          <p:sp>
            <p:nvSpPr>
              <p:cNvPr id="207" name="모서리가 둥근 직사각형 20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0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2" name="그룹 161"/>
            <p:cNvGrpSpPr/>
            <p:nvPr/>
          </p:nvGrpSpPr>
          <p:grpSpPr>
            <a:xfrm>
              <a:off x="631150" y="4135825"/>
              <a:ext cx="1332000" cy="180000"/>
              <a:chOff x="666428" y="4570824"/>
              <a:chExt cx="1332000" cy="180000"/>
            </a:xfrm>
          </p:grpSpPr>
          <p:sp>
            <p:nvSpPr>
              <p:cNvPr id="205" name="모서리가 둥근 직사각형 20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0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3" name="그룹 162"/>
            <p:cNvGrpSpPr/>
            <p:nvPr/>
          </p:nvGrpSpPr>
          <p:grpSpPr>
            <a:xfrm>
              <a:off x="629956" y="4423395"/>
              <a:ext cx="1332000" cy="180000"/>
              <a:chOff x="666428" y="4310612"/>
              <a:chExt cx="1332000" cy="180000"/>
            </a:xfrm>
          </p:grpSpPr>
          <p:sp>
            <p:nvSpPr>
              <p:cNvPr id="203" name="모서리가 둥근 직사각형 2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0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64" name="TextBox 16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65" name="그룹 164"/>
            <p:cNvGrpSpPr/>
            <p:nvPr/>
          </p:nvGrpSpPr>
          <p:grpSpPr>
            <a:xfrm>
              <a:off x="632520" y="4723068"/>
              <a:ext cx="1332000" cy="180000"/>
              <a:chOff x="666428" y="4310612"/>
              <a:chExt cx="1332000" cy="180000"/>
            </a:xfrm>
          </p:grpSpPr>
          <p:sp>
            <p:nvSpPr>
              <p:cNvPr id="201" name="모서리가 둥근 직사각형 20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02"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32520" y="2752353"/>
              <a:ext cx="1332000" cy="180000"/>
              <a:chOff x="666427" y="3266516"/>
              <a:chExt cx="1332000" cy="180000"/>
            </a:xfrm>
          </p:grpSpPr>
          <p:sp>
            <p:nvSpPr>
              <p:cNvPr id="199" name="모서리가 둥근 직사각형 19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0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32520" y="5005767"/>
              <a:ext cx="1332000" cy="180000"/>
              <a:chOff x="666428" y="4310612"/>
              <a:chExt cx="1332000" cy="180000"/>
            </a:xfrm>
          </p:grpSpPr>
          <p:sp>
            <p:nvSpPr>
              <p:cNvPr id="196" name="모서리가 둥근 직사각형 19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19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32520" y="6227787"/>
              <a:ext cx="1332000" cy="180000"/>
              <a:chOff x="666428" y="3785432"/>
              <a:chExt cx="1332000" cy="180000"/>
            </a:xfrm>
          </p:grpSpPr>
          <p:sp>
            <p:nvSpPr>
              <p:cNvPr id="194" name="모서리가 둥근 직사각형 19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19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32520" y="6487872"/>
              <a:ext cx="1332000" cy="180000"/>
              <a:chOff x="666428" y="4310612"/>
              <a:chExt cx="1332000" cy="180000"/>
            </a:xfrm>
          </p:grpSpPr>
          <p:sp>
            <p:nvSpPr>
              <p:cNvPr id="187" name="모서리가 둥근 직사각형 1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18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32520" y="6773828"/>
              <a:ext cx="1332000" cy="180000"/>
              <a:chOff x="666428" y="4570824"/>
              <a:chExt cx="1332000" cy="180000"/>
            </a:xfrm>
          </p:grpSpPr>
          <p:sp>
            <p:nvSpPr>
              <p:cNvPr id="185" name="모서리가 둥근 직사각형 18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8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32520" y="7053155"/>
              <a:ext cx="1332000" cy="180000"/>
              <a:chOff x="666428" y="3785432"/>
              <a:chExt cx="1332000" cy="180000"/>
            </a:xfrm>
          </p:grpSpPr>
          <p:sp>
            <p:nvSpPr>
              <p:cNvPr id="183" name="모서리가 둥근 직사각형 18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8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2520" y="7303715"/>
              <a:ext cx="1332000" cy="180000"/>
              <a:chOff x="666428" y="4310612"/>
              <a:chExt cx="1332000" cy="180000"/>
            </a:xfrm>
          </p:grpSpPr>
          <p:sp>
            <p:nvSpPr>
              <p:cNvPr id="181" name="모서리가 둥근 직사각형 1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82"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2995" y="5922821"/>
              <a:ext cx="1332000" cy="180000"/>
              <a:chOff x="666427" y="3266516"/>
              <a:chExt cx="1332000" cy="180000"/>
            </a:xfrm>
          </p:grpSpPr>
          <p:sp>
            <p:nvSpPr>
              <p:cNvPr id="177" name="모서리가 둥근 직사각형 176"/>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178"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814469691"/>
      </p:ext>
    </p:extLst>
  </p:cSld>
  <p:clrMapOvr>
    <a:masterClrMapping/>
  </p:clrMapOvr>
  <p:transition>
    <p:wipe dir="r"/>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KNOU_UI_C02140000_06</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13403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979368480"/>
              </p:ext>
            </p:extLst>
          </p:nvPr>
        </p:nvGraphicFramePr>
        <p:xfrm>
          <a:off x="9499029" y="7558079"/>
          <a:ext cx="1404156" cy="60262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팀 토론</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예</a:t>
                      </a:r>
                      <a:r>
                        <a:rPr lang="en-US" altLang="ko-KR" sz="800" kern="1200" baseline="0" dirty="0" smtClean="0">
                          <a:solidFill>
                            <a:schemeClr val="tx1">
                              <a:lumMod val="75000"/>
                              <a:lumOff val="25000"/>
                            </a:schemeClr>
                          </a:solidFill>
                          <a:latin typeface="+mn-lt"/>
                          <a:ea typeface="+mn-ea"/>
                          <a:cs typeface="+mn-cs"/>
                        </a:rPr>
                        <a:t>” </a:t>
                      </a:r>
                      <a:r>
                        <a:rPr lang="ko-KR" altLang="en-US" sz="800" kern="1200" baseline="0" dirty="0" smtClean="0">
                          <a:solidFill>
                            <a:schemeClr val="tx1">
                              <a:lumMod val="75000"/>
                              <a:lumOff val="25000"/>
                            </a:schemeClr>
                          </a:solidFill>
                          <a:latin typeface="+mn-lt"/>
                          <a:ea typeface="+mn-ea"/>
                          <a:cs typeface="+mn-cs"/>
                        </a:rPr>
                        <a:t>인 경우</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학습그룹분류명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학습그룹별 토론 설정 사용여부 </a:t>
                      </a:r>
                      <a:endParaRPr lang="en-US" altLang="ko-KR" sz="800" kern="1200" dirty="0" smtClean="0">
                        <a:solidFill>
                          <a:schemeClr val="tx1">
                            <a:lumMod val="75000"/>
                            <a:lumOff val="25000"/>
                          </a:schemeClr>
                        </a:solidFill>
                        <a:latin typeface="+mn-lt"/>
                        <a:ea typeface="+mn-ea"/>
                        <a:cs typeface="+mn-cs"/>
                      </a:endParaRPr>
                    </a:p>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r>
                        <a:rPr lang="ko-KR" altLang="en-US" sz="800" kern="1200" dirty="0" smtClean="0">
                          <a:solidFill>
                            <a:schemeClr val="tx1">
                              <a:lumMod val="75000"/>
                              <a:lumOff val="25000"/>
                            </a:schemeClr>
                          </a:solidFill>
                          <a:latin typeface="+mn-lt"/>
                          <a:ea typeface="+mn-ea"/>
                          <a:cs typeface="+mn-cs"/>
                        </a:rPr>
                        <a:t>사용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사용 </a:t>
                      </a:r>
                      <a:r>
                        <a:rPr lang="ko-KR" altLang="en-US" sz="800" kern="1200" dirty="0" err="1" smtClean="0">
                          <a:solidFill>
                            <a:schemeClr val="tx1">
                              <a:lumMod val="75000"/>
                              <a:lumOff val="25000"/>
                            </a:schemeClr>
                          </a:solidFill>
                          <a:latin typeface="+mn-lt"/>
                          <a:ea typeface="+mn-ea"/>
                          <a:cs typeface="+mn-cs"/>
                        </a:rPr>
                        <a:t>안함</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본인 소속 팀에만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진행일시</a:t>
                      </a:r>
                      <a:r>
                        <a:rPr lang="ko-KR" altLang="en-US" sz="800" kern="1200" dirty="0" smtClean="0">
                          <a:solidFill>
                            <a:schemeClr val="tx1">
                              <a:lumMod val="75000"/>
                              <a:lumOff val="25000"/>
                            </a:schemeClr>
                          </a:solidFill>
                          <a:latin typeface="+mn-ea"/>
                          <a:ea typeface="+mn-ea"/>
                          <a:cs typeface="+mn-cs"/>
                        </a:rPr>
                        <a:t> 내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진행 중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진핸 전 </a:t>
                      </a:r>
                      <a:r>
                        <a:rPr lang="en-US" altLang="ko-KR" sz="800" kern="1200" dirty="0" smtClean="0">
                          <a:solidFill>
                            <a:schemeClr val="tx1">
                              <a:lumMod val="75000"/>
                              <a:lumOff val="25000"/>
                            </a:schemeClr>
                          </a:solidFill>
                          <a:latin typeface="+mn-ea"/>
                          <a:ea typeface="+mn-ea"/>
                          <a:cs typeface="+mn-cs"/>
                        </a:rPr>
                        <a:t>: </a:t>
                      </a: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시험 시작 전입니다</a:t>
                      </a:r>
                      <a:r>
                        <a:rPr lang="en-US" altLang="ko-KR" sz="800" kern="1200" dirty="0" smtClean="0">
                          <a:solidFill>
                            <a:srgbClr val="0070C0"/>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159328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58342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sp>
        <p:nvSpPr>
          <p:cNvPr id="325" name="직사각형 324"/>
          <p:cNvSpPr/>
          <p:nvPr/>
        </p:nvSpPr>
        <p:spPr>
          <a:xfrm>
            <a:off x="3105175" y="3461767"/>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1268909219"/>
              </p:ext>
            </p:extLst>
          </p:nvPr>
        </p:nvGraphicFramePr>
        <p:xfrm>
          <a:off x="1972097" y="4065463"/>
          <a:ext cx="7470353" cy="807650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439279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a:t>
                      </a:r>
                      <a:r>
                        <a:rPr lang="en-US" altLang="ko-KR" sz="800" b="0" dirty="0" smtClean="0">
                          <a:solidFill>
                            <a:schemeClr val="tx1">
                              <a:lumMod val="75000"/>
                              <a:lumOff val="25000"/>
                            </a:schemeClr>
                          </a:solidFill>
                          <a:latin typeface="+mn-ea"/>
                        </a:rPr>
                        <a:t>: </a:t>
                      </a:r>
                      <a:r>
                        <a:rPr lang="ko-KR" altLang="en-US" sz="800" b="0" dirty="0" smtClean="0">
                          <a:solidFill>
                            <a:schemeClr val="tx1">
                              <a:lumMod val="75000"/>
                              <a:lumOff val="25000"/>
                            </a:schemeClr>
                          </a:solidFill>
                          <a:latin typeface="+mn-ea"/>
                        </a:rPr>
                        <a:t>과제 학습그룹 </a:t>
                      </a:r>
                      <a:r>
                        <a:rPr lang="en-US" altLang="ko-KR" sz="800" b="0" dirty="0" smtClean="0">
                          <a:solidFill>
                            <a:schemeClr val="tx1">
                              <a:lumMod val="75000"/>
                              <a:lumOff val="25000"/>
                            </a:schemeClr>
                          </a:solidFill>
                          <a:latin typeface="+mn-ea"/>
                        </a:rPr>
                        <a:t>001</a:t>
                      </a:r>
                    </a:p>
                  </a:txBody>
                  <a:tcPr marL="86752" marR="86752" marT="38249" marB="38249"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5"/>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440" name="Group 37"/>
          <p:cNvGraphicFramePr>
            <a:graphicFrameLocks noGrp="1"/>
          </p:cNvGraphicFramePr>
          <p:nvPr>
            <p:extLst>
              <p:ext uri="{D42A27DB-BD31-4B8C-83A1-F6EECF244321}">
                <p14:modId xmlns:p14="http://schemas.microsoft.com/office/powerpoint/2010/main" val="2284378842"/>
              </p:ext>
            </p:extLst>
          </p:nvPr>
        </p:nvGraphicFramePr>
        <p:xfrm>
          <a:off x="1972097" y="12223501"/>
          <a:ext cx="7470353" cy="186268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161395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441" name="모서리가 둥근 직사각형 440"/>
          <p:cNvSpPr/>
          <p:nvPr/>
        </p:nvSpPr>
        <p:spPr>
          <a:xfrm>
            <a:off x="8498446" y="1225419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&gt;  </a:t>
            </a:r>
            <a:r>
              <a:rPr lang="ko-KR" altLang="en-US" sz="800" spc="-60" dirty="0" err="1" smtClean="0">
                <a:latin typeface="+mn-ea"/>
                <a:ea typeface="+mn-ea"/>
              </a:rPr>
              <a:t>팀시험</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진행 전</a:t>
            </a:r>
            <a:r>
              <a:rPr lang="en-US" altLang="ko-KR" sz="800" spc="-60" dirty="0" smtClean="0">
                <a:latin typeface="+mn-ea"/>
                <a:ea typeface="+mn-ea"/>
              </a:rPr>
              <a:t>, </a:t>
            </a:r>
            <a:r>
              <a:rPr lang="ko-KR" altLang="en-US" sz="800" spc="-60" dirty="0" smtClean="0">
                <a:latin typeface="+mn-ea"/>
                <a:ea typeface="+mn-ea"/>
              </a:rPr>
              <a:t>진행 중</a:t>
            </a:r>
            <a:r>
              <a:rPr lang="en-US" altLang="ko-KR" sz="800" spc="-60" dirty="0">
                <a:latin typeface="+mn-ea"/>
                <a:ea typeface="+mn-ea"/>
              </a:rPr>
              <a:t> </a:t>
            </a:r>
            <a:r>
              <a:rPr lang="en-US" altLang="ko-KR" sz="800" spc="-60" dirty="0" smtClean="0">
                <a:latin typeface="+mn-ea"/>
                <a:ea typeface="+mn-ea"/>
              </a:rPr>
              <a:t>&amp; </a:t>
            </a:r>
            <a:r>
              <a:rPr lang="ko-KR" altLang="en-US" sz="800" spc="-60" dirty="0" err="1" smtClean="0">
                <a:latin typeface="+mn-ea"/>
                <a:ea typeface="+mn-ea"/>
              </a:rPr>
              <a:t>응시전</a:t>
            </a:r>
            <a:endParaRPr lang="ko-KR" altLang="en-US" sz="800" spc="-60" dirty="0">
              <a:latin typeface="+mn-ea"/>
              <a:ea typeface="+mn-ea"/>
            </a:endParaRPr>
          </a:p>
        </p:txBody>
      </p:sp>
      <p:grpSp>
        <p:nvGrpSpPr>
          <p:cNvPr id="186" name="그룹 185"/>
          <p:cNvGrpSpPr/>
          <p:nvPr/>
        </p:nvGrpSpPr>
        <p:grpSpPr>
          <a:xfrm>
            <a:off x="4603199" y="7754727"/>
            <a:ext cx="234360" cy="200055"/>
            <a:chOff x="1152270" y="11716364"/>
            <a:chExt cx="234360" cy="200055"/>
          </a:xfrm>
        </p:grpSpPr>
        <p:sp>
          <p:nvSpPr>
            <p:cNvPr id="187" name="모서리가 둥근 직사각형 18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8" name="직사각형 18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189" name="Group 37"/>
          <p:cNvGraphicFramePr>
            <a:graphicFrameLocks noGrp="1"/>
          </p:cNvGraphicFramePr>
          <p:nvPr>
            <p:extLst>
              <p:ext uri="{D42A27DB-BD31-4B8C-83A1-F6EECF244321}">
                <p14:modId xmlns:p14="http://schemas.microsoft.com/office/powerpoint/2010/main" val="970867864"/>
              </p:ext>
            </p:extLst>
          </p:nvPr>
        </p:nvGraphicFramePr>
        <p:xfrm>
          <a:off x="3253383" y="7981665"/>
          <a:ext cx="5741591" cy="4114032"/>
        </p:xfrm>
        <a:graphic>
          <a:graphicData uri="http://schemas.openxmlformats.org/drawingml/2006/table">
            <a:tbl>
              <a:tblPr/>
              <a:tblGrid>
                <a:gridCol w="345183"/>
                <a:gridCol w="715887"/>
                <a:gridCol w="3744417"/>
                <a:gridCol w="936104"/>
              </a:tblGrid>
              <a:tr h="287984">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학습그룹별 시험 설정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r h="28798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h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학습그룹 구성원</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r>
              <a:tr h="197070">
                <a:tc rowSpan="2">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1</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4930">
                <a:tc v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176432">
                <a:tc rowSpan="2">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2</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2">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3</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r h="0">
                <a:tc rowSpan="2">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a:t>
                      </a:r>
                      <a:r>
                        <a:rPr lang="ko-KR" altLang="en-US" sz="800" b="0" dirty="0" smtClean="0">
                          <a:solidFill>
                            <a:schemeClr val="tx1">
                              <a:lumMod val="75000"/>
                              <a:lumOff val="25000"/>
                            </a:schemeClr>
                          </a:solidFill>
                          <a:latin typeface="+mn-ea"/>
                          <a:ea typeface="+mn-ea"/>
                        </a:rPr>
                        <a:t>팀</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주제</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부 과제 주제</a:t>
                      </a:r>
                      <a:r>
                        <a:rPr lang="en-US" altLang="ko-KR" sz="800" b="0" dirty="0" smtClean="0">
                          <a:solidFill>
                            <a:schemeClr val="tx1">
                              <a:lumMod val="75000"/>
                              <a:lumOff val="25000"/>
                            </a:schemeClr>
                          </a:solidFill>
                          <a:latin typeface="+mn-ea"/>
                        </a:rPr>
                        <a:t>04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row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홍팀장</a:t>
                      </a:r>
                      <a:r>
                        <a:rPr lang="en-US" altLang="ko-KR" sz="800" b="0" dirty="0" smtClean="0">
                          <a:solidFill>
                            <a:schemeClr val="tx1">
                              <a:lumMod val="75000"/>
                              <a:lumOff val="25000"/>
                            </a:schemeClr>
                          </a:solidFill>
                          <a:latin typeface="+mn-ea"/>
                        </a:rPr>
                        <a:t>4</a:t>
                      </a:r>
                      <a:r>
                        <a:rPr lang="ko-KR" altLang="en-US" sz="800" b="0" dirty="0" smtClean="0">
                          <a:solidFill>
                            <a:schemeClr val="tx1">
                              <a:lumMod val="75000"/>
                              <a:lumOff val="25000"/>
                            </a:schemeClr>
                          </a:solidFill>
                          <a:latin typeface="+mn-ea"/>
                        </a:rPr>
                        <a:t> 외 </a:t>
                      </a: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0">
                <a:tc vMerge="1">
                  <a:txBody>
                    <a:bodyPr/>
                    <a:lstStyle/>
                    <a:p>
                      <a:pPr latinLnBrk="1"/>
                      <a:endParaRPr lang="ko-KR" altLang="en-US"/>
                    </a:p>
                  </a:txBody>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내용</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F8F8F9"/>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vMerge="1">
                  <a:txBody>
                    <a:bodyPr/>
                    <a:lstStyle/>
                    <a:p>
                      <a:pPr latinLnBrk="1"/>
                      <a:endParaRPr lang="ko-KR" altLang="en-US"/>
                    </a:p>
                  </a:txBody>
                  <a:tcPr/>
                </a:tc>
              </a:tr>
            </a:tbl>
          </a:graphicData>
        </a:graphic>
      </p:graphicFrame>
      <p:grpSp>
        <p:nvGrpSpPr>
          <p:cNvPr id="190" name="그룹 189"/>
          <p:cNvGrpSpPr/>
          <p:nvPr/>
        </p:nvGrpSpPr>
        <p:grpSpPr>
          <a:xfrm>
            <a:off x="4349281" y="8799202"/>
            <a:ext cx="3663061" cy="600864"/>
            <a:chOff x="3229000" y="4452549"/>
            <a:chExt cx="3663061" cy="600864"/>
          </a:xfrm>
        </p:grpSpPr>
        <p:sp>
          <p:nvSpPr>
            <p:cNvPr id="191"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92" name="Track"/>
            <p:cNvSpPr>
              <a:spLocks/>
            </p:cNvSpPr>
            <p:nvPr>
              <p:custDataLst>
                <p:tags r:id="rId4"/>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93" name="그룹 192"/>
          <p:cNvGrpSpPr/>
          <p:nvPr/>
        </p:nvGrpSpPr>
        <p:grpSpPr>
          <a:xfrm>
            <a:off x="4348361" y="9684171"/>
            <a:ext cx="3663061" cy="600864"/>
            <a:chOff x="3229000" y="4452549"/>
            <a:chExt cx="3663061" cy="600864"/>
          </a:xfrm>
        </p:grpSpPr>
        <p:sp>
          <p:nvSpPr>
            <p:cNvPr id="194"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95" name="Track"/>
            <p:cNvSpPr>
              <a:spLocks/>
            </p:cNvSpPr>
            <p:nvPr>
              <p:custDataLst>
                <p:tags r:id="rId3"/>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96" name="그룹 195"/>
          <p:cNvGrpSpPr/>
          <p:nvPr/>
        </p:nvGrpSpPr>
        <p:grpSpPr>
          <a:xfrm>
            <a:off x="4348361" y="10576842"/>
            <a:ext cx="3663061" cy="600864"/>
            <a:chOff x="3229000" y="4452549"/>
            <a:chExt cx="3663061" cy="600864"/>
          </a:xfrm>
        </p:grpSpPr>
        <p:sp>
          <p:nvSpPr>
            <p:cNvPr id="197"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199" name="Track"/>
            <p:cNvSpPr>
              <a:spLocks/>
            </p:cNvSpPr>
            <p:nvPr>
              <p:custDataLst>
                <p:tags r:id="rId2"/>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01" name="그룹 200"/>
          <p:cNvGrpSpPr/>
          <p:nvPr/>
        </p:nvGrpSpPr>
        <p:grpSpPr>
          <a:xfrm>
            <a:off x="4348361" y="11450463"/>
            <a:ext cx="3663061" cy="600864"/>
            <a:chOff x="3229000" y="4452549"/>
            <a:chExt cx="3663061" cy="600864"/>
          </a:xfrm>
        </p:grpSpPr>
        <p:sp>
          <p:nvSpPr>
            <p:cNvPr id="202" name="Rectangle 251"/>
            <p:cNvSpPr>
              <a:spLocks noChangeArrowheads="1"/>
            </p:cNvSpPr>
            <p:nvPr/>
          </p:nvSpPr>
          <p:spPr bwMode="auto">
            <a:xfrm>
              <a:off x="3229000" y="4452549"/>
              <a:ext cx="3663061" cy="597600"/>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 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p:txBody>
        </p:sp>
        <p:sp>
          <p:nvSpPr>
            <p:cNvPr id="203" name="Track"/>
            <p:cNvSpPr>
              <a:spLocks/>
            </p:cNvSpPr>
            <p:nvPr>
              <p:custDataLst>
                <p:tags r:id="rId1"/>
              </p:custDataLst>
            </p:nvPr>
          </p:nvSpPr>
          <p:spPr bwMode="auto">
            <a:xfrm>
              <a:off x="6847530" y="4455813"/>
              <a:ext cx="43200" cy="5976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04" name="그룹 203"/>
          <p:cNvGrpSpPr/>
          <p:nvPr/>
        </p:nvGrpSpPr>
        <p:grpSpPr>
          <a:xfrm>
            <a:off x="4602485" y="8031542"/>
            <a:ext cx="234360" cy="200055"/>
            <a:chOff x="1152270" y="11716364"/>
            <a:chExt cx="234360" cy="200055"/>
          </a:xfrm>
        </p:grpSpPr>
        <p:sp>
          <p:nvSpPr>
            <p:cNvPr id="205" name="모서리가 둥근 직사각형 2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6" name="직사각형 20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207" name="직사각형 206"/>
          <p:cNvSpPr/>
          <p:nvPr/>
        </p:nvSpPr>
        <p:spPr>
          <a:xfrm>
            <a:off x="1947714" y="7735478"/>
            <a:ext cx="7484640" cy="4406490"/>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grpSp>
        <p:nvGrpSpPr>
          <p:cNvPr id="208" name="그룹 207"/>
          <p:cNvGrpSpPr/>
          <p:nvPr/>
        </p:nvGrpSpPr>
        <p:grpSpPr>
          <a:xfrm>
            <a:off x="1878542" y="7677472"/>
            <a:ext cx="234360" cy="200055"/>
            <a:chOff x="1152270" y="11716364"/>
            <a:chExt cx="234360" cy="200055"/>
          </a:xfrm>
        </p:grpSpPr>
        <p:sp>
          <p:nvSpPr>
            <p:cNvPr id="209" name="모서리가 둥근 직사각형 20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0" name="직사각형 20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230" name="Group 37"/>
          <p:cNvGraphicFramePr>
            <a:graphicFrameLocks noGrp="1"/>
          </p:cNvGraphicFramePr>
          <p:nvPr>
            <p:extLst>
              <p:ext uri="{D42A27DB-BD31-4B8C-83A1-F6EECF244321}">
                <p14:modId xmlns:p14="http://schemas.microsoft.com/office/powerpoint/2010/main" val="2383050290"/>
              </p:ext>
            </p:extLst>
          </p:nvPr>
        </p:nvGraphicFramePr>
        <p:xfrm>
          <a:off x="2090385" y="12554966"/>
          <a:ext cx="7233015" cy="1443315"/>
        </p:xfrm>
        <a:graphic>
          <a:graphicData uri="http://schemas.openxmlformats.org/drawingml/2006/table">
            <a:tbl>
              <a:tblPr/>
              <a:tblGrid>
                <a:gridCol w="630367">
                  <a:extLst>
                    <a:ext uri="{9D8B030D-6E8A-4147-A177-3AD203B41FA5}">
                      <a16:colId xmlns="" xmlns:a16="http://schemas.microsoft.com/office/drawing/2014/main" val="20001"/>
                    </a:ext>
                  </a:extLst>
                </a:gridCol>
                <a:gridCol w="1512168"/>
                <a:gridCol w="504056"/>
                <a:gridCol w="360040"/>
                <a:gridCol w="2304256"/>
                <a:gridCol w="936104"/>
                <a:gridCol w="986024"/>
              </a:tblGrid>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학습그룹</a:t>
                      </a:r>
                    </a:p>
                  </a:txBody>
                  <a:tcPr marL="36000" marR="36000" marT="39152" marB="39152"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부주제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팀장</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팀원</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시험일시</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a:t>
                      </a:r>
                      <a:r>
                        <a:rPr kumimoji="1" lang="ko-KR" altLang="en-US" sz="800" b="0" i="0" u="none" strike="noStrike" cap="none" normalizeH="0" baseline="0" dirty="0" smtClean="0">
                          <a:ln>
                            <a:noFill/>
                          </a:ln>
                          <a:solidFill>
                            <a:schemeClr val="tx1">
                              <a:lumMod val="75000"/>
                              <a:lumOff val="25000"/>
                            </a:schemeClr>
                          </a:solidFill>
                          <a:effectLst/>
                          <a:latin typeface="+mn-ea"/>
                          <a:ea typeface="+mn-ea"/>
                        </a:rPr>
                        <a:t>기간</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시험시간</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extLst>
                  <a:ext uri="{0D108BD9-81ED-4DB2-BD59-A6C34878D82A}">
                    <a16:rowId xmlns="" xmlns:a16="http://schemas.microsoft.com/office/drawing/2014/main" val="10000"/>
                  </a:ext>
                </a:extLst>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TEAM 1</a:t>
                      </a:r>
                    </a:p>
                  </a:txBody>
                  <a:tcPr marL="36000" marR="36000" marT="39152" marB="39152"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B1C1D5"/>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01</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김팀장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11</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a:t>
                      </a: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10:30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TEAM 2</a:t>
                      </a:r>
                    </a:p>
                  </a:txBody>
                  <a:tcPr marL="36000" marR="36000" marT="39152" marB="39152"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02</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최팀장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a:t>
                      </a: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10:30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TEAM 3</a:t>
                      </a:r>
                    </a:p>
                  </a:txBody>
                  <a:tcPr marL="36000" marR="36000" marT="39152" marB="39152"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03</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이팀장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12</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a:t>
                      </a: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10:30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r h="28866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TEAM 4</a:t>
                      </a:r>
                    </a:p>
                  </a:txBody>
                  <a:tcPr marL="36000" marR="36000" marT="39152" marB="39152"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부주제부주제부주제부주제</a:t>
                      </a:r>
                      <a:r>
                        <a:rPr lang="en-US" altLang="ko-KR" sz="800" b="0" dirty="0" smtClean="0">
                          <a:solidFill>
                            <a:schemeClr val="tx1">
                              <a:lumMod val="75000"/>
                              <a:lumOff val="25000"/>
                            </a:schemeClr>
                          </a:solidFill>
                          <a:latin typeface="+mn-ea"/>
                        </a:rPr>
                        <a:t>04</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오팀장</a:t>
                      </a:r>
                      <a:endParaRPr lang="en-US" altLang="ko-KR" sz="800" b="0" dirty="0" smtClean="0">
                        <a:solidFill>
                          <a:schemeClr val="tx1">
                            <a:lumMod val="75000"/>
                            <a:lumOff val="25000"/>
                          </a:schemeClr>
                        </a:solidFill>
                        <a:latin typeface="+mn-ea"/>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13</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a:t>
                      </a: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10:30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30</a:t>
                      </a:r>
                      <a:r>
                        <a:rPr lang="ko-KR" altLang="en-US" sz="800" b="0" kern="1200" dirty="0" smtClean="0">
                          <a:solidFill>
                            <a:schemeClr val="tx1">
                              <a:lumMod val="75000"/>
                              <a:lumOff val="25000"/>
                            </a:schemeClr>
                          </a:solidFill>
                          <a:latin typeface="+mn-ea"/>
                          <a:ea typeface="+mn-ea"/>
                          <a:cs typeface="+mn-cs"/>
                        </a:rPr>
                        <a:t>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lnTlToBr>
                      <a:noFill/>
                    </a:lnTlToBr>
                    <a:lnBlToTr>
                      <a:noFill/>
                    </a:lnBlToTr>
                    <a:solidFill>
                      <a:schemeClr val="bg1"/>
                    </a:solidFill>
                  </a:tcPr>
                </a:tc>
              </a:tr>
            </a:tbl>
          </a:graphicData>
        </a:graphic>
      </p:graphicFrame>
      <p:sp>
        <p:nvSpPr>
          <p:cNvPr id="231" name="직사각형 230"/>
          <p:cNvSpPr/>
          <p:nvPr/>
        </p:nvSpPr>
        <p:spPr>
          <a:xfrm>
            <a:off x="2104180" y="12834428"/>
            <a:ext cx="616572" cy="1172299"/>
          </a:xfrm>
          <a:prstGeom prst="rect">
            <a:avLst/>
          </a:prstGeom>
          <a:noFill/>
          <a:ln w="3175" cap="flat" cmpd="sng" algn="ctr">
            <a:solidFill>
              <a:srgbClr val="FF0000"/>
            </a:solidFill>
            <a:prstDash val="dash"/>
          </a:ln>
          <a:effectLst/>
        </p:spPr>
        <p:txBody>
          <a:bodyPr lIns="81272" tIns="40636" rIns="81272" bIns="40636" rtlCol="0" anchor="ctr"/>
          <a:lstStyle/>
          <a:p>
            <a:pPr algn="ctr" defTabSz="812719" eaLnBrk="1" hangingPunct="1">
              <a:defRPr/>
            </a:pPr>
            <a:endParaRPr kumimoji="1" lang="ko-KR" altLang="en-US" sz="700" b="1" kern="0">
              <a:solidFill>
                <a:prstClr val="white"/>
              </a:solidFill>
              <a:latin typeface="+mn-ea"/>
              <a:ea typeface="+mn-ea"/>
            </a:endParaRPr>
          </a:p>
        </p:txBody>
      </p:sp>
      <p:sp>
        <p:nvSpPr>
          <p:cNvPr id="232" name="모서리가 둥근 직사각형 231"/>
          <p:cNvSpPr/>
          <p:nvPr/>
        </p:nvSpPr>
        <p:spPr>
          <a:xfrm>
            <a:off x="8373480" y="12897606"/>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750" dirty="0" smtClean="0">
                <a:solidFill>
                  <a:schemeClr val="bg1"/>
                </a:solidFill>
                <a:latin typeface="맑은 고딕" panose="020B0503020000020004" pitchFamily="50" charset="-127"/>
                <a:ea typeface="맑은 고딕" panose="020B0503020000020004" pitchFamily="50" charset="-127"/>
              </a:rPr>
              <a:t>응시하기</a:t>
            </a:r>
            <a:endParaRPr lang="ko-KR" altLang="en-US" sz="750" dirty="0">
              <a:solidFill>
                <a:schemeClr val="bg1"/>
              </a:solidFill>
              <a:latin typeface="맑은 고딕" panose="020B0503020000020004" pitchFamily="50" charset="-127"/>
              <a:ea typeface="맑은 고딕" panose="020B0503020000020004" pitchFamily="50" charset="-127"/>
            </a:endParaRPr>
          </a:p>
        </p:txBody>
      </p:sp>
      <p:grpSp>
        <p:nvGrpSpPr>
          <p:cNvPr id="303" name="그룹 302"/>
          <p:cNvGrpSpPr/>
          <p:nvPr/>
        </p:nvGrpSpPr>
        <p:grpSpPr>
          <a:xfrm>
            <a:off x="8247032" y="12891809"/>
            <a:ext cx="234360" cy="200055"/>
            <a:chOff x="1152270" y="11716364"/>
            <a:chExt cx="234360" cy="200055"/>
          </a:xfrm>
        </p:grpSpPr>
        <p:sp>
          <p:nvSpPr>
            <p:cNvPr id="304" name="모서리가 둥근 직사각형 3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7" name="직사각형 34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363" name="그룹 362"/>
          <p:cNvGrpSpPr/>
          <p:nvPr/>
        </p:nvGrpSpPr>
        <p:grpSpPr>
          <a:xfrm>
            <a:off x="1985814" y="12751940"/>
            <a:ext cx="234360" cy="200055"/>
            <a:chOff x="1152270" y="11716364"/>
            <a:chExt cx="234360" cy="200055"/>
          </a:xfrm>
        </p:grpSpPr>
        <p:sp>
          <p:nvSpPr>
            <p:cNvPr id="364" name="모서리가 둥근 직사각형 36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1" name="직사각형 37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00" name="그룹 199"/>
          <p:cNvGrpSpPr/>
          <p:nvPr/>
        </p:nvGrpSpPr>
        <p:grpSpPr>
          <a:xfrm>
            <a:off x="579562" y="2166658"/>
            <a:ext cx="1386586" cy="5317057"/>
            <a:chOff x="579562" y="2166658"/>
            <a:chExt cx="1386586" cy="5317057"/>
          </a:xfrm>
        </p:grpSpPr>
        <p:grpSp>
          <p:nvGrpSpPr>
            <p:cNvPr id="211" name="그룹 210"/>
            <p:cNvGrpSpPr/>
            <p:nvPr/>
          </p:nvGrpSpPr>
          <p:grpSpPr>
            <a:xfrm>
              <a:off x="629956" y="3318264"/>
              <a:ext cx="1332000" cy="180000"/>
              <a:chOff x="666428" y="3785432"/>
              <a:chExt cx="1332000" cy="180000"/>
            </a:xfrm>
          </p:grpSpPr>
          <p:sp>
            <p:nvSpPr>
              <p:cNvPr id="394" name="모서리가 둥근 직사각형 39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9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29956" y="3568824"/>
              <a:ext cx="1332000" cy="180000"/>
              <a:chOff x="666428" y="4310612"/>
              <a:chExt cx="1332000" cy="180000"/>
            </a:xfrm>
          </p:grpSpPr>
          <p:sp>
            <p:nvSpPr>
              <p:cNvPr id="392" name="모서리가 둥근 직사각형 39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93"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29955" y="3042501"/>
              <a:ext cx="1332000" cy="180000"/>
              <a:chOff x="666427" y="3266516"/>
              <a:chExt cx="1332000" cy="180000"/>
            </a:xfrm>
          </p:grpSpPr>
          <p:sp>
            <p:nvSpPr>
              <p:cNvPr id="390" name="모서리가 둥근 직사각형 38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91"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29956" y="3854780"/>
              <a:ext cx="1332000" cy="180000"/>
              <a:chOff x="666428" y="4570824"/>
              <a:chExt cx="1332000" cy="180000"/>
            </a:xfrm>
          </p:grpSpPr>
          <p:sp>
            <p:nvSpPr>
              <p:cNvPr id="388" name="모서리가 둥근 직사각형 38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9"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29956" y="5316875"/>
              <a:ext cx="1332000" cy="180000"/>
              <a:chOff x="666428" y="5096004"/>
              <a:chExt cx="1332000" cy="180000"/>
            </a:xfrm>
          </p:grpSpPr>
          <p:sp>
            <p:nvSpPr>
              <p:cNvPr id="386" name="모서리가 둥근 직사각형 385"/>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87"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4148" y="5634789"/>
              <a:ext cx="1332000" cy="180000"/>
              <a:chOff x="666428" y="3785432"/>
              <a:chExt cx="1332000" cy="180000"/>
            </a:xfrm>
          </p:grpSpPr>
          <p:sp>
            <p:nvSpPr>
              <p:cNvPr id="384" name="모서리가 둥근 직사각형 38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8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1150" y="4135825"/>
              <a:ext cx="1332000" cy="180000"/>
              <a:chOff x="666428" y="4570824"/>
              <a:chExt cx="1332000" cy="180000"/>
            </a:xfrm>
          </p:grpSpPr>
          <p:sp>
            <p:nvSpPr>
              <p:cNvPr id="382" name="모서리가 둥근 직사각형 38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83"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6" y="4423395"/>
              <a:ext cx="1332000" cy="180000"/>
              <a:chOff x="666428" y="4310612"/>
              <a:chExt cx="1332000" cy="180000"/>
            </a:xfrm>
          </p:grpSpPr>
          <p:sp>
            <p:nvSpPr>
              <p:cNvPr id="380" name="모서리가 둥근 직사각형 37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81"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9" name="TextBox 21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0" name="그룹 219"/>
            <p:cNvGrpSpPr/>
            <p:nvPr/>
          </p:nvGrpSpPr>
          <p:grpSpPr>
            <a:xfrm>
              <a:off x="632520" y="4723068"/>
              <a:ext cx="1332000" cy="180000"/>
              <a:chOff x="666428" y="4310612"/>
              <a:chExt cx="1332000" cy="180000"/>
            </a:xfrm>
          </p:grpSpPr>
          <p:sp>
            <p:nvSpPr>
              <p:cNvPr id="378" name="모서리가 둥근 직사각형 37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79"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2520" y="2752353"/>
              <a:ext cx="1332000" cy="180000"/>
              <a:chOff x="666427" y="3266516"/>
              <a:chExt cx="1332000" cy="180000"/>
            </a:xfrm>
          </p:grpSpPr>
          <p:sp>
            <p:nvSpPr>
              <p:cNvPr id="376" name="모서리가 둥근 직사각형 37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77"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2520" y="5005767"/>
              <a:ext cx="1332000" cy="180000"/>
              <a:chOff x="666428" y="4310612"/>
              <a:chExt cx="1332000" cy="180000"/>
            </a:xfrm>
          </p:grpSpPr>
          <p:sp>
            <p:nvSpPr>
              <p:cNvPr id="372" name="모서리가 둥근 직사각형 37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75"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32520" y="6227787"/>
              <a:ext cx="1332000" cy="180000"/>
              <a:chOff x="666428" y="3785432"/>
              <a:chExt cx="1332000" cy="180000"/>
            </a:xfrm>
          </p:grpSpPr>
          <p:sp>
            <p:nvSpPr>
              <p:cNvPr id="367" name="모서리가 둥근 직사각형 36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7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4" name="그룹 223"/>
            <p:cNvGrpSpPr/>
            <p:nvPr/>
          </p:nvGrpSpPr>
          <p:grpSpPr>
            <a:xfrm>
              <a:off x="632520" y="6487872"/>
              <a:ext cx="1332000" cy="180000"/>
              <a:chOff x="666428" y="4310612"/>
              <a:chExt cx="1332000" cy="180000"/>
            </a:xfrm>
          </p:grpSpPr>
          <p:sp>
            <p:nvSpPr>
              <p:cNvPr id="362" name="모서리가 둥근 직사각형 36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6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5" name="그룹 224"/>
            <p:cNvGrpSpPr/>
            <p:nvPr/>
          </p:nvGrpSpPr>
          <p:grpSpPr>
            <a:xfrm>
              <a:off x="632520" y="6773828"/>
              <a:ext cx="1332000" cy="180000"/>
              <a:chOff x="666428" y="4570824"/>
              <a:chExt cx="1332000" cy="180000"/>
            </a:xfrm>
          </p:grpSpPr>
          <p:sp>
            <p:nvSpPr>
              <p:cNvPr id="258" name="모서리가 둥근 직사각형 25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1"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7053155"/>
              <a:ext cx="1332000" cy="180000"/>
              <a:chOff x="666428" y="3785432"/>
              <a:chExt cx="1332000" cy="180000"/>
            </a:xfrm>
          </p:grpSpPr>
          <p:sp>
            <p:nvSpPr>
              <p:cNvPr id="256" name="모서리가 둥근 직사각형 25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7"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7303715"/>
              <a:ext cx="1332000" cy="180000"/>
              <a:chOff x="666428" y="4310612"/>
              <a:chExt cx="1332000" cy="180000"/>
            </a:xfrm>
          </p:grpSpPr>
          <p:sp>
            <p:nvSpPr>
              <p:cNvPr id="241" name="모서리가 둥근 직사각형 24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4"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22995" y="5922821"/>
              <a:ext cx="1332000" cy="180000"/>
              <a:chOff x="666427" y="3266516"/>
              <a:chExt cx="1332000" cy="180000"/>
            </a:xfrm>
          </p:grpSpPr>
          <p:sp>
            <p:nvSpPr>
              <p:cNvPr id="233" name="모서리가 둥근 직사각형 232"/>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34"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모서리가 둥근 직사각형 235"/>
          <p:cNvSpPr/>
          <p:nvPr/>
        </p:nvSpPr>
        <p:spPr>
          <a:xfrm>
            <a:off x="7607771" y="3784848"/>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팀 구성원</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37" name="그룹 236"/>
          <p:cNvGrpSpPr/>
          <p:nvPr/>
        </p:nvGrpSpPr>
        <p:grpSpPr>
          <a:xfrm>
            <a:off x="9873927" y="4251526"/>
            <a:ext cx="2052001" cy="3560806"/>
            <a:chOff x="1100571" y="3012284"/>
            <a:chExt cx="2052001" cy="3560806"/>
          </a:xfrm>
        </p:grpSpPr>
        <p:sp>
          <p:nvSpPr>
            <p:cNvPr id="238" name="직사각형 237"/>
            <p:cNvSpPr/>
            <p:nvPr/>
          </p:nvSpPr>
          <p:spPr>
            <a:xfrm>
              <a:off x="1100571" y="3176972"/>
              <a:ext cx="2052000" cy="3396118"/>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0572" y="3031733"/>
              <a:ext cx="2052000" cy="216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3" name="직사각형 242"/>
            <p:cNvSpPr/>
            <p:nvPr/>
          </p:nvSpPr>
          <p:spPr>
            <a:xfrm>
              <a:off x="1109761" y="3045627"/>
              <a:ext cx="631904" cy="215444"/>
            </a:xfrm>
            <a:prstGeom prst="rect">
              <a:avLst/>
            </a:prstGeom>
          </p:spPr>
          <p:txBody>
            <a:bodyPr wrap="none">
              <a:spAutoFit/>
            </a:bodyPr>
            <a:lstStyle/>
            <a:p>
              <a:r>
                <a:rPr lang="ko-KR" altLang="en-US" sz="800" dirty="0" smtClean="0">
                  <a:solidFill>
                    <a:schemeClr val="bg1"/>
                  </a:solidFill>
                  <a:latin typeface="+mn-ea"/>
                  <a:ea typeface="+mn-ea"/>
                </a:rPr>
                <a:t>팀 구성원</a:t>
              </a:r>
              <a:endParaRPr lang="ko-KR" altLang="en-US" sz="800" dirty="0">
                <a:solidFill>
                  <a:schemeClr val="bg1"/>
                </a:solidFill>
                <a:latin typeface="+mn-ea"/>
                <a:ea typeface="+mn-ea"/>
              </a:endParaRPr>
            </a:p>
          </p:txBody>
        </p:sp>
        <p:sp>
          <p:nvSpPr>
            <p:cNvPr id="244" name="직사각형 243"/>
            <p:cNvSpPr/>
            <p:nvPr/>
          </p:nvSpPr>
          <p:spPr>
            <a:xfrm>
              <a:off x="2868168" y="301228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45" name="모서리가 둥근 직사각형 244"/>
          <p:cNvSpPr/>
          <p:nvPr/>
        </p:nvSpPr>
        <p:spPr>
          <a:xfrm>
            <a:off x="10489396" y="747662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46" name="Group 37"/>
          <p:cNvGraphicFramePr>
            <a:graphicFrameLocks noGrp="1"/>
          </p:cNvGraphicFramePr>
          <p:nvPr>
            <p:extLst>
              <p:ext uri="{D42A27DB-BD31-4B8C-83A1-F6EECF244321}">
                <p14:modId xmlns:p14="http://schemas.microsoft.com/office/powerpoint/2010/main" val="243961499"/>
              </p:ext>
            </p:extLst>
          </p:nvPr>
        </p:nvGraphicFramePr>
        <p:xfrm>
          <a:off x="9945935" y="4548376"/>
          <a:ext cx="1942318" cy="2795265"/>
        </p:xfrm>
        <a:graphic>
          <a:graphicData uri="http://schemas.openxmlformats.org/drawingml/2006/table">
            <a:tbl>
              <a:tblPr/>
              <a:tblGrid>
                <a:gridCol w="349560"/>
                <a:gridCol w="796379"/>
                <a:gridCol w="796379"/>
              </a:tblGrid>
              <a:tr h="25411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No</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이름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구분</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D9E1EB"/>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13</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01</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12</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11</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10</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9</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7</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03</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6</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5</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05</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54115">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4</a:t>
                      </a: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02</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팀원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cxnSp>
        <p:nvCxnSpPr>
          <p:cNvPr id="247" name="꺾인 연결선 246"/>
          <p:cNvCxnSpPr>
            <a:stCxn id="236" idx="2"/>
            <a:endCxn id="242" idx="0"/>
          </p:cNvCxnSpPr>
          <p:nvPr/>
        </p:nvCxnSpPr>
        <p:spPr>
          <a:xfrm rot="16200000" flipH="1">
            <a:off x="9325786" y="2696832"/>
            <a:ext cx="306127" cy="2842157"/>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069633"/>
      </p:ext>
    </p:extLst>
  </p:cSld>
  <p:clrMapOvr>
    <a:masterClrMapping/>
  </p:clrMapOvr>
  <p:transition>
    <p:wipe dir="r"/>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KNOU_UI_C02140000_07</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err="1" smtClean="0">
                <a:latin typeface="+mn-ea"/>
                <a:ea typeface="+mn-ea"/>
              </a:rPr>
              <a:t>실시간온라인</a:t>
            </a:r>
            <a:r>
              <a:rPr lang="ko-KR" altLang="en-US" sz="800" spc="-60" dirty="0" smtClean="0">
                <a:latin typeface="+mn-ea"/>
                <a:ea typeface="+mn-ea"/>
              </a:rPr>
              <a:t>  </a:t>
            </a:r>
            <a:r>
              <a:rPr lang="en-US" altLang="ko-KR" sz="800" spc="-60" dirty="0" smtClean="0">
                <a:latin typeface="+mn-ea"/>
                <a:ea typeface="+mn-ea"/>
              </a:rPr>
              <a:t>&gt;  </a:t>
            </a:r>
            <a:r>
              <a:rPr lang="ko-KR" altLang="en-US" sz="800" spc="-60" dirty="0" smtClean="0">
                <a:latin typeface="+mn-ea"/>
                <a:ea typeface="+mn-ea"/>
              </a:rPr>
              <a:t>일반시험 </a:t>
            </a:r>
            <a:r>
              <a:rPr lang="en-US" altLang="ko-KR" sz="800" spc="-60" dirty="0" smtClean="0">
                <a:latin typeface="+mn-ea"/>
                <a:ea typeface="+mn-ea"/>
              </a:rPr>
              <a:t>&gt; </a:t>
            </a:r>
            <a:r>
              <a:rPr lang="ko-KR" altLang="en-US" sz="800" spc="-60" dirty="0" smtClean="0">
                <a:latin typeface="+mn-ea"/>
                <a:ea typeface="+mn-ea"/>
              </a:rPr>
              <a:t>시험 마감 </a:t>
            </a:r>
            <a:r>
              <a:rPr lang="en-US" altLang="ko-KR" sz="800" spc="-60" dirty="0" smtClean="0">
                <a:latin typeface="+mn-ea"/>
                <a:ea typeface="+mn-ea"/>
              </a:rPr>
              <a:t>OR  ( </a:t>
            </a:r>
            <a:r>
              <a:rPr lang="ko-KR" altLang="en-US" sz="800" spc="-60" dirty="0" smtClean="0">
                <a:latin typeface="+mn-ea"/>
                <a:ea typeface="+mn-ea"/>
              </a:rPr>
              <a:t>진행 중 </a:t>
            </a:r>
            <a:r>
              <a:rPr lang="en-US" altLang="ko-KR" sz="800" spc="-60" dirty="0" smtClean="0">
                <a:latin typeface="+mn-ea"/>
                <a:ea typeface="+mn-ea"/>
              </a:rPr>
              <a:t>&amp; </a:t>
            </a:r>
            <a:r>
              <a:rPr lang="ko-KR" altLang="en-US" sz="800" spc="-60" dirty="0" smtClean="0">
                <a:latin typeface="+mn-ea"/>
                <a:ea typeface="+mn-ea"/>
              </a:rPr>
              <a:t>평가 전 </a:t>
            </a:r>
            <a:r>
              <a:rPr lang="en-US" altLang="ko-KR" sz="800" spc="-60" dirty="0" smtClean="0">
                <a:latin typeface="+mn-ea"/>
                <a:ea typeface="+mn-ea"/>
              </a:rPr>
              <a:t>)</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39636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4208865753"/>
              </p:ext>
            </p:extLst>
          </p:nvPr>
        </p:nvGraphicFramePr>
        <p:xfrm>
          <a:off x="9499029" y="4965791"/>
          <a:ext cx="1404156" cy="54776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시험지 처음 접속 일시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시험지 응시시간</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686514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984575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sp>
        <p:nvSpPr>
          <p:cNvPr id="325" name="직사각형 324"/>
          <p:cNvSpPr/>
          <p:nvPr/>
        </p:nvSpPr>
        <p:spPr>
          <a:xfrm>
            <a:off x="3105175" y="3461767"/>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750314018"/>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198" name="Group 37"/>
          <p:cNvGraphicFramePr>
            <a:graphicFrameLocks noGrp="1"/>
          </p:cNvGraphicFramePr>
          <p:nvPr>
            <p:extLst>
              <p:ext uri="{D42A27DB-BD31-4B8C-83A1-F6EECF244321}">
                <p14:modId xmlns:p14="http://schemas.microsoft.com/office/powerpoint/2010/main" val="4196488942"/>
              </p:ext>
            </p:extLst>
          </p:nvPr>
        </p:nvGraphicFramePr>
        <p:xfrm>
          <a:off x="1972097" y="8397552"/>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 </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35</a:t>
                      </a:r>
                      <a:r>
                        <a:rPr lang="ko-KR" altLang="en-US" sz="800" b="0" dirty="0" smtClean="0">
                          <a:solidFill>
                            <a:schemeClr val="tx1">
                              <a:lumMod val="75000"/>
                              <a:lumOff val="25000"/>
                            </a:schemeClr>
                          </a:solidFill>
                          <a:latin typeface="+mn-ea"/>
                          <a:ea typeface="+mn-ea"/>
                        </a:rPr>
                        <a:t>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9" name="모서리가 둥근 직사각형 198"/>
          <p:cNvSpPr/>
          <p:nvPr/>
        </p:nvSpPr>
        <p:spPr>
          <a:xfrm>
            <a:off x="8498446" y="8428245"/>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2</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00" name="그룹 199"/>
          <p:cNvGrpSpPr/>
          <p:nvPr/>
        </p:nvGrpSpPr>
        <p:grpSpPr>
          <a:xfrm>
            <a:off x="3991342" y="8667644"/>
            <a:ext cx="234360" cy="200055"/>
            <a:chOff x="1152270" y="11716364"/>
            <a:chExt cx="234360" cy="200055"/>
          </a:xfrm>
        </p:grpSpPr>
        <p:sp>
          <p:nvSpPr>
            <p:cNvPr id="201" name="모서리가 둥근 직사각형 2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2" name="직사각형 20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03" name="그룹 202"/>
          <p:cNvGrpSpPr/>
          <p:nvPr/>
        </p:nvGrpSpPr>
        <p:grpSpPr>
          <a:xfrm>
            <a:off x="3433891" y="9136681"/>
            <a:ext cx="234360" cy="200055"/>
            <a:chOff x="1152270" y="11716364"/>
            <a:chExt cx="234360" cy="200055"/>
          </a:xfrm>
        </p:grpSpPr>
        <p:sp>
          <p:nvSpPr>
            <p:cNvPr id="204" name="모서리가 둥근 직사각형 2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5" name="직사각형 20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12" name="그룹 211"/>
          <p:cNvGrpSpPr/>
          <p:nvPr/>
        </p:nvGrpSpPr>
        <p:grpSpPr>
          <a:xfrm>
            <a:off x="3428054" y="8901021"/>
            <a:ext cx="234360" cy="200055"/>
            <a:chOff x="1152270" y="11716364"/>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63" name="그룹 162"/>
          <p:cNvGrpSpPr/>
          <p:nvPr/>
        </p:nvGrpSpPr>
        <p:grpSpPr>
          <a:xfrm>
            <a:off x="579562" y="2166658"/>
            <a:ext cx="1386586" cy="5317057"/>
            <a:chOff x="579562" y="2166658"/>
            <a:chExt cx="1386586" cy="5317057"/>
          </a:xfrm>
        </p:grpSpPr>
        <p:grpSp>
          <p:nvGrpSpPr>
            <p:cNvPr id="164" name="그룹 163"/>
            <p:cNvGrpSpPr/>
            <p:nvPr/>
          </p:nvGrpSpPr>
          <p:grpSpPr>
            <a:xfrm>
              <a:off x="629956" y="3318264"/>
              <a:ext cx="1332000" cy="180000"/>
              <a:chOff x="666428" y="3785432"/>
              <a:chExt cx="1332000" cy="180000"/>
            </a:xfrm>
          </p:grpSpPr>
          <p:sp>
            <p:nvSpPr>
              <p:cNvPr id="229" name="모서리가 둥근 직사각형 22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5" name="그룹 164"/>
            <p:cNvGrpSpPr/>
            <p:nvPr/>
          </p:nvGrpSpPr>
          <p:grpSpPr>
            <a:xfrm>
              <a:off x="629956" y="3568824"/>
              <a:ext cx="1332000" cy="180000"/>
              <a:chOff x="666428" y="4310612"/>
              <a:chExt cx="1332000" cy="180000"/>
            </a:xfrm>
          </p:grpSpPr>
          <p:sp>
            <p:nvSpPr>
              <p:cNvPr id="227" name="모서리가 둥근 직사각형 2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2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29955" y="3042501"/>
              <a:ext cx="1332000" cy="180000"/>
              <a:chOff x="666427" y="3266516"/>
              <a:chExt cx="1332000" cy="180000"/>
            </a:xfrm>
          </p:grpSpPr>
          <p:sp>
            <p:nvSpPr>
              <p:cNvPr id="225" name="모서리가 둥근 직사각형 2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26"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29956" y="3854780"/>
              <a:ext cx="1332000" cy="180000"/>
              <a:chOff x="666428" y="4570824"/>
              <a:chExt cx="1332000" cy="180000"/>
            </a:xfrm>
          </p:grpSpPr>
          <p:sp>
            <p:nvSpPr>
              <p:cNvPr id="223" name="모서리가 둥근 직사각형 22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24"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9956" y="5316875"/>
              <a:ext cx="1332000" cy="180000"/>
              <a:chOff x="666428" y="5096004"/>
              <a:chExt cx="1332000" cy="180000"/>
            </a:xfrm>
          </p:grpSpPr>
          <p:sp>
            <p:nvSpPr>
              <p:cNvPr id="221" name="모서리가 둥근 직사각형 22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22"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34148" y="5634789"/>
              <a:ext cx="1332000" cy="180000"/>
              <a:chOff x="666428" y="3785432"/>
              <a:chExt cx="1332000" cy="180000"/>
            </a:xfrm>
          </p:grpSpPr>
          <p:sp>
            <p:nvSpPr>
              <p:cNvPr id="219" name="모서리가 둥근 직사각형 21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31150" y="4135825"/>
              <a:ext cx="1332000" cy="180000"/>
              <a:chOff x="666428" y="4570824"/>
              <a:chExt cx="1332000" cy="180000"/>
            </a:xfrm>
          </p:grpSpPr>
          <p:sp>
            <p:nvSpPr>
              <p:cNvPr id="217" name="모서리가 둥근 직사각형 21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18"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4423395"/>
              <a:ext cx="1332000" cy="180000"/>
              <a:chOff x="666428" y="4310612"/>
              <a:chExt cx="1332000" cy="180000"/>
            </a:xfrm>
          </p:grpSpPr>
          <p:sp>
            <p:nvSpPr>
              <p:cNvPr id="215" name="모서리가 둥근 직사각형 21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1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3" name="TextBox 17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74" name="그룹 173"/>
            <p:cNvGrpSpPr/>
            <p:nvPr/>
          </p:nvGrpSpPr>
          <p:grpSpPr>
            <a:xfrm>
              <a:off x="632520" y="4723068"/>
              <a:ext cx="1332000" cy="180000"/>
              <a:chOff x="666428" y="4310612"/>
              <a:chExt cx="1332000" cy="180000"/>
            </a:xfrm>
          </p:grpSpPr>
          <p:sp>
            <p:nvSpPr>
              <p:cNvPr id="210" name="모서리가 둥근 직사각형 20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11"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32520" y="2752353"/>
              <a:ext cx="1332000" cy="180000"/>
              <a:chOff x="666427" y="3266516"/>
              <a:chExt cx="1332000" cy="180000"/>
            </a:xfrm>
          </p:grpSpPr>
          <p:sp>
            <p:nvSpPr>
              <p:cNvPr id="208" name="모서리가 둥근 직사각형 207"/>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0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32520" y="5005767"/>
              <a:ext cx="1332000" cy="180000"/>
              <a:chOff x="666428" y="4310612"/>
              <a:chExt cx="1332000" cy="180000"/>
            </a:xfrm>
          </p:grpSpPr>
          <p:sp>
            <p:nvSpPr>
              <p:cNvPr id="206" name="모서리가 둥근 직사각형 20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07"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2520" y="6227787"/>
              <a:ext cx="1332000" cy="180000"/>
              <a:chOff x="666428" y="3785432"/>
              <a:chExt cx="1332000" cy="180000"/>
            </a:xfrm>
          </p:grpSpPr>
          <p:sp>
            <p:nvSpPr>
              <p:cNvPr id="196" name="모서리가 둥근 직사각형 19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19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2520" y="6487872"/>
              <a:ext cx="1332000" cy="180000"/>
              <a:chOff x="666428" y="4310612"/>
              <a:chExt cx="1332000" cy="180000"/>
            </a:xfrm>
          </p:grpSpPr>
          <p:sp>
            <p:nvSpPr>
              <p:cNvPr id="194" name="모서리가 둥근 직사각형 19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19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2520" y="6773828"/>
              <a:ext cx="1332000" cy="180000"/>
              <a:chOff x="666428" y="4570824"/>
              <a:chExt cx="1332000" cy="180000"/>
            </a:xfrm>
          </p:grpSpPr>
          <p:sp>
            <p:nvSpPr>
              <p:cNvPr id="192" name="모서리가 둥근 직사각형 19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93"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2520" y="7053155"/>
              <a:ext cx="1332000" cy="180000"/>
              <a:chOff x="666428" y="3785432"/>
              <a:chExt cx="1332000" cy="180000"/>
            </a:xfrm>
          </p:grpSpPr>
          <p:sp>
            <p:nvSpPr>
              <p:cNvPr id="190" name="모서리가 둥근 직사각형 18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9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2520" y="7303715"/>
              <a:ext cx="1332000" cy="180000"/>
              <a:chOff x="666428" y="4310612"/>
              <a:chExt cx="1332000" cy="180000"/>
            </a:xfrm>
          </p:grpSpPr>
          <p:sp>
            <p:nvSpPr>
              <p:cNvPr id="188" name="모서리가 둥근 직사각형 18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89"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22995" y="5922821"/>
              <a:ext cx="1332000" cy="180000"/>
              <a:chOff x="666427" y="3266516"/>
              <a:chExt cx="1332000" cy="180000"/>
            </a:xfrm>
          </p:grpSpPr>
          <p:sp>
            <p:nvSpPr>
              <p:cNvPr id="184" name="모서리가 둥근 직사각형 183"/>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185"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619199581"/>
      </p:ext>
    </p:extLst>
  </p:cSld>
  <p:clrMapOvr>
    <a:masterClrMapping/>
  </p:clrMapOvr>
  <p:transition>
    <p:wipe dir="r"/>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KNOU_UI_C02140000_08</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피드백</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179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895756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784445318"/>
              </p:ext>
            </p:extLst>
          </p:nvPr>
        </p:nvGraphicFramePr>
        <p:xfrm>
          <a:off x="9499029" y="4965791"/>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747124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sp>
        <p:nvSpPr>
          <p:cNvPr id="325" name="직사각형 324"/>
          <p:cNvSpPr/>
          <p:nvPr/>
        </p:nvSpPr>
        <p:spPr>
          <a:xfrm>
            <a:off x="3105175" y="3461767"/>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2269349705"/>
              </p:ext>
            </p:extLst>
          </p:nvPr>
        </p:nvGraphicFramePr>
        <p:xfrm>
          <a:off x="1972097" y="4065463"/>
          <a:ext cx="7470353" cy="4807215"/>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결시신청</a:t>
                      </a:r>
                      <a:r>
                        <a:rPr lang="ko-KR" altLang="en-US" sz="800" b="0" dirty="0" smtClean="0">
                          <a:solidFill>
                            <a:schemeClr val="tx1">
                              <a:lumMod val="75000"/>
                              <a:lumOff val="25000"/>
                            </a:schemeClr>
                          </a:solidFill>
                          <a:latin typeface="+mn-ea"/>
                          <a:ea typeface="+mn-ea"/>
                        </a:rPr>
                        <a:t> 및 결과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Y</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장애인</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고령자지원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Y</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21" name="모서리가 둥근 직사각형 420"/>
          <p:cNvSpPr/>
          <p:nvPr/>
        </p:nvSpPr>
        <p:spPr>
          <a:xfrm>
            <a:off x="3581634" y="8085507"/>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 대체</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422" name="모서리가 둥근 직사각형 421"/>
          <p:cNvSpPr/>
          <p:nvPr/>
        </p:nvSpPr>
        <p:spPr>
          <a:xfrm>
            <a:off x="3584848" y="8648550"/>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750" smtClean="0">
                <a:solidFill>
                  <a:schemeClr val="bg1"/>
                </a:solidFill>
                <a:latin typeface="맑은 고딕" panose="020B0503020000020004" pitchFamily="50" charset="-127"/>
                <a:ea typeface="맑은 고딕" panose="020B0503020000020004" pitchFamily="50" charset="-127"/>
              </a:rPr>
              <a:t>장애인</a:t>
            </a:r>
            <a:r>
              <a:rPr lang="en-US" altLang="ko-KR" sz="750" dirty="0" smtClean="0">
                <a:solidFill>
                  <a:schemeClr val="bg1"/>
                </a:solidFill>
                <a:latin typeface="맑은 고딕" panose="020B0503020000020004" pitchFamily="50" charset="-127"/>
                <a:ea typeface="맑은 고딕" panose="020B0503020000020004" pitchFamily="50" charset="-127"/>
              </a:rPr>
              <a:t>/</a:t>
            </a:r>
            <a:r>
              <a:rPr lang="ko-KR" altLang="en-US" sz="750" dirty="0" smtClean="0">
                <a:solidFill>
                  <a:schemeClr val="bg1"/>
                </a:solidFill>
                <a:latin typeface="맑은 고딕" panose="020B0503020000020004" pitchFamily="50" charset="-127"/>
                <a:ea typeface="맑은 고딕" panose="020B0503020000020004" pitchFamily="50" charset="-127"/>
              </a:rPr>
              <a:t>고령자 지원</a:t>
            </a:r>
            <a:endParaRPr lang="ko-KR" altLang="en-US" sz="750" dirty="0">
              <a:solidFill>
                <a:schemeClr val="bg1"/>
              </a:solidFill>
              <a:latin typeface="맑은 고딕" panose="020B0503020000020004" pitchFamily="50" charset="-127"/>
              <a:ea typeface="맑은 고딕" panose="020B0503020000020004" pitchFamily="50" charset="-127"/>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sp>
        <p:nvSpPr>
          <p:cNvPr id="436" name="모서리가 둥근 직사각형 435"/>
          <p:cNvSpPr/>
          <p:nvPr/>
        </p:nvSpPr>
        <p:spPr>
          <a:xfrm>
            <a:off x="3584848" y="8370043"/>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결시</a:t>
            </a:r>
            <a:r>
              <a:rPr lang="ko-KR" altLang="en-US" sz="800" dirty="0" smtClean="0">
                <a:solidFill>
                  <a:schemeClr val="bg1"/>
                </a:solidFill>
                <a:latin typeface="맑은 고딕" panose="020B0503020000020004" pitchFamily="50" charset="-127"/>
                <a:ea typeface="맑은 고딕" panose="020B0503020000020004" pitchFamily="50" charset="-127"/>
              </a:rPr>
              <a:t> 신</a:t>
            </a:r>
            <a:r>
              <a:rPr lang="ko-KR" altLang="en-US" sz="800" dirty="0">
                <a:solidFill>
                  <a:schemeClr val="bg1"/>
                </a:solidFill>
                <a:latin typeface="맑은 고딕" panose="020B0503020000020004" pitchFamily="50" charset="-127"/>
                <a:ea typeface="맑은 고딕" panose="020B0503020000020004" pitchFamily="50" charset="-127"/>
              </a:rPr>
              <a:t>청</a:t>
            </a:r>
            <a:r>
              <a:rPr lang="ko-KR" altLang="en-US" sz="800" dirty="0" smtClean="0">
                <a:solidFill>
                  <a:schemeClr val="bg1"/>
                </a:solidFill>
                <a:latin typeface="맑은 고딕" panose="020B0503020000020004" pitchFamily="50" charset="-127"/>
                <a:ea typeface="맑은 고딕" panose="020B0503020000020004" pitchFamily="50" charset="-127"/>
              </a:rPr>
              <a:t> 및 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98" name="Group 37"/>
          <p:cNvGraphicFramePr>
            <a:graphicFrameLocks noGrp="1"/>
          </p:cNvGraphicFramePr>
          <p:nvPr>
            <p:extLst>
              <p:ext uri="{D42A27DB-BD31-4B8C-83A1-F6EECF244321}">
                <p14:modId xmlns:p14="http://schemas.microsoft.com/office/powerpoint/2010/main" val="3249673253"/>
              </p:ext>
            </p:extLst>
          </p:nvPr>
        </p:nvGraphicFramePr>
        <p:xfrm>
          <a:off x="1972097" y="8958758"/>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 </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35</a:t>
                      </a:r>
                      <a:r>
                        <a:rPr lang="ko-KR" altLang="en-US" sz="800" b="0" dirty="0" smtClean="0">
                          <a:solidFill>
                            <a:schemeClr val="tx1">
                              <a:lumMod val="75000"/>
                              <a:lumOff val="25000"/>
                            </a:schemeClr>
                          </a:solidFill>
                          <a:latin typeface="+mn-ea"/>
                          <a:ea typeface="+mn-ea"/>
                        </a:rPr>
                        <a:t>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99" name="모서리가 둥근 직사각형 198"/>
          <p:cNvSpPr/>
          <p:nvPr/>
        </p:nvSpPr>
        <p:spPr>
          <a:xfrm>
            <a:off x="8498446" y="898945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2</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6" name="그룹 165"/>
          <p:cNvGrpSpPr/>
          <p:nvPr/>
        </p:nvGrpSpPr>
        <p:grpSpPr>
          <a:xfrm>
            <a:off x="8299990" y="8946152"/>
            <a:ext cx="234360" cy="200055"/>
            <a:chOff x="1152270" y="11706839"/>
            <a:chExt cx="234360" cy="200055"/>
          </a:xfrm>
        </p:grpSpPr>
        <p:sp>
          <p:nvSpPr>
            <p:cNvPr id="167" name="모서리가 둥근 직사각형 1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68" name="직사각형 16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9" name="그룹 168"/>
          <p:cNvGrpSpPr/>
          <p:nvPr/>
        </p:nvGrpSpPr>
        <p:grpSpPr>
          <a:xfrm>
            <a:off x="2322493" y="4912591"/>
            <a:ext cx="6170401" cy="3681642"/>
            <a:chOff x="1100571" y="3168288"/>
            <a:chExt cx="6170401" cy="3681642"/>
          </a:xfrm>
        </p:grpSpPr>
        <p:sp>
          <p:nvSpPr>
            <p:cNvPr id="170" name="직사각형 169"/>
            <p:cNvSpPr/>
            <p:nvPr/>
          </p:nvSpPr>
          <p:spPr>
            <a:xfrm>
              <a:off x="1100571" y="3176974"/>
              <a:ext cx="6170400" cy="367295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2" name="직사각형 171"/>
            <p:cNvSpPr/>
            <p:nvPr/>
          </p:nvSpPr>
          <p:spPr>
            <a:xfrm>
              <a:off x="1100572" y="3168288"/>
              <a:ext cx="61704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3" name="직사각형 172"/>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피드백</a:t>
              </a:r>
              <a:endParaRPr lang="ko-KR" altLang="en-US" sz="800" b="1" dirty="0">
                <a:solidFill>
                  <a:schemeClr val="bg1"/>
                </a:solidFill>
                <a:latin typeface="+mn-ea"/>
                <a:ea typeface="+mn-ea"/>
              </a:endParaRPr>
            </a:p>
          </p:txBody>
        </p:sp>
        <p:sp>
          <p:nvSpPr>
            <p:cNvPr id="174" name="직사각형 173"/>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75" name="모서리가 둥근 직사각형 174"/>
          <p:cNvSpPr/>
          <p:nvPr/>
        </p:nvSpPr>
        <p:spPr>
          <a:xfrm>
            <a:off x="4931954" y="8249406"/>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6" name="그룹 175"/>
          <p:cNvGrpSpPr/>
          <p:nvPr/>
        </p:nvGrpSpPr>
        <p:grpSpPr>
          <a:xfrm>
            <a:off x="2303562" y="5184248"/>
            <a:ext cx="6249838" cy="304407"/>
            <a:chOff x="2288704" y="6797001"/>
            <a:chExt cx="6249838" cy="304407"/>
          </a:xfrm>
        </p:grpSpPr>
        <p:sp>
          <p:nvSpPr>
            <p:cNvPr id="177" name="직사각형 176"/>
            <p:cNvSpPr/>
            <p:nvPr/>
          </p:nvSpPr>
          <p:spPr>
            <a:xfrm>
              <a:off x="2288704" y="6853163"/>
              <a:ext cx="1439818" cy="246221"/>
            </a:xfrm>
            <a:prstGeom prst="rect">
              <a:avLst/>
            </a:prstGeom>
          </p:spPr>
          <p:txBody>
            <a:bodyPr wrap="none">
              <a:spAutoFit/>
            </a:bodyPr>
            <a:lstStyle/>
            <a:p>
              <a:r>
                <a:rPr lang="ko-KR" altLang="en-US" sz="1000" b="1" dirty="0" smtClean="0">
                  <a:solidFill>
                    <a:schemeClr val="tx1">
                      <a:lumMod val="75000"/>
                      <a:lumOff val="25000"/>
                    </a:schemeClr>
                  </a:solidFill>
                  <a:latin typeface="+mn-ea"/>
                  <a:ea typeface="+mn-ea"/>
                </a:rPr>
                <a:t>일한 번역연습</a:t>
              </a:r>
              <a:r>
                <a:rPr lang="en-US" altLang="ko-KR" sz="1000" b="1" dirty="0" smtClean="0">
                  <a:solidFill>
                    <a:schemeClr val="tx1">
                      <a:lumMod val="75000"/>
                      <a:lumOff val="25000"/>
                    </a:schemeClr>
                  </a:solidFill>
                  <a:latin typeface="+mn-ea"/>
                  <a:ea typeface="+mn-ea"/>
                </a:rPr>
                <a:t>01 1</a:t>
              </a:r>
              <a:r>
                <a:rPr lang="ko-KR" altLang="en-US" sz="1000" b="1" dirty="0" smtClean="0">
                  <a:solidFill>
                    <a:schemeClr val="tx1">
                      <a:lumMod val="75000"/>
                      <a:lumOff val="25000"/>
                    </a:schemeClr>
                  </a:solidFill>
                  <a:latin typeface="+mn-ea"/>
                  <a:ea typeface="+mn-ea"/>
                </a:rPr>
                <a:t>반</a:t>
              </a:r>
              <a:endParaRPr lang="ko-KR" altLang="en-US" sz="1000" dirty="0">
                <a:latin typeface="+mn-ea"/>
                <a:ea typeface="+mn-ea"/>
              </a:endParaRPr>
            </a:p>
          </p:txBody>
        </p:sp>
        <p:grpSp>
          <p:nvGrpSpPr>
            <p:cNvPr id="178" name="그룹 177"/>
            <p:cNvGrpSpPr/>
            <p:nvPr/>
          </p:nvGrpSpPr>
          <p:grpSpPr>
            <a:xfrm>
              <a:off x="6607370" y="6797001"/>
              <a:ext cx="1931172" cy="304407"/>
              <a:chOff x="5407617" y="2286397"/>
              <a:chExt cx="1931172" cy="304407"/>
            </a:xfrm>
          </p:grpSpPr>
          <p:sp>
            <p:nvSpPr>
              <p:cNvPr id="179" name="직사각형 178"/>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180" name="직사각형 179"/>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grpSp>
      <p:grpSp>
        <p:nvGrpSpPr>
          <p:cNvPr id="181" name="그룹 180"/>
          <p:cNvGrpSpPr/>
          <p:nvPr/>
        </p:nvGrpSpPr>
        <p:grpSpPr>
          <a:xfrm>
            <a:off x="2313088" y="5497889"/>
            <a:ext cx="6093761" cy="1061425"/>
            <a:chOff x="2298230" y="7158203"/>
            <a:chExt cx="6093761" cy="1061425"/>
          </a:xfrm>
        </p:grpSpPr>
        <p:sp>
          <p:nvSpPr>
            <p:cNvPr id="182" name="TextBox 181"/>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3" name="직사각형 182"/>
            <p:cNvSpPr/>
            <p:nvPr/>
          </p:nvSpPr>
          <p:spPr>
            <a:xfrm>
              <a:off x="2387191" y="7388631"/>
              <a:ext cx="6004800" cy="830997"/>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84" name="직사각형 183"/>
            <p:cNvSpPr/>
            <p:nvPr/>
          </p:nvSpPr>
          <p:spPr>
            <a:xfrm>
              <a:off x="2506824" y="7453919"/>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nvGrpSpPr>
            <p:cNvPr id="185" name="그룹 184"/>
            <p:cNvGrpSpPr/>
            <p:nvPr/>
          </p:nvGrpSpPr>
          <p:grpSpPr>
            <a:xfrm>
              <a:off x="2523778" y="7977358"/>
              <a:ext cx="1800000" cy="180000"/>
              <a:chOff x="1388604" y="4041068"/>
              <a:chExt cx="1800000" cy="180000"/>
            </a:xfrm>
          </p:grpSpPr>
          <p:sp>
            <p:nvSpPr>
              <p:cNvPr id="186" name="직사각형 185"/>
              <p:cNvSpPr/>
              <p:nvPr/>
            </p:nvSpPr>
            <p:spPr>
              <a:xfrm>
                <a:off x="1388604" y="4041068"/>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18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15896" y="4069062"/>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grpSp>
        <p:nvGrpSpPr>
          <p:cNvPr id="188" name="그룹 187"/>
          <p:cNvGrpSpPr/>
          <p:nvPr/>
        </p:nvGrpSpPr>
        <p:grpSpPr>
          <a:xfrm>
            <a:off x="2313087" y="6631322"/>
            <a:ext cx="6093761" cy="876759"/>
            <a:chOff x="2298230" y="7158203"/>
            <a:chExt cx="6093761" cy="876759"/>
          </a:xfrm>
        </p:grpSpPr>
        <p:sp>
          <p:nvSpPr>
            <p:cNvPr id="189" name="TextBox 188"/>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2026.05.06 13:35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90" name="직사각형 189"/>
            <p:cNvSpPr/>
            <p:nvPr/>
          </p:nvSpPr>
          <p:spPr>
            <a:xfrm>
              <a:off x="2387191" y="7388631"/>
              <a:ext cx="6004800" cy="64633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a:p>
              <a:pPr>
                <a:lnSpc>
                  <a:spcPct val="150000"/>
                </a:lnSpc>
              </a:pP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91" name="직사각형 190"/>
            <p:cNvSpPr/>
            <p:nvPr/>
          </p:nvSpPr>
          <p:spPr>
            <a:xfrm>
              <a:off x="2506824" y="7482494"/>
              <a:ext cx="5764174" cy="461665"/>
            </a:xfrm>
            <a:prstGeom prst="rect">
              <a:avLst/>
            </a:prstGeom>
            <a:solidFill>
              <a:srgbClr val="E0E6EE"/>
            </a:solidFill>
            <a:ln>
              <a:solidFill>
                <a:schemeClr val="bg1">
                  <a:lumMod val="65000"/>
                </a:schemeClr>
              </a:solidFill>
            </a:ln>
          </p:spPr>
          <p:txBody>
            <a:bodyPr wrap="square">
              <a:spAutoFit/>
            </a:bodyPr>
            <a:lstStyle/>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p>
            <a:p>
              <a:pPr>
                <a:lnSpc>
                  <a:spcPct val="150000"/>
                </a:lnSpc>
              </a:pP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 피드백내용</a:t>
              </a:r>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 01</a:t>
              </a:r>
            </a:p>
          </p:txBody>
        </p:sp>
      </p:grpSp>
      <p:grpSp>
        <p:nvGrpSpPr>
          <p:cNvPr id="192" name="그룹 191"/>
          <p:cNvGrpSpPr/>
          <p:nvPr/>
        </p:nvGrpSpPr>
        <p:grpSpPr>
          <a:xfrm>
            <a:off x="2313087" y="7567071"/>
            <a:ext cx="6093761" cy="483639"/>
            <a:chOff x="2298230" y="7158203"/>
            <a:chExt cx="6093761" cy="483639"/>
          </a:xfrm>
        </p:grpSpPr>
        <p:sp>
          <p:nvSpPr>
            <p:cNvPr id="193" name="TextBox 192"/>
            <p:cNvSpPr txBox="1"/>
            <p:nvPr/>
          </p:nvSpPr>
          <p:spPr>
            <a:xfrm>
              <a:off x="2298230" y="7158203"/>
              <a:ext cx="5273438" cy="276999"/>
            </a:xfrm>
            <a:prstGeom prst="rect">
              <a:avLst/>
            </a:prstGeom>
            <a:noFill/>
          </p:spPr>
          <p:txBody>
            <a:bodyPr wrap="square" rtlCol="0">
              <a:spAutoFit/>
            </a:bodyPr>
            <a:lstStyle/>
            <a:p>
              <a:pPr>
                <a:lnSpc>
                  <a:spcPct val="150000"/>
                </a:lnSpc>
              </a:pPr>
              <a:r>
                <a:rPr lang="en-US" altLang="ko-KR" sz="800" dirty="0" smtClean="0">
                  <a:latin typeface="맑은 고딕" panose="020B0503020000020004" pitchFamily="50" charset="-127"/>
                  <a:ea typeface="맑은 고딕" panose="020B0503020000020004" pitchFamily="50" charset="-127"/>
                </a:rPr>
                <a:t>2026.05.11 18:42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194" name="직사각형 193"/>
            <p:cNvSpPr/>
            <p:nvPr/>
          </p:nvSpPr>
          <p:spPr>
            <a:xfrm>
              <a:off x="2387191" y="7388631"/>
              <a:ext cx="6004800" cy="253211"/>
            </a:xfrm>
            <a:prstGeom prst="rect">
              <a:avLst/>
            </a:prstGeom>
            <a:solidFill>
              <a:srgbClr val="B1C1D5"/>
            </a:solidFill>
            <a:ln>
              <a:solidFill>
                <a:schemeClr val="bg1">
                  <a:lumMod val="65000"/>
                </a:schemeClr>
              </a:solidFill>
            </a:ln>
          </p:spPr>
          <p:txBody>
            <a:bodyPr wrap="square">
              <a:spAutoFit/>
            </a:bodyPr>
            <a:lstStyle/>
            <a:p>
              <a:pPr>
                <a:lnSpc>
                  <a:spcPct val="150000"/>
                </a:lnSpc>
              </a:pP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195" name="그룹 194"/>
            <p:cNvGrpSpPr/>
            <p:nvPr/>
          </p:nvGrpSpPr>
          <p:grpSpPr>
            <a:xfrm>
              <a:off x="2523778" y="7437065"/>
              <a:ext cx="1800000" cy="180000"/>
              <a:chOff x="1388604" y="3500775"/>
              <a:chExt cx="1800000" cy="180000"/>
            </a:xfrm>
          </p:grpSpPr>
          <p:sp>
            <p:nvSpPr>
              <p:cNvPr id="196" name="직사각형 195"/>
              <p:cNvSpPr/>
              <p:nvPr/>
            </p:nvSpPr>
            <p:spPr>
              <a:xfrm>
                <a:off x="1388604" y="3500775"/>
                <a:ext cx="180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  첨부파일</a:t>
                </a:r>
                <a:r>
                  <a:rPr lang="en-US" altLang="ko-KR" sz="800" dirty="0" smtClean="0">
                    <a:solidFill>
                      <a:schemeClr val="tx1">
                        <a:lumMod val="75000"/>
                        <a:lumOff val="25000"/>
                      </a:schemeClr>
                    </a:solidFill>
                    <a:latin typeface="+mn-ea"/>
                  </a:rPr>
                  <a:t>_202654541.pdf</a:t>
                </a:r>
                <a:endParaRPr lang="ko-KR" altLang="en-US" sz="800" dirty="0">
                  <a:solidFill>
                    <a:schemeClr val="tx1">
                      <a:lumMod val="50000"/>
                      <a:lumOff val="50000"/>
                    </a:schemeClr>
                  </a:solidFill>
                  <a:latin typeface="+mn-ea"/>
                </a:endParaRPr>
              </a:p>
            </p:txBody>
          </p:sp>
          <p:pic>
            <p:nvPicPr>
              <p:cNvPr id="19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15896" y="3528769"/>
                <a:ext cx="114300"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cxnSp>
        <p:nvCxnSpPr>
          <p:cNvPr id="206" name="꺾인 연결선 205"/>
          <p:cNvCxnSpPr>
            <a:endCxn id="170" idx="2"/>
          </p:cNvCxnSpPr>
          <p:nvPr/>
        </p:nvCxnSpPr>
        <p:spPr>
          <a:xfrm rot="16200000" flipV="1">
            <a:off x="6982558" y="7019368"/>
            <a:ext cx="391024" cy="3540753"/>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200" name="그룹 199"/>
          <p:cNvGrpSpPr/>
          <p:nvPr/>
        </p:nvGrpSpPr>
        <p:grpSpPr>
          <a:xfrm>
            <a:off x="579562" y="2166658"/>
            <a:ext cx="1386586" cy="5317057"/>
            <a:chOff x="579562" y="2166658"/>
            <a:chExt cx="1386586" cy="5317057"/>
          </a:xfrm>
        </p:grpSpPr>
        <p:grpSp>
          <p:nvGrpSpPr>
            <p:cNvPr id="201" name="그룹 200"/>
            <p:cNvGrpSpPr/>
            <p:nvPr/>
          </p:nvGrpSpPr>
          <p:grpSpPr>
            <a:xfrm>
              <a:off x="629956" y="3318264"/>
              <a:ext cx="1332000" cy="180000"/>
              <a:chOff x="666428" y="3785432"/>
              <a:chExt cx="1332000" cy="180000"/>
            </a:xfrm>
          </p:grpSpPr>
          <p:sp>
            <p:nvSpPr>
              <p:cNvPr id="376" name="모서리가 둥근 직사각형 37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29956" y="3568824"/>
              <a:ext cx="1332000" cy="180000"/>
              <a:chOff x="666428" y="4310612"/>
              <a:chExt cx="1332000" cy="180000"/>
            </a:xfrm>
          </p:grpSpPr>
          <p:sp>
            <p:nvSpPr>
              <p:cNvPr id="372" name="모서리가 둥근 직사각형 37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7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9955" y="3042501"/>
              <a:ext cx="1332000" cy="180000"/>
              <a:chOff x="666427" y="3266516"/>
              <a:chExt cx="1332000" cy="180000"/>
            </a:xfrm>
          </p:grpSpPr>
          <p:sp>
            <p:nvSpPr>
              <p:cNvPr id="370" name="모서리가 둥근 직사각형 36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29956" y="3854780"/>
              <a:ext cx="1332000" cy="180000"/>
              <a:chOff x="666428" y="4570824"/>
              <a:chExt cx="1332000" cy="180000"/>
            </a:xfrm>
          </p:grpSpPr>
          <p:sp>
            <p:nvSpPr>
              <p:cNvPr id="366" name="모서리가 둥근 직사각형 36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67"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29956" y="5316875"/>
              <a:ext cx="1332000" cy="180000"/>
              <a:chOff x="666428" y="5096004"/>
              <a:chExt cx="1332000" cy="180000"/>
            </a:xfrm>
          </p:grpSpPr>
          <p:sp>
            <p:nvSpPr>
              <p:cNvPr id="363" name="모서리가 둥근 직사각형 36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64"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4148" y="5634789"/>
              <a:ext cx="1332000" cy="180000"/>
              <a:chOff x="666428" y="3785432"/>
              <a:chExt cx="1332000" cy="180000"/>
            </a:xfrm>
          </p:grpSpPr>
          <p:sp>
            <p:nvSpPr>
              <p:cNvPr id="347" name="모서리가 둥근 직사각형 34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6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31150" y="4135825"/>
              <a:ext cx="1332000" cy="180000"/>
              <a:chOff x="666428" y="4570824"/>
              <a:chExt cx="1332000" cy="180000"/>
            </a:xfrm>
          </p:grpSpPr>
          <p:sp>
            <p:nvSpPr>
              <p:cNvPr id="303" name="모서리가 둥근 직사각형 30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04"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9956" y="4423395"/>
              <a:ext cx="1332000" cy="180000"/>
              <a:chOff x="666428" y="4310612"/>
              <a:chExt cx="1332000" cy="180000"/>
            </a:xfrm>
          </p:grpSpPr>
          <p:sp>
            <p:nvSpPr>
              <p:cNvPr id="258" name="모서리가 둥근 직사각형 25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61"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0" name="TextBox 20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11" name="그룹 210"/>
            <p:cNvGrpSpPr/>
            <p:nvPr/>
          </p:nvGrpSpPr>
          <p:grpSpPr>
            <a:xfrm>
              <a:off x="632520" y="4723068"/>
              <a:ext cx="1332000" cy="180000"/>
              <a:chOff x="666428" y="4310612"/>
              <a:chExt cx="1332000" cy="180000"/>
            </a:xfrm>
          </p:grpSpPr>
          <p:sp>
            <p:nvSpPr>
              <p:cNvPr id="256" name="모서리가 둥근 직사각형 25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57"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32520" y="2752353"/>
              <a:ext cx="1332000" cy="180000"/>
              <a:chOff x="666427" y="3266516"/>
              <a:chExt cx="1332000" cy="180000"/>
            </a:xfrm>
          </p:grpSpPr>
          <p:sp>
            <p:nvSpPr>
              <p:cNvPr id="241" name="모서리가 둥근 직사각형 24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54"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3" name="그룹 212"/>
            <p:cNvGrpSpPr/>
            <p:nvPr/>
          </p:nvGrpSpPr>
          <p:grpSpPr>
            <a:xfrm>
              <a:off x="632520" y="5005767"/>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그룹 213"/>
            <p:cNvGrpSpPr/>
            <p:nvPr/>
          </p:nvGrpSpPr>
          <p:grpSpPr>
            <a:xfrm>
              <a:off x="632520" y="6227787"/>
              <a:ext cx="1332000" cy="180000"/>
              <a:chOff x="666428" y="3785432"/>
              <a:chExt cx="1332000" cy="180000"/>
            </a:xfrm>
          </p:grpSpPr>
          <p:sp>
            <p:nvSpPr>
              <p:cNvPr id="233" name="모서리가 둥근 직사각형 23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632520" y="6487872"/>
              <a:ext cx="1332000" cy="180000"/>
              <a:chOff x="666428" y="4310612"/>
              <a:chExt cx="1332000" cy="180000"/>
            </a:xfrm>
          </p:grpSpPr>
          <p:sp>
            <p:nvSpPr>
              <p:cNvPr id="231" name="모서리가 둥근 직사각형 2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6" name="그룹 215"/>
            <p:cNvGrpSpPr/>
            <p:nvPr/>
          </p:nvGrpSpPr>
          <p:grpSpPr>
            <a:xfrm>
              <a:off x="632520" y="6773828"/>
              <a:ext cx="1332000" cy="180000"/>
              <a:chOff x="666428" y="4570824"/>
              <a:chExt cx="1332000" cy="180000"/>
            </a:xfrm>
          </p:grpSpPr>
          <p:sp>
            <p:nvSpPr>
              <p:cNvPr id="229" name="모서리가 둥근 직사각형 22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3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2520" y="7053155"/>
              <a:ext cx="1332000" cy="180000"/>
              <a:chOff x="666428" y="3785432"/>
              <a:chExt cx="1332000" cy="180000"/>
            </a:xfrm>
          </p:grpSpPr>
          <p:sp>
            <p:nvSpPr>
              <p:cNvPr id="227" name="모서리가 둥근 직사각형 22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2520" y="7303715"/>
              <a:ext cx="1332000" cy="180000"/>
              <a:chOff x="666428" y="4310612"/>
              <a:chExt cx="1332000" cy="180000"/>
            </a:xfrm>
          </p:grpSpPr>
          <p:sp>
            <p:nvSpPr>
              <p:cNvPr id="225" name="모서리가 둥근 직사각형 22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2995" y="5922821"/>
              <a:ext cx="1332000" cy="180000"/>
              <a:chOff x="666427" y="3266516"/>
              <a:chExt cx="1332000" cy="180000"/>
            </a:xfrm>
          </p:grpSpPr>
          <p:sp>
            <p:nvSpPr>
              <p:cNvPr id="221" name="모서리가 둥근 직사각형 220"/>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2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917182414"/>
      </p:ext>
    </p:extLst>
  </p:cSld>
  <p:clrMapOvr>
    <a:masterClrMapping/>
  </p:clrMapOvr>
  <p:transition>
    <p:wipe dir="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KNOU_UI_C02140000_09</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과제 </a:t>
            </a:r>
            <a:r>
              <a:rPr lang="en-US" altLang="ko-KR" sz="800" spc="-60" dirty="0" smtClean="0">
                <a:latin typeface="+mn-ea"/>
                <a:ea typeface="+mn-ea"/>
              </a:rPr>
              <a:t>: </a:t>
            </a:r>
            <a:r>
              <a:rPr lang="ko-KR" altLang="en-US" sz="800" spc="-60" dirty="0" err="1" smtClean="0">
                <a:latin typeface="+mn-ea"/>
                <a:ea typeface="+mn-ea"/>
              </a:rPr>
              <a:t>제출전</a:t>
            </a:r>
            <a:r>
              <a:rPr lang="ko-KR" altLang="en-US" sz="800" spc="-60" dirty="0" smtClean="0">
                <a:latin typeface="+mn-ea"/>
                <a:ea typeface="+mn-ea"/>
              </a:rPr>
              <a:t> </a:t>
            </a:r>
            <a:r>
              <a:rPr lang="en-US" altLang="ko-KR" sz="800" spc="-60" dirty="0" smtClean="0">
                <a:latin typeface="+mn-ea"/>
                <a:ea typeface="+mn-ea"/>
              </a:rPr>
              <a:t>&amp; </a:t>
            </a:r>
            <a:r>
              <a:rPr lang="ko-KR" altLang="en-US" sz="800" spc="-60" dirty="0" smtClean="0">
                <a:latin typeface="+mn-ea"/>
                <a:ea typeface="+mn-ea"/>
              </a:rPr>
              <a:t>평가전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14084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6001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59024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936443859"/>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200" name="Group 175"/>
          <p:cNvGraphicFramePr>
            <a:graphicFrameLocks noGrp="1"/>
          </p:cNvGraphicFramePr>
          <p:nvPr>
            <p:extLst>
              <p:ext uri="{D42A27DB-BD31-4B8C-83A1-F6EECF244321}">
                <p14:modId xmlns:p14="http://schemas.microsoft.com/office/powerpoint/2010/main" val="1347361729"/>
              </p:ext>
            </p:extLst>
          </p:nvPr>
        </p:nvGraphicFramePr>
        <p:xfrm>
          <a:off x="9499029" y="7820835"/>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 대체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과제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시험대체 정보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파일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피드백 카운터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과제제출 입력 폼으로 전환</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212" name="Group 37"/>
          <p:cNvGraphicFramePr>
            <a:graphicFrameLocks noGrp="1"/>
          </p:cNvGraphicFramePr>
          <p:nvPr>
            <p:extLst>
              <p:ext uri="{D42A27DB-BD31-4B8C-83A1-F6EECF244321}">
                <p14:modId xmlns:p14="http://schemas.microsoft.com/office/powerpoint/2010/main" val="3981506162"/>
              </p:ext>
            </p:extLst>
          </p:nvPr>
        </p:nvGraphicFramePr>
        <p:xfrm>
          <a:off x="1972097" y="8397552"/>
          <a:ext cx="7470353" cy="4961350"/>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과제명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시험대체과제</a:t>
                      </a:r>
                      <a:r>
                        <a:rPr lang="en-US" altLang="ko-KR" sz="800" b="0" dirty="0" smtClean="0">
                          <a:solidFill>
                            <a:schemeClr val="tx1">
                              <a:lumMod val="75000"/>
                              <a:lumOff val="25000"/>
                            </a:schemeClr>
                          </a:solidFill>
                          <a:latin typeface="+mn-ea"/>
                        </a:rPr>
                        <a:t>001</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4" name="그룹 213"/>
          <p:cNvGrpSpPr/>
          <p:nvPr/>
        </p:nvGrpSpPr>
        <p:grpSpPr>
          <a:xfrm>
            <a:off x="3219475" y="9055149"/>
            <a:ext cx="6151862" cy="1148064"/>
            <a:chOff x="3229000" y="4452549"/>
            <a:chExt cx="6151862" cy="1148064"/>
          </a:xfrm>
        </p:grpSpPr>
        <p:sp>
          <p:nvSpPr>
            <p:cNvPr id="215"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216"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8" name="그룹 217"/>
          <p:cNvGrpSpPr/>
          <p:nvPr/>
        </p:nvGrpSpPr>
        <p:grpSpPr>
          <a:xfrm>
            <a:off x="3216263" y="12008566"/>
            <a:ext cx="2114928" cy="162000"/>
            <a:chOff x="3225788" y="7298382"/>
            <a:chExt cx="2114928" cy="162000"/>
          </a:xfrm>
        </p:grpSpPr>
        <p:sp>
          <p:nvSpPr>
            <p:cNvPr id="219" name="직사각형 21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0"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24" name="그룹 223"/>
          <p:cNvGrpSpPr/>
          <p:nvPr/>
        </p:nvGrpSpPr>
        <p:grpSpPr>
          <a:xfrm>
            <a:off x="5313040" y="11980013"/>
            <a:ext cx="234360" cy="200055"/>
            <a:chOff x="1152270" y="11716364"/>
            <a:chExt cx="234360" cy="200055"/>
          </a:xfrm>
        </p:grpSpPr>
        <p:sp>
          <p:nvSpPr>
            <p:cNvPr id="225" name="모서리가 둥근 직사각형 22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6" name="직사각형 22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27" name="그룹 226"/>
          <p:cNvGrpSpPr/>
          <p:nvPr/>
        </p:nvGrpSpPr>
        <p:grpSpPr>
          <a:xfrm>
            <a:off x="3459882" y="8056562"/>
            <a:ext cx="234360" cy="200055"/>
            <a:chOff x="1152270" y="11716364"/>
            <a:chExt cx="234360" cy="200055"/>
          </a:xfrm>
        </p:grpSpPr>
        <p:sp>
          <p:nvSpPr>
            <p:cNvPr id="228" name="모서리가 둥근 직사각형 22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9" name="직사각형 22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30" name="그룹 229"/>
          <p:cNvGrpSpPr/>
          <p:nvPr/>
        </p:nvGrpSpPr>
        <p:grpSpPr>
          <a:xfrm>
            <a:off x="1838320" y="8435652"/>
            <a:ext cx="234360" cy="200055"/>
            <a:chOff x="1152270" y="11716364"/>
            <a:chExt cx="234360" cy="200055"/>
          </a:xfrm>
        </p:grpSpPr>
        <p:sp>
          <p:nvSpPr>
            <p:cNvPr id="231" name="모서리가 둥근 직사각형 23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2" name="직사각형 23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240" name="Group 37"/>
          <p:cNvGraphicFramePr>
            <a:graphicFrameLocks noGrp="1"/>
          </p:cNvGraphicFramePr>
          <p:nvPr>
            <p:extLst>
              <p:ext uri="{D42A27DB-BD31-4B8C-83A1-F6EECF244321}">
                <p14:modId xmlns:p14="http://schemas.microsoft.com/office/powerpoint/2010/main" val="1663682766"/>
              </p:ext>
            </p:extLst>
          </p:nvPr>
        </p:nvGraphicFramePr>
        <p:xfrm>
          <a:off x="1972097" y="13449253"/>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제출 과제가 없습니다</a:t>
                      </a:r>
                      <a:r>
                        <a:rPr lang="en-US" altLang="ko-KR" sz="800" dirty="0" smtClean="0">
                          <a:solidFill>
                            <a:schemeClr val="tx1">
                              <a:lumMod val="75000"/>
                              <a:lumOff val="25000"/>
                            </a:schemeClr>
                          </a:solidFill>
                          <a:latin typeface="+mn-ea"/>
                          <a:ea typeface="+mn-ea"/>
                        </a:rPr>
                        <a:t>. </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41" name="모서리가 둥근 직사각형 240"/>
          <p:cNvSpPr/>
          <p:nvPr/>
        </p:nvSpPr>
        <p:spPr>
          <a:xfrm>
            <a:off x="8498446" y="1347994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4" name="모서리가 둥근 직사각형 253"/>
          <p:cNvSpPr/>
          <p:nvPr/>
        </p:nvSpPr>
        <p:spPr>
          <a:xfrm>
            <a:off x="5263312" y="1412220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56" name="그룹 255"/>
          <p:cNvGrpSpPr/>
          <p:nvPr/>
        </p:nvGrpSpPr>
        <p:grpSpPr>
          <a:xfrm>
            <a:off x="8310271" y="13438112"/>
            <a:ext cx="234360" cy="200055"/>
            <a:chOff x="1152270" y="11716364"/>
            <a:chExt cx="234360" cy="200055"/>
          </a:xfrm>
        </p:grpSpPr>
        <p:sp>
          <p:nvSpPr>
            <p:cNvPr id="257" name="모서리가 둥근 직사각형 25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8" name="직사각형 25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61" name="그룹 260"/>
          <p:cNvGrpSpPr/>
          <p:nvPr/>
        </p:nvGrpSpPr>
        <p:grpSpPr>
          <a:xfrm>
            <a:off x="5069155" y="14089823"/>
            <a:ext cx="234360" cy="200055"/>
            <a:chOff x="1152270" y="11716364"/>
            <a:chExt cx="234360" cy="200055"/>
          </a:xfrm>
        </p:grpSpPr>
        <p:sp>
          <p:nvSpPr>
            <p:cNvPr id="303" name="모서리가 둥근 직사각형 3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4" name="직사각형 30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347" name="그룹 346"/>
          <p:cNvGrpSpPr/>
          <p:nvPr/>
        </p:nvGrpSpPr>
        <p:grpSpPr>
          <a:xfrm>
            <a:off x="9029595" y="13334448"/>
            <a:ext cx="234360" cy="200055"/>
            <a:chOff x="1152270" y="11716364"/>
            <a:chExt cx="234360" cy="200055"/>
          </a:xfrm>
        </p:grpSpPr>
        <p:sp>
          <p:nvSpPr>
            <p:cNvPr id="362" name="모서리가 둥근 직사각형 36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63" name="직사각형 36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180" name="그룹 179"/>
          <p:cNvGrpSpPr/>
          <p:nvPr/>
        </p:nvGrpSpPr>
        <p:grpSpPr>
          <a:xfrm>
            <a:off x="579562" y="2166658"/>
            <a:ext cx="1386586" cy="5317057"/>
            <a:chOff x="579562" y="2166658"/>
            <a:chExt cx="1386586" cy="5317057"/>
          </a:xfrm>
        </p:grpSpPr>
        <p:grpSp>
          <p:nvGrpSpPr>
            <p:cNvPr id="181" name="그룹 180"/>
            <p:cNvGrpSpPr/>
            <p:nvPr/>
          </p:nvGrpSpPr>
          <p:grpSpPr>
            <a:xfrm>
              <a:off x="629956" y="3318264"/>
              <a:ext cx="1332000" cy="180000"/>
              <a:chOff x="666428" y="3785432"/>
              <a:chExt cx="1332000" cy="180000"/>
            </a:xfrm>
          </p:grpSpPr>
          <p:sp>
            <p:nvSpPr>
              <p:cNvPr id="384" name="모서리가 둥근 직사각형 38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29956" y="3568824"/>
              <a:ext cx="1332000" cy="180000"/>
              <a:chOff x="666428" y="4310612"/>
              <a:chExt cx="1332000" cy="180000"/>
            </a:xfrm>
          </p:grpSpPr>
          <p:sp>
            <p:nvSpPr>
              <p:cNvPr id="382" name="모서리가 둥근 직사각형 38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29955" y="3042501"/>
              <a:ext cx="1332000" cy="180000"/>
              <a:chOff x="666427" y="3266516"/>
              <a:chExt cx="1332000" cy="180000"/>
            </a:xfrm>
          </p:grpSpPr>
          <p:sp>
            <p:nvSpPr>
              <p:cNvPr id="380" name="모서리가 둥근 직사각형 37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29956" y="3854780"/>
              <a:ext cx="1332000" cy="180000"/>
              <a:chOff x="666428" y="4570824"/>
              <a:chExt cx="1332000" cy="180000"/>
            </a:xfrm>
          </p:grpSpPr>
          <p:sp>
            <p:nvSpPr>
              <p:cNvPr id="378" name="모서리가 둥근 직사각형 37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7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29956" y="5316875"/>
              <a:ext cx="1332000" cy="180000"/>
              <a:chOff x="666428" y="5096004"/>
              <a:chExt cx="1332000" cy="180000"/>
            </a:xfrm>
          </p:grpSpPr>
          <p:sp>
            <p:nvSpPr>
              <p:cNvPr id="376" name="모서리가 둥근 직사각형 375"/>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7"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4148" y="5634789"/>
              <a:ext cx="1332000" cy="180000"/>
              <a:chOff x="666428" y="3785432"/>
              <a:chExt cx="1332000" cy="180000"/>
            </a:xfrm>
          </p:grpSpPr>
          <p:sp>
            <p:nvSpPr>
              <p:cNvPr id="372" name="모서리가 둥근 직사각형 37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1150" y="4135825"/>
              <a:ext cx="1332000" cy="180000"/>
              <a:chOff x="666428" y="4570824"/>
              <a:chExt cx="1332000" cy="180000"/>
            </a:xfrm>
          </p:grpSpPr>
          <p:sp>
            <p:nvSpPr>
              <p:cNvPr id="370" name="모서리가 둥근 직사각형 36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1"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29956" y="4423395"/>
              <a:ext cx="1332000" cy="180000"/>
              <a:chOff x="666428" y="4310612"/>
              <a:chExt cx="1332000" cy="180000"/>
            </a:xfrm>
          </p:grpSpPr>
          <p:sp>
            <p:nvSpPr>
              <p:cNvPr id="366" name="모서리가 둥근 직사각형 36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9" name="TextBox 18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0" name="그룹 189"/>
            <p:cNvGrpSpPr/>
            <p:nvPr/>
          </p:nvGrpSpPr>
          <p:grpSpPr>
            <a:xfrm>
              <a:off x="632520" y="4723068"/>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2520" y="2752353"/>
              <a:ext cx="1332000" cy="180000"/>
              <a:chOff x="666427" y="3266516"/>
              <a:chExt cx="1332000" cy="180000"/>
            </a:xfrm>
          </p:grpSpPr>
          <p:sp>
            <p:nvSpPr>
              <p:cNvPr id="233" name="모서리가 둥근 직사각형 23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3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2520" y="5005767"/>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6227787"/>
              <a:ext cx="1332000" cy="180000"/>
              <a:chOff x="666428" y="3785432"/>
              <a:chExt cx="1332000" cy="180000"/>
            </a:xfrm>
          </p:grpSpPr>
          <p:sp>
            <p:nvSpPr>
              <p:cNvPr id="217" name="모서리가 둥근 직사각형 21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2520" y="6487872"/>
              <a:ext cx="1332000" cy="180000"/>
              <a:chOff x="666428" y="4310612"/>
              <a:chExt cx="1332000" cy="180000"/>
            </a:xfrm>
          </p:grpSpPr>
          <p:sp>
            <p:nvSpPr>
              <p:cNvPr id="211" name="모서리가 둥근 직사각형 21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2520" y="6773828"/>
              <a:ext cx="1332000" cy="180000"/>
              <a:chOff x="666428" y="4570824"/>
              <a:chExt cx="1332000" cy="180000"/>
            </a:xfrm>
          </p:grpSpPr>
          <p:sp>
            <p:nvSpPr>
              <p:cNvPr id="209" name="모서리가 둥근 직사각형 20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0"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7053155"/>
              <a:ext cx="1332000" cy="180000"/>
              <a:chOff x="666428" y="3785432"/>
              <a:chExt cx="1332000" cy="180000"/>
            </a:xfrm>
          </p:grpSpPr>
          <p:sp>
            <p:nvSpPr>
              <p:cNvPr id="207" name="모서리가 둥근 직사각형 20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32520" y="7303715"/>
              <a:ext cx="1332000" cy="180000"/>
              <a:chOff x="666428" y="4310612"/>
              <a:chExt cx="1332000" cy="180000"/>
            </a:xfrm>
          </p:grpSpPr>
          <p:sp>
            <p:nvSpPr>
              <p:cNvPr id="205" name="모서리가 둥근 직사각형 20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22995" y="5922821"/>
              <a:ext cx="1332000" cy="180000"/>
              <a:chOff x="666427" y="3266516"/>
              <a:chExt cx="1332000" cy="180000"/>
            </a:xfrm>
          </p:grpSpPr>
          <p:sp>
            <p:nvSpPr>
              <p:cNvPr id="201" name="모서리가 둥근 직사각형 200"/>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0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4187495669"/>
      </p:ext>
    </p:extLst>
  </p:cSld>
  <p:clrMapOvr>
    <a:masterClrMapping/>
  </p:clrMapOvr>
  <p:transition>
    <p:wipe dir="r"/>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KNOU_UI_C02140000_10</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과제 </a:t>
            </a:r>
            <a:r>
              <a:rPr lang="en-US" altLang="ko-KR" sz="800" spc="-60" dirty="0" smtClean="0">
                <a:latin typeface="+mn-ea"/>
                <a:ea typeface="+mn-ea"/>
              </a:rPr>
              <a:t>: </a:t>
            </a:r>
            <a:r>
              <a:rPr lang="ko-KR" altLang="en-US" sz="800" spc="-60" dirty="0" smtClean="0">
                <a:latin typeface="+mn-ea"/>
                <a:ea typeface="+mn-ea"/>
              </a:rPr>
              <a:t>과제제출 </a:t>
            </a:r>
            <a:r>
              <a:rPr lang="ko-KR" altLang="en-US" sz="800" spc="-60" dirty="0" err="1" smtClean="0">
                <a:latin typeface="+mn-ea"/>
                <a:ea typeface="+mn-ea"/>
              </a:rPr>
              <a:t>입력폼</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13494071"/>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96285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94346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2971012299"/>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200" name="Group 175"/>
          <p:cNvGraphicFramePr>
            <a:graphicFrameLocks noGrp="1"/>
          </p:cNvGraphicFramePr>
          <p:nvPr>
            <p:extLst>
              <p:ext uri="{D42A27DB-BD31-4B8C-83A1-F6EECF244321}">
                <p14:modId xmlns:p14="http://schemas.microsoft.com/office/powerpoint/2010/main" val="514148133"/>
              </p:ext>
            </p:extLst>
          </p:nvPr>
        </p:nvGraphicFramePr>
        <p:xfrm>
          <a:off x="9499029" y="10054417"/>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제출한 파일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과제제출 이력 남김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저장 후 이전 화면으로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212" name="Group 37"/>
          <p:cNvGraphicFramePr>
            <a:graphicFrameLocks noGrp="1"/>
          </p:cNvGraphicFramePr>
          <p:nvPr>
            <p:extLst>
              <p:ext uri="{D42A27DB-BD31-4B8C-83A1-F6EECF244321}">
                <p14:modId xmlns:p14="http://schemas.microsoft.com/office/powerpoint/2010/main" val="1604583222"/>
              </p:ext>
            </p:extLst>
          </p:nvPr>
        </p:nvGraphicFramePr>
        <p:xfrm>
          <a:off x="1972097" y="8397552"/>
          <a:ext cx="7470353" cy="4961350"/>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과제명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시험대체과제</a:t>
                      </a:r>
                      <a:r>
                        <a:rPr lang="en-US" altLang="ko-KR" sz="800" b="0" dirty="0" smtClean="0">
                          <a:solidFill>
                            <a:schemeClr val="tx1">
                              <a:lumMod val="75000"/>
                              <a:lumOff val="25000"/>
                            </a:schemeClr>
                          </a:solidFill>
                          <a:latin typeface="+mn-ea"/>
                        </a:rPr>
                        <a:t>001</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4" name="그룹 213"/>
          <p:cNvGrpSpPr/>
          <p:nvPr/>
        </p:nvGrpSpPr>
        <p:grpSpPr>
          <a:xfrm>
            <a:off x="3219475" y="9055149"/>
            <a:ext cx="6151862" cy="1148064"/>
            <a:chOff x="3229000" y="4452549"/>
            <a:chExt cx="6151862" cy="1148064"/>
          </a:xfrm>
        </p:grpSpPr>
        <p:sp>
          <p:nvSpPr>
            <p:cNvPr id="215"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216"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8" name="그룹 217"/>
          <p:cNvGrpSpPr/>
          <p:nvPr/>
        </p:nvGrpSpPr>
        <p:grpSpPr>
          <a:xfrm>
            <a:off x="3216263" y="12008566"/>
            <a:ext cx="2114928" cy="162000"/>
            <a:chOff x="3225788" y="7298382"/>
            <a:chExt cx="2114928" cy="162000"/>
          </a:xfrm>
        </p:grpSpPr>
        <p:sp>
          <p:nvSpPr>
            <p:cNvPr id="219" name="직사각형 21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0"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81" name="Group 37"/>
          <p:cNvGraphicFramePr>
            <a:graphicFrameLocks noGrp="1"/>
          </p:cNvGraphicFramePr>
          <p:nvPr>
            <p:extLst>
              <p:ext uri="{D42A27DB-BD31-4B8C-83A1-F6EECF244321}">
                <p14:modId xmlns:p14="http://schemas.microsoft.com/office/powerpoint/2010/main" val="2589051250"/>
              </p:ext>
            </p:extLst>
          </p:nvPr>
        </p:nvGraphicFramePr>
        <p:xfrm>
          <a:off x="1972097" y="13447637"/>
          <a:ext cx="7470353" cy="91172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662997">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2" name="모서리가 둥근 직사각형 181"/>
          <p:cNvSpPr/>
          <p:nvPr/>
        </p:nvSpPr>
        <p:spPr>
          <a:xfrm>
            <a:off x="8498446" y="1347833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3" name="그룹 182"/>
          <p:cNvGrpSpPr/>
          <p:nvPr/>
        </p:nvGrpSpPr>
        <p:grpSpPr>
          <a:xfrm>
            <a:off x="2048297" y="13755471"/>
            <a:ext cx="7315718" cy="324262"/>
            <a:chOff x="1202386" y="5786120"/>
            <a:chExt cx="7315718" cy="324262"/>
          </a:xfrm>
        </p:grpSpPr>
        <p:sp>
          <p:nvSpPr>
            <p:cNvPr id="184" name="직사각형 183"/>
            <p:cNvSpPr/>
            <p:nvPr/>
          </p:nvSpPr>
          <p:spPr>
            <a:xfrm>
              <a:off x="1202386" y="5786120"/>
              <a:ext cx="7315718" cy="324262"/>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185" name="Picture 2"/>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512750" y="5860076"/>
              <a:ext cx="169412" cy="1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6" name="Rectangle 122"/>
            <p:cNvSpPr>
              <a:spLocks noChangeArrowheads="1"/>
            </p:cNvSpPr>
            <p:nvPr/>
          </p:nvSpPr>
          <p:spPr bwMode="auto">
            <a:xfrm>
              <a:off x="3748464" y="5863990"/>
              <a:ext cx="900000" cy="172800"/>
            </a:xfrm>
            <a:prstGeom prst="rect">
              <a:avLst/>
            </a:prstGeom>
            <a:solidFill>
              <a:schemeClr val="bg1">
                <a:lumMod val="65000"/>
              </a:schemeClr>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파일 선택</a:t>
              </a:r>
              <a:endParaRPr lang="ko-KR" altLang="en-US" sz="800" kern="0" dirty="0">
                <a:solidFill>
                  <a:schemeClr val="tx1">
                    <a:lumMod val="75000"/>
                    <a:lumOff val="25000"/>
                  </a:schemeClr>
                </a:solidFill>
                <a:latin typeface="+mn-ea"/>
                <a:ea typeface="+mn-ea"/>
              </a:endParaRPr>
            </a:p>
          </p:txBody>
        </p:sp>
        <p:sp>
          <p:nvSpPr>
            <p:cNvPr id="187" name="TextBox 186"/>
            <p:cNvSpPr txBox="1"/>
            <p:nvPr/>
          </p:nvSpPr>
          <p:spPr>
            <a:xfrm>
              <a:off x="4657175" y="5844241"/>
              <a:ext cx="1538146" cy="228041"/>
            </a:xfrm>
            <a:prstGeom prst="rect">
              <a:avLst/>
            </a:prstGeom>
            <a:noFill/>
          </p:spPr>
          <p:txBody>
            <a:bodyPr wrap="square" rtlCol="0" anchor="ctr">
              <a:noAutofit/>
            </a:bodyPr>
            <a:lstStyle/>
            <a:p>
              <a:r>
                <a:rPr lang="ko-KR" altLang="en-US" sz="800" dirty="0" smtClean="0">
                  <a:solidFill>
                    <a:schemeClr val="tx1">
                      <a:lumMod val="75000"/>
                      <a:lumOff val="25000"/>
                    </a:schemeClr>
                  </a:solidFill>
                  <a:latin typeface="+mj-ea"/>
                  <a:ea typeface="+mj-ea"/>
                </a:rPr>
                <a:t>또는 파일을 여기에 드래그</a:t>
              </a:r>
              <a:endParaRPr lang="en-US" altLang="ko-KR" sz="800" dirty="0">
                <a:solidFill>
                  <a:schemeClr val="tx1">
                    <a:lumMod val="75000"/>
                    <a:lumOff val="25000"/>
                  </a:schemeClr>
                </a:solidFill>
                <a:latin typeface="+mj-ea"/>
                <a:ea typeface="+mj-ea"/>
              </a:endParaRPr>
            </a:p>
          </p:txBody>
        </p:sp>
      </p:grpSp>
      <p:sp>
        <p:nvSpPr>
          <p:cNvPr id="188" name="모서리가 둥근 직사각형 187"/>
          <p:cNvSpPr/>
          <p:nvPr/>
        </p:nvSpPr>
        <p:spPr>
          <a:xfrm>
            <a:off x="5272837" y="1448224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9" name="그룹 188"/>
          <p:cNvGrpSpPr/>
          <p:nvPr/>
        </p:nvGrpSpPr>
        <p:grpSpPr>
          <a:xfrm>
            <a:off x="4141862" y="14087297"/>
            <a:ext cx="234360" cy="200055"/>
            <a:chOff x="1152270" y="11716364"/>
            <a:chExt cx="234360" cy="200055"/>
          </a:xfrm>
        </p:grpSpPr>
        <p:sp>
          <p:nvSpPr>
            <p:cNvPr id="190" name="모서리가 둥근 직사각형 18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1" name="직사각형 19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92" name="그룹 191"/>
          <p:cNvGrpSpPr/>
          <p:nvPr/>
        </p:nvGrpSpPr>
        <p:grpSpPr>
          <a:xfrm>
            <a:off x="5087306" y="14442311"/>
            <a:ext cx="234360" cy="200055"/>
            <a:chOff x="1152270" y="11716364"/>
            <a:chExt cx="234360" cy="200055"/>
          </a:xfrm>
        </p:grpSpPr>
        <p:sp>
          <p:nvSpPr>
            <p:cNvPr id="193" name="모서리가 둥근 직사각형 19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4" name="직사각형 19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95" name="그룹 194"/>
          <p:cNvGrpSpPr/>
          <p:nvPr/>
        </p:nvGrpSpPr>
        <p:grpSpPr>
          <a:xfrm>
            <a:off x="2044105" y="14125352"/>
            <a:ext cx="2114928" cy="162000"/>
            <a:chOff x="3225788" y="7298382"/>
            <a:chExt cx="2114928" cy="162000"/>
          </a:xfrm>
        </p:grpSpPr>
        <p:sp>
          <p:nvSpPr>
            <p:cNvPr id="196" name="직사각형 195"/>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제출과</a:t>
              </a:r>
              <a:r>
                <a:rPr lang="ko-KR" altLang="en-US" sz="800" dirty="0">
                  <a:solidFill>
                    <a:schemeClr val="tx1">
                      <a:lumMod val="75000"/>
                      <a:lumOff val="25000"/>
                    </a:schemeClr>
                  </a:solidFill>
                  <a:latin typeface="+mn-ea"/>
                </a:rPr>
                <a:t>제</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97"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76" name="그룹 175"/>
          <p:cNvGrpSpPr/>
          <p:nvPr/>
        </p:nvGrpSpPr>
        <p:grpSpPr>
          <a:xfrm>
            <a:off x="579562" y="2166658"/>
            <a:ext cx="1386586" cy="5317057"/>
            <a:chOff x="579562" y="2166658"/>
            <a:chExt cx="1386586" cy="5317057"/>
          </a:xfrm>
        </p:grpSpPr>
        <p:grpSp>
          <p:nvGrpSpPr>
            <p:cNvPr id="177" name="그룹 176"/>
            <p:cNvGrpSpPr/>
            <p:nvPr/>
          </p:nvGrpSpPr>
          <p:grpSpPr>
            <a:xfrm>
              <a:off x="629956" y="3318264"/>
              <a:ext cx="1332000" cy="180000"/>
              <a:chOff x="666428" y="3785432"/>
              <a:chExt cx="1332000" cy="180000"/>
            </a:xfrm>
          </p:grpSpPr>
          <p:sp>
            <p:nvSpPr>
              <p:cNvPr id="376" name="모서리가 둥근 직사각형 37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29956" y="3568824"/>
              <a:ext cx="1332000" cy="180000"/>
              <a:chOff x="666428" y="4310612"/>
              <a:chExt cx="1332000" cy="180000"/>
            </a:xfrm>
          </p:grpSpPr>
          <p:sp>
            <p:nvSpPr>
              <p:cNvPr id="372" name="모서리가 둥근 직사각형 37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75"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5" y="3042501"/>
              <a:ext cx="1332000" cy="180000"/>
              <a:chOff x="666427" y="3266516"/>
              <a:chExt cx="1332000" cy="180000"/>
            </a:xfrm>
          </p:grpSpPr>
          <p:sp>
            <p:nvSpPr>
              <p:cNvPr id="370" name="모서리가 둥근 직사각형 36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71"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29956" y="3854780"/>
              <a:ext cx="1332000" cy="180000"/>
              <a:chOff x="666428" y="4570824"/>
              <a:chExt cx="1332000" cy="180000"/>
            </a:xfrm>
          </p:grpSpPr>
          <p:sp>
            <p:nvSpPr>
              <p:cNvPr id="366" name="모서리가 둥근 직사각형 36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67" name="Picture 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29956" y="5316875"/>
              <a:ext cx="1332000" cy="180000"/>
              <a:chOff x="666428" y="5096004"/>
              <a:chExt cx="1332000" cy="180000"/>
            </a:xfrm>
          </p:grpSpPr>
          <p:sp>
            <p:nvSpPr>
              <p:cNvPr id="363" name="모서리가 둥근 직사각형 36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64" name="Picture 1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34148" y="5634789"/>
              <a:ext cx="1332000" cy="180000"/>
              <a:chOff x="666428" y="3785432"/>
              <a:chExt cx="1332000" cy="180000"/>
            </a:xfrm>
          </p:grpSpPr>
          <p:sp>
            <p:nvSpPr>
              <p:cNvPr id="347" name="모서리가 둥근 직사각형 34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6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1150" y="4135825"/>
              <a:ext cx="1332000" cy="180000"/>
              <a:chOff x="666428" y="4570824"/>
              <a:chExt cx="1332000" cy="180000"/>
            </a:xfrm>
          </p:grpSpPr>
          <p:sp>
            <p:nvSpPr>
              <p:cNvPr id="303" name="모서리가 둥근 직사각형 30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04" name="Picture 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29956" y="4423395"/>
              <a:ext cx="1332000" cy="180000"/>
              <a:chOff x="666428" y="4310612"/>
              <a:chExt cx="1332000" cy="180000"/>
            </a:xfrm>
          </p:grpSpPr>
          <p:sp>
            <p:nvSpPr>
              <p:cNvPr id="258" name="모서리가 둥근 직사각형 25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61"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3" name="TextBox 20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04" name="그룹 203"/>
            <p:cNvGrpSpPr/>
            <p:nvPr/>
          </p:nvGrpSpPr>
          <p:grpSpPr>
            <a:xfrm>
              <a:off x="632520" y="4723068"/>
              <a:ext cx="1332000" cy="180000"/>
              <a:chOff x="666428" y="4310612"/>
              <a:chExt cx="1332000" cy="180000"/>
            </a:xfrm>
          </p:grpSpPr>
          <p:sp>
            <p:nvSpPr>
              <p:cNvPr id="256" name="모서리가 둥근 직사각형 25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57"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2520" y="2752353"/>
              <a:ext cx="1332000" cy="180000"/>
              <a:chOff x="666427" y="3266516"/>
              <a:chExt cx="1332000" cy="180000"/>
            </a:xfrm>
          </p:grpSpPr>
          <p:sp>
            <p:nvSpPr>
              <p:cNvPr id="241" name="모서리가 둥근 직사각형 24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54"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2520" y="5005767"/>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2520" y="6227787"/>
              <a:ext cx="1332000" cy="180000"/>
              <a:chOff x="666428" y="3785432"/>
              <a:chExt cx="1332000" cy="180000"/>
            </a:xfrm>
          </p:grpSpPr>
          <p:sp>
            <p:nvSpPr>
              <p:cNvPr id="233" name="모서리가 둥근 직사각형 23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32520" y="6487872"/>
              <a:ext cx="1332000" cy="180000"/>
              <a:chOff x="666428" y="4310612"/>
              <a:chExt cx="1332000" cy="180000"/>
            </a:xfrm>
          </p:grpSpPr>
          <p:sp>
            <p:nvSpPr>
              <p:cNvPr id="231" name="모서리가 둥근 직사각형 2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32520" y="6773828"/>
              <a:ext cx="1332000" cy="180000"/>
              <a:chOff x="666428" y="4570824"/>
              <a:chExt cx="1332000" cy="180000"/>
            </a:xfrm>
          </p:grpSpPr>
          <p:sp>
            <p:nvSpPr>
              <p:cNvPr id="229" name="모서리가 둥근 직사각형 22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30" name="Picture 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2520" y="7053155"/>
              <a:ext cx="1332000" cy="180000"/>
              <a:chOff x="666428" y="3785432"/>
              <a:chExt cx="1332000" cy="180000"/>
            </a:xfrm>
          </p:grpSpPr>
          <p:sp>
            <p:nvSpPr>
              <p:cNvPr id="227" name="모서리가 둥근 직사각형 22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2520" y="7303715"/>
              <a:ext cx="1332000" cy="180000"/>
              <a:chOff x="666428" y="4310612"/>
              <a:chExt cx="1332000" cy="180000"/>
            </a:xfrm>
          </p:grpSpPr>
          <p:sp>
            <p:nvSpPr>
              <p:cNvPr id="225" name="모서리가 둥근 직사각형 22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6" name="Picture 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2995" y="5922821"/>
              <a:ext cx="1332000" cy="180000"/>
              <a:chOff x="666427" y="3266516"/>
              <a:chExt cx="1332000" cy="180000"/>
            </a:xfrm>
          </p:grpSpPr>
          <p:sp>
            <p:nvSpPr>
              <p:cNvPr id="221" name="모서리가 둥근 직사각형 220"/>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22"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081178887"/>
      </p:ext>
    </p:extLst>
  </p:cSld>
  <p:clrMapOvr>
    <a:masterClrMapping/>
  </p:clrMapOvr>
  <p:transition>
    <p:wipe dir="r"/>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KNOU_UI_C02140000_11</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과제 </a:t>
            </a:r>
            <a:r>
              <a:rPr lang="en-US" altLang="ko-KR" sz="800" spc="-60" dirty="0" smtClean="0">
                <a:latin typeface="+mn-ea"/>
                <a:ea typeface="+mn-ea"/>
              </a:rPr>
              <a:t>: </a:t>
            </a:r>
            <a:r>
              <a:rPr lang="ko-KR" altLang="en-US" sz="800" spc="-60" dirty="0" smtClean="0">
                <a:latin typeface="+mn-ea"/>
                <a:ea typeface="+mn-ea"/>
              </a:rPr>
              <a:t>제출 후 </a:t>
            </a:r>
            <a:r>
              <a:rPr lang="en-US" altLang="ko-KR" sz="800" spc="-60" dirty="0" smtClean="0">
                <a:latin typeface="+mn-ea"/>
                <a:ea typeface="+mn-ea"/>
              </a:rPr>
              <a:t>&amp; </a:t>
            </a:r>
            <a:r>
              <a:rPr lang="ko-KR" altLang="en-US" sz="800" spc="-60" dirty="0" smtClean="0">
                <a:latin typeface="+mn-ea"/>
                <a:ea typeface="+mn-ea"/>
              </a:rPr>
              <a:t>평가전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35686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8161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806264"/>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4043321024"/>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200" name="Group 175"/>
          <p:cNvGraphicFramePr>
            <a:graphicFrameLocks noGrp="1"/>
          </p:cNvGraphicFramePr>
          <p:nvPr>
            <p:extLst>
              <p:ext uri="{D42A27DB-BD31-4B8C-83A1-F6EECF244321}">
                <p14:modId xmlns:p14="http://schemas.microsoft.com/office/powerpoint/2010/main" val="408179548"/>
              </p:ext>
            </p:extLst>
          </p:nvPr>
        </p:nvGraphicFramePr>
        <p:xfrm>
          <a:off x="9499029" y="9262329"/>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제출 과제 이력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212" name="Group 37"/>
          <p:cNvGraphicFramePr>
            <a:graphicFrameLocks noGrp="1"/>
          </p:cNvGraphicFramePr>
          <p:nvPr>
            <p:extLst>
              <p:ext uri="{D42A27DB-BD31-4B8C-83A1-F6EECF244321}">
                <p14:modId xmlns:p14="http://schemas.microsoft.com/office/powerpoint/2010/main" val="1777716800"/>
              </p:ext>
            </p:extLst>
          </p:nvPr>
        </p:nvGraphicFramePr>
        <p:xfrm>
          <a:off x="1972097" y="8397552"/>
          <a:ext cx="7470353" cy="4961350"/>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과제명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시험대체과제</a:t>
                      </a:r>
                      <a:r>
                        <a:rPr lang="en-US" altLang="ko-KR" sz="800" b="0" dirty="0" smtClean="0">
                          <a:solidFill>
                            <a:schemeClr val="tx1">
                              <a:lumMod val="75000"/>
                              <a:lumOff val="25000"/>
                            </a:schemeClr>
                          </a:solidFill>
                          <a:latin typeface="+mn-ea"/>
                        </a:rPr>
                        <a:t>001</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4" name="그룹 213"/>
          <p:cNvGrpSpPr/>
          <p:nvPr/>
        </p:nvGrpSpPr>
        <p:grpSpPr>
          <a:xfrm>
            <a:off x="3219475" y="9055149"/>
            <a:ext cx="6151862" cy="1148064"/>
            <a:chOff x="3229000" y="4452549"/>
            <a:chExt cx="6151862" cy="1148064"/>
          </a:xfrm>
        </p:grpSpPr>
        <p:sp>
          <p:nvSpPr>
            <p:cNvPr id="215"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216"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8" name="그룹 217"/>
          <p:cNvGrpSpPr/>
          <p:nvPr/>
        </p:nvGrpSpPr>
        <p:grpSpPr>
          <a:xfrm>
            <a:off x="3216263" y="12008566"/>
            <a:ext cx="2114928" cy="162000"/>
            <a:chOff x="3225788" y="7298382"/>
            <a:chExt cx="2114928" cy="162000"/>
          </a:xfrm>
        </p:grpSpPr>
        <p:sp>
          <p:nvSpPr>
            <p:cNvPr id="219" name="직사각형 21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0"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80" name="Group 37"/>
          <p:cNvGraphicFramePr>
            <a:graphicFrameLocks noGrp="1"/>
          </p:cNvGraphicFramePr>
          <p:nvPr>
            <p:extLst>
              <p:ext uri="{D42A27DB-BD31-4B8C-83A1-F6EECF244321}">
                <p14:modId xmlns:p14="http://schemas.microsoft.com/office/powerpoint/2010/main" val="429392580"/>
              </p:ext>
            </p:extLst>
          </p:nvPr>
        </p:nvGraphicFramePr>
        <p:xfrm>
          <a:off x="1972097" y="13445560"/>
          <a:ext cx="7470353" cy="816540"/>
        </p:xfrm>
        <a:graphic>
          <a:graphicData uri="http://schemas.openxmlformats.org/drawingml/2006/table">
            <a:tbl>
              <a:tblPr/>
              <a:tblGrid>
                <a:gridCol w="460623"/>
                <a:gridCol w="4519612"/>
                <a:gridCol w="1245059"/>
                <a:gridCol w="1245059"/>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rPr>
                        <a:t>제출과제</a:t>
                      </a:r>
                      <a:r>
                        <a:rPr lang="en-US" altLang="ko-KR" sz="800" dirty="0" smtClean="0">
                          <a:solidFill>
                            <a:schemeClr val="tx1">
                              <a:lumMod val="75000"/>
                              <a:lumOff val="25000"/>
                            </a:schemeClr>
                          </a:solidFill>
                          <a:latin typeface="+mn-ea"/>
                        </a:rPr>
                        <a:t>_202654542.pdf</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2026.03.12 15:25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평가대상</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rPr>
                        <a:t>제출과제</a:t>
                      </a:r>
                      <a:r>
                        <a:rPr lang="en-US" altLang="ko-KR" sz="800" dirty="0" smtClean="0">
                          <a:solidFill>
                            <a:schemeClr val="tx1">
                              <a:lumMod val="75000"/>
                              <a:lumOff val="25000"/>
                            </a:schemeClr>
                          </a:solidFill>
                          <a:latin typeface="+mn-ea"/>
                        </a:rPr>
                        <a:t>_202654541.pdf</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2026.03.10 16:38</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81" name="모서리가 둥근 직사각형 180"/>
          <p:cNvSpPr/>
          <p:nvPr/>
        </p:nvSpPr>
        <p:spPr>
          <a:xfrm>
            <a:off x="8498446" y="13476253"/>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2" name="모서리가 둥근 직사각형 181"/>
          <p:cNvSpPr/>
          <p:nvPr/>
        </p:nvSpPr>
        <p:spPr>
          <a:xfrm>
            <a:off x="5263312" y="14347757"/>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3" name="그룹 182"/>
          <p:cNvGrpSpPr/>
          <p:nvPr/>
        </p:nvGrpSpPr>
        <p:grpSpPr>
          <a:xfrm>
            <a:off x="1785362" y="13671510"/>
            <a:ext cx="234360" cy="200055"/>
            <a:chOff x="1152270" y="11716364"/>
            <a:chExt cx="234360" cy="200055"/>
          </a:xfrm>
        </p:grpSpPr>
        <p:sp>
          <p:nvSpPr>
            <p:cNvPr id="184" name="모서리가 둥근 직사각형 18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5" name="직사각형 18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5" name="그룹 164"/>
          <p:cNvGrpSpPr/>
          <p:nvPr/>
        </p:nvGrpSpPr>
        <p:grpSpPr>
          <a:xfrm>
            <a:off x="579562" y="2166658"/>
            <a:ext cx="1386586" cy="5317057"/>
            <a:chOff x="579562" y="2166658"/>
            <a:chExt cx="1386586" cy="5317057"/>
          </a:xfrm>
        </p:grpSpPr>
        <p:grpSp>
          <p:nvGrpSpPr>
            <p:cNvPr id="166" name="그룹 165"/>
            <p:cNvGrpSpPr/>
            <p:nvPr/>
          </p:nvGrpSpPr>
          <p:grpSpPr>
            <a:xfrm>
              <a:off x="629956" y="3318264"/>
              <a:ext cx="1332000" cy="180000"/>
              <a:chOff x="666428" y="3785432"/>
              <a:chExt cx="1332000" cy="180000"/>
            </a:xfrm>
          </p:grpSpPr>
          <p:sp>
            <p:nvSpPr>
              <p:cNvPr id="234" name="모서리가 둥근 직사각형 23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29956" y="3568824"/>
              <a:ext cx="1332000" cy="180000"/>
              <a:chOff x="666428" y="4310612"/>
              <a:chExt cx="1332000" cy="180000"/>
            </a:xfrm>
          </p:grpSpPr>
          <p:sp>
            <p:nvSpPr>
              <p:cNvPr id="232" name="모서리가 둥근 직사각형 23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3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9955" y="3042501"/>
              <a:ext cx="1332000" cy="180000"/>
              <a:chOff x="666427" y="3266516"/>
              <a:chExt cx="1332000" cy="180000"/>
            </a:xfrm>
          </p:grpSpPr>
          <p:sp>
            <p:nvSpPr>
              <p:cNvPr id="230" name="모서리가 둥근 직사각형 22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3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29956" y="3854780"/>
              <a:ext cx="1332000" cy="180000"/>
              <a:chOff x="666428" y="4570824"/>
              <a:chExt cx="1332000" cy="180000"/>
            </a:xfrm>
          </p:grpSpPr>
          <p:sp>
            <p:nvSpPr>
              <p:cNvPr id="228" name="모서리가 둥근 직사각형 22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2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29956" y="5316875"/>
              <a:ext cx="1332000" cy="180000"/>
              <a:chOff x="666428" y="5096004"/>
              <a:chExt cx="1332000" cy="180000"/>
            </a:xfrm>
          </p:grpSpPr>
          <p:sp>
            <p:nvSpPr>
              <p:cNvPr id="226" name="모서리가 둥근 직사각형 225"/>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27"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34148" y="5634789"/>
              <a:ext cx="1332000" cy="180000"/>
              <a:chOff x="666428" y="3785432"/>
              <a:chExt cx="1332000" cy="180000"/>
            </a:xfrm>
          </p:grpSpPr>
          <p:sp>
            <p:nvSpPr>
              <p:cNvPr id="224" name="모서리가 둥근 직사각형 22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1150" y="4135825"/>
              <a:ext cx="1332000" cy="180000"/>
              <a:chOff x="666428" y="4570824"/>
              <a:chExt cx="1332000" cy="180000"/>
            </a:xfrm>
          </p:grpSpPr>
          <p:sp>
            <p:nvSpPr>
              <p:cNvPr id="222" name="모서리가 둥근 직사각형 22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2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4423395"/>
              <a:ext cx="1332000" cy="180000"/>
              <a:chOff x="666428" y="4310612"/>
              <a:chExt cx="1332000" cy="180000"/>
            </a:xfrm>
          </p:grpSpPr>
          <p:sp>
            <p:nvSpPr>
              <p:cNvPr id="217" name="모서리가 둥근 직사각형 21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2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5" name="TextBox 17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76" name="그룹 175"/>
            <p:cNvGrpSpPr/>
            <p:nvPr/>
          </p:nvGrpSpPr>
          <p:grpSpPr>
            <a:xfrm>
              <a:off x="632520" y="4723068"/>
              <a:ext cx="1332000" cy="180000"/>
              <a:chOff x="666428" y="4310612"/>
              <a:chExt cx="1332000" cy="180000"/>
            </a:xfrm>
          </p:grpSpPr>
          <p:sp>
            <p:nvSpPr>
              <p:cNvPr id="211" name="모서리가 둥근 직사각형 21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1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2520" y="2752353"/>
              <a:ext cx="1332000" cy="180000"/>
              <a:chOff x="666427" y="3266516"/>
              <a:chExt cx="1332000" cy="180000"/>
            </a:xfrm>
          </p:grpSpPr>
          <p:sp>
            <p:nvSpPr>
              <p:cNvPr id="209" name="모서리가 둥근 직사각형 20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1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2520" y="5005767"/>
              <a:ext cx="1332000" cy="180000"/>
              <a:chOff x="666428" y="4310612"/>
              <a:chExt cx="1332000" cy="180000"/>
            </a:xfrm>
          </p:grpSpPr>
          <p:sp>
            <p:nvSpPr>
              <p:cNvPr id="207" name="모서리가 둥근 직사각형 20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0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2520" y="6227787"/>
              <a:ext cx="1332000" cy="180000"/>
              <a:chOff x="666428" y="3785432"/>
              <a:chExt cx="1332000" cy="180000"/>
            </a:xfrm>
          </p:grpSpPr>
          <p:sp>
            <p:nvSpPr>
              <p:cNvPr id="205" name="모서리가 둥근 직사각형 20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0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6487872"/>
              <a:ext cx="1332000" cy="180000"/>
              <a:chOff x="666428" y="4310612"/>
              <a:chExt cx="1332000" cy="180000"/>
            </a:xfrm>
          </p:grpSpPr>
          <p:sp>
            <p:nvSpPr>
              <p:cNvPr id="203" name="모서리가 둥근 직사각형 2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0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2520" y="6773828"/>
              <a:ext cx="1332000" cy="180000"/>
              <a:chOff x="666428" y="4570824"/>
              <a:chExt cx="1332000" cy="180000"/>
            </a:xfrm>
          </p:grpSpPr>
          <p:sp>
            <p:nvSpPr>
              <p:cNvPr id="201" name="모서리가 둥근 직사각형 20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2"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2520" y="7053155"/>
              <a:ext cx="1332000" cy="180000"/>
              <a:chOff x="666428" y="3785432"/>
              <a:chExt cx="1332000" cy="180000"/>
            </a:xfrm>
          </p:grpSpPr>
          <p:sp>
            <p:nvSpPr>
              <p:cNvPr id="198" name="모서리가 둥근 직사각형 19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9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2520" y="7303715"/>
              <a:ext cx="1332000" cy="180000"/>
              <a:chOff x="666428" y="4310612"/>
              <a:chExt cx="1332000" cy="180000"/>
            </a:xfrm>
          </p:grpSpPr>
          <p:sp>
            <p:nvSpPr>
              <p:cNvPr id="196" name="모서리가 둥근 직사각형 19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9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22995" y="5922821"/>
              <a:ext cx="1332000" cy="180000"/>
              <a:chOff x="666427" y="3266516"/>
              <a:chExt cx="1332000" cy="180000"/>
            </a:xfrm>
          </p:grpSpPr>
          <p:sp>
            <p:nvSpPr>
              <p:cNvPr id="192" name="모서리가 둥근 직사각형 191"/>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19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898183003"/>
      </p:ext>
    </p:extLst>
  </p:cSld>
  <p:clrMapOvr>
    <a:masterClrMapping/>
  </p:clrMapOvr>
  <p:transition>
    <p:wipe dir="r"/>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KNOU_UI_C02140000_12</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과제 </a:t>
            </a:r>
            <a:r>
              <a:rPr lang="en-US" altLang="ko-KR" sz="800" spc="-60" dirty="0" smtClean="0">
                <a:latin typeface="+mn-ea"/>
                <a:ea typeface="+mn-ea"/>
              </a:rPr>
              <a:t>: </a:t>
            </a:r>
            <a:r>
              <a:rPr lang="ko-KR" altLang="en-US" sz="800" spc="-60" dirty="0" smtClean="0">
                <a:latin typeface="+mn-ea"/>
                <a:ea typeface="+mn-ea"/>
              </a:rPr>
              <a:t>제출 후 </a:t>
            </a:r>
            <a:r>
              <a:rPr lang="en-US" altLang="ko-KR" sz="800" spc="-60" dirty="0" smtClean="0">
                <a:latin typeface="+mn-ea"/>
                <a:ea typeface="+mn-ea"/>
              </a:rPr>
              <a:t>&amp; </a:t>
            </a:r>
            <a:r>
              <a:rPr lang="ko-KR" altLang="en-US" sz="800" spc="-60" dirty="0" smtClean="0">
                <a:latin typeface="+mn-ea"/>
                <a:ea typeface="+mn-ea"/>
              </a:rPr>
              <a:t>평가 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64489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210415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509429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3118918938"/>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과제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200" name="Group 175"/>
          <p:cNvGraphicFramePr>
            <a:graphicFrameLocks noGrp="1"/>
          </p:cNvGraphicFramePr>
          <p:nvPr>
            <p:extLst>
              <p:ext uri="{D42A27DB-BD31-4B8C-83A1-F6EECF244321}">
                <p14:modId xmlns:p14="http://schemas.microsoft.com/office/powerpoint/2010/main" val="4198486916"/>
              </p:ext>
            </p:extLst>
          </p:nvPr>
        </p:nvGraphicFramePr>
        <p:xfrm>
          <a:off x="9499029" y="9000907"/>
          <a:ext cx="1404156" cy="65749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제출과제파일 다운로드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다시 제출 가능</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이전 제출과제파일은 보존</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 제출 이력 남김</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 이후 </a:t>
                      </a:r>
                      <a:r>
                        <a:rPr lang="en-US" altLang="ko-KR" sz="800" kern="1200" dirty="0" smtClean="0">
                          <a:solidFill>
                            <a:srgbClr val="0070C0"/>
                          </a:solidFill>
                          <a:latin typeface="+mn-ea"/>
                          <a:ea typeface="+mn-ea"/>
                          <a:cs typeface="+mn-cs"/>
                        </a:rPr>
                        <a:t>alert “</a:t>
                      </a:r>
                      <a:r>
                        <a:rPr lang="ko-KR" altLang="en-US" sz="800" kern="1200" dirty="0" smtClean="0">
                          <a:solidFill>
                            <a:srgbClr val="0070C0"/>
                          </a:solidFill>
                          <a:latin typeface="+mn-ea"/>
                          <a:ea typeface="+mn-ea"/>
                          <a:cs typeface="+mn-cs"/>
                        </a:rPr>
                        <a:t>평가완료 되었습니다</a:t>
                      </a:r>
                      <a:r>
                        <a:rPr lang="en-US" altLang="ko-KR" sz="800" kern="1200" dirty="0" smtClean="0">
                          <a:solidFill>
                            <a:srgbClr val="0070C0"/>
                          </a:solidFill>
                          <a:latin typeface="+mn-ea"/>
                          <a:ea typeface="+mn-ea"/>
                          <a:cs typeface="+mn-cs"/>
                        </a:rPr>
                        <a:t>. </a:t>
                      </a:r>
                      <a:r>
                        <a:rPr lang="ko-KR" altLang="en-US" sz="800" kern="1200" dirty="0" smtClean="0">
                          <a:solidFill>
                            <a:srgbClr val="0070C0"/>
                          </a:solidFill>
                          <a:latin typeface="+mn-ea"/>
                          <a:ea typeface="+mn-ea"/>
                          <a:cs typeface="+mn-cs"/>
                        </a:rPr>
                        <a:t>과제 제출 불가 합니다</a:t>
                      </a:r>
                      <a:r>
                        <a:rPr lang="en-US" altLang="ko-KR" sz="800" kern="120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212" name="Group 37"/>
          <p:cNvGraphicFramePr>
            <a:graphicFrameLocks noGrp="1"/>
          </p:cNvGraphicFramePr>
          <p:nvPr>
            <p:extLst>
              <p:ext uri="{D42A27DB-BD31-4B8C-83A1-F6EECF244321}">
                <p14:modId xmlns:p14="http://schemas.microsoft.com/office/powerpoint/2010/main" val="4147867154"/>
              </p:ext>
            </p:extLst>
          </p:nvPr>
        </p:nvGraphicFramePr>
        <p:xfrm>
          <a:off x="1972097" y="8397552"/>
          <a:ext cx="7470353" cy="4961350"/>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과제명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시험대체과제</a:t>
                      </a:r>
                      <a:r>
                        <a:rPr lang="en-US" altLang="ko-KR" sz="800" b="0" dirty="0" smtClean="0">
                          <a:solidFill>
                            <a:schemeClr val="tx1">
                              <a:lumMod val="75000"/>
                              <a:lumOff val="25000"/>
                            </a:schemeClr>
                          </a:solidFill>
                          <a:latin typeface="+mn-ea"/>
                        </a:rPr>
                        <a:t>001</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연장제출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평가방법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err="1" smtClean="0">
                          <a:solidFill>
                            <a:schemeClr val="tx1">
                              <a:lumMod val="75000"/>
                              <a:lumOff val="25000"/>
                            </a:schemeClr>
                          </a:solidFill>
                          <a:latin typeface="+mn-ea"/>
                        </a:rPr>
                        <a:t>점수형</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제출형식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파일 </a:t>
                      </a:r>
                      <a:r>
                        <a:rPr lang="en-US" altLang="ko-KR" sz="800" b="0" dirty="0" smtClean="0">
                          <a:solidFill>
                            <a:schemeClr val="tx1">
                              <a:lumMod val="75000"/>
                              <a:lumOff val="25000"/>
                            </a:schemeClr>
                          </a:solidFill>
                          <a:latin typeface="+mn-ea"/>
                        </a:rPr>
                        <a:t>: </a:t>
                      </a:r>
                      <a:r>
                        <a:rPr lang="ko-KR" altLang="en-US" sz="800" kern="0" dirty="0" smtClean="0">
                          <a:solidFill>
                            <a:schemeClr val="tx1">
                              <a:lumMod val="75000"/>
                              <a:lumOff val="25000"/>
                            </a:schemeClr>
                          </a:solidFill>
                          <a:latin typeface="+mn-ea"/>
                          <a:cs typeface="Arial" charset="0"/>
                        </a:rPr>
                        <a:t>이미지 </a:t>
                      </a:r>
                      <a:r>
                        <a:rPr lang="en-US" altLang="ko-KR" sz="800" kern="0" dirty="0" smtClean="0">
                          <a:solidFill>
                            <a:schemeClr val="tx1">
                              <a:lumMod val="75000"/>
                              <a:lumOff val="25000"/>
                            </a:schemeClr>
                          </a:solidFill>
                          <a:latin typeface="+mn-ea"/>
                          <a:cs typeface="Arial" charset="0"/>
                        </a:rPr>
                        <a:t>(JPG, GIF, PNG), </a:t>
                      </a:r>
                      <a:r>
                        <a:rPr lang="en-US" altLang="ko-KR" sz="800" dirty="0" smtClean="0">
                          <a:solidFill>
                            <a:schemeClr val="tx1">
                              <a:lumMod val="75000"/>
                              <a:lumOff val="25000"/>
                            </a:schemeClr>
                          </a:solidFill>
                          <a:latin typeface="+mn-ea"/>
                        </a:rPr>
                        <a:t>PDF</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실기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개별 과제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과제읽기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2026.02.15</a:t>
                      </a:r>
                      <a:r>
                        <a:rPr lang="ko-KR" altLang="en-US" sz="800" b="0" dirty="0" smtClean="0">
                          <a:solidFill>
                            <a:schemeClr val="tx1">
                              <a:lumMod val="75000"/>
                              <a:lumOff val="25000"/>
                            </a:schemeClr>
                          </a:solidFill>
                          <a:latin typeface="+mn-ea"/>
                        </a:rPr>
                        <a:t>부터 가능</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4" name="그룹 213"/>
          <p:cNvGrpSpPr/>
          <p:nvPr/>
        </p:nvGrpSpPr>
        <p:grpSpPr>
          <a:xfrm>
            <a:off x="3219475" y="9055149"/>
            <a:ext cx="6151862" cy="1148064"/>
            <a:chOff x="3229000" y="4452549"/>
            <a:chExt cx="6151862" cy="1148064"/>
          </a:xfrm>
        </p:grpSpPr>
        <p:sp>
          <p:nvSpPr>
            <p:cNvPr id="215"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과제내용</a:t>
              </a:r>
              <a:r>
                <a:rPr lang="ko-KR" altLang="en-US" sz="800" dirty="0">
                  <a:solidFill>
                    <a:schemeClr val="tx1">
                      <a:lumMod val="75000"/>
                      <a:lumOff val="25000"/>
                    </a:schemeClr>
                  </a:solidFill>
                  <a:latin typeface="+mn-ea"/>
                  <a:ea typeface="+mn-ea"/>
                </a:rPr>
                <a:t> 과제내용</a:t>
              </a:r>
              <a:endParaRPr lang="en-US" altLang="ko-KR" sz="800" dirty="0">
                <a:solidFill>
                  <a:schemeClr val="tx1">
                    <a:lumMod val="75000"/>
                    <a:lumOff val="25000"/>
                  </a:schemeClr>
                </a:solidFill>
                <a:latin typeface="+mn-ea"/>
                <a:ea typeface="+mn-ea"/>
              </a:endParaRPr>
            </a:p>
          </p:txBody>
        </p:sp>
        <p:sp>
          <p:nvSpPr>
            <p:cNvPr id="216"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18" name="그룹 217"/>
          <p:cNvGrpSpPr/>
          <p:nvPr/>
        </p:nvGrpSpPr>
        <p:grpSpPr>
          <a:xfrm>
            <a:off x="3216263" y="12008566"/>
            <a:ext cx="2114928" cy="162000"/>
            <a:chOff x="3225788" y="7298382"/>
            <a:chExt cx="2114928" cy="162000"/>
          </a:xfrm>
        </p:grpSpPr>
        <p:sp>
          <p:nvSpPr>
            <p:cNvPr id="219" name="직사각형 21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0"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81" name="Group 37"/>
          <p:cNvGraphicFramePr>
            <a:graphicFrameLocks noGrp="1"/>
          </p:cNvGraphicFramePr>
          <p:nvPr>
            <p:extLst>
              <p:ext uri="{D42A27DB-BD31-4B8C-83A1-F6EECF244321}">
                <p14:modId xmlns:p14="http://schemas.microsoft.com/office/powerpoint/2010/main" val="3428317852"/>
              </p:ext>
            </p:extLst>
          </p:nvPr>
        </p:nvGraphicFramePr>
        <p:xfrm>
          <a:off x="1972097" y="13452968"/>
          <a:ext cx="7470354" cy="1252713"/>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과제제출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제출 파일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30500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hMerge="1">
                  <a:txBody>
                    <a:bodyPr/>
                    <a:lstStyle/>
                    <a:p>
                      <a:pPr latinLnBrk="1"/>
                      <a:endParaRPr lang="ko-KR" altLang="en-US"/>
                    </a:p>
                  </a:txBody>
                  <a:tcPr/>
                </a:tc>
              </a:tr>
            </a:tbl>
          </a:graphicData>
        </a:graphic>
      </p:graphicFrame>
      <p:sp>
        <p:nvSpPr>
          <p:cNvPr id="182" name="모서리가 둥근 직사각형 181"/>
          <p:cNvSpPr/>
          <p:nvPr/>
        </p:nvSpPr>
        <p:spPr>
          <a:xfrm>
            <a:off x="8498446" y="1348366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3" name="모서리가 둥근 직사각형 182"/>
          <p:cNvSpPr/>
          <p:nvPr/>
        </p:nvSpPr>
        <p:spPr>
          <a:xfrm>
            <a:off x="5263312" y="1446319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4" name="그룹 183"/>
          <p:cNvGrpSpPr/>
          <p:nvPr/>
        </p:nvGrpSpPr>
        <p:grpSpPr>
          <a:xfrm>
            <a:off x="5069155" y="14430813"/>
            <a:ext cx="234360" cy="200055"/>
            <a:chOff x="1152270" y="11716364"/>
            <a:chExt cx="234360" cy="200055"/>
          </a:xfrm>
        </p:grpSpPr>
        <p:sp>
          <p:nvSpPr>
            <p:cNvPr id="185" name="모서리가 둥근 직사각형 18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6" name="직사각형 18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87" name="그룹 186"/>
          <p:cNvGrpSpPr/>
          <p:nvPr/>
        </p:nvGrpSpPr>
        <p:grpSpPr>
          <a:xfrm>
            <a:off x="3196233" y="13967617"/>
            <a:ext cx="2114928" cy="162000"/>
            <a:chOff x="3225788" y="7298382"/>
            <a:chExt cx="2114928" cy="162000"/>
          </a:xfrm>
        </p:grpSpPr>
        <p:sp>
          <p:nvSpPr>
            <p:cNvPr id="188" name="직사각형 187"/>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제출과</a:t>
              </a:r>
              <a:r>
                <a:rPr lang="ko-KR" altLang="en-US" sz="800" dirty="0">
                  <a:solidFill>
                    <a:schemeClr val="tx1">
                      <a:lumMod val="75000"/>
                      <a:lumOff val="25000"/>
                    </a:schemeClr>
                  </a:solidFill>
                  <a:latin typeface="+mn-ea"/>
                </a:rPr>
                <a:t>제</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9"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90" name="그룹 189"/>
          <p:cNvGrpSpPr/>
          <p:nvPr/>
        </p:nvGrpSpPr>
        <p:grpSpPr>
          <a:xfrm>
            <a:off x="5284465" y="13936255"/>
            <a:ext cx="234360" cy="200055"/>
            <a:chOff x="1152270" y="11716364"/>
            <a:chExt cx="234360" cy="200055"/>
          </a:xfrm>
        </p:grpSpPr>
        <p:sp>
          <p:nvSpPr>
            <p:cNvPr id="191" name="모서리가 둥근 직사각형 19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2" name="직사각형 19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93" name="그룹 192"/>
          <p:cNvGrpSpPr/>
          <p:nvPr/>
        </p:nvGrpSpPr>
        <p:grpSpPr>
          <a:xfrm>
            <a:off x="3452941" y="14181103"/>
            <a:ext cx="234360" cy="200055"/>
            <a:chOff x="1152270" y="11716364"/>
            <a:chExt cx="234360" cy="200055"/>
          </a:xfrm>
        </p:grpSpPr>
        <p:sp>
          <p:nvSpPr>
            <p:cNvPr id="194" name="모서리가 둥근 직사각형 1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5" name="직사각형 19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74" name="그룹 173"/>
          <p:cNvGrpSpPr/>
          <p:nvPr/>
        </p:nvGrpSpPr>
        <p:grpSpPr>
          <a:xfrm>
            <a:off x="579562" y="2166658"/>
            <a:ext cx="1386586" cy="5317057"/>
            <a:chOff x="579562" y="2166658"/>
            <a:chExt cx="1386586" cy="5317057"/>
          </a:xfrm>
        </p:grpSpPr>
        <p:grpSp>
          <p:nvGrpSpPr>
            <p:cNvPr id="175" name="그룹 174"/>
            <p:cNvGrpSpPr/>
            <p:nvPr/>
          </p:nvGrpSpPr>
          <p:grpSpPr>
            <a:xfrm>
              <a:off x="629956" y="3318264"/>
              <a:ext cx="1332000" cy="180000"/>
              <a:chOff x="666428" y="3785432"/>
              <a:chExt cx="1332000" cy="180000"/>
            </a:xfrm>
          </p:grpSpPr>
          <p:sp>
            <p:nvSpPr>
              <p:cNvPr id="370" name="모서리가 둥근 직사각형 36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7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3568824"/>
              <a:ext cx="1332000" cy="180000"/>
              <a:chOff x="666428" y="4310612"/>
              <a:chExt cx="1332000" cy="180000"/>
            </a:xfrm>
          </p:grpSpPr>
          <p:sp>
            <p:nvSpPr>
              <p:cNvPr id="366" name="모서리가 둥근 직사각형 36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6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29955" y="3042501"/>
              <a:ext cx="1332000" cy="180000"/>
              <a:chOff x="666427" y="3266516"/>
              <a:chExt cx="1332000" cy="180000"/>
            </a:xfrm>
          </p:grpSpPr>
          <p:sp>
            <p:nvSpPr>
              <p:cNvPr id="363" name="모서리가 둥근 직사각형 36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6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29956" y="3854780"/>
              <a:ext cx="1332000" cy="180000"/>
              <a:chOff x="666428" y="4570824"/>
              <a:chExt cx="1332000" cy="180000"/>
            </a:xfrm>
          </p:grpSpPr>
          <p:sp>
            <p:nvSpPr>
              <p:cNvPr id="347" name="모서리가 둥근 직사각형 34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62"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6" y="5316875"/>
              <a:ext cx="1332000" cy="180000"/>
              <a:chOff x="666428" y="5096004"/>
              <a:chExt cx="1332000" cy="180000"/>
            </a:xfrm>
          </p:grpSpPr>
          <p:sp>
            <p:nvSpPr>
              <p:cNvPr id="303" name="모서리가 둥근 직사각형 30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04"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4148" y="5634789"/>
              <a:ext cx="1332000" cy="180000"/>
              <a:chOff x="666428" y="3785432"/>
              <a:chExt cx="1332000" cy="180000"/>
            </a:xfrm>
          </p:grpSpPr>
          <p:sp>
            <p:nvSpPr>
              <p:cNvPr id="258" name="모서리가 둥근 직사각형 25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6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1150" y="4135825"/>
              <a:ext cx="1332000" cy="180000"/>
              <a:chOff x="666428" y="4570824"/>
              <a:chExt cx="1332000" cy="180000"/>
            </a:xfrm>
          </p:grpSpPr>
          <p:sp>
            <p:nvSpPr>
              <p:cNvPr id="256" name="모서리가 둥근 직사각형 25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57"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29956" y="4423395"/>
              <a:ext cx="1332000" cy="180000"/>
              <a:chOff x="666428" y="4310612"/>
              <a:chExt cx="1332000" cy="180000"/>
            </a:xfrm>
          </p:grpSpPr>
          <p:sp>
            <p:nvSpPr>
              <p:cNvPr id="241" name="모서리가 둥근 직사각형 24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5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8" name="TextBox 19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9" name="그룹 198"/>
            <p:cNvGrpSpPr/>
            <p:nvPr/>
          </p:nvGrpSpPr>
          <p:grpSpPr>
            <a:xfrm>
              <a:off x="632520" y="4723068"/>
              <a:ext cx="1332000" cy="180000"/>
              <a:chOff x="666428" y="4310612"/>
              <a:chExt cx="1332000" cy="180000"/>
            </a:xfrm>
          </p:grpSpPr>
          <p:sp>
            <p:nvSpPr>
              <p:cNvPr id="239" name="모서리가 둥근 직사각형 23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4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2520" y="2752353"/>
              <a:ext cx="1332000" cy="180000"/>
              <a:chOff x="666427" y="3266516"/>
              <a:chExt cx="1332000" cy="180000"/>
            </a:xfrm>
          </p:grpSpPr>
          <p:sp>
            <p:nvSpPr>
              <p:cNvPr id="233" name="모서리가 둥근 직사각형 23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3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32520" y="5005767"/>
              <a:ext cx="1332000" cy="180000"/>
              <a:chOff x="666428" y="4310612"/>
              <a:chExt cx="1332000" cy="180000"/>
            </a:xfrm>
          </p:grpSpPr>
          <p:sp>
            <p:nvSpPr>
              <p:cNvPr id="231" name="모서리가 둥근 직사각형 2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32520" y="6227787"/>
              <a:ext cx="1332000" cy="180000"/>
              <a:chOff x="666428" y="3785432"/>
              <a:chExt cx="1332000" cy="180000"/>
            </a:xfrm>
          </p:grpSpPr>
          <p:sp>
            <p:nvSpPr>
              <p:cNvPr id="229" name="모서리가 둥근 직사각형 22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3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2520" y="6487872"/>
              <a:ext cx="1332000" cy="180000"/>
              <a:chOff x="666428" y="4310612"/>
              <a:chExt cx="1332000" cy="180000"/>
            </a:xfrm>
          </p:grpSpPr>
          <p:sp>
            <p:nvSpPr>
              <p:cNvPr id="227" name="모서리가 둥근 직사각형 2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2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2520" y="6773828"/>
              <a:ext cx="1332000" cy="180000"/>
              <a:chOff x="666428" y="4570824"/>
              <a:chExt cx="1332000" cy="180000"/>
            </a:xfrm>
          </p:grpSpPr>
          <p:sp>
            <p:nvSpPr>
              <p:cNvPr id="225" name="모서리가 둥근 직사각형 22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2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2520" y="7053155"/>
              <a:ext cx="1332000" cy="180000"/>
              <a:chOff x="666428" y="3785432"/>
              <a:chExt cx="1332000" cy="180000"/>
            </a:xfrm>
          </p:grpSpPr>
          <p:sp>
            <p:nvSpPr>
              <p:cNvPr id="223" name="모서리가 둥근 직사각형 22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2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2520" y="7303715"/>
              <a:ext cx="1332000" cy="180000"/>
              <a:chOff x="666428" y="4310612"/>
              <a:chExt cx="1332000" cy="180000"/>
            </a:xfrm>
          </p:grpSpPr>
          <p:sp>
            <p:nvSpPr>
              <p:cNvPr id="221" name="모서리가 둥근 직사각형 22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2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2995" y="5922821"/>
              <a:ext cx="1332000" cy="180000"/>
              <a:chOff x="666427" y="3266516"/>
              <a:chExt cx="1332000" cy="180000"/>
            </a:xfrm>
          </p:grpSpPr>
          <p:sp>
            <p:nvSpPr>
              <p:cNvPr id="210" name="모서리가 둥근 직사각형 209"/>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1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553898955"/>
      </p:ext>
    </p:extLst>
  </p:cSld>
  <p:clrMapOvr>
    <a:masterClrMapping/>
  </p:clrMapOvr>
  <p:transition>
    <p:wipe dir="r"/>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KNOU_UI_C02140000_13</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 </a:t>
            </a:r>
            <a:r>
              <a:rPr lang="ko-KR" altLang="en-US" sz="800" spc="-60" dirty="0" smtClean="0">
                <a:latin typeface="+mn-ea"/>
                <a:ea typeface="+mn-ea"/>
              </a:rPr>
              <a:t>응시 전 </a:t>
            </a:r>
            <a:r>
              <a:rPr lang="en-US" altLang="ko-KR" sz="800" spc="-60" dirty="0" smtClean="0">
                <a:latin typeface="+mn-ea"/>
                <a:ea typeface="+mn-ea"/>
              </a:rPr>
              <a:t>&amp; </a:t>
            </a:r>
            <a:r>
              <a:rPr lang="ko-KR" altLang="en-US" sz="800" spc="-60" dirty="0" smtClean="0">
                <a:latin typeface="+mn-ea"/>
                <a:ea typeface="+mn-ea"/>
              </a:rPr>
              <a:t>평가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92481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31260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37421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3921099590"/>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240" name="Group 37"/>
          <p:cNvGraphicFramePr>
            <a:graphicFrameLocks noGrp="1"/>
          </p:cNvGraphicFramePr>
          <p:nvPr>
            <p:extLst>
              <p:ext uri="{D42A27DB-BD31-4B8C-83A1-F6EECF244321}">
                <p14:modId xmlns:p14="http://schemas.microsoft.com/office/powerpoint/2010/main" val="3198855348"/>
              </p:ext>
            </p:extLst>
          </p:nvPr>
        </p:nvGraphicFramePr>
        <p:xfrm>
          <a:off x="1972097" y="13173827"/>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41" name="모서리가 둥근 직사각형 240"/>
          <p:cNvSpPr/>
          <p:nvPr/>
        </p:nvSpPr>
        <p:spPr>
          <a:xfrm>
            <a:off x="8498446" y="1320452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4" name="모서리가 둥근 직사각형 253"/>
          <p:cNvSpPr/>
          <p:nvPr/>
        </p:nvSpPr>
        <p:spPr>
          <a:xfrm>
            <a:off x="5263312" y="1379751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61" name="그룹 260"/>
          <p:cNvGrpSpPr/>
          <p:nvPr/>
        </p:nvGrpSpPr>
        <p:grpSpPr>
          <a:xfrm>
            <a:off x="5069155" y="13765133"/>
            <a:ext cx="234360" cy="200055"/>
            <a:chOff x="1152270" y="11716364"/>
            <a:chExt cx="234360" cy="200055"/>
          </a:xfrm>
        </p:grpSpPr>
        <p:sp>
          <p:nvSpPr>
            <p:cNvPr id="303" name="모서리가 둥근 직사각형 3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4" name="직사각형 30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180" name="Group 37"/>
          <p:cNvGraphicFramePr>
            <a:graphicFrameLocks noGrp="1"/>
          </p:cNvGraphicFramePr>
          <p:nvPr>
            <p:extLst>
              <p:ext uri="{D42A27DB-BD31-4B8C-83A1-F6EECF244321}">
                <p14:modId xmlns:p14="http://schemas.microsoft.com/office/powerpoint/2010/main" val="786934918"/>
              </p:ext>
            </p:extLst>
          </p:nvPr>
        </p:nvGraphicFramePr>
        <p:xfrm>
          <a:off x="1972097" y="8397552"/>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82" name="그룹 181"/>
          <p:cNvGrpSpPr/>
          <p:nvPr/>
        </p:nvGrpSpPr>
        <p:grpSpPr>
          <a:xfrm>
            <a:off x="3219475" y="9046061"/>
            <a:ext cx="6151862" cy="1148064"/>
            <a:chOff x="3229000" y="4452549"/>
            <a:chExt cx="6151862" cy="1148064"/>
          </a:xfrm>
        </p:grpSpPr>
        <p:sp>
          <p:nvSpPr>
            <p:cNvPr id="18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18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6" name="그룹 185"/>
          <p:cNvGrpSpPr/>
          <p:nvPr/>
        </p:nvGrpSpPr>
        <p:grpSpPr>
          <a:xfrm>
            <a:off x="3216263" y="12296598"/>
            <a:ext cx="2114928" cy="162000"/>
            <a:chOff x="3225788" y="7298382"/>
            <a:chExt cx="2114928" cy="162000"/>
          </a:xfrm>
        </p:grpSpPr>
        <p:sp>
          <p:nvSpPr>
            <p:cNvPr id="187" name="직사각형 18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8"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378" name="직선 연결선 377"/>
          <p:cNvCxnSpPr/>
          <p:nvPr/>
        </p:nvCxnSpPr>
        <p:spPr>
          <a:xfrm>
            <a:off x="2673127" y="422109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8" name="직사각형 407"/>
          <p:cNvSpPr/>
          <p:nvPr/>
        </p:nvSpPr>
        <p:spPr>
          <a:xfrm>
            <a:off x="5690679" y="4691675"/>
            <a:ext cx="7988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gn="r"/>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배점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10</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점</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aphicFrame>
        <p:nvGraphicFramePr>
          <p:cNvPr id="513" name="Group 175"/>
          <p:cNvGraphicFramePr>
            <a:graphicFrameLocks noGrp="1"/>
          </p:cNvGraphicFramePr>
          <p:nvPr>
            <p:extLst>
              <p:ext uri="{D42A27DB-BD31-4B8C-83A1-F6EECF244321}">
                <p14:modId xmlns:p14="http://schemas.microsoft.com/office/powerpoint/2010/main" val="3847797842"/>
              </p:ext>
            </p:extLst>
          </p:nvPr>
        </p:nvGraphicFramePr>
        <p:xfrm>
          <a:off x="9499029" y="8089695"/>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167" name="그룹 166"/>
          <p:cNvGrpSpPr/>
          <p:nvPr/>
        </p:nvGrpSpPr>
        <p:grpSpPr>
          <a:xfrm>
            <a:off x="579562" y="2166658"/>
            <a:ext cx="1386586" cy="5317057"/>
            <a:chOff x="579562" y="2166658"/>
            <a:chExt cx="1386586" cy="5317057"/>
          </a:xfrm>
        </p:grpSpPr>
        <p:grpSp>
          <p:nvGrpSpPr>
            <p:cNvPr id="168" name="그룹 167"/>
            <p:cNvGrpSpPr/>
            <p:nvPr/>
          </p:nvGrpSpPr>
          <p:grpSpPr>
            <a:xfrm>
              <a:off x="629956" y="3318264"/>
              <a:ext cx="1332000" cy="180000"/>
              <a:chOff x="666428" y="3785432"/>
              <a:chExt cx="1332000" cy="180000"/>
            </a:xfrm>
          </p:grpSpPr>
          <p:sp>
            <p:nvSpPr>
              <p:cNvPr id="229" name="모서리가 둥근 직사각형 22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29956" y="3568824"/>
              <a:ext cx="1332000" cy="180000"/>
              <a:chOff x="666428" y="4310612"/>
              <a:chExt cx="1332000" cy="180000"/>
            </a:xfrm>
          </p:grpSpPr>
          <p:sp>
            <p:nvSpPr>
              <p:cNvPr id="227" name="모서리가 둥근 직사각형 2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2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29955" y="3042501"/>
              <a:ext cx="1332000" cy="180000"/>
              <a:chOff x="666427" y="3266516"/>
              <a:chExt cx="1332000" cy="180000"/>
            </a:xfrm>
          </p:grpSpPr>
          <p:sp>
            <p:nvSpPr>
              <p:cNvPr id="225" name="모서리가 둥근 직사각형 22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2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3854780"/>
              <a:ext cx="1332000" cy="180000"/>
              <a:chOff x="666428" y="4570824"/>
              <a:chExt cx="1332000" cy="180000"/>
            </a:xfrm>
          </p:grpSpPr>
          <p:sp>
            <p:nvSpPr>
              <p:cNvPr id="223" name="모서리가 둥근 직사각형 22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24"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29956" y="5316875"/>
              <a:ext cx="1332000" cy="180000"/>
              <a:chOff x="666428" y="5096004"/>
              <a:chExt cx="1332000" cy="180000"/>
            </a:xfrm>
          </p:grpSpPr>
          <p:sp>
            <p:nvSpPr>
              <p:cNvPr id="221" name="모서리가 둥근 직사각형 22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22"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4148" y="5634789"/>
              <a:ext cx="1332000" cy="180000"/>
              <a:chOff x="666428" y="3785432"/>
              <a:chExt cx="1332000" cy="180000"/>
            </a:xfrm>
          </p:grpSpPr>
          <p:sp>
            <p:nvSpPr>
              <p:cNvPr id="219" name="모서리가 둥근 직사각형 21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31150" y="4135825"/>
              <a:ext cx="1332000" cy="180000"/>
              <a:chOff x="666428" y="4570824"/>
              <a:chExt cx="1332000" cy="180000"/>
            </a:xfrm>
          </p:grpSpPr>
          <p:sp>
            <p:nvSpPr>
              <p:cNvPr id="217" name="모서리가 둥근 직사각형 21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18"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4423395"/>
              <a:ext cx="1332000" cy="180000"/>
              <a:chOff x="666428" y="4310612"/>
              <a:chExt cx="1332000" cy="180000"/>
            </a:xfrm>
          </p:grpSpPr>
          <p:sp>
            <p:nvSpPr>
              <p:cNvPr id="215" name="모서리가 둥근 직사각형 21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1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7" name="TextBox 17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78" name="그룹 177"/>
            <p:cNvGrpSpPr/>
            <p:nvPr/>
          </p:nvGrpSpPr>
          <p:grpSpPr>
            <a:xfrm>
              <a:off x="632520" y="4723068"/>
              <a:ext cx="1332000" cy="180000"/>
              <a:chOff x="666428" y="4310612"/>
              <a:chExt cx="1332000" cy="180000"/>
            </a:xfrm>
          </p:grpSpPr>
          <p:sp>
            <p:nvSpPr>
              <p:cNvPr id="213" name="모서리가 둥근 직사각형 21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1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2520" y="2752353"/>
              <a:ext cx="1332000" cy="180000"/>
              <a:chOff x="666427" y="3266516"/>
              <a:chExt cx="1332000" cy="180000"/>
            </a:xfrm>
          </p:grpSpPr>
          <p:sp>
            <p:nvSpPr>
              <p:cNvPr id="211" name="모서리가 둥근 직사각형 21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1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2520" y="5005767"/>
              <a:ext cx="1332000" cy="180000"/>
              <a:chOff x="666428" y="4310612"/>
              <a:chExt cx="1332000" cy="180000"/>
            </a:xfrm>
          </p:grpSpPr>
          <p:sp>
            <p:nvSpPr>
              <p:cNvPr id="209" name="모서리가 둥근 직사각형 20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6227787"/>
              <a:ext cx="1332000" cy="180000"/>
              <a:chOff x="666428" y="3785432"/>
              <a:chExt cx="1332000" cy="180000"/>
            </a:xfrm>
          </p:grpSpPr>
          <p:sp>
            <p:nvSpPr>
              <p:cNvPr id="207" name="모서리가 둥근 직사각형 20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0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2520" y="6487872"/>
              <a:ext cx="1332000" cy="180000"/>
              <a:chOff x="666428" y="4310612"/>
              <a:chExt cx="1332000" cy="180000"/>
            </a:xfrm>
          </p:grpSpPr>
          <p:sp>
            <p:nvSpPr>
              <p:cNvPr id="205" name="모서리가 둥근 직사각형 20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0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2520" y="6773828"/>
              <a:ext cx="1332000" cy="180000"/>
              <a:chOff x="666428" y="4570824"/>
              <a:chExt cx="1332000" cy="180000"/>
            </a:xfrm>
          </p:grpSpPr>
          <p:sp>
            <p:nvSpPr>
              <p:cNvPr id="203" name="모서리가 둥근 직사각형 20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4"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2520" y="7053155"/>
              <a:ext cx="1332000" cy="180000"/>
              <a:chOff x="666428" y="3785432"/>
              <a:chExt cx="1332000" cy="180000"/>
            </a:xfrm>
          </p:grpSpPr>
          <p:sp>
            <p:nvSpPr>
              <p:cNvPr id="201" name="모서리가 둥근 직사각형 2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2520" y="7303715"/>
              <a:ext cx="1332000" cy="180000"/>
              <a:chOff x="666428" y="4310612"/>
              <a:chExt cx="1332000" cy="180000"/>
            </a:xfrm>
          </p:grpSpPr>
          <p:sp>
            <p:nvSpPr>
              <p:cNvPr id="199" name="모서리가 둥근 직사각형 1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22995" y="5922821"/>
              <a:ext cx="1332000" cy="180000"/>
              <a:chOff x="666427" y="3266516"/>
              <a:chExt cx="1332000" cy="180000"/>
            </a:xfrm>
          </p:grpSpPr>
          <p:sp>
            <p:nvSpPr>
              <p:cNvPr id="195" name="모서리가 둥근 직사각형 194"/>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19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531368953"/>
      </p:ext>
    </p:extLst>
  </p:cSld>
  <p:clrMapOvr>
    <a:masterClrMapping/>
  </p:clrMapOvr>
  <p:transition>
    <p:wipe dir="r"/>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KNOU_UI_C02140000_14</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 </a:t>
            </a:r>
            <a:r>
              <a:rPr lang="ko-KR" altLang="en-US" sz="800" spc="-60" dirty="0" smtClean="0">
                <a:latin typeface="+mn-ea"/>
                <a:ea typeface="+mn-ea"/>
              </a:rPr>
              <a:t>퀴즈 시험지</a:t>
            </a:r>
            <a:r>
              <a:rPr lang="en-US" altLang="ko-KR" sz="800" spc="-60" dirty="0" smtClean="0">
                <a:latin typeface="+mn-ea"/>
                <a:ea typeface="+mn-ea"/>
              </a:rPr>
              <a:t>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92481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31260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37421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4226941806"/>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240" name="Group 37"/>
          <p:cNvGraphicFramePr>
            <a:graphicFrameLocks noGrp="1"/>
          </p:cNvGraphicFramePr>
          <p:nvPr>
            <p:extLst>
              <p:ext uri="{D42A27DB-BD31-4B8C-83A1-F6EECF244321}">
                <p14:modId xmlns:p14="http://schemas.microsoft.com/office/powerpoint/2010/main" val="237528563"/>
              </p:ext>
            </p:extLst>
          </p:nvPr>
        </p:nvGraphicFramePr>
        <p:xfrm>
          <a:off x="1972097" y="13173827"/>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41" name="모서리가 둥근 직사각형 240"/>
          <p:cNvSpPr/>
          <p:nvPr/>
        </p:nvSpPr>
        <p:spPr>
          <a:xfrm>
            <a:off x="8498446" y="1320452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4" name="모서리가 둥근 직사각형 253"/>
          <p:cNvSpPr/>
          <p:nvPr/>
        </p:nvSpPr>
        <p:spPr>
          <a:xfrm>
            <a:off x="5263312" y="13797518"/>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61" name="그룹 260"/>
          <p:cNvGrpSpPr/>
          <p:nvPr/>
        </p:nvGrpSpPr>
        <p:grpSpPr>
          <a:xfrm>
            <a:off x="5069155" y="13765133"/>
            <a:ext cx="234360" cy="200055"/>
            <a:chOff x="1152270" y="11716364"/>
            <a:chExt cx="234360" cy="200055"/>
          </a:xfrm>
        </p:grpSpPr>
        <p:sp>
          <p:nvSpPr>
            <p:cNvPr id="303" name="모서리가 둥근 직사각형 30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04" name="직사각형 30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180" name="Group 37"/>
          <p:cNvGraphicFramePr>
            <a:graphicFrameLocks noGrp="1"/>
          </p:cNvGraphicFramePr>
          <p:nvPr>
            <p:extLst>
              <p:ext uri="{D42A27DB-BD31-4B8C-83A1-F6EECF244321}">
                <p14:modId xmlns:p14="http://schemas.microsoft.com/office/powerpoint/2010/main" val="99634879"/>
              </p:ext>
            </p:extLst>
          </p:nvPr>
        </p:nvGraphicFramePr>
        <p:xfrm>
          <a:off x="1972097" y="8397552"/>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82" name="그룹 181"/>
          <p:cNvGrpSpPr/>
          <p:nvPr/>
        </p:nvGrpSpPr>
        <p:grpSpPr>
          <a:xfrm>
            <a:off x="3219475" y="9046061"/>
            <a:ext cx="6151862" cy="1148064"/>
            <a:chOff x="3229000" y="4452549"/>
            <a:chExt cx="6151862" cy="1148064"/>
          </a:xfrm>
        </p:grpSpPr>
        <p:sp>
          <p:nvSpPr>
            <p:cNvPr id="18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18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6" name="그룹 185"/>
          <p:cNvGrpSpPr/>
          <p:nvPr/>
        </p:nvGrpSpPr>
        <p:grpSpPr>
          <a:xfrm>
            <a:off x="3216263" y="12296598"/>
            <a:ext cx="2114928" cy="162000"/>
            <a:chOff x="3225788" y="7298382"/>
            <a:chExt cx="2114928" cy="162000"/>
          </a:xfrm>
        </p:grpSpPr>
        <p:sp>
          <p:nvSpPr>
            <p:cNvPr id="187" name="직사각형 18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8"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02" name="그룹 201"/>
          <p:cNvGrpSpPr/>
          <p:nvPr/>
        </p:nvGrpSpPr>
        <p:grpSpPr>
          <a:xfrm>
            <a:off x="-159568" y="11647038"/>
            <a:ext cx="5006074" cy="2961412"/>
            <a:chOff x="1124573" y="1907748"/>
            <a:chExt cx="5006074" cy="2961412"/>
          </a:xfrm>
        </p:grpSpPr>
        <p:grpSp>
          <p:nvGrpSpPr>
            <p:cNvPr id="203" name="그룹 202"/>
            <p:cNvGrpSpPr/>
            <p:nvPr/>
          </p:nvGrpSpPr>
          <p:grpSpPr>
            <a:xfrm>
              <a:off x="1124573" y="1907748"/>
              <a:ext cx="5006074" cy="2961412"/>
              <a:chOff x="1100572" y="3167889"/>
              <a:chExt cx="6289696" cy="2961412"/>
            </a:xfrm>
          </p:grpSpPr>
          <p:sp>
            <p:nvSpPr>
              <p:cNvPr id="209" name="직사각형 208"/>
              <p:cNvSpPr/>
              <p:nvPr/>
            </p:nvSpPr>
            <p:spPr>
              <a:xfrm>
                <a:off x="1100572" y="3176971"/>
                <a:ext cx="6282748" cy="2952330"/>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b="1" dirty="0" smtClean="0">
                    <a:solidFill>
                      <a:schemeClr val="tx1"/>
                    </a:solidFill>
                    <a:latin typeface="+mn-ea"/>
                    <a:sym typeface="Wingdings" pitchFamily="2" charset="2"/>
                  </a:rPr>
                  <a:t>    </a:t>
                </a:r>
                <a:r>
                  <a:rPr lang="ko-KR" altLang="en-US" sz="800" b="1" dirty="0" smtClean="0">
                    <a:solidFill>
                      <a:schemeClr val="tx1"/>
                    </a:solidFill>
                    <a:latin typeface="+mn-ea"/>
                    <a:sym typeface="Wingdings" pitchFamily="2" charset="2"/>
                  </a:rPr>
                  <a:t> </a:t>
                </a:r>
                <a:r>
                  <a:rPr lang="en-US" altLang="ko-KR" sz="800" b="1" dirty="0" smtClean="0">
                    <a:solidFill>
                      <a:schemeClr val="tx1"/>
                    </a:solidFill>
                    <a:latin typeface="+mn-ea"/>
                    <a:sym typeface="Wingdings" pitchFamily="2" charset="2"/>
                  </a:rPr>
                  <a:t> </a:t>
                </a:r>
                <a:endParaRPr lang="en-US" altLang="ko-KR" sz="800" b="1" dirty="0">
                  <a:solidFill>
                    <a:srgbClr val="FF0000"/>
                  </a:solidFill>
                  <a:latin typeface="+mn-ea"/>
                </a:endParaRPr>
              </a:p>
            </p:txBody>
          </p:sp>
          <p:sp>
            <p:nvSpPr>
              <p:cNvPr id="210" name="직사각형 209"/>
              <p:cNvSpPr/>
              <p:nvPr/>
            </p:nvSpPr>
            <p:spPr>
              <a:xfrm>
                <a:off x="1100572" y="3187338"/>
                <a:ext cx="6282748"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b="1" dirty="0" smtClean="0">
                    <a:solidFill>
                      <a:schemeClr val="tx1"/>
                    </a:solidFill>
                    <a:latin typeface="+mn-ea"/>
                    <a:sym typeface="Wingdings" pitchFamily="2" charset="2"/>
                  </a:rPr>
                  <a:t>    </a:t>
                </a:r>
                <a:r>
                  <a:rPr lang="ko-KR" altLang="en-US" sz="800" b="1" dirty="0" smtClean="0">
                    <a:solidFill>
                      <a:schemeClr val="tx1"/>
                    </a:solidFill>
                    <a:latin typeface="+mn-ea"/>
                    <a:sym typeface="Wingdings" pitchFamily="2" charset="2"/>
                  </a:rPr>
                  <a:t> </a:t>
                </a:r>
                <a:r>
                  <a:rPr lang="en-US" altLang="ko-KR" sz="800" b="1" dirty="0" smtClean="0">
                    <a:solidFill>
                      <a:schemeClr val="tx1"/>
                    </a:solidFill>
                    <a:latin typeface="+mn-ea"/>
                    <a:sym typeface="Wingdings" pitchFamily="2" charset="2"/>
                  </a:rPr>
                  <a:t> </a:t>
                </a:r>
                <a:endParaRPr lang="en-US" altLang="ko-KR" sz="800" b="1" dirty="0">
                  <a:solidFill>
                    <a:srgbClr val="FF0000"/>
                  </a:solidFill>
                  <a:latin typeface="+mn-ea"/>
                </a:endParaRPr>
              </a:p>
            </p:txBody>
          </p:sp>
          <p:sp>
            <p:nvSpPr>
              <p:cNvPr id="211" name="직사각형 210"/>
              <p:cNvSpPr/>
              <p:nvPr/>
            </p:nvSpPr>
            <p:spPr>
              <a:xfrm>
                <a:off x="1127051" y="3201232"/>
                <a:ext cx="1355848" cy="215444"/>
              </a:xfrm>
              <a:prstGeom prst="rect">
                <a:avLst/>
              </a:prstGeom>
            </p:spPr>
            <p:txBody>
              <a:bodyPr wrap="none">
                <a:spAutoFit/>
              </a:bodyPr>
              <a:lstStyle/>
              <a:p>
                <a:r>
                  <a:rPr lang="ko-KR" altLang="en-US" sz="800" b="1" dirty="0" smtClean="0">
                    <a:solidFill>
                      <a:schemeClr val="bg1"/>
                    </a:solidFill>
                    <a:latin typeface="+mn-ea"/>
                    <a:ea typeface="+mn-ea"/>
                  </a:rPr>
                  <a:t>퀴즈 응시 주의사항</a:t>
                </a:r>
                <a:endParaRPr lang="ko-KR" altLang="en-US" sz="800" b="1" dirty="0">
                  <a:solidFill>
                    <a:schemeClr val="bg1"/>
                  </a:solidFill>
                  <a:latin typeface="+mn-ea"/>
                  <a:ea typeface="+mn-ea"/>
                </a:endParaRPr>
              </a:p>
            </p:txBody>
          </p:sp>
          <p:sp>
            <p:nvSpPr>
              <p:cNvPr id="213" name="직사각형 212"/>
              <p:cNvSpPr/>
              <p:nvPr/>
            </p:nvSpPr>
            <p:spPr>
              <a:xfrm>
                <a:off x="7053522" y="3167889"/>
                <a:ext cx="336746"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04" name="모서리가 둥근 직사각형 203"/>
            <p:cNvSpPr/>
            <p:nvPr/>
          </p:nvSpPr>
          <p:spPr>
            <a:xfrm>
              <a:off x="2722427" y="4365104"/>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응시</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05" name="모서리가 둥근 직사각형 204"/>
            <p:cNvSpPr/>
            <p:nvPr/>
          </p:nvSpPr>
          <p:spPr>
            <a:xfrm>
              <a:off x="3692960" y="4371025"/>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취소</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206" name="직사각형 205"/>
            <p:cNvSpPr/>
            <p:nvPr/>
          </p:nvSpPr>
          <p:spPr>
            <a:xfrm>
              <a:off x="1347437" y="2429725"/>
              <a:ext cx="4536504" cy="257844"/>
            </a:xfrm>
            <a:prstGeom prst="rect">
              <a:avLst/>
            </a:prstGeom>
            <a:solidFill>
              <a:srgbClr val="B1C1D5"/>
            </a:solidFill>
            <a:ln w="952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800" b="1" dirty="0" smtClean="0">
                  <a:solidFill>
                    <a:schemeClr val="tx1">
                      <a:lumMod val="75000"/>
                      <a:lumOff val="25000"/>
                    </a:schemeClr>
                  </a:solidFill>
                  <a:latin typeface="+mn-ea"/>
                </a:rPr>
                <a:t>2026</a:t>
              </a:r>
              <a:r>
                <a:rPr lang="ko-KR" altLang="en-US" sz="800" b="1" dirty="0" smtClean="0">
                  <a:solidFill>
                    <a:schemeClr val="tx1">
                      <a:lumMod val="75000"/>
                      <a:lumOff val="25000"/>
                    </a:schemeClr>
                  </a:solidFill>
                  <a:latin typeface="+mn-ea"/>
                </a:rPr>
                <a:t>년도 </a:t>
              </a:r>
              <a:r>
                <a:rPr lang="en-US" altLang="ko-KR" sz="800" b="1" dirty="0" smtClean="0">
                  <a:solidFill>
                    <a:schemeClr val="tx1">
                      <a:lumMod val="75000"/>
                      <a:lumOff val="25000"/>
                    </a:schemeClr>
                  </a:solidFill>
                  <a:latin typeface="+mn-ea"/>
                </a:rPr>
                <a:t>1</a:t>
              </a:r>
              <a:r>
                <a:rPr lang="ko-KR" altLang="en-US" sz="800" b="1" dirty="0" smtClean="0">
                  <a:solidFill>
                    <a:schemeClr val="tx1">
                      <a:lumMod val="75000"/>
                      <a:lumOff val="25000"/>
                    </a:schemeClr>
                  </a:solidFill>
                  <a:latin typeface="+mn-ea"/>
                </a:rPr>
                <a:t>학기 데이터베이스의 이해 활용 </a:t>
              </a:r>
              <a:r>
                <a:rPr lang="en-US" altLang="ko-KR" sz="800" b="1" dirty="0" smtClean="0">
                  <a:solidFill>
                    <a:schemeClr val="tx1">
                      <a:lumMod val="75000"/>
                      <a:lumOff val="25000"/>
                    </a:schemeClr>
                  </a:solidFill>
                  <a:latin typeface="+mn-ea"/>
                </a:rPr>
                <a:t>1</a:t>
              </a:r>
              <a:r>
                <a:rPr lang="ko-KR" altLang="en-US" sz="800" b="1" dirty="0" smtClean="0">
                  <a:solidFill>
                    <a:schemeClr val="tx1">
                      <a:lumMod val="75000"/>
                      <a:lumOff val="25000"/>
                    </a:schemeClr>
                  </a:solidFill>
                  <a:latin typeface="+mn-ea"/>
                </a:rPr>
                <a:t>반의 퀴즈</a:t>
              </a:r>
              <a:endParaRPr lang="en-US" altLang="ko-KR" sz="800" b="1" dirty="0">
                <a:solidFill>
                  <a:schemeClr val="tx1">
                    <a:lumMod val="75000"/>
                    <a:lumOff val="25000"/>
                  </a:schemeClr>
                </a:solidFill>
                <a:latin typeface="+mn-ea"/>
              </a:endParaRPr>
            </a:p>
          </p:txBody>
        </p:sp>
        <p:sp>
          <p:nvSpPr>
            <p:cNvPr id="207" name="직사각형 206"/>
            <p:cNvSpPr/>
            <p:nvPr/>
          </p:nvSpPr>
          <p:spPr>
            <a:xfrm>
              <a:off x="1244588" y="2847857"/>
              <a:ext cx="4767747" cy="646331"/>
            </a:xfrm>
            <a:prstGeom prst="rect">
              <a:avLst/>
            </a:prstGeom>
          </p:spPr>
          <p:txBody>
            <a:bodyPr wrap="square">
              <a:spAutoFit/>
            </a:bodyPr>
            <a:lstStyle/>
            <a:p>
              <a:pPr>
                <a:lnSpc>
                  <a:spcPct val="150000"/>
                </a:lnSpc>
              </a:pP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해당 퀴즈의 응시 제한시간은 </a:t>
              </a:r>
              <a:r>
                <a:rPr lang="en-US" altLang="ko-KR" sz="800" b="1" dirty="0" smtClean="0">
                  <a:solidFill>
                    <a:srgbClr val="0070C0"/>
                  </a:solidFill>
                  <a:latin typeface="맑은 고딕" panose="020B0503020000020004" pitchFamily="50" charset="-127"/>
                  <a:ea typeface="맑은 고딕" panose="020B0503020000020004" pitchFamily="50" charset="-127"/>
                </a:rPr>
                <a:t>10</a:t>
              </a:r>
              <a:r>
                <a:rPr lang="ko-KR" altLang="en-US" sz="800" b="1" dirty="0" smtClean="0">
                  <a:solidFill>
                    <a:srgbClr val="0070C0"/>
                  </a:solidFill>
                  <a:latin typeface="맑은 고딕" panose="020B0503020000020004" pitchFamily="50" charset="-127"/>
                  <a:ea typeface="맑은 고딕" panose="020B0503020000020004" pitchFamily="50" charset="-127"/>
                </a:rPr>
                <a:t>분</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입니다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nSpc>
                  <a:spcPct val="150000"/>
                </a:lnSpc>
              </a:pP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최초 응시 시점부터 응시 시간이 자동으로 흘러가며</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응시 시간이 지나면 </a:t>
              </a:r>
              <a:r>
                <a:rPr lang="ko-KR" altLang="en-US" sz="800" b="1" dirty="0" err="1" smtClean="0">
                  <a:solidFill>
                    <a:schemeClr val="tx1">
                      <a:lumMod val="75000"/>
                      <a:lumOff val="25000"/>
                    </a:schemeClr>
                  </a:solidFill>
                  <a:latin typeface="맑은 고딕" panose="020B0503020000020004" pitchFamily="50" charset="-127"/>
                  <a:ea typeface="맑은 고딕" panose="020B0503020000020004" pitchFamily="50" charset="-127"/>
                </a:rPr>
                <a:t>재응시가</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불가능합니다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nSpc>
                  <a:spcPct val="150000"/>
                </a:lnSpc>
              </a:pP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rgbClr val="0070C0"/>
                  </a:solidFill>
                  <a:latin typeface="맑은 고딕" panose="020B0503020000020004" pitchFamily="50" charset="-127"/>
                  <a:ea typeface="맑은 고딕" panose="020B0503020000020004" pitchFamily="50" charset="-127"/>
                </a:rPr>
                <a:t>퀴즈 응시 중간에 창을 닫을 경우에도 응시 시간이 계속 진행</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됩니다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sp>
          <p:nvSpPr>
            <p:cNvPr id="208" name="직사각형 207"/>
            <p:cNvSpPr/>
            <p:nvPr/>
          </p:nvSpPr>
          <p:spPr>
            <a:xfrm>
              <a:off x="1254113" y="3718773"/>
              <a:ext cx="4767747" cy="461665"/>
            </a:xfrm>
            <a:prstGeom prst="rect">
              <a:avLst/>
            </a:prstGeom>
          </p:spPr>
          <p:txBody>
            <a:bodyPr wrap="square">
              <a:spAutoFit/>
            </a:bodyPr>
            <a:lstStyle/>
            <a:p>
              <a:pPr algn="ctr">
                <a:lnSpc>
                  <a:spcPct val="150000"/>
                </a:lnSpc>
              </a:pPr>
              <a:r>
                <a:rPr lang="ko-KR" altLang="en-US" sz="800" b="1" dirty="0" smtClean="0">
                  <a:solidFill>
                    <a:srgbClr val="0070C0"/>
                  </a:solidFill>
                  <a:latin typeface="맑은 고딕" panose="020B0503020000020004" pitchFamily="50" charset="-127"/>
                  <a:ea typeface="맑은 고딕" panose="020B0503020000020004" pitchFamily="50" charset="-127"/>
                </a:rPr>
                <a:t>응시 버튼을 클릭하면 응시 시간이 진행</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됩니다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gn="ctr">
                <a:lnSpc>
                  <a:spcPct val="150000"/>
                </a:lnSpc>
              </a:pP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지금 응시가 어려우시면 취소를 눌러 퀴즈 응시 기간 내에 재 접속하시기 바랍니다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grpSp>
      <p:grpSp>
        <p:nvGrpSpPr>
          <p:cNvPr id="217" name="그룹 216"/>
          <p:cNvGrpSpPr/>
          <p:nvPr/>
        </p:nvGrpSpPr>
        <p:grpSpPr>
          <a:xfrm>
            <a:off x="1396033" y="13930818"/>
            <a:ext cx="234360" cy="200055"/>
            <a:chOff x="1152270" y="11706839"/>
            <a:chExt cx="234360" cy="200055"/>
          </a:xfrm>
        </p:grpSpPr>
        <p:sp>
          <p:nvSpPr>
            <p:cNvPr id="221" name="모서리가 둥근 직사각형 2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22" name="직사각형 221"/>
            <p:cNvSpPr/>
            <p:nvPr/>
          </p:nvSpPr>
          <p:spPr>
            <a:xfrm>
              <a:off x="1152270" y="11706839"/>
              <a:ext cx="234360" cy="200055"/>
            </a:xfrm>
            <a:prstGeom prst="rect">
              <a:avLst/>
            </a:prstGeom>
          </p:spPr>
          <p:txBody>
            <a:bodyPr wrap="none">
              <a:spAutoFit/>
            </a:bodyPr>
            <a:lstStyle/>
            <a:p>
              <a:r>
                <a:rPr lang="en-US" altLang="ko-KR" sz="700" b="1" dirty="0" smtClean="0">
                  <a:solidFill>
                    <a:schemeClr val="bg1"/>
                  </a:solidFill>
                  <a:latin typeface="+mn-ea"/>
                  <a:ea typeface="+mn-ea"/>
                </a:rPr>
                <a:t>2</a:t>
              </a:r>
              <a:endParaRPr lang="ko-KR" altLang="en-US" sz="700" b="1" dirty="0">
                <a:solidFill>
                  <a:schemeClr val="bg1"/>
                </a:solidFill>
                <a:latin typeface="+mn-ea"/>
                <a:ea typeface="+mn-ea"/>
              </a:endParaRPr>
            </a:p>
          </p:txBody>
        </p:sp>
      </p:grpSp>
      <p:grpSp>
        <p:nvGrpSpPr>
          <p:cNvPr id="223" name="그룹 222"/>
          <p:cNvGrpSpPr/>
          <p:nvPr/>
        </p:nvGrpSpPr>
        <p:grpSpPr>
          <a:xfrm>
            <a:off x="2370951" y="13943424"/>
            <a:ext cx="234360" cy="200055"/>
            <a:chOff x="1152270" y="11706839"/>
            <a:chExt cx="234360" cy="200055"/>
          </a:xfrm>
        </p:grpSpPr>
        <p:sp>
          <p:nvSpPr>
            <p:cNvPr id="233" name="모서리가 둥근 직사각형 23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4" name="직사각형 233"/>
            <p:cNvSpPr/>
            <p:nvPr/>
          </p:nvSpPr>
          <p:spPr>
            <a:xfrm>
              <a:off x="1152270" y="11706839"/>
              <a:ext cx="234360" cy="200055"/>
            </a:xfrm>
            <a:prstGeom prst="rect">
              <a:avLst/>
            </a:prstGeom>
          </p:spPr>
          <p:txBody>
            <a:bodyPr wrap="none">
              <a:spAutoFit/>
            </a:bodyPr>
            <a:lstStyle/>
            <a:p>
              <a:r>
                <a:rPr lang="en-US" altLang="ko-KR" sz="700" b="1" dirty="0" smtClean="0">
                  <a:solidFill>
                    <a:schemeClr val="bg1"/>
                  </a:solidFill>
                  <a:latin typeface="+mn-ea"/>
                  <a:ea typeface="+mn-ea"/>
                </a:rPr>
                <a:t>3</a:t>
              </a:r>
              <a:endParaRPr lang="ko-KR" altLang="en-US" sz="700" b="1" dirty="0">
                <a:solidFill>
                  <a:schemeClr val="bg1"/>
                </a:solidFill>
                <a:latin typeface="+mn-ea"/>
                <a:ea typeface="+mn-ea"/>
              </a:endParaRPr>
            </a:p>
          </p:txBody>
        </p:sp>
      </p:grpSp>
      <p:cxnSp>
        <p:nvCxnSpPr>
          <p:cNvPr id="239" name="꺾인 연결선 238"/>
          <p:cNvCxnSpPr>
            <a:stCxn id="254" idx="0"/>
            <a:endCxn id="209" idx="3"/>
          </p:cNvCxnSpPr>
          <p:nvPr/>
        </p:nvCxnSpPr>
        <p:spPr>
          <a:xfrm rot="16200000" flipV="1">
            <a:off x="4944528" y="13028734"/>
            <a:ext cx="665233" cy="872336"/>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64" name="꺾인 연결선 363"/>
          <p:cNvCxnSpPr>
            <a:stCxn id="204" idx="2"/>
            <a:endCxn id="500" idx="2"/>
          </p:cNvCxnSpPr>
          <p:nvPr/>
        </p:nvCxnSpPr>
        <p:spPr>
          <a:xfrm rot="5400000" flipH="1" flipV="1">
            <a:off x="2367630" y="10870538"/>
            <a:ext cx="2927312" cy="3886000"/>
          </a:xfrm>
          <a:prstGeom prst="bentConnector3">
            <a:avLst>
              <a:gd name="adj1" fmla="val -7809"/>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66" name="그룹 365"/>
          <p:cNvGrpSpPr/>
          <p:nvPr/>
        </p:nvGrpSpPr>
        <p:grpSpPr>
          <a:xfrm>
            <a:off x="2661124" y="3429000"/>
            <a:ext cx="6234343" cy="7920882"/>
            <a:chOff x="1100572" y="3176971"/>
            <a:chExt cx="6291612" cy="7920882"/>
          </a:xfrm>
        </p:grpSpPr>
        <p:sp>
          <p:nvSpPr>
            <p:cNvPr id="367" name="직사각형 366"/>
            <p:cNvSpPr/>
            <p:nvPr/>
          </p:nvSpPr>
          <p:spPr>
            <a:xfrm>
              <a:off x="1100572" y="3176971"/>
              <a:ext cx="6282748" cy="7920882"/>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0" name="직사각형 369"/>
            <p:cNvSpPr/>
            <p:nvPr/>
          </p:nvSpPr>
          <p:spPr>
            <a:xfrm>
              <a:off x="1100572" y="3187338"/>
              <a:ext cx="6282748"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1" name="직사각형 370"/>
            <p:cNvSpPr/>
            <p:nvPr/>
          </p:nvSpPr>
          <p:spPr>
            <a:xfrm>
              <a:off x="1127051" y="3201232"/>
              <a:ext cx="741243" cy="215444"/>
            </a:xfrm>
            <a:prstGeom prst="rect">
              <a:avLst/>
            </a:prstGeom>
          </p:spPr>
          <p:txBody>
            <a:bodyPr wrap="none">
              <a:spAutoFit/>
            </a:bodyPr>
            <a:lstStyle/>
            <a:p>
              <a:r>
                <a:rPr lang="ko-KR" altLang="en-US" sz="800" b="1" dirty="0" smtClean="0">
                  <a:solidFill>
                    <a:schemeClr val="bg1"/>
                  </a:solidFill>
                  <a:latin typeface="+mn-ea"/>
                  <a:ea typeface="+mn-ea"/>
                </a:rPr>
                <a:t>퀴즈 시험지</a:t>
              </a:r>
              <a:endParaRPr lang="ko-KR" altLang="en-US" sz="800" b="1" dirty="0">
                <a:solidFill>
                  <a:schemeClr val="bg1"/>
                </a:solidFill>
                <a:latin typeface="+mn-ea"/>
                <a:ea typeface="+mn-ea"/>
              </a:endParaRPr>
            </a:p>
          </p:txBody>
        </p:sp>
        <p:sp>
          <p:nvSpPr>
            <p:cNvPr id="372" name="직사각형 371"/>
            <p:cNvSpPr/>
            <p:nvPr/>
          </p:nvSpPr>
          <p:spPr>
            <a:xfrm>
              <a:off x="7124162" y="319646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375" name="직사각형 374"/>
          <p:cNvSpPr/>
          <p:nvPr/>
        </p:nvSpPr>
        <p:spPr>
          <a:xfrm>
            <a:off x="2673127" y="3815993"/>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376" name="직사각형 375"/>
          <p:cNvSpPr/>
          <p:nvPr/>
        </p:nvSpPr>
        <p:spPr>
          <a:xfrm>
            <a:off x="7470417" y="3817615"/>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sp>
        <p:nvSpPr>
          <p:cNvPr id="377" name="직사각형 376"/>
          <p:cNvSpPr/>
          <p:nvPr/>
        </p:nvSpPr>
        <p:spPr>
          <a:xfrm>
            <a:off x="2709131" y="4314294"/>
            <a:ext cx="1111202" cy="230832"/>
          </a:xfrm>
          <a:prstGeom prst="rect">
            <a:avLst/>
          </a:prstGeom>
        </p:spPr>
        <p:txBody>
          <a:bodyPr wrap="none">
            <a:spAutoFit/>
          </a:bodyPr>
          <a:lstStyle/>
          <a:p>
            <a:r>
              <a:rPr lang="en-US" altLang="ko-KR" sz="900" b="1" dirty="0">
                <a:solidFill>
                  <a:schemeClr val="tx1">
                    <a:lumMod val="75000"/>
                    <a:lumOff val="25000"/>
                  </a:schemeClr>
                </a:solidFill>
                <a:latin typeface="+mn-ea"/>
                <a:ea typeface="+mn-ea"/>
              </a:rPr>
              <a:t>• </a:t>
            </a:r>
            <a:r>
              <a:rPr lang="ko-KR" altLang="en-US" sz="900" b="1" dirty="0" smtClean="0">
                <a:solidFill>
                  <a:schemeClr val="tx1">
                    <a:lumMod val="75000"/>
                    <a:lumOff val="25000"/>
                  </a:schemeClr>
                </a:solidFill>
                <a:latin typeface="+mn-ea"/>
                <a:ea typeface="+mn-ea"/>
              </a:rPr>
              <a:t>상시 퀴즈</a:t>
            </a:r>
            <a:r>
              <a:rPr lang="en-US" altLang="ko-KR" sz="900" b="1" dirty="0" smtClean="0">
                <a:solidFill>
                  <a:schemeClr val="tx1">
                    <a:lumMod val="75000"/>
                    <a:lumOff val="25000"/>
                  </a:schemeClr>
                </a:solidFill>
                <a:latin typeface="+mn-ea"/>
                <a:ea typeface="+mn-ea"/>
              </a:rPr>
              <a:t>11111</a:t>
            </a:r>
            <a:endParaRPr lang="ko-KR" altLang="en-US" sz="900" b="1" dirty="0">
              <a:solidFill>
                <a:schemeClr val="tx1">
                  <a:lumMod val="75000"/>
                  <a:lumOff val="25000"/>
                </a:schemeClr>
              </a:solidFill>
              <a:latin typeface="+mn-ea"/>
              <a:ea typeface="+mn-ea"/>
            </a:endParaRPr>
          </a:p>
        </p:txBody>
      </p:sp>
      <p:cxnSp>
        <p:nvCxnSpPr>
          <p:cNvPr id="378" name="직선 연결선 377"/>
          <p:cNvCxnSpPr/>
          <p:nvPr/>
        </p:nvCxnSpPr>
        <p:spPr>
          <a:xfrm>
            <a:off x="2673127" y="422109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79" name="직사각형 378"/>
          <p:cNvSpPr/>
          <p:nvPr/>
        </p:nvSpPr>
        <p:spPr>
          <a:xfrm>
            <a:off x="2745134" y="4617134"/>
            <a:ext cx="3780000" cy="176419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80" name="그룹 379"/>
          <p:cNvGrpSpPr/>
          <p:nvPr/>
        </p:nvGrpSpPr>
        <p:grpSpPr>
          <a:xfrm>
            <a:off x="2752564" y="4706096"/>
            <a:ext cx="3772570" cy="254124"/>
            <a:chOff x="1216013" y="4211563"/>
            <a:chExt cx="6048000" cy="254124"/>
          </a:xfrm>
        </p:grpSpPr>
        <p:sp>
          <p:nvSpPr>
            <p:cNvPr id="381" name="직사각형 380"/>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82" name="직선 연결선 381"/>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83" name="그룹 382"/>
          <p:cNvGrpSpPr/>
          <p:nvPr/>
        </p:nvGrpSpPr>
        <p:grpSpPr>
          <a:xfrm>
            <a:off x="2971326" y="5119094"/>
            <a:ext cx="304344" cy="288000"/>
            <a:chOff x="3190900" y="6621766"/>
            <a:chExt cx="304344" cy="288000"/>
          </a:xfrm>
        </p:grpSpPr>
        <p:sp>
          <p:nvSpPr>
            <p:cNvPr id="384" name="타원 383"/>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85" name="TextBox 384"/>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386" name="그룹 385"/>
          <p:cNvGrpSpPr/>
          <p:nvPr/>
        </p:nvGrpSpPr>
        <p:grpSpPr>
          <a:xfrm>
            <a:off x="2980851" y="5397601"/>
            <a:ext cx="304344" cy="288000"/>
            <a:chOff x="3201067" y="6621766"/>
            <a:chExt cx="304344" cy="288000"/>
          </a:xfrm>
        </p:grpSpPr>
        <p:sp>
          <p:nvSpPr>
            <p:cNvPr id="387" name="타원 386"/>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88" name="TextBox 387"/>
            <p:cNvSpPr txBox="1">
              <a:spLocks noChangeAspect="1"/>
            </p:cNvSpPr>
            <p:nvPr/>
          </p:nvSpPr>
          <p:spPr>
            <a:xfrm>
              <a:off x="3201067"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389" name="그룹 388"/>
          <p:cNvGrpSpPr/>
          <p:nvPr/>
        </p:nvGrpSpPr>
        <p:grpSpPr>
          <a:xfrm>
            <a:off x="2970684" y="5685633"/>
            <a:ext cx="304344" cy="288000"/>
            <a:chOff x="3190900" y="6621766"/>
            <a:chExt cx="304344" cy="288000"/>
          </a:xfrm>
        </p:grpSpPr>
        <p:sp>
          <p:nvSpPr>
            <p:cNvPr id="390" name="타원 389"/>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1" name="TextBox 390"/>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392" name="그룹 391"/>
          <p:cNvGrpSpPr/>
          <p:nvPr/>
        </p:nvGrpSpPr>
        <p:grpSpPr>
          <a:xfrm>
            <a:off x="2970684" y="5947186"/>
            <a:ext cx="304344" cy="288000"/>
            <a:chOff x="3190900" y="6621766"/>
            <a:chExt cx="304344" cy="288000"/>
          </a:xfrm>
        </p:grpSpPr>
        <p:sp>
          <p:nvSpPr>
            <p:cNvPr id="393" name="타원 39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4" name="TextBox 39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sp>
        <p:nvSpPr>
          <p:cNvPr id="395" name="직사각형 394"/>
          <p:cNvSpPr/>
          <p:nvPr/>
        </p:nvSpPr>
        <p:spPr>
          <a:xfrm>
            <a:off x="3260342" y="514763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6" name="직사각형 395"/>
          <p:cNvSpPr/>
          <p:nvPr/>
        </p:nvSpPr>
        <p:spPr>
          <a:xfrm>
            <a:off x="3258716" y="544519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7" name="직사각형 396"/>
          <p:cNvSpPr/>
          <p:nvPr/>
        </p:nvSpPr>
        <p:spPr>
          <a:xfrm>
            <a:off x="3258716" y="5723701"/>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8" name="직사각형 397"/>
          <p:cNvSpPr/>
          <p:nvPr/>
        </p:nvSpPr>
        <p:spPr>
          <a:xfrm>
            <a:off x="3256620" y="597572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사슴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9" name="직사각형 398"/>
          <p:cNvSpPr/>
          <p:nvPr/>
        </p:nvSpPr>
        <p:spPr>
          <a:xfrm>
            <a:off x="6607508" y="4617133"/>
            <a:ext cx="2239257" cy="367240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0" name="그룹 399"/>
          <p:cNvGrpSpPr/>
          <p:nvPr/>
        </p:nvGrpSpPr>
        <p:grpSpPr>
          <a:xfrm>
            <a:off x="6614517" y="4698667"/>
            <a:ext cx="2241773" cy="254124"/>
            <a:chOff x="1216013" y="4211563"/>
            <a:chExt cx="6048000" cy="254124"/>
          </a:xfrm>
        </p:grpSpPr>
        <p:sp>
          <p:nvSpPr>
            <p:cNvPr id="401" name="직사각형 400"/>
            <p:cNvSpPr/>
            <p:nvPr/>
          </p:nvSpPr>
          <p:spPr>
            <a:xfrm>
              <a:off x="1267380" y="4211563"/>
              <a:ext cx="5996633"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제출 답안</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02" name="직선 연결선 401"/>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03" name="그룹 402"/>
          <p:cNvGrpSpPr/>
          <p:nvPr/>
        </p:nvGrpSpPr>
        <p:grpSpPr>
          <a:xfrm>
            <a:off x="6652617" y="4998567"/>
            <a:ext cx="2160000" cy="291022"/>
            <a:chOff x="5116066" y="3534022"/>
            <a:chExt cx="2160000" cy="291022"/>
          </a:xfrm>
        </p:grpSpPr>
        <p:sp>
          <p:nvSpPr>
            <p:cNvPr id="404" name="타원 403"/>
            <p:cNvSpPr>
              <a:spLocks noChangeAspect="1"/>
            </p:cNvSpPr>
            <p:nvPr/>
          </p:nvSpPr>
          <p:spPr>
            <a:xfrm>
              <a:off x="5130212" y="3560529"/>
              <a:ext cx="216000" cy="216000"/>
            </a:xfrm>
            <a:prstGeom prst="ellipse">
              <a:avLst/>
            </a:prstGeom>
            <a:solidFill>
              <a:schemeClr val="bg1">
                <a:lumMod val="5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05" name="TextBox 404"/>
            <p:cNvSpPr txBox="1">
              <a:spLocks noChangeAspect="1"/>
            </p:cNvSpPr>
            <p:nvPr/>
          </p:nvSpPr>
          <p:spPr>
            <a:xfrm>
              <a:off x="5116708" y="3534022"/>
              <a:ext cx="304344" cy="288000"/>
            </a:xfrm>
            <a:prstGeom prst="rect">
              <a:avLst/>
            </a:prstGeom>
            <a:noFill/>
          </p:spPr>
          <p:txBody>
            <a:bodyPr wrap="square" rtlCol="0" anchor="ctr">
              <a:noAutofit/>
            </a:bodyPr>
            <a:lstStyle/>
            <a:p>
              <a:r>
                <a:rPr lang="en-US" altLang="ko-KR" sz="800" dirty="0" smtClean="0">
                  <a:solidFill>
                    <a:schemeClr val="bg1"/>
                  </a:solidFill>
                  <a:latin typeface="+mj-ea"/>
                  <a:ea typeface="+mj-ea"/>
                </a:rPr>
                <a:t>1</a:t>
              </a:r>
              <a:endParaRPr lang="en-US" altLang="ko-KR" sz="800" dirty="0">
                <a:solidFill>
                  <a:schemeClr val="bg1"/>
                </a:solidFill>
                <a:latin typeface="+mj-ea"/>
                <a:ea typeface="+mj-ea"/>
              </a:endParaRPr>
            </a:p>
          </p:txBody>
        </p:sp>
        <p:cxnSp>
          <p:nvCxnSpPr>
            <p:cNvPr id="406" name="직선 연결선 405"/>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7" name="직사각형 406"/>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a:t>
              </a:r>
            </a:p>
          </p:txBody>
        </p:sp>
      </p:grpSp>
      <p:sp>
        <p:nvSpPr>
          <p:cNvPr id="408" name="직사각형 407"/>
          <p:cNvSpPr/>
          <p:nvPr/>
        </p:nvSpPr>
        <p:spPr>
          <a:xfrm>
            <a:off x="5690679" y="4691675"/>
            <a:ext cx="7988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gn="r"/>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배점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10</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점</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09" name="그룹 408"/>
          <p:cNvGrpSpPr/>
          <p:nvPr/>
        </p:nvGrpSpPr>
        <p:grpSpPr>
          <a:xfrm>
            <a:off x="6660046" y="5351178"/>
            <a:ext cx="2160000" cy="291022"/>
            <a:chOff x="5116066" y="3534022"/>
            <a:chExt cx="2160000" cy="291022"/>
          </a:xfrm>
        </p:grpSpPr>
        <p:sp>
          <p:nvSpPr>
            <p:cNvPr id="410" name="타원 409"/>
            <p:cNvSpPr>
              <a:spLocks noChangeAspect="1"/>
            </p:cNvSpPr>
            <p:nvPr/>
          </p:nvSpPr>
          <p:spPr>
            <a:xfrm>
              <a:off x="5130212" y="3560529"/>
              <a:ext cx="216000" cy="216000"/>
            </a:xfrm>
            <a:prstGeom prst="ellipse">
              <a:avLst/>
            </a:prstGeom>
            <a:solidFill>
              <a:schemeClr val="bg1">
                <a:lumMod val="5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1" name="TextBox 410"/>
            <p:cNvSpPr txBox="1">
              <a:spLocks noChangeAspect="1"/>
            </p:cNvSpPr>
            <p:nvPr/>
          </p:nvSpPr>
          <p:spPr>
            <a:xfrm>
              <a:off x="5116708" y="3534022"/>
              <a:ext cx="304344" cy="288000"/>
            </a:xfrm>
            <a:prstGeom prst="rect">
              <a:avLst/>
            </a:prstGeom>
            <a:noFill/>
          </p:spPr>
          <p:txBody>
            <a:bodyPr wrap="square" rtlCol="0" anchor="ctr">
              <a:noAutofit/>
            </a:bodyPr>
            <a:lstStyle/>
            <a:p>
              <a:r>
                <a:rPr lang="en-US" altLang="ko-KR" sz="800" dirty="0" smtClean="0">
                  <a:solidFill>
                    <a:schemeClr val="bg1"/>
                  </a:solidFill>
                  <a:latin typeface="+mj-ea"/>
                  <a:ea typeface="+mj-ea"/>
                </a:rPr>
                <a:t>2</a:t>
              </a:r>
              <a:endParaRPr lang="en-US" altLang="ko-KR" sz="800" dirty="0">
                <a:solidFill>
                  <a:schemeClr val="bg1"/>
                </a:solidFill>
                <a:latin typeface="+mj-ea"/>
                <a:ea typeface="+mj-ea"/>
              </a:endParaRPr>
            </a:p>
          </p:txBody>
        </p:sp>
        <p:cxnSp>
          <p:nvCxnSpPr>
            <p:cNvPr id="412" name="직선 연결선 41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3" name="직사각형 41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곤충류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양서류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14" name="그룹 413"/>
          <p:cNvGrpSpPr/>
          <p:nvPr/>
        </p:nvGrpSpPr>
        <p:grpSpPr>
          <a:xfrm>
            <a:off x="6653259" y="5675214"/>
            <a:ext cx="2166787" cy="291022"/>
            <a:chOff x="5109279" y="3534022"/>
            <a:chExt cx="2166787" cy="291022"/>
          </a:xfrm>
        </p:grpSpPr>
        <p:sp>
          <p:nvSpPr>
            <p:cNvPr id="415" name="타원 41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6" name="TextBox 415"/>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3</a:t>
              </a:r>
              <a:endParaRPr lang="en-US" altLang="ko-KR" sz="800" dirty="0">
                <a:solidFill>
                  <a:schemeClr val="tx1">
                    <a:lumMod val="75000"/>
                    <a:lumOff val="25000"/>
                  </a:schemeClr>
                </a:solidFill>
                <a:latin typeface="+mj-ea"/>
                <a:ea typeface="+mj-ea"/>
              </a:endParaRPr>
            </a:p>
          </p:txBody>
        </p:sp>
        <p:cxnSp>
          <p:nvCxnSpPr>
            <p:cNvPr id="417" name="직선 연결선 41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8" name="직사각형 41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19" name="그룹 418"/>
          <p:cNvGrpSpPr/>
          <p:nvPr/>
        </p:nvGrpSpPr>
        <p:grpSpPr>
          <a:xfrm>
            <a:off x="2745135" y="6489342"/>
            <a:ext cx="3780000" cy="1548173"/>
            <a:chOff x="1208584" y="4977172"/>
            <a:chExt cx="3780000" cy="1548173"/>
          </a:xfrm>
        </p:grpSpPr>
        <p:sp>
          <p:nvSpPr>
            <p:cNvPr id="420" name="직사각형 419"/>
            <p:cNvSpPr/>
            <p:nvPr/>
          </p:nvSpPr>
          <p:spPr>
            <a:xfrm>
              <a:off x="1208584" y="4977172"/>
              <a:ext cx="3780000" cy="1548173"/>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21" name="그룹 420"/>
            <p:cNvGrpSpPr/>
            <p:nvPr/>
          </p:nvGrpSpPr>
          <p:grpSpPr>
            <a:xfrm>
              <a:off x="1216014" y="5066134"/>
              <a:ext cx="3772570" cy="254124"/>
              <a:chOff x="1216013" y="4211563"/>
              <a:chExt cx="6048000" cy="254124"/>
            </a:xfrm>
          </p:grpSpPr>
          <p:sp>
            <p:nvSpPr>
              <p:cNvPr id="422" name="직사각형 421"/>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 </a:t>
                </a:r>
                <a:r>
                  <a:rPr lang="ko-KR" altLang="en-US" sz="800" dirty="0" err="1" smtClean="0">
                    <a:solidFill>
                      <a:schemeClr val="tx1">
                        <a:lumMod val="65000"/>
                        <a:lumOff val="35000"/>
                      </a:schemeClr>
                    </a:solidFill>
                    <a:latin typeface="맑은 고딕" panose="020B0503020000020004" pitchFamily="50" charset="-127"/>
                    <a:ea typeface="맑은 고딕" panose="020B0503020000020004" pitchFamily="50" charset="-127"/>
                  </a:rPr>
                  <a:t>선긋기</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222</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23" name="직선 연결선 422"/>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424" name="그룹 423"/>
          <p:cNvGrpSpPr/>
          <p:nvPr/>
        </p:nvGrpSpPr>
        <p:grpSpPr>
          <a:xfrm>
            <a:off x="2817623" y="6993398"/>
            <a:ext cx="2317625" cy="392489"/>
            <a:chOff x="2531687" y="13624672"/>
            <a:chExt cx="2317625" cy="392489"/>
          </a:xfrm>
        </p:grpSpPr>
        <p:grpSp>
          <p:nvGrpSpPr>
            <p:cNvPr id="425" name="그룹 424"/>
            <p:cNvGrpSpPr/>
            <p:nvPr/>
          </p:nvGrpSpPr>
          <p:grpSpPr>
            <a:xfrm>
              <a:off x="2531687" y="13624672"/>
              <a:ext cx="1284766" cy="389504"/>
              <a:chOff x="2531687" y="13624672"/>
              <a:chExt cx="1284766" cy="389504"/>
            </a:xfrm>
          </p:grpSpPr>
          <p:sp>
            <p:nvSpPr>
              <p:cNvPr id="428" name="Rectangle 122"/>
              <p:cNvSpPr>
                <a:spLocks noChangeArrowheads="1"/>
              </p:cNvSpPr>
              <p:nvPr/>
            </p:nvSpPr>
            <p:spPr bwMode="auto">
              <a:xfrm>
                <a:off x="2531687" y="13624672"/>
                <a:ext cx="1284766"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29" name="타원 428"/>
              <p:cNvSpPr/>
              <p:nvPr/>
            </p:nvSpPr>
            <p:spPr>
              <a:xfrm>
                <a:off x="2576736" y="13707094"/>
                <a:ext cx="216000" cy="216024"/>
              </a:xfrm>
              <a:prstGeom prst="ellipse">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A</a:t>
                </a:r>
                <a:endPar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33" name="Rectangle 122"/>
              <p:cNvSpPr>
                <a:spLocks noChangeArrowheads="1"/>
              </p:cNvSpPr>
              <p:nvPr/>
            </p:nvSpPr>
            <p:spPr bwMode="auto">
              <a:xfrm>
                <a:off x="2796369" y="13726164"/>
                <a:ext cx="589198"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소똥구리</a:t>
                </a:r>
                <a:endParaRPr lang="ko-KR" altLang="en-US" sz="800" kern="0" dirty="0">
                  <a:solidFill>
                    <a:schemeClr val="tx1">
                      <a:lumMod val="50000"/>
                      <a:lumOff val="50000"/>
                    </a:schemeClr>
                  </a:solidFill>
                  <a:latin typeface="+mn-ea"/>
                  <a:ea typeface="+mn-ea"/>
                </a:endParaRPr>
              </a:p>
            </p:txBody>
          </p:sp>
        </p:grpSp>
        <p:sp>
          <p:nvSpPr>
            <p:cNvPr id="426" name="Rectangle 122"/>
            <p:cNvSpPr>
              <a:spLocks noChangeArrowheads="1"/>
            </p:cNvSpPr>
            <p:nvPr/>
          </p:nvSpPr>
          <p:spPr bwMode="auto">
            <a:xfrm>
              <a:off x="4092514" y="13627657"/>
              <a:ext cx="756798"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cxnSp>
          <p:nvCxnSpPr>
            <p:cNvPr id="427" name="직선 연결선 426"/>
            <p:cNvCxnSpPr>
              <a:stCxn id="428" idx="3"/>
              <a:endCxn id="426" idx="1"/>
            </p:cNvCxnSpPr>
            <p:nvPr/>
          </p:nvCxnSpPr>
          <p:spPr>
            <a:xfrm>
              <a:off x="3816453" y="13819424"/>
              <a:ext cx="276061" cy="298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434" name="그룹 433"/>
          <p:cNvGrpSpPr/>
          <p:nvPr/>
        </p:nvGrpSpPr>
        <p:grpSpPr>
          <a:xfrm>
            <a:off x="2817143" y="7464435"/>
            <a:ext cx="2318105" cy="392489"/>
            <a:chOff x="2531686" y="13624672"/>
            <a:chExt cx="2318105" cy="392489"/>
          </a:xfrm>
        </p:grpSpPr>
        <p:grpSp>
          <p:nvGrpSpPr>
            <p:cNvPr id="435" name="그룹 434"/>
            <p:cNvGrpSpPr/>
            <p:nvPr/>
          </p:nvGrpSpPr>
          <p:grpSpPr>
            <a:xfrm>
              <a:off x="2531686" y="13624672"/>
              <a:ext cx="1285245" cy="389504"/>
              <a:chOff x="2531686" y="13624672"/>
              <a:chExt cx="1285245" cy="389504"/>
            </a:xfrm>
          </p:grpSpPr>
          <p:sp>
            <p:nvSpPr>
              <p:cNvPr id="438" name="Rectangle 122"/>
              <p:cNvSpPr>
                <a:spLocks noChangeArrowheads="1"/>
              </p:cNvSpPr>
              <p:nvPr/>
            </p:nvSpPr>
            <p:spPr bwMode="auto">
              <a:xfrm>
                <a:off x="2531686" y="13624672"/>
                <a:ext cx="1285245"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39" name="타원 438"/>
              <p:cNvSpPr/>
              <p:nvPr/>
            </p:nvSpPr>
            <p:spPr>
              <a:xfrm>
                <a:off x="2576736" y="13707094"/>
                <a:ext cx="216000" cy="216024"/>
              </a:xfrm>
              <a:prstGeom prst="ellipse">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B</a:t>
                </a:r>
                <a:endPar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40" name="Rectangle 122"/>
              <p:cNvSpPr>
                <a:spLocks noChangeArrowheads="1"/>
              </p:cNvSpPr>
              <p:nvPr/>
            </p:nvSpPr>
            <p:spPr bwMode="auto">
              <a:xfrm>
                <a:off x="2796848" y="13726164"/>
                <a:ext cx="765308" cy="196954"/>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개구리</a:t>
                </a:r>
                <a:endParaRPr lang="ko-KR" altLang="en-US" sz="800" kern="0" dirty="0">
                  <a:solidFill>
                    <a:schemeClr val="tx1">
                      <a:lumMod val="50000"/>
                      <a:lumOff val="50000"/>
                    </a:schemeClr>
                  </a:solidFill>
                  <a:latin typeface="+mn-ea"/>
                  <a:ea typeface="+mn-ea"/>
                </a:endParaRPr>
              </a:p>
            </p:txBody>
          </p:sp>
        </p:grpSp>
        <p:sp>
          <p:nvSpPr>
            <p:cNvPr id="436" name="Rectangle 122"/>
            <p:cNvSpPr>
              <a:spLocks noChangeArrowheads="1"/>
            </p:cNvSpPr>
            <p:nvPr/>
          </p:nvSpPr>
          <p:spPr bwMode="auto">
            <a:xfrm>
              <a:off x="4105265" y="13627657"/>
              <a:ext cx="744526"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cxnSp>
          <p:nvCxnSpPr>
            <p:cNvPr id="437" name="직선 연결선 436"/>
            <p:cNvCxnSpPr>
              <a:stCxn id="438" idx="3"/>
              <a:endCxn id="436" idx="1"/>
            </p:cNvCxnSpPr>
            <p:nvPr/>
          </p:nvCxnSpPr>
          <p:spPr>
            <a:xfrm>
              <a:off x="3816931" y="13819424"/>
              <a:ext cx="288334" cy="298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441" name="직사각형 440"/>
          <p:cNvSpPr/>
          <p:nvPr/>
        </p:nvSpPr>
        <p:spPr>
          <a:xfrm>
            <a:off x="5265415" y="6940440"/>
            <a:ext cx="1194500" cy="990209"/>
          </a:xfrm>
          <a:prstGeom prst="rect">
            <a:avLst/>
          </a:prstGeom>
          <a:no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442" name="Rectangle 122"/>
          <p:cNvSpPr>
            <a:spLocks noChangeArrowheads="1"/>
          </p:cNvSpPr>
          <p:nvPr/>
        </p:nvSpPr>
        <p:spPr bwMode="auto">
          <a:xfrm>
            <a:off x="5331329" y="7005908"/>
            <a:ext cx="1067899"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43" name="Rectangle 122"/>
          <p:cNvSpPr>
            <a:spLocks noChangeArrowheads="1"/>
          </p:cNvSpPr>
          <p:nvPr/>
        </p:nvSpPr>
        <p:spPr bwMode="auto">
          <a:xfrm>
            <a:off x="5337423" y="7470086"/>
            <a:ext cx="1067899"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44" name="Rectangle 122"/>
          <p:cNvSpPr>
            <a:spLocks noChangeArrowheads="1"/>
          </p:cNvSpPr>
          <p:nvPr/>
        </p:nvSpPr>
        <p:spPr bwMode="auto">
          <a:xfrm>
            <a:off x="4602125" y="7582881"/>
            <a:ext cx="456791" cy="162649"/>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양서류</a:t>
            </a:r>
            <a:endParaRPr lang="ko-KR" altLang="en-US" sz="800" kern="0" dirty="0">
              <a:solidFill>
                <a:schemeClr val="tx1">
                  <a:lumMod val="75000"/>
                  <a:lumOff val="25000"/>
                </a:schemeClr>
              </a:solidFill>
              <a:latin typeface="+mn-ea"/>
              <a:ea typeface="+mn-ea"/>
            </a:endParaRPr>
          </a:p>
        </p:txBody>
      </p:sp>
      <p:sp>
        <p:nvSpPr>
          <p:cNvPr id="445" name="Rectangle 122"/>
          <p:cNvSpPr>
            <a:spLocks noChangeArrowheads="1"/>
          </p:cNvSpPr>
          <p:nvPr/>
        </p:nvSpPr>
        <p:spPr bwMode="auto">
          <a:xfrm>
            <a:off x="5617666" y="7586436"/>
            <a:ext cx="589198"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곤충류</a:t>
            </a:r>
            <a:endParaRPr lang="ko-KR" altLang="en-US" sz="800" kern="0" dirty="0">
              <a:solidFill>
                <a:schemeClr val="tx1">
                  <a:lumMod val="75000"/>
                  <a:lumOff val="25000"/>
                </a:schemeClr>
              </a:solidFill>
              <a:latin typeface="+mn-ea"/>
              <a:ea typeface="+mn-ea"/>
            </a:endParaRPr>
          </a:p>
        </p:txBody>
      </p:sp>
      <p:grpSp>
        <p:nvGrpSpPr>
          <p:cNvPr id="446" name="그룹 445"/>
          <p:cNvGrpSpPr/>
          <p:nvPr/>
        </p:nvGrpSpPr>
        <p:grpSpPr>
          <a:xfrm>
            <a:off x="2745135" y="8145526"/>
            <a:ext cx="3780000" cy="1476164"/>
            <a:chOff x="1208584" y="4977173"/>
            <a:chExt cx="3780000" cy="1476164"/>
          </a:xfrm>
        </p:grpSpPr>
        <p:sp>
          <p:nvSpPr>
            <p:cNvPr id="447" name="직사각형 446"/>
            <p:cNvSpPr/>
            <p:nvPr/>
          </p:nvSpPr>
          <p:spPr>
            <a:xfrm>
              <a:off x="1208584" y="4977173"/>
              <a:ext cx="3780000" cy="147616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48" name="그룹 447"/>
            <p:cNvGrpSpPr/>
            <p:nvPr/>
          </p:nvGrpSpPr>
          <p:grpSpPr>
            <a:xfrm>
              <a:off x="1216014" y="5066134"/>
              <a:ext cx="3772570" cy="254124"/>
              <a:chOff x="1216013" y="4211563"/>
              <a:chExt cx="6048000" cy="254124"/>
            </a:xfrm>
          </p:grpSpPr>
          <p:sp>
            <p:nvSpPr>
              <p:cNvPr id="449" name="직사각형 448"/>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03</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50" name="직선 연결선 449"/>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451" name="그룹 450"/>
          <p:cNvGrpSpPr/>
          <p:nvPr/>
        </p:nvGrpSpPr>
        <p:grpSpPr>
          <a:xfrm>
            <a:off x="2971326" y="8649582"/>
            <a:ext cx="304344" cy="288000"/>
            <a:chOff x="3190252" y="6621766"/>
            <a:chExt cx="304344" cy="288000"/>
          </a:xfrm>
        </p:grpSpPr>
        <p:sp>
          <p:nvSpPr>
            <p:cNvPr id="452" name="타원 451"/>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53" name="TextBox 452"/>
            <p:cNvSpPr txBox="1">
              <a:spLocks noChangeAspect="1"/>
            </p:cNvSpPr>
            <p:nvPr/>
          </p:nvSpPr>
          <p:spPr>
            <a:xfrm>
              <a:off x="3190252"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454" name="그룹 453"/>
          <p:cNvGrpSpPr/>
          <p:nvPr/>
        </p:nvGrpSpPr>
        <p:grpSpPr>
          <a:xfrm>
            <a:off x="2971332" y="8928089"/>
            <a:ext cx="304344" cy="288000"/>
            <a:chOff x="3190900" y="6621766"/>
            <a:chExt cx="304344" cy="288000"/>
          </a:xfrm>
        </p:grpSpPr>
        <p:sp>
          <p:nvSpPr>
            <p:cNvPr id="455" name="타원 45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56" name="TextBox 45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458" name="그룹 457"/>
          <p:cNvGrpSpPr/>
          <p:nvPr/>
        </p:nvGrpSpPr>
        <p:grpSpPr>
          <a:xfrm>
            <a:off x="2971332" y="9216121"/>
            <a:ext cx="304344" cy="288000"/>
            <a:chOff x="3190900" y="6621766"/>
            <a:chExt cx="304344" cy="288000"/>
          </a:xfrm>
        </p:grpSpPr>
        <p:sp>
          <p:nvSpPr>
            <p:cNvPr id="459" name="타원 458"/>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0" name="TextBox 459"/>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sp>
        <p:nvSpPr>
          <p:cNvPr id="461" name="직사각형 460"/>
          <p:cNvSpPr/>
          <p:nvPr/>
        </p:nvSpPr>
        <p:spPr>
          <a:xfrm>
            <a:off x="3260990" y="867812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나무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62" name="직사각형 461"/>
          <p:cNvSpPr/>
          <p:nvPr/>
        </p:nvSpPr>
        <p:spPr>
          <a:xfrm>
            <a:off x="3259364" y="897568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돌</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63" name="직사각형 462"/>
          <p:cNvSpPr/>
          <p:nvPr/>
        </p:nvSpPr>
        <p:spPr>
          <a:xfrm>
            <a:off x="3259364" y="925418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464" name="그룹 463"/>
          <p:cNvGrpSpPr/>
          <p:nvPr/>
        </p:nvGrpSpPr>
        <p:grpSpPr>
          <a:xfrm>
            <a:off x="6650521" y="6008775"/>
            <a:ext cx="2166787" cy="291022"/>
            <a:chOff x="5109279" y="3534022"/>
            <a:chExt cx="2166787" cy="291022"/>
          </a:xfrm>
        </p:grpSpPr>
        <p:sp>
          <p:nvSpPr>
            <p:cNvPr id="465" name="타원 46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6" name="TextBox 465"/>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4</a:t>
              </a:r>
              <a:endParaRPr lang="en-US" altLang="ko-KR" sz="800" dirty="0">
                <a:solidFill>
                  <a:schemeClr val="tx1">
                    <a:lumMod val="75000"/>
                    <a:lumOff val="25000"/>
                  </a:schemeClr>
                </a:solidFill>
                <a:latin typeface="+mj-ea"/>
                <a:ea typeface="+mj-ea"/>
              </a:endParaRPr>
            </a:p>
          </p:txBody>
        </p:sp>
        <p:cxnSp>
          <p:nvCxnSpPr>
            <p:cNvPr id="467" name="직선 연결선 46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68" name="직사각형 46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69" name="그룹 468"/>
          <p:cNvGrpSpPr/>
          <p:nvPr/>
        </p:nvGrpSpPr>
        <p:grpSpPr>
          <a:xfrm>
            <a:off x="6655355" y="6340240"/>
            <a:ext cx="2166787" cy="291022"/>
            <a:chOff x="5109279" y="3534022"/>
            <a:chExt cx="2166787" cy="291022"/>
          </a:xfrm>
        </p:grpSpPr>
        <p:sp>
          <p:nvSpPr>
            <p:cNvPr id="470" name="타원 469"/>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1" name="TextBox 470"/>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5</a:t>
              </a:r>
              <a:endParaRPr lang="en-US" altLang="ko-KR" sz="800" dirty="0">
                <a:solidFill>
                  <a:schemeClr val="tx1">
                    <a:lumMod val="75000"/>
                    <a:lumOff val="25000"/>
                  </a:schemeClr>
                </a:solidFill>
                <a:latin typeface="+mj-ea"/>
                <a:ea typeface="+mj-ea"/>
              </a:endParaRPr>
            </a:p>
          </p:txBody>
        </p:sp>
        <p:cxnSp>
          <p:nvCxnSpPr>
            <p:cNvPr id="472" name="직선 연결선 47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73" name="직사각형 47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74" name="그룹 473"/>
          <p:cNvGrpSpPr/>
          <p:nvPr/>
        </p:nvGrpSpPr>
        <p:grpSpPr>
          <a:xfrm>
            <a:off x="6652617" y="6673801"/>
            <a:ext cx="2166787" cy="291022"/>
            <a:chOff x="5109279" y="3534022"/>
            <a:chExt cx="2166787" cy="291022"/>
          </a:xfrm>
        </p:grpSpPr>
        <p:sp>
          <p:nvSpPr>
            <p:cNvPr id="475" name="타원 47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6" name="TextBox 475"/>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6</a:t>
              </a:r>
              <a:endParaRPr lang="en-US" altLang="ko-KR" sz="800" dirty="0">
                <a:solidFill>
                  <a:schemeClr val="tx1">
                    <a:lumMod val="75000"/>
                    <a:lumOff val="25000"/>
                  </a:schemeClr>
                </a:solidFill>
                <a:latin typeface="+mj-ea"/>
                <a:ea typeface="+mj-ea"/>
              </a:endParaRPr>
            </a:p>
          </p:txBody>
        </p:sp>
        <p:cxnSp>
          <p:nvCxnSpPr>
            <p:cNvPr id="477" name="직선 연결선 47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78" name="직사각형 47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79" name="그룹 478"/>
          <p:cNvGrpSpPr/>
          <p:nvPr/>
        </p:nvGrpSpPr>
        <p:grpSpPr>
          <a:xfrm>
            <a:off x="6653259" y="6999933"/>
            <a:ext cx="2166787" cy="291022"/>
            <a:chOff x="5109279" y="3534022"/>
            <a:chExt cx="2166787" cy="291022"/>
          </a:xfrm>
        </p:grpSpPr>
        <p:sp>
          <p:nvSpPr>
            <p:cNvPr id="480" name="타원 479"/>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81" name="TextBox 480"/>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a:solidFill>
                    <a:schemeClr val="tx1">
                      <a:lumMod val="75000"/>
                      <a:lumOff val="25000"/>
                    </a:schemeClr>
                  </a:solidFill>
                  <a:latin typeface="+mj-ea"/>
                  <a:ea typeface="+mj-ea"/>
                </a:rPr>
                <a:t>7</a:t>
              </a:r>
            </a:p>
          </p:txBody>
        </p:sp>
        <p:cxnSp>
          <p:nvCxnSpPr>
            <p:cNvPr id="482" name="직선 연결선 48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3" name="직사각형 48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84" name="그룹 483"/>
          <p:cNvGrpSpPr/>
          <p:nvPr/>
        </p:nvGrpSpPr>
        <p:grpSpPr>
          <a:xfrm>
            <a:off x="6650521" y="7333494"/>
            <a:ext cx="2166787" cy="291022"/>
            <a:chOff x="5109279" y="3534022"/>
            <a:chExt cx="2166787" cy="291022"/>
          </a:xfrm>
        </p:grpSpPr>
        <p:sp>
          <p:nvSpPr>
            <p:cNvPr id="485" name="타원 48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86" name="TextBox 485"/>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8</a:t>
              </a:r>
              <a:endParaRPr lang="en-US" altLang="ko-KR" sz="800" dirty="0">
                <a:solidFill>
                  <a:schemeClr val="tx1">
                    <a:lumMod val="75000"/>
                    <a:lumOff val="25000"/>
                  </a:schemeClr>
                </a:solidFill>
                <a:latin typeface="+mj-ea"/>
                <a:ea typeface="+mj-ea"/>
              </a:endParaRPr>
            </a:p>
          </p:txBody>
        </p:sp>
        <p:cxnSp>
          <p:nvCxnSpPr>
            <p:cNvPr id="487" name="직선 연결선 48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8" name="직사각형 48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89" name="그룹 488"/>
          <p:cNvGrpSpPr/>
          <p:nvPr/>
        </p:nvGrpSpPr>
        <p:grpSpPr>
          <a:xfrm>
            <a:off x="6655355" y="7664959"/>
            <a:ext cx="2166787" cy="291022"/>
            <a:chOff x="5109279" y="3534022"/>
            <a:chExt cx="2166787" cy="291022"/>
          </a:xfrm>
        </p:grpSpPr>
        <p:sp>
          <p:nvSpPr>
            <p:cNvPr id="490" name="타원 489"/>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91" name="TextBox 490"/>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a:solidFill>
                    <a:schemeClr val="tx1">
                      <a:lumMod val="75000"/>
                      <a:lumOff val="25000"/>
                    </a:schemeClr>
                  </a:solidFill>
                  <a:latin typeface="+mj-ea"/>
                  <a:ea typeface="+mj-ea"/>
                </a:rPr>
                <a:t>9</a:t>
              </a:r>
            </a:p>
          </p:txBody>
        </p:sp>
        <p:cxnSp>
          <p:nvCxnSpPr>
            <p:cNvPr id="492" name="직선 연결선 491"/>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93" name="직사각형 492"/>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94" name="그룹 493"/>
          <p:cNvGrpSpPr/>
          <p:nvPr/>
        </p:nvGrpSpPr>
        <p:grpSpPr>
          <a:xfrm>
            <a:off x="6624042" y="7998520"/>
            <a:ext cx="2195362" cy="291022"/>
            <a:chOff x="5080704" y="3534022"/>
            <a:chExt cx="2195362" cy="291022"/>
          </a:xfrm>
        </p:grpSpPr>
        <p:sp>
          <p:nvSpPr>
            <p:cNvPr id="495" name="타원 494"/>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96" name="TextBox 495"/>
            <p:cNvSpPr txBox="1">
              <a:spLocks noChangeAspect="1"/>
            </p:cNvSpPr>
            <p:nvPr/>
          </p:nvSpPr>
          <p:spPr>
            <a:xfrm>
              <a:off x="5080704"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10</a:t>
              </a:r>
              <a:endParaRPr lang="en-US" altLang="ko-KR" sz="800" dirty="0">
                <a:solidFill>
                  <a:schemeClr val="tx1">
                    <a:lumMod val="75000"/>
                    <a:lumOff val="25000"/>
                  </a:schemeClr>
                </a:solidFill>
                <a:latin typeface="+mj-ea"/>
                <a:ea typeface="+mj-ea"/>
              </a:endParaRPr>
            </a:p>
          </p:txBody>
        </p:sp>
        <p:cxnSp>
          <p:nvCxnSpPr>
            <p:cNvPr id="497" name="직선 연결선 496"/>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98" name="직사각형 497"/>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499" name="자유형 498"/>
          <p:cNvSpPr/>
          <p:nvPr/>
        </p:nvSpPr>
        <p:spPr>
          <a:xfrm flipV="1">
            <a:off x="2817623" y="9974918"/>
            <a:ext cx="3707511" cy="188720"/>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500" name="직사각형 499"/>
          <p:cNvSpPr/>
          <p:nvPr/>
        </p:nvSpPr>
        <p:spPr>
          <a:xfrm>
            <a:off x="2661506" y="10927359"/>
            <a:ext cx="6225560" cy="422523"/>
          </a:xfrm>
          <a:prstGeom prst="rect">
            <a:avLst/>
          </a:prstGeom>
          <a:solidFill>
            <a:srgbClr val="B1C1D5">
              <a:alpha val="50000"/>
            </a:srgb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501" name="모서리가 둥근 직사각형 500"/>
          <p:cNvSpPr/>
          <p:nvPr/>
        </p:nvSpPr>
        <p:spPr>
          <a:xfrm>
            <a:off x="4943054" y="11041071"/>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임시저장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502" name="모서리가 둥근 직사각형 501"/>
          <p:cNvSpPr/>
          <p:nvPr/>
        </p:nvSpPr>
        <p:spPr>
          <a:xfrm>
            <a:off x="5913587" y="11046992"/>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503" name="그룹 502"/>
          <p:cNvGrpSpPr/>
          <p:nvPr/>
        </p:nvGrpSpPr>
        <p:grpSpPr>
          <a:xfrm>
            <a:off x="3616660" y="5445226"/>
            <a:ext cx="234360" cy="200055"/>
            <a:chOff x="1152270" y="11706839"/>
            <a:chExt cx="234360" cy="200055"/>
          </a:xfrm>
        </p:grpSpPr>
        <p:sp>
          <p:nvSpPr>
            <p:cNvPr id="504" name="모서리가 둥근 직사각형 5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05" name="직사각형 5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cxnSp>
        <p:nvCxnSpPr>
          <p:cNvPr id="506" name="꺾인 연결선 505"/>
          <p:cNvCxnSpPr>
            <a:stCxn id="442" idx="1"/>
            <a:endCxn id="436" idx="0"/>
          </p:cNvCxnSpPr>
          <p:nvPr/>
        </p:nvCxnSpPr>
        <p:spPr>
          <a:xfrm rot="10800000" flipV="1">
            <a:off x="4762985" y="7200660"/>
            <a:ext cx="568344" cy="266760"/>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07" name="그룹 506"/>
          <p:cNvGrpSpPr/>
          <p:nvPr/>
        </p:nvGrpSpPr>
        <p:grpSpPr>
          <a:xfrm>
            <a:off x="4903545" y="7081375"/>
            <a:ext cx="234360" cy="200055"/>
            <a:chOff x="1152270" y="11706839"/>
            <a:chExt cx="234360" cy="200055"/>
          </a:xfrm>
        </p:grpSpPr>
        <p:sp>
          <p:nvSpPr>
            <p:cNvPr id="508" name="모서리가 둥근 직사각형 5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509" name="직사각형 50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pic>
        <p:nvPicPr>
          <p:cNvPr id="51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033851" y="4288193"/>
            <a:ext cx="822439" cy="268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479827" y="7593521"/>
            <a:ext cx="142875"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01047" y="7595939"/>
            <a:ext cx="142875"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513" name="Group 175"/>
          <p:cNvGraphicFramePr>
            <a:graphicFrameLocks noGrp="1"/>
          </p:cNvGraphicFramePr>
          <p:nvPr>
            <p:extLst>
              <p:ext uri="{D42A27DB-BD31-4B8C-83A1-F6EECF244321}">
                <p14:modId xmlns:p14="http://schemas.microsoft.com/office/powerpoint/2010/main" val="3662575310"/>
              </p:ext>
            </p:extLst>
          </p:nvPr>
        </p:nvGraphicFramePr>
        <p:xfrm>
          <a:off x="9499029" y="4105177"/>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퀴즈응시 주의사항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퀴즈응시 주의사항 </a:t>
                      </a:r>
                      <a:r>
                        <a:rPr lang="ko-KR" altLang="en-US" sz="800" kern="1200" dirty="0" err="1" smtClean="0">
                          <a:solidFill>
                            <a:schemeClr val="tx1">
                              <a:lumMod val="75000"/>
                              <a:lumOff val="25000"/>
                            </a:schemeClr>
                          </a:solidFill>
                          <a:latin typeface="+mn-ea"/>
                          <a:ea typeface="+mn-ea"/>
                          <a:cs typeface="+mn-cs"/>
                        </a:rPr>
                        <a:t>레이어팝업</a:t>
                      </a:r>
                      <a:r>
                        <a:rPr lang="ko-KR" altLang="en-US" sz="800" kern="1200" dirty="0" smtClean="0">
                          <a:solidFill>
                            <a:schemeClr val="tx1">
                              <a:lumMod val="75000"/>
                              <a:lumOff val="25000"/>
                            </a:schemeClr>
                          </a:solidFill>
                          <a:latin typeface="+mn-ea"/>
                          <a:ea typeface="+mn-ea"/>
                          <a:cs typeface="+mn-cs"/>
                        </a:rPr>
                        <a:t> 닫음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퀴즈 답안 </a:t>
                      </a:r>
                      <a:r>
                        <a:rPr lang="ko-KR" altLang="en-US" sz="800" kern="1200" dirty="0" err="1" smtClean="0">
                          <a:solidFill>
                            <a:schemeClr val="tx1"/>
                          </a:solidFill>
                          <a:latin typeface="+mn-lt"/>
                          <a:ea typeface="+mn-ea"/>
                          <a:cs typeface="+mn-cs"/>
                        </a:rPr>
                        <a:t>선택시</a:t>
                      </a:r>
                      <a:r>
                        <a:rPr lang="ko-KR" altLang="en-US" sz="800" kern="1200" dirty="0" smtClean="0">
                          <a:solidFill>
                            <a:schemeClr val="tx1"/>
                          </a:solidFill>
                          <a:latin typeface="+mn-lt"/>
                          <a:ea typeface="+mn-ea"/>
                          <a:cs typeface="+mn-cs"/>
                        </a:rPr>
                        <a:t> 제출 답안 자동 입력</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err="1" smtClean="0">
                          <a:solidFill>
                            <a:schemeClr val="tx1"/>
                          </a:solidFill>
                          <a:latin typeface="+mn-lt"/>
                          <a:ea typeface="+mn-ea"/>
                          <a:cs typeface="+mn-cs"/>
                        </a:rPr>
                        <a:t>Drag&amp;drop</a:t>
                      </a:r>
                      <a:r>
                        <a:rPr lang="en-US" altLang="ko-KR" sz="800" kern="1200" dirty="0" smtClean="0">
                          <a:solidFill>
                            <a:schemeClr val="tx1"/>
                          </a:solidFill>
                          <a:latin typeface="+mn-lt"/>
                          <a:ea typeface="+mn-ea"/>
                          <a:cs typeface="+mn-cs"/>
                        </a:rPr>
                        <a:t> </a:t>
                      </a:r>
                      <a:r>
                        <a:rPr lang="ko-KR" altLang="en-US" sz="800" kern="1200" dirty="0" smtClean="0">
                          <a:solidFill>
                            <a:schemeClr val="tx1"/>
                          </a:solidFill>
                          <a:latin typeface="+mn-lt"/>
                          <a:ea typeface="+mn-ea"/>
                          <a:cs typeface="+mn-cs"/>
                        </a:rPr>
                        <a:t>기능</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347" name="그룹 346"/>
          <p:cNvGrpSpPr/>
          <p:nvPr/>
        </p:nvGrpSpPr>
        <p:grpSpPr>
          <a:xfrm>
            <a:off x="579562" y="2166658"/>
            <a:ext cx="1386586" cy="5317057"/>
            <a:chOff x="579562" y="2166658"/>
            <a:chExt cx="1386586" cy="5317057"/>
          </a:xfrm>
        </p:grpSpPr>
        <p:grpSp>
          <p:nvGrpSpPr>
            <p:cNvPr id="362" name="그룹 361"/>
            <p:cNvGrpSpPr/>
            <p:nvPr/>
          </p:nvGrpSpPr>
          <p:grpSpPr>
            <a:xfrm>
              <a:off x="629956" y="3318264"/>
              <a:ext cx="1332000" cy="180000"/>
              <a:chOff x="666428" y="3785432"/>
              <a:chExt cx="1332000" cy="180000"/>
            </a:xfrm>
          </p:grpSpPr>
          <p:sp>
            <p:nvSpPr>
              <p:cNvPr id="565" name="모서리가 둥근 직사각형 56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56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29956" y="3568824"/>
              <a:ext cx="1332000" cy="180000"/>
              <a:chOff x="666428" y="4310612"/>
              <a:chExt cx="1332000" cy="180000"/>
            </a:xfrm>
          </p:grpSpPr>
          <p:sp>
            <p:nvSpPr>
              <p:cNvPr id="563" name="모서리가 둥근 직사각형 5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564"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14" name="그룹 513"/>
            <p:cNvGrpSpPr/>
            <p:nvPr/>
          </p:nvGrpSpPr>
          <p:grpSpPr>
            <a:xfrm>
              <a:off x="629955" y="3042501"/>
              <a:ext cx="1332000" cy="180000"/>
              <a:chOff x="666427" y="3266516"/>
              <a:chExt cx="1332000" cy="180000"/>
            </a:xfrm>
          </p:grpSpPr>
          <p:sp>
            <p:nvSpPr>
              <p:cNvPr id="561" name="모서리가 둥근 직사각형 56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562"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15" name="그룹 514"/>
            <p:cNvGrpSpPr/>
            <p:nvPr/>
          </p:nvGrpSpPr>
          <p:grpSpPr>
            <a:xfrm>
              <a:off x="629956" y="3854780"/>
              <a:ext cx="1332000" cy="180000"/>
              <a:chOff x="666428" y="4570824"/>
              <a:chExt cx="1332000" cy="180000"/>
            </a:xfrm>
          </p:grpSpPr>
          <p:sp>
            <p:nvSpPr>
              <p:cNvPr id="559" name="모서리가 둥근 직사각형 5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560"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16" name="그룹 515"/>
            <p:cNvGrpSpPr/>
            <p:nvPr/>
          </p:nvGrpSpPr>
          <p:grpSpPr>
            <a:xfrm>
              <a:off x="629956" y="5316875"/>
              <a:ext cx="1332000" cy="180000"/>
              <a:chOff x="666428" y="5096004"/>
              <a:chExt cx="1332000" cy="180000"/>
            </a:xfrm>
          </p:grpSpPr>
          <p:sp>
            <p:nvSpPr>
              <p:cNvPr id="557" name="모서리가 둥근 직사각형 55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558"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17" name="그룹 516"/>
            <p:cNvGrpSpPr/>
            <p:nvPr/>
          </p:nvGrpSpPr>
          <p:grpSpPr>
            <a:xfrm>
              <a:off x="634148" y="5634789"/>
              <a:ext cx="1332000" cy="180000"/>
              <a:chOff x="666428" y="3785432"/>
              <a:chExt cx="1332000" cy="180000"/>
            </a:xfrm>
          </p:grpSpPr>
          <p:sp>
            <p:nvSpPr>
              <p:cNvPr id="555" name="모서리가 둥근 직사각형 55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55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18" name="그룹 517"/>
            <p:cNvGrpSpPr/>
            <p:nvPr/>
          </p:nvGrpSpPr>
          <p:grpSpPr>
            <a:xfrm>
              <a:off x="631150" y="4135825"/>
              <a:ext cx="1332000" cy="180000"/>
              <a:chOff x="666428" y="4570824"/>
              <a:chExt cx="1332000" cy="180000"/>
            </a:xfrm>
          </p:grpSpPr>
          <p:sp>
            <p:nvSpPr>
              <p:cNvPr id="553" name="모서리가 둥근 직사각형 55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554"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19" name="그룹 518"/>
            <p:cNvGrpSpPr/>
            <p:nvPr/>
          </p:nvGrpSpPr>
          <p:grpSpPr>
            <a:xfrm>
              <a:off x="629956" y="4423395"/>
              <a:ext cx="1332000" cy="180000"/>
              <a:chOff x="666428" y="4310612"/>
              <a:chExt cx="1332000" cy="180000"/>
            </a:xfrm>
          </p:grpSpPr>
          <p:sp>
            <p:nvSpPr>
              <p:cNvPr id="551" name="모서리가 둥근 직사각형 55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552"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20" name="TextBox 51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521" name="그룹 520"/>
            <p:cNvGrpSpPr/>
            <p:nvPr/>
          </p:nvGrpSpPr>
          <p:grpSpPr>
            <a:xfrm>
              <a:off x="632520" y="4723068"/>
              <a:ext cx="1332000" cy="180000"/>
              <a:chOff x="666428" y="4310612"/>
              <a:chExt cx="1332000" cy="180000"/>
            </a:xfrm>
          </p:grpSpPr>
          <p:sp>
            <p:nvSpPr>
              <p:cNvPr id="549" name="모서리가 둥근 직사각형 54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550"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2" name="그룹 521"/>
            <p:cNvGrpSpPr/>
            <p:nvPr/>
          </p:nvGrpSpPr>
          <p:grpSpPr>
            <a:xfrm>
              <a:off x="632520" y="2752353"/>
              <a:ext cx="1332000" cy="180000"/>
              <a:chOff x="666427" y="3266516"/>
              <a:chExt cx="1332000" cy="180000"/>
            </a:xfrm>
          </p:grpSpPr>
          <p:sp>
            <p:nvSpPr>
              <p:cNvPr id="547" name="모서리가 둥근 직사각형 54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548"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3" name="그룹 522"/>
            <p:cNvGrpSpPr/>
            <p:nvPr/>
          </p:nvGrpSpPr>
          <p:grpSpPr>
            <a:xfrm>
              <a:off x="632520" y="5005767"/>
              <a:ext cx="1332000" cy="180000"/>
              <a:chOff x="666428" y="4310612"/>
              <a:chExt cx="1332000" cy="180000"/>
            </a:xfrm>
          </p:grpSpPr>
          <p:sp>
            <p:nvSpPr>
              <p:cNvPr id="545" name="모서리가 둥근 직사각형 54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4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4" name="그룹 523"/>
            <p:cNvGrpSpPr/>
            <p:nvPr/>
          </p:nvGrpSpPr>
          <p:grpSpPr>
            <a:xfrm>
              <a:off x="632520" y="6227787"/>
              <a:ext cx="1332000" cy="180000"/>
              <a:chOff x="666428" y="3785432"/>
              <a:chExt cx="1332000" cy="180000"/>
            </a:xfrm>
          </p:grpSpPr>
          <p:sp>
            <p:nvSpPr>
              <p:cNvPr id="543" name="모서리가 둥근 직사각형 54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4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5" name="그룹 524"/>
            <p:cNvGrpSpPr/>
            <p:nvPr/>
          </p:nvGrpSpPr>
          <p:grpSpPr>
            <a:xfrm>
              <a:off x="632520" y="6487872"/>
              <a:ext cx="1332000" cy="180000"/>
              <a:chOff x="666428" y="4310612"/>
              <a:chExt cx="1332000" cy="180000"/>
            </a:xfrm>
          </p:grpSpPr>
          <p:sp>
            <p:nvSpPr>
              <p:cNvPr id="541" name="모서리가 둥근 직사각형 54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42"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6" name="그룹 525"/>
            <p:cNvGrpSpPr/>
            <p:nvPr/>
          </p:nvGrpSpPr>
          <p:grpSpPr>
            <a:xfrm>
              <a:off x="632520" y="6773828"/>
              <a:ext cx="1332000" cy="180000"/>
              <a:chOff x="666428" y="4570824"/>
              <a:chExt cx="1332000" cy="180000"/>
            </a:xfrm>
          </p:grpSpPr>
          <p:sp>
            <p:nvSpPr>
              <p:cNvPr id="539" name="모서리가 둥근 직사각형 53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40"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7" name="그룹 526"/>
            <p:cNvGrpSpPr/>
            <p:nvPr/>
          </p:nvGrpSpPr>
          <p:grpSpPr>
            <a:xfrm>
              <a:off x="632520" y="7053155"/>
              <a:ext cx="1332000" cy="180000"/>
              <a:chOff x="666428" y="3785432"/>
              <a:chExt cx="1332000" cy="180000"/>
            </a:xfrm>
          </p:grpSpPr>
          <p:sp>
            <p:nvSpPr>
              <p:cNvPr id="537" name="모서리가 둥근 직사각형 53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3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28" name="그룹 527"/>
            <p:cNvGrpSpPr/>
            <p:nvPr/>
          </p:nvGrpSpPr>
          <p:grpSpPr>
            <a:xfrm>
              <a:off x="632520" y="7303715"/>
              <a:ext cx="1332000" cy="180000"/>
              <a:chOff x="666428" y="4310612"/>
              <a:chExt cx="1332000" cy="180000"/>
            </a:xfrm>
          </p:grpSpPr>
          <p:sp>
            <p:nvSpPr>
              <p:cNvPr id="535" name="모서리가 둥근 직사각형 53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3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0" name="그룹 529"/>
            <p:cNvGrpSpPr/>
            <p:nvPr/>
          </p:nvGrpSpPr>
          <p:grpSpPr>
            <a:xfrm>
              <a:off x="622995" y="5922821"/>
              <a:ext cx="1332000" cy="180000"/>
              <a:chOff x="666427" y="3266516"/>
              <a:chExt cx="1332000" cy="180000"/>
            </a:xfrm>
          </p:grpSpPr>
          <p:sp>
            <p:nvSpPr>
              <p:cNvPr id="531" name="모서리가 둥근 직사각형 530"/>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532"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509982882"/>
      </p:ext>
    </p:extLst>
  </p:cSld>
  <p:clrMapOvr>
    <a:masterClrMapping/>
  </p:clrMapOvr>
  <p:transition>
    <p:wipe dir="r"/>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KNOU_UI_C02140000_15</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 </a:t>
            </a:r>
            <a:r>
              <a:rPr lang="ko-KR" altLang="en-US" sz="800" spc="-60" dirty="0" smtClean="0">
                <a:latin typeface="+mn-ea"/>
                <a:ea typeface="+mn-ea"/>
              </a:rPr>
              <a:t>응시 전 </a:t>
            </a:r>
            <a:r>
              <a:rPr lang="en-US" altLang="ko-KR" sz="800" spc="-60" dirty="0" smtClean="0">
                <a:latin typeface="+mn-ea"/>
                <a:ea typeface="+mn-ea"/>
              </a:rPr>
              <a:t>&amp; </a:t>
            </a:r>
            <a:r>
              <a:rPr lang="ko-KR" altLang="en-US" sz="800" spc="-60" dirty="0" smtClean="0">
                <a:latin typeface="+mn-ea"/>
                <a:ea typeface="+mn-ea"/>
              </a:rPr>
              <a:t>평가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92481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31260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37421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3849716631"/>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180" name="Group 37"/>
          <p:cNvGraphicFramePr>
            <a:graphicFrameLocks noGrp="1"/>
          </p:cNvGraphicFramePr>
          <p:nvPr>
            <p:extLst>
              <p:ext uri="{D42A27DB-BD31-4B8C-83A1-F6EECF244321}">
                <p14:modId xmlns:p14="http://schemas.microsoft.com/office/powerpoint/2010/main" val="812525315"/>
              </p:ext>
            </p:extLst>
          </p:nvPr>
        </p:nvGraphicFramePr>
        <p:xfrm>
          <a:off x="1972097" y="8397552"/>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82" name="그룹 181"/>
          <p:cNvGrpSpPr/>
          <p:nvPr/>
        </p:nvGrpSpPr>
        <p:grpSpPr>
          <a:xfrm>
            <a:off x="3219475" y="9046061"/>
            <a:ext cx="6151862" cy="1148064"/>
            <a:chOff x="3229000" y="4452549"/>
            <a:chExt cx="6151862" cy="1148064"/>
          </a:xfrm>
        </p:grpSpPr>
        <p:sp>
          <p:nvSpPr>
            <p:cNvPr id="18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18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6" name="그룹 185"/>
          <p:cNvGrpSpPr/>
          <p:nvPr/>
        </p:nvGrpSpPr>
        <p:grpSpPr>
          <a:xfrm>
            <a:off x="3216263" y="12296598"/>
            <a:ext cx="2114928" cy="162000"/>
            <a:chOff x="3225788" y="7298382"/>
            <a:chExt cx="2114928" cy="162000"/>
          </a:xfrm>
        </p:grpSpPr>
        <p:sp>
          <p:nvSpPr>
            <p:cNvPr id="187" name="직사각형 18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8"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378" name="직선 연결선 377"/>
          <p:cNvCxnSpPr/>
          <p:nvPr/>
        </p:nvCxnSpPr>
        <p:spPr>
          <a:xfrm>
            <a:off x="2673127" y="422109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8" name="직사각형 407"/>
          <p:cNvSpPr/>
          <p:nvPr/>
        </p:nvSpPr>
        <p:spPr>
          <a:xfrm>
            <a:off x="5690679" y="4691675"/>
            <a:ext cx="7988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gn="r"/>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배점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10</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점</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aphicFrame>
        <p:nvGraphicFramePr>
          <p:cNvPr id="513" name="Group 175"/>
          <p:cNvGraphicFramePr>
            <a:graphicFrameLocks noGrp="1"/>
          </p:cNvGraphicFramePr>
          <p:nvPr>
            <p:extLst>
              <p:ext uri="{D42A27DB-BD31-4B8C-83A1-F6EECF244321}">
                <p14:modId xmlns:p14="http://schemas.microsoft.com/office/powerpoint/2010/main" val="72515549"/>
              </p:ext>
            </p:extLst>
          </p:nvPr>
        </p:nvGraphicFramePr>
        <p:xfrm>
          <a:off x="9499029" y="8089695"/>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응시기록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 전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 후 </a:t>
                      </a:r>
                      <a:r>
                        <a:rPr lang="en-US" altLang="ko-KR" sz="800" kern="1200" dirty="0" smtClean="0">
                          <a:solidFill>
                            <a:schemeClr val="tx1">
                              <a:lumMod val="75000"/>
                              <a:lumOff val="25000"/>
                            </a:schemeClr>
                          </a:solidFill>
                          <a:latin typeface="+mn-ea"/>
                          <a:ea typeface="+mn-ea"/>
                          <a:cs typeface="+mn-cs"/>
                        </a:rPr>
                        <a:t>:</a:t>
                      </a:r>
                      <a:r>
                        <a:rPr lang="en-US" altLang="ko-KR" sz="800" kern="1200" dirty="0" smtClean="0">
                          <a:solidFill>
                            <a:srgbClr val="0070C0"/>
                          </a:solidFill>
                          <a:latin typeface="+mn-ea"/>
                          <a:ea typeface="+mn-ea"/>
                          <a:cs typeface="+mn-cs"/>
                        </a:rPr>
                        <a:t> alert “</a:t>
                      </a:r>
                      <a:r>
                        <a:rPr lang="ko-KR" altLang="en-US" sz="800" kern="1200" dirty="0" err="1" smtClean="0">
                          <a:solidFill>
                            <a:srgbClr val="0070C0"/>
                          </a:solidFill>
                          <a:latin typeface="+mn-ea"/>
                          <a:ea typeface="+mn-ea"/>
                          <a:cs typeface="+mn-cs"/>
                        </a:rPr>
                        <a:t>쿠지</a:t>
                      </a:r>
                      <a:r>
                        <a:rPr lang="ko-KR" altLang="en-US" sz="800" kern="1200" dirty="0" smtClean="0">
                          <a:solidFill>
                            <a:srgbClr val="0070C0"/>
                          </a:solidFill>
                          <a:latin typeface="+mn-ea"/>
                          <a:ea typeface="+mn-ea"/>
                          <a:cs typeface="+mn-cs"/>
                        </a:rPr>
                        <a:t> 시험 응시 완료했습니다</a:t>
                      </a:r>
                      <a:r>
                        <a:rPr lang="en-US" altLang="ko-KR" sz="800" kern="120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167" name="Group 37"/>
          <p:cNvGraphicFramePr>
            <a:graphicFrameLocks noGrp="1"/>
          </p:cNvGraphicFramePr>
          <p:nvPr>
            <p:extLst>
              <p:ext uri="{D42A27DB-BD31-4B8C-83A1-F6EECF244321}">
                <p14:modId xmlns:p14="http://schemas.microsoft.com/office/powerpoint/2010/main" val="3977086566"/>
              </p:ext>
            </p:extLst>
          </p:nvPr>
        </p:nvGraphicFramePr>
        <p:xfrm>
          <a:off x="1972097" y="13169130"/>
          <a:ext cx="7470354" cy="532633"/>
        </p:xfrm>
        <a:graphic>
          <a:graphicData uri="http://schemas.openxmlformats.org/drawingml/2006/table">
            <a:tbl>
              <a:tblPr/>
              <a:tblGrid>
                <a:gridCol w="460623"/>
                <a:gridCol w="2336577"/>
                <a:gridCol w="2336577"/>
                <a:gridCol w="2336577"/>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68" name="모서리가 둥근 직사각형 167"/>
          <p:cNvSpPr/>
          <p:nvPr/>
        </p:nvSpPr>
        <p:spPr>
          <a:xfrm>
            <a:off x="8498446" y="13199823"/>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9" name="모서리가 둥근 직사각형 168"/>
          <p:cNvSpPr/>
          <p:nvPr/>
        </p:nvSpPr>
        <p:spPr>
          <a:xfrm>
            <a:off x="5263312" y="13798152"/>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a:t>
            </a:r>
            <a:r>
              <a:rPr lang="ko-KR" altLang="en-US" sz="800" dirty="0">
                <a:solidFill>
                  <a:schemeClr val="bg1"/>
                </a:solidFill>
                <a:latin typeface="맑은 고딕" panose="020B0503020000020004" pitchFamily="50" charset="-127"/>
                <a:ea typeface="맑은 고딕" panose="020B0503020000020004" pitchFamily="50" charset="-127"/>
              </a:rPr>
              <a:t>시</a:t>
            </a:r>
            <a:r>
              <a:rPr lang="ko-KR" altLang="en-US" sz="800" dirty="0" smtClean="0">
                <a:solidFill>
                  <a:schemeClr val="bg1"/>
                </a:solidFill>
                <a:latin typeface="맑은 고딕" panose="020B0503020000020004" pitchFamily="50" charset="-127"/>
                <a:ea typeface="맑은 고딕" panose="020B0503020000020004" pitchFamily="50" charset="-127"/>
              </a:rPr>
              <a:t>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0" name="그룹 169"/>
          <p:cNvGrpSpPr/>
          <p:nvPr/>
        </p:nvGrpSpPr>
        <p:grpSpPr>
          <a:xfrm>
            <a:off x="1785362" y="13395080"/>
            <a:ext cx="234360" cy="200055"/>
            <a:chOff x="1152270" y="11716364"/>
            <a:chExt cx="234360" cy="200055"/>
          </a:xfrm>
        </p:grpSpPr>
        <p:sp>
          <p:nvSpPr>
            <p:cNvPr id="172" name="모서리가 둥근 직사각형 1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3" name="직사각형 17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74" name="그룹 173"/>
          <p:cNvGrpSpPr/>
          <p:nvPr/>
        </p:nvGrpSpPr>
        <p:grpSpPr>
          <a:xfrm>
            <a:off x="5072489" y="13761163"/>
            <a:ext cx="234360" cy="200055"/>
            <a:chOff x="1152270" y="11716364"/>
            <a:chExt cx="234360" cy="200055"/>
          </a:xfrm>
        </p:grpSpPr>
        <p:sp>
          <p:nvSpPr>
            <p:cNvPr id="175" name="모서리가 둥근 직사각형 17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6" name="직사각형 17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77" name="그룹 176"/>
          <p:cNvGrpSpPr/>
          <p:nvPr/>
        </p:nvGrpSpPr>
        <p:grpSpPr>
          <a:xfrm>
            <a:off x="579562" y="2166658"/>
            <a:ext cx="1386586" cy="5317057"/>
            <a:chOff x="579562" y="2166658"/>
            <a:chExt cx="1386586" cy="5317057"/>
          </a:xfrm>
        </p:grpSpPr>
        <p:grpSp>
          <p:nvGrpSpPr>
            <p:cNvPr id="178" name="그룹 177"/>
            <p:cNvGrpSpPr/>
            <p:nvPr/>
          </p:nvGrpSpPr>
          <p:grpSpPr>
            <a:xfrm>
              <a:off x="629956" y="3318264"/>
              <a:ext cx="1332000" cy="180000"/>
              <a:chOff x="666428" y="3785432"/>
              <a:chExt cx="1332000" cy="180000"/>
            </a:xfrm>
          </p:grpSpPr>
          <p:sp>
            <p:nvSpPr>
              <p:cNvPr id="254" name="모서리가 둥근 직사각형 25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6" y="3568824"/>
              <a:ext cx="1332000" cy="180000"/>
              <a:chOff x="666428" y="4310612"/>
              <a:chExt cx="1332000" cy="180000"/>
            </a:xfrm>
          </p:grpSpPr>
          <p:sp>
            <p:nvSpPr>
              <p:cNvPr id="240" name="모서리가 둥근 직사각형 23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29955" y="3042501"/>
              <a:ext cx="1332000" cy="180000"/>
              <a:chOff x="666427" y="3266516"/>
              <a:chExt cx="1332000" cy="180000"/>
            </a:xfrm>
          </p:grpSpPr>
          <p:sp>
            <p:nvSpPr>
              <p:cNvPr id="234" name="모서리가 둥근 직사각형 23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3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29956" y="3854780"/>
              <a:ext cx="1332000" cy="180000"/>
              <a:chOff x="666428" y="4570824"/>
              <a:chExt cx="1332000" cy="180000"/>
            </a:xfrm>
          </p:grpSpPr>
          <p:sp>
            <p:nvSpPr>
              <p:cNvPr id="232" name="모서리가 둥근 직사각형 23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3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29956" y="5316875"/>
              <a:ext cx="1332000" cy="180000"/>
              <a:chOff x="666428" y="5096004"/>
              <a:chExt cx="1332000" cy="180000"/>
            </a:xfrm>
          </p:grpSpPr>
          <p:sp>
            <p:nvSpPr>
              <p:cNvPr id="230" name="모서리가 둥근 직사각형 22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31"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4148" y="5634789"/>
              <a:ext cx="1332000" cy="180000"/>
              <a:chOff x="666428" y="3785432"/>
              <a:chExt cx="1332000" cy="180000"/>
            </a:xfrm>
          </p:grpSpPr>
          <p:sp>
            <p:nvSpPr>
              <p:cNvPr id="228" name="모서리가 둥근 직사각형 22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1150" y="4135825"/>
              <a:ext cx="1332000" cy="180000"/>
              <a:chOff x="666428" y="4570824"/>
              <a:chExt cx="1332000" cy="180000"/>
            </a:xfrm>
          </p:grpSpPr>
          <p:sp>
            <p:nvSpPr>
              <p:cNvPr id="226" name="모서리가 둥근 직사각형 22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27"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29956" y="4423395"/>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3" name="TextBox 19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94" name="그룹 193"/>
            <p:cNvGrpSpPr/>
            <p:nvPr/>
          </p:nvGrpSpPr>
          <p:grpSpPr>
            <a:xfrm>
              <a:off x="632520" y="4723068"/>
              <a:ext cx="1332000" cy="180000"/>
              <a:chOff x="666428" y="4310612"/>
              <a:chExt cx="1332000" cy="180000"/>
            </a:xfrm>
          </p:grpSpPr>
          <p:sp>
            <p:nvSpPr>
              <p:cNvPr id="222" name="모서리가 둥근 직사각형 22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2520" y="2752353"/>
              <a:ext cx="1332000" cy="180000"/>
              <a:chOff x="666427" y="3266516"/>
              <a:chExt cx="1332000" cy="180000"/>
            </a:xfrm>
          </p:grpSpPr>
          <p:sp>
            <p:nvSpPr>
              <p:cNvPr id="220" name="모서리가 둥근 직사각형 21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5005767"/>
              <a:ext cx="1332000" cy="180000"/>
              <a:chOff x="666428" y="4310612"/>
              <a:chExt cx="1332000" cy="180000"/>
            </a:xfrm>
          </p:grpSpPr>
          <p:sp>
            <p:nvSpPr>
              <p:cNvPr id="218" name="모서리가 둥근 직사각형 21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32520" y="6227787"/>
              <a:ext cx="1332000" cy="180000"/>
              <a:chOff x="666428" y="3785432"/>
              <a:chExt cx="1332000" cy="180000"/>
            </a:xfrm>
          </p:grpSpPr>
          <p:sp>
            <p:nvSpPr>
              <p:cNvPr id="216" name="모서리가 둥근 직사각형 21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32520" y="6487872"/>
              <a:ext cx="1332000" cy="180000"/>
              <a:chOff x="666428" y="4310612"/>
              <a:chExt cx="1332000" cy="180000"/>
            </a:xfrm>
          </p:grpSpPr>
          <p:sp>
            <p:nvSpPr>
              <p:cNvPr id="214" name="모서리가 둥근 직사각형 21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9" name="그룹 198"/>
            <p:cNvGrpSpPr/>
            <p:nvPr/>
          </p:nvGrpSpPr>
          <p:grpSpPr>
            <a:xfrm>
              <a:off x="632520" y="6773828"/>
              <a:ext cx="1332000" cy="180000"/>
              <a:chOff x="666428" y="4570824"/>
              <a:chExt cx="1332000" cy="180000"/>
            </a:xfrm>
          </p:grpSpPr>
          <p:sp>
            <p:nvSpPr>
              <p:cNvPr id="212" name="모서리가 둥근 직사각형 21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0" name="그룹 199"/>
            <p:cNvGrpSpPr/>
            <p:nvPr/>
          </p:nvGrpSpPr>
          <p:grpSpPr>
            <a:xfrm>
              <a:off x="632520" y="7053155"/>
              <a:ext cx="1332000" cy="180000"/>
              <a:chOff x="666428" y="3785432"/>
              <a:chExt cx="1332000" cy="180000"/>
            </a:xfrm>
          </p:grpSpPr>
          <p:sp>
            <p:nvSpPr>
              <p:cNvPr id="210" name="모서리가 둥근 직사각형 20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1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2520" y="7303715"/>
              <a:ext cx="1332000" cy="180000"/>
              <a:chOff x="666428" y="4310612"/>
              <a:chExt cx="1332000" cy="180000"/>
            </a:xfrm>
          </p:grpSpPr>
          <p:sp>
            <p:nvSpPr>
              <p:cNvPr id="208" name="모서리가 둥근 직사각형 20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22995" y="5922821"/>
              <a:ext cx="1332000" cy="180000"/>
              <a:chOff x="666427" y="3266516"/>
              <a:chExt cx="1332000" cy="180000"/>
            </a:xfrm>
          </p:grpSpPr>
          <p:sp>
            <p:nvSpPr>
              <p:cNvPr id="204" name="모서리가 둥근 직사각형 203"/>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0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52580631"/>
      </p:ext>
    </p:extLst>
  </p:cSld>
  <p:clrMapOvr>
    <a:masterClrMapping/>
  </p:clrMapOvr>
  <p:transition>
    <p:wipe dir="r"/>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KNOU_UI_C02140000_16</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 </a:t>
            </a:r>
            <a:r>
              <a:rPr lang="ko-KR" altLang="en-US" sz="800" spc="-60" dirty="0" smtClean="0">
                <a:latin typeface="+mn-ea"/>
                <a:ea typeface="+mn-ea"/>
              </a:rPr>
              <a:t>응시 후 </a:t>
            </a:r>
            <a:r>
              <a:rPr lang="en-US" altLang="ko-KR" sz="800" spc="-60" dirty="0" smtClean="0">
                <a:latin typeface="+mn-ea"/>
                <a:ea typeface="+mn-ea"/>
              </a:rPr>
              <a:t>&amp;  </a:t>
            </a:r>
            <a:r>
              <a:rPr lang="ko-KR" altLang="en-US" sz="800" spc="-60" dirty="0" smtClean="0">
                <a:latin typeface="+mn-ea"/>
                <a:ea typeface="+mn-ea"/>
              </a:rPr>
              <a:t>마감 </a:t>
            </a:r>
            <a:r>
              <a:rPr lang="en-US" altLang="ko-KR" sz="800" spc="-60" dirty="0" smtClean="0">
                <a:latin typeface="+mn-ea"/>
                <a:ea typeface="+mn-ea"/>
              </a:rPr>
              <a:t>&amp; </a:t>
            </a:r>
            <a:r>
              <a:rPr lang="ko-KR" altLang="en-US" sz="800" spc="-60" dirty="0" smtClean="0">
                <a:latin typeface="+mn-ea"/>
                <a:ea typeface="+mn-ea"/>
              </a:rPr>
              <a:t>평가 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92481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31260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37421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3990138994"/>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180" name="Group 37"/>
          <p:cNvGraphicFramePr>
            <a:graphicFrameLocks noGrp="1"/>
          </p:cNvGraphicFramePr>
          <p:nvPr>
            <p:extLst>
              <p:ext uri="{D42A27DB-BD31-4B8C-83A1-F6EECF244321}">
                <p14:modId xmlns:p14="http://schemas.microsoft.com/office/powerpoint/2010/main" val="1185720302"/>
              </p:ext>
            </p:extLst>
          </p:nvPr>
        </p:nvGraphicFramePr>
        <p:xfrm>
          <a:off x="1972097" y="8397552"/>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82" name="그룹 181"/>
          <p:cNvGrpSpPr/>
          <p:nvPr/>
        </p:nvGrpSpPr>
        <p:grpSpPr>
          <a:xfrm>
            <a:off x="3219475" y="9046061"/>
            <a:ext cx="6151862" cy="1148064"/>
            <a:chOff x="3229000" y="4452549"/>
            <a:chExt cx="6151862" cy="1148064"/>
          </a:xfrm>
        </p:grpSpPr>
        <p:sp>
          <p:nvSpPr>
            <p:cNvPr id="18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18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6" name="그룹 185"/>
          <p:cNvGrpSpPr/>
          <p:nvPr/>
        </p:nvGrpSpPr>
        <p:grpSpPr>
          <a:xfrm>
            <a:off x="3216263" y="12296598"/>
            <a:ext cx="2114928" cy="162000"/>
            <a:chOff x="3225788" y="7298382"/>
            <a:chExt cx="2114928" cy="162000"/>
          </a:xfrm>
        </p:grpSpPr>
        <p:sp>
          <p:nvSpPr>
            <p:cNvPr id="187" name="직사각형 18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8"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378" name="직선 연결선 377"/>
          <p:cNvCxnSpPr/>
          <p:nvPr/>
        </p:nvCxnSpPr>
        <p:spPr>
          <a:xfrm>
            <a:off x="2673127" y="422109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8" name="직사각형 407"/>
          <p:cNvSpPr/>
          <p:nvPr/>
        </p:nvSpPr>
        <p:spPr>
          <a:xfrm>
            <a:off x="5690679" y="4691675"/>
            <a:ext cx="7988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pPr algn="r"/>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배점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10</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점</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aphicFrame>
        <p:nvGraphicFramePr>
          <p:cNvPr id="177" name="Group 175"/>
          <p:cNvGraphicFramePr>
            <a:graphicFrameLocks noGrp="1"/>
          </p:cNvGraphicFramePr>
          <p:nvPr>
            <p:extLst>
              <p:ext uri="{D42A27DB-BD31-4B8C-83A1-F6EECF244321}">
                <p14:modId xmlns:p14="http://schemas.microsoft.com/office/powerpoint/2010/main" val="1314637436"/>
              </p:ext>
            </p:extLst>
          </p:nvPr>
        </p:nvGraphicFramePr>
        <p:xfrm>
          <a:off x="9499029" y="7613705"/>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채점결과 평가시험지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178" name="Group 37"/>
          <p:cNvGraphicFramePr>
            <a:graphicFrameLocks noGrp="1"/>
          </p:cNvGraphicFramePr>
          <p:nvPr>
            <p:extLst>
              <p:ext uri="{D42A27DB-BD31-4B8C-83A1-F6EECF244321}">
                <p14:modId xmlns:p14="http://schemas.microsoft.com/office/powerpoint/2010/main" val="1528844797"/>
              </p:ext>
            </p:extLst>
          </p:nvPr>
        </p:nvGraphicFramePr>
        <p:xfrm>
          <a:off x="1972097" y="13164936"/>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평가시험지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9" name="모서리가 둥근 직사각형 178"/>
          <p:cNvSpPr/>
          <p:nvPr/>
        </p:nvSpPr>
        <p:spPr>
          <a:xfrm>
            <a:off x="8498446" y="1319562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1" name="모서리가 둥근 직사각형 180"/>
          <p:cNvSpPr/>
          <p:nvPr/>
        </p:nvSpPr>
        <p:spPr>
          <a:xfrm>
            <a:off x="3216024" y="1366899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5" name="그룹 184"/>
          <p:cNvGrpSpPr/>
          <p:nvPr/>
        </p:nvGrpSpPr>
        <p:grpSpPr>
          <a:xfrm>
            <a:off x="4088904" y="13635086"/>
            <a:ext cx="234360" cy="200055"/>
            <a:chOff x="1152270" y="11716364"/>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1" name="사각형 설명선 190"/>
          <p:cNvSpPr/>
          <p:nvPr/>
        </p:nvSpPr>
        <p:spPr>
          <a:xfrm>
            <a:off x="3968521" y="13995126"/>
            <a:ext cx="3120444" cy="648072"/>
          </a:xfrm>
          <a:prstGeom prst="wedgeRectCallout">
            <a:avLst>
              <a:gd name="adj1" fmla="val -50137"/>
              <a:gd name="adj2" fmla="val -84475"/>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마감 </a:t>
            </a:r>
            <a:r>
              <a:rPr lang="ko-KR" altLang="en-US" sz="800" dirty="0">
                <a:solidFill>
                  <a:schemeClr val="tx1">
                    <a:lumMod val="75000"/>
                    <a:lumOff val="25000"/>
                  </a:schemeClr>
                </a:solidFill>
                <a:latin typeface="+mn-ea"/>
              </a:rPr>
              <a:t>후 버튼 표시</a:t>
            </a:r>
          </a:p>
          <a:p>
            <a:pPr>
              <a:lnSpc>
                <a:spcPct val="150000"/>
              </a:lnSpc>
            </a:pPr>
            <a:r>
              <a:rPr lang="ko-KR" altLang="en-US" sz="800" dirty="0">
                <a:solidFill>
                  <a:schemeClr val="tx1">
                    <a:lumMod val="75000"/>
                    <a:lumOff val="25000"/>
                  </a:schemeClr>
                </a:solidFill>
                <a:latin typeface="+mn-ea"/>
              </a:rPr>
              <a:t>단</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퀴즈 </a:t>
            </a:r>
            <a:r>
              <a:rPr lang="ko-KR" altLang="en-US" sz="800" dirty="0" err="1">
                <a:solidFill>
                  <a:schemeClr val="tx1">
                    <a:lumMod val="75000"/>
                    <a:lumOff val="25000"/>
                  </a:schemeClr>
                </a:solidFill>
                <a:latin typeface="+mn-ea"/>
              </a:rPr>
              <a:t>종료일시</a:t>
            </a:r>
            <a:r>
              <a:rPr lang="ko-KR" altLang="en-US" sz="800" dirty="0">
                <a:solidFill>
                  <a:schemeClr val="tx1">
                    <a:lumMod val="75000"/>
                    <a:lumOff val="25000"/>
                  </a:schemeClr>
                </a:solidFill>
                <a:latin typeface="+mn-ea"/>
              </a:rPr>
              <a:t> 전이거나 성적공개 </a:t>
            </a:r>
            <a:r>
              <a:rPr lang="en-US" altLang="ko-KR" sz="800" dirty="0">
                <a:solidFill>
                  <a:schemeClr val="tx1">
                    <a:lumMod val="75000"/>
                    <a:lumOff val="25000"/>
                  </a:schemeClr>
                </a:solidFill>
                <a:latin typeface="+mn-ea"/>
              </a:rPr>
              <a:t>off</a:t>
            </a:r>
            <a:r>
              <a:rPr lang="ko-KR" altLang="en-US" sz="800" dirty="0">
                <a:solidFill>
                  <a:schemeClr val="tx1">
                    <a:lumMod val="75000"/>
                    <a:lumOff val="25000"/>
                  </a:schemeClr>
                </a:solidFill>
                <a:latin typeface="+mn-ea"/>
              </a:rPr>
              <a:t>이면 </a:t>
            </a:r>
            <a:r>
              <a:rPr lang="en-US" altLang="ko-KR" sz="800" dirty="0">
                <a:solidFill>
                  <a:schemeClr val="tx1">
                    <a:lumMod val="75000"/>
                    <a:lumOff val="25000"/>
                  </a:schemeClr>
                </a:solidFill>
                <a:latin typeface="+mn-ea"/>
              </a:rPr>
              <a:t>alert </a:t>
            </a:r>
            <a:r>
              <a:rPr lang="ko-KR" altLang="en-US" sz="800" dirty="0">
                <a:solidFill>
                  <a:schemeClr val="tx1">
                    <a:lumMod val="75000"/>
                    <a:lumOff val="25000"/>
                  </a:schemeClr>
                </a:solidFill>
                <a:latin typeface="+mn-ea"/>
              </a:rPr>
              <a:t>띄움</a:t>
            </a:r>
          </a:p>
          <a:p>
            <a:pPr>
              <a:lnSpc>
                <a:spcPct val="150000"/>
              </a:lnSpc>
            </a:pPr>
            <a:r>
              <a:rPr lang="en-US" altLang="ko-KR" sz="800" dirty="0">
                <a:solidFill>
                  <a:schemeClr val="tx1">
                    <a:lumMod val="75000"/>
                    <a:lumOff val="25000"/>
                  </a:schemeClr>
                </a:solidFill>
                <a:latin typeface="+mn-ea"/>
              </a:rPr>
              <a:t>"</a:t>
            </a: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진행 중이거나 </a:t>
            </a:r>
            <a:r>
              <a:rPr lang="ko-KR" altLang="en-US" sz="800" dirty="0">
                <a:solidFill>
                  <a:schemeClr val="tx1">
                    <a:lumMod val="75000"/>
                    <a:lumOff val="25000"/>
                  </a:schemeClr>
                </a:solidFill>
                <a:latin typeface="+mn-ea"/>
              </a:rPr>
              <a:t>성적공개 전입니다</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추후에 확인해 주세요</a:t>
            </a:r>
            <a:r>
              <a:rPr lang="en-US" altLang="ko-KR" sz="800" dirty="0">
                <a:solidFill>
                  <a:schemeClr val="tx1">
                    <a:lumMod val="75000"/>
                    <a:lumOff val="25000"/>
                  </a:schemeClr>
                </a:solidFill>
                <a:latin typeface="+mn-ea"/>
              </a:rPr>
              <a:t>" </a:t>
            </a:r>
            <a:endParaRPr lang="ko-KR" altLang="en-US" sz="800" dirty="0">
              <a:solidFill>
                <a:schemeClr val="tx1">
                  <a:lumMod val="75000"/>
                  <a:lumOff val="25000"/>
                </a:schemeClr>
              </a:solidFill>
              <a:latin typeface="+mn-ea"/>
            </a:endParaRPr>
          </a:p>
        </p:txBody>
      </p:sp>
      <p:grpSp>
        <p:nvGrpSpPr>
          <p:cNvPr id="192" name="그룹 191"/>
          <p:cNvGrpSpPr/>
          <p:nvPr/>
        </p:nvGrpSpPr>
        <p:grpSpPr>
          <a:xfrm>
            <a:off x="3433891" y="13904623"/>
            <a:ext cx="234360" cy="200055"/>
            <a:chOff x="1152270" y="11716364"/>
            <a:chExt cx="234360" cy="200055"/>
          </a:xfrm>
        </p:grpSpPr>
        <p:sp>
          <p:nvSpPr>
            <p:cNvPr id="193" name="모서리가 둥근 직사각형 19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4" name="직사각형 19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72" name="그룹 171"/>
          <p:cNvGrpSpPr/>
          <p:nvPr/>
        </p:nvGrpSpPr>
        <p:grpSpPr>
          <a:xfrm>
            <a:off x="579562" y="2166658"/>
            <a:ext cx="1386586" cy="5317057"/>
            <a:chOff x="579562" y="2166658"/>
            <a:chExt cx="1386586" cy="5317057"/>
          </a:xfrm>
        </p:grpSpPr>
        <p:grpSp>
          <p:nvGrpSpPr>
            <p:cNvPr id="173" name="그룹 172"/>
            <p:cNvGrpSpPr/>
            <p:nvPr/>
          </p:nvGrpSpPr>
          <p:grpSpPr>
            <a:xfrm>
              <a:off x="629956" y="3318264"/>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4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3568824"/>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5" y="3042501"/>
              <a:ext cx="1332000" cy="180000"/>
              <a:chOff x="666427" y="3266516"/>
              <a:chExt cx="1332000" cy="180000"/>
            </a:xfrm>
          </p:grpSpPr>
          <p:sp>
            <p:nvSpPr>
              <p:cNvPr id="257" name="모서리가 둥근 직사각형 25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58"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29956" y="3854780"/>
              <a:ext cx="1332000" cy="180000"/>
              <a:chOff x="666428" y="4570824"/>
              <a:chExt cx="1332000" cy="180000"/>
            </a:xfrm>
          </p:grpSpPr>
          <p:sp>
            <p:nvSpPr>
              <p:cNvPr id="254" name="모서리가 둥근 직사각형 25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29956" y="5316875"/>
              <a:ext cx="1332000" cy="180000"/>
              <a:chOff x="666428" y="5096004"/>
              <a:chExt cx="1332000" cy="180000"/>
            </a:xfrm>
          </p:grpSpPr>
          <p:sp>
            <p:nvSpPr>
              <p:cNvPr id="240" name="모서리가 둥근 직사각형 23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41"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4148" y="5634789"/>
              <a:ext cx="1332000" cy="180000"/>
              <a:chOff x="666428" y="3785432"/>
              <a:chExt cx="1332000" cy="180000"/>
            </a:xfrm>
          </p:grpSpPr>
          <p:sp>
            <p:nvSpPr>
              <p:cNvPr id="234" name="모서리가 둥근 직사각형 23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31150" y="4135825"/>
              <a:ext cx="1332000" cy="180000"/>
              <a:chOff x="666428" y="4570824"/>
              <a:chExt cx="1332000" cy="180000"/>
            </a:xfrm>
          </p:grpSpPr>
          <p:sp>
            <p:nvSpPr>
              <p:cNvPr id="232" name="모서리가 둥근 직사각형 23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3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29956" y="4423395"/>
              <a:ext cx="1332000" cy="180000"/>
              <a:chOff x="666428" y="4310612"/>
              <a:chExt cx="1332000" cy="180000"/>
            </a:xfrm>
          </p:grpSpPr>
          <p:sp>
            <p:nvSpPr>
              <p:cNvPr id="230" name="모서리가 둥근 직사각형 22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3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9" name="TextBox 19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00" name="그룹 199"/>
            <p:cNvGrpSpPr/>
            <p:nvPr/>
          </p:nvGrpSpPr>
          <p:grpSpPr>
            <a:xfrm>
              <a:off x="632520" y="4723068"/>
              <a:ext cx="1332000" cy="180000"/>
              <a:chOff x="666428" y="4310612"/>
              <a:chExt cx="1332000" cy="180000"/>
            </a:xfrm>
          </p:grpSpPr>
          <p:sp>
            <p:nvSpPr>
              <p:cNvPr id="228" name="모서리가 둥근 직사각형 22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632520" y="2752353"/>
              <a:ext cx="1332000" cy="180000"/>
              <a:chOff x="666427" y="3266516"/>
              <a:chExt cx="1332000" cy="180000"/>
            </a:xfrm>
          </p:grpSpPr>
          <p:sp>
            <p:nvSpPr>
              <p:cNvPr id="226" name="모서리가 둥근 직사각형 22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2" name="그룹 201"/>
            <p:cNvGrpSpPr/>
            <p:nvPr/>
          </p:nvGrpSpPr>
          <p:grpSpPr>
            <a:xfrm>
              <a:off x="632520" y="5005767"/>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3" name="그룹 202"/>
            <p:cNvGrpSpPr/>
            <p:nvPr/>
          </p:nvGrpSpPr>
          <p:grpSpPr>
            <a:xfrm>
              <a:off x="632520" y="6227787"/>
              <a:ext cx="1332000" cy="180000"/>
              <a:chOff x="666428" y="3785432"/>
              <a:chExt cx="1332000" cy="180000"/>
            </a:xfrm>
          </p:grpSpPr>
          <p:sp>
            <p:nvSpPr>
              <p:cNvPr id="222" name="모서리가 둥근 직사각형 22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2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4" name="그룹 203"/>
            <p:cNvGrpSpPr/>
            <p:nvPr/>
          </p:nvGrpSpPr>
          <p:grpSpPr>
            <a:xfrm>
              <a:off x="632520" y="6487872"/>
              <a:ext cx="1332000" cy="180000"/>
              <a:chOff x="666428" y="4310612"/>
              <a:chExt cx="1332000" cy="180000"/>
            </a:xfrm>
          </p:grpSpPr>
          <p:sp>
            <p:nvSpPr>
              <p:cNvPr id="220" name="모서리가 둥근 직사각형 21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2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그룹 204"/>
            <p:cNvGrpSpPr/>
            <p:nvPr/>
          </p:nvGrpSpPr>
          <p:grpSpPr>
            <a:xfrm>
              <a:off x="632520" y="6773828"/>
              <a:ext cx="1332000" cy="180000"/>
              <a:chOff x="666428" y="4570824"/>
              <a:chExt cx="1332000" cy="180000"/>
            </a:xfrm>
          </p:grpSpPr>
          <p:sp>
            <p:nvSpPr>
              <p:cNvPr id="218" name="모서리가 둥근 직사각형 21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1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32520" y="7053155"/>
              <a:ext cx="1332000" cy="180000"/>
              <a:chOff x="666428" y="3785432"/>
              <a:chExt cx="1332000" cy="180000"/>
            </a:xfrm>
          </p:grpSpPr>
          <p:sp>
            <p:nvSpPr>
              <p:cNvPr id="216" name="모서리가 둥근 직사각형 21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1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32520" y="7303715"/>
              <a:ext cx="1332000" cy="180000"/>
              <a:chOff x="666428" y="4310612"/>
              <a:chExt cx="1332000" cy="180000"/>
            </a:xfrm>
          </p:grpSpPr>
          <p:sp>
            <p:nvSpPr>
              <p:cNvPr id="214" name="모서리가 둥근 직사각형 21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1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2995" y="5922821"/>
              <a:ext cx="1332000" cy="180000"/>
              <a:chOff x="666427" y="3266516"/>
              <a:chExt cx="1332000" cy="180000"/>
            </a:xfrm>
          </p:grpSpPr>
          <p:sp>
            <p:nvSpPr>
              <p:cNvPr id="210" name="모서리가 둥근 직사각형 209"/>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1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625346717"/>
      </p:ext>
    </p:extLst>
  </p:cSld>
  <p:clrMapOvr>
    <a:masterClrMapping/>
  </p:clrMapOvr>
  <p:transition>
    <p:wipe dir="r"/>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KNOU_UI_C02140000_17</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시험대체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 </a:t>
            </a:r>
            <a:r>
              <a:rPr lang="ko-KR" altLang="en-US" sz="800" spc="-60" dirty="0" smtClean="0">
                <a:latin typeface="+mn-ea"/>
                <a:ea typeface="+mn-ea"/>
              </a:rPr>
              <a:t>평가시험지</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2924818"/>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8999"/>
            <a:ext cx="7470000" cy="1131260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374216"/>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graphicFrame>
        <p:nvGraphicFramePr>
          <p:cNvPr id="327" name="Group 37"/>
          <p:cNvGraphicFramePr>
            <a:graphicFrameLocks noGrp="1"/>
          </p:cNvGraphicFramePr>
          <p:nvPr>
            <p:extLst>
              <p:ext uri="{D42A27DB-BD31-4B8C-83A1-F6EECF244321}">
                <p14:modId xmlns:p14="http://schemas.microsoft.com/office/powerpoint/2010/main" val="1596599356"/>
              </p:ext>
            </p:extLst>
          </p:nvPr>
        </p:nvGraphicFramePr>
        <p:xfrm>
          <a:off x="1972097" y="4065463"/>
          <a:ext cx="7470353" cy="4245463"/>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실시간 중간고사</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실시간 온라인</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시험대체</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180953" cy="215444"/>
          </a:xfrm>
          <a:prstGeom prst="rect">
            <a:avLst/>
          </a:prstGeom>
        </p:spPr>
        <p:txBody>
          <a:bodyPr wrap="none">
            <a:spAutoFit/>
          </a:bodyPr>
          <a:lstStyle/>
          <a:p>
            <a:r>
              <a:rPr lang="ko-KR" altLang="en-US" sz="800" b="1" dirty="0" smtClean="0">
                <a:solidFill>
                  <a:srgbClr val="0070C0"/>
                </a:solidFill>
                <a:latin typeface="+mn-ea"/>
                <a:ea typeface="+mn-ea"/>
              </a:rPr>
              <a:t>실시간 온라인</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시험대체</a:t>
            </a:r>
            <a:endParaRPr lang="ko-KR" altLang="en-US" sz="800" dirty="0">
              <a:solidFill>
                <a:srgbClr val="FF0000"/>
              </a:solidFill>
              <a:latin typeface="+mn-ea"/>
              <a:ea typeface="+mn-ea"/>
            </a:endParaRPr>
          </a:p>
        </p:txBody>
      </p:sp>
      <p:sp>
        <p:nvSpPr>
          <p:cNvPr id="431" name="직사각형 430"/>
          <p:cNvSpPr/>
          <p:nvPr/>
        </p:nvSpPr>
        <p:spPr>
          <a:xfrm>
            <a:off x="4232920" y="3453383"/>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180" name="Group 37"/>
          <p:cNvGraphicFramePr>
            <a:graphicFrameLocks noGrp="1"/>
          </p:cNvGraphicFramePr>
          <p:nvPr>
            <p:extLst>
              <p:ext uri="{D42A27DB-BD31-4B8C-83A1-F6EECF244321}">
                <p14:modId xmlns:p14="http://schemas.microsoft.com/office/powerpoint/2010/main" val="3435645336"/>
              </p:ext>
            </p:extLst>
          </p:nvPr>
        </p:nvGraphicFramePr>
        <p:xfrm>
          <a:off x="1972097" y="8397552"/>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시험 대체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82" name="그룹 181"/>
          <p:cNvGrpSpPr/>
          <p:nvPr/>
        </p:nvGrpSpPr>
        <p:grpSpPr>
          <a:xfrm>
            <a:off x="3219475" y="9046061"/>
            <a:ext cx="6151862" cy="1148064"/>
            <a:chOff x="3229000" y="4452549"/>
            <a:chExt cx="6151862" cy="1148064"/>
          </a:xfrm>
        </p:grpSpPr>
        <p:sp>
          <p:nvSpPr>
            <p:cNvPr id="183"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184"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186" name="그룹 185"/>
          <p:cNvGrpSpPr/>
          <p:nvPr/>
        </p:nvGrpSpPr>
        <p:grpSpPr>
          <a:xfrm>
            <a:off x="3216263" y="12296598"/>
            <a:ext cx="2114928" cy="162000"/>
            <a:chOff x="3225788" y="7298382"/>
            <a:chExt cx="2114928" cy="162000"/>
          </a:xfrm>
        </p:grpSpPr>
        <p:sp>
          <p:nvSpPr>
            <p:cNvPr id="187" name="직사각형 186"/>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88"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378" name="직선 연결선 377"/>
          <p:cNvCxnSpPr/>
          <p:nvPr/>
        </p:nvCxnSpPr>
        <p:spPr>
          <a:xfrm>
            <a:off x="2673127" y="422109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77" name="Group 175"/>
          <p:cNvGraphicFramePr>
            <a:graphicFrameLocks noGrp="1"/>
          </p:cNvGraphicFramePr>
          <p:nvPr>
            <p:extLst>
              <p:ext uri="{D42A27DB-BD31-4B8C-83A1-F6EECF244321}">
                <p14:modId xmlns:p14="http://schemas.microsoft.com/office/powerpoint/2010/main" val="3336713590"/>
              </p:ext>
            </p:extLst>
          </p:nvPr>
        </p:nvGraphicFramePr>
        <p:xfrm>
          <a:off x="9499029" y="7613705"/>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채점결과 평가시험지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178" name="Group 37"/>
          <p:cNvGraphicFramePr>
            <a:graphicFrameLocks noGrp="1"/>
          </p:cNvGraphicFramePr>
          <p:nvPr>
            <p:extLst>
              <p:ext uri="{D42A27DB-BD31-4B8C-83A1-F6EECF244321}">
                <p14:modId xmlns:p14="http://schemas.microsoft.com/office/powerpoint/2010/main" val="1745289295"/>
              </p:ext>
            </p:extLst>
          </p:nvPr>
        </p:nvGraphicFramePr>
        <p:xfrm>
          <a:off x="1972097" y="13164936"/>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평가시험지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9" name="모서리가 둥근 직사각형 178"/>
          <p:cNvSpPr/>
          <p:nvPr/>
        </p:nvSpPr>
        <p:spPr>
          <a:xfrm>
            <a:off x="8498446" y="13195629"/>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81" name="모서리가 둥근 직사각형 180"/>
          <p:cNvSpPr/>
          <p:nvPr/>
        </p:nvSpPr>
        <p:spPr>
          <a:xfrm>
            <a:off x="3216024" y="1366899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5" name="그룹 184"/>
          <p:cNvGrpSpPr/>
          <p:nvPr/>
        </p:nvGrpSpPr>
        <p:grpSpPr>
          <a:xfrm>
            <a:off x="4088904" y="13635086"/>
            <a:ext cx="234360" cy="200055"/>
            <a:chOff x="1152270" y="11716364"/>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91" name="사각형 설명선 190"/>
          <p:cNvSpPr/>
          <p:nvPr/>
        </p:nvSpPr>
        <p:spPr>
          <a:xfrm>
            <a:off x="3968521" y="13995126"/>
            <a:ext cx="3120444" cy="648072"/>
          </a:xfrm>
          <a:prstGeom prst="wedgeRectCallout">
            <a:avLst>
              <a:gd name="adj1" fmla="val -50137"/>
              <a:gd name="adj2" fmla="val -84475"/>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마감 </a:t>
            </a:r>
            <a:r>
              <a:rPr lang="ko-KR" altLang="en-US" sz="800" dirty="0">
                <a:solidFill>
                  <a:schemeClr val="tx1">
                    <a:lumMod val="75000"/>
                    <a:lumOff val="25000"/>
                  </a:schemeClr>
                </a:solidFill>
                <a:latin typeface="+mn-ea"/>
              </a:rPr>
              <a:t>후 버튼 표시</a:t>
            </a:r>
          </a:p>
          <a:p>
            <a:pPr>
              <a:lnSpc>
                <a:spcPct val="150000"/>
              </a:lnSpc>
            </a:pPr>
            <a:r>
              <a:rPr lang="ko-KR" altLang="en-US" sz="800" dirty="0">
                <a:solidFill>
                  <a:schemeClr val="tx1">
                    <a:lumMod val="75000"/>
                    <a:lumOff val="25000"/>
                  </a:schemeClr>
                </a:solidFill>
                <a:latin typeface="+mn-ea"/>
              </a:rPr>
              <a:t>단</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퀴즈 </a:t>
            </a:r>
            <a:r>
              <a:rPr lang="ko-KR" altLang="en-US" sz="800" dirty="0" err="1">
                <a:solidFill>
                  <a:schemeClr val="tx1">
                    <a:lumMod val="75000"/>
                    <a:lumOff val="25000"/>
                  </a:schemeClr>
                </a:solidFill>
                <a:latin typeface="+mn-ea"/>
              </a:rPr>
              <a:t>종료일시</a:t>
            </a:r>
            <a:r>
              <a:rPr lang="ko-KR" altLang="en-US" sz="800" dirty="0">
                <a:solidFill>
                  <a:schemeClr val="tx1">
                    <a:lumMod val="75000"/>
                    <a:lumOff val="25000"/>
                  </a:schemeClr>
                </a:solidFill>
                <a:latin typeface="+mn-ea"/>
              </a:rPr>
              <a:t> 전이거나 성적공개 </a:t>
            </a:r>
            <a:r>
              <a:rPr lang="en-US" altLang="ko-KR" sz="800" dirty="0">
                <a:solidFill>
                  <a:schemeClr val="tx1">
                    <a:lumMod val="75000"/>
                    <a:lumOff val="25000"/>
                  </a:schemeClr>
                </a:solidFill>
                <a:latin typeface="+mn-ea"/>
              </a:rPr>
              <a:t>off</a:t>
            </a:r>
            <a:r>
              <a:rPr lang="ko-KR" altLang="en-US" sz="800" dirty="0">
                <a:solidFill>
                  <a:schemeClr val="tx1">
                    <a:lumMod val="75000"/>
                    <a:lumOff val="25000"/>
                  </a:schemeClr>
                </a:solidFill>
                <a:latin typeface="+mn-ea"/>
              </a:rPr>
              <a:t>이면 </a:t>
            </a:r>
            <a:r>
              <a:rPr lang="en-US" altLang="ko-KR" sz="800" dirty="0">
                <a:solidFill>
                  <a:schemeClr val="tx1">
                    <a:lumMod val="75000"/>
                    <a:lumOff val="25000"/>
                  </a:schemeClr>
                </a:solidFill>
                <a:latin typeface="+mn-ea"/>
              </a:rPr>
              <a:t>alert </a:t>
            </a:r>
            <a:r>
              <a:rPr lang="ko-KR" altLang="en-US" sz="800" dirty="0">
                <a:solidFill>
                  <a:schemeClr val="tx1">
                    <a:lumMod val="75000"/>
                    <a:lumOff val="25000"/>
                  </a:schemeClr>
                </a:solidFill>
                <a:latin typeface="+mn-ea"/>
              </a:rPr>
              <a:t>띄움</a:t>
            </a:r>
          </a:p>
          <a:p>
            <a:pPr>
              <a:lnSpc>
                <a:spcPct val="150000"/>
              </a:lnSpc>
            </a:pPr>
            <a:r>
              <a:rPr lang="en-US" altLang="ko-KR" sz="800" dirty="0">
                <a:solidFill>
                  <a:schemeClr val="tx1">
                    <a:lumMod val="75000"/>
                    <a:lumOff val="25000"/>
                  </a:schemeClr>
                </a:solidFill>
                <a:latin typeface="+mn-ea"/>
              </a:rPr>
              <a:t>"</a:t>
            </a: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진행 중이거나 </a:t>
            </a:r>
            <a:r>
              <a:rPr lang="ko-KR" altLang="en-US" sz="800" dirty="0">
                <a:solidFill>
                  <a:schemeClr val="tx1">
                    <a:lumMod val="75000"/>
                    <a:lumOff val="25000"/>
                  </a:schemeClr>
                </a:solidFill>
                <a:latin typeface="+mn-ea"/>
              </a:rPr>
              <a:t>성적공개 전입니다</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추후에 확인해 주세요</a:t>
            </a:r>
            <a:r>
              <a:rPr lang="en-US" altLang="ko-KR" sz="800" dirty="0">
                <a:solidFill>
                  <a:schemeClr val="tx1">
                    <a:lumMod val="75000"/>
                    <a:lumOff val="25000"/>
                  </a:schemeClr>
                </a:solidFill>
                <a:latin typeface="+mn-ea"/>
              </a:rPr>
              <a:t>" </a:t>
            </a:r>
            <a:endParaRPr lang="ko-KR" altLang="en-US" sz="800" dirty="0">
              <a:solidFill>
                <a:schemeClr val="tx1">
                  <a:lumMod val="75000"/>
                  <a:lumOff val="25000"/>
                </a:schemeClr>
              </a:solidFill>
              <a:latin typeface="+mn-ea"/>
            </a:endParaRPr>
          </a:p>
        </p:txBody>
      </p:sp>
      <p:grpSp>
        <p:nvGrpSpPr>
          <p:cNvPr id="192" name="그룹 191"/>
          <p:cNvGrpSpPr/>
          <p:nvPr/>
        </p:nvGrpSpPr>
        <p:grpSpPr>
          <a:xfrm>
            <a:off x="3433891" y="13904623"/>
            <a:ext cx="234360" cy="200055"/>
            <a:chOff x="1152270" y="11716364"/>
            <a:chExt cx="234360" cy="200055"/>
          </a:xfrm>
        </p:grpSpPr>
        <p:sp>
          <p:nvSpPr>
            <p:cNvPr id="193" name="모서리가 둥근 직사각형 19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4" name="직사각형 19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38" name="그룹 437"/>
          <p:cNvGrpSpPr/>
          <p:nvPr/>
        </p:nvGrpSpPr>
        <p:grpSpPr>
          <a:xfrm>
            <a:off x="2503590" y="4221087"/>
            <a:ext cx="6224400" cy="8640961"/>
            <a:chOff x="1100571" y="3168288"/>
            <a:chExt cx="6224400" cy="8640961"/>
          </a:xfrm>
        </p:grpSpPr>
        <p:sp>
          <p:nvSpPr>
            <p:cNvPr id="439" name="직사각형 438"/>
            <p:cNvSpPr/>
            <p:nvPr/>
          </p:nvSpPr>
          <p:spPr>
            <a:xfrm>
              <a:off x="1100571" y="3176975"/>
              <a:ext cx="6224400" cy="8632274"/>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0" name="직사각형 439"/>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41" name="직사각형 440"/>
            <p:cNvSpPr/>
            <p:nvPr/>
          </p:nvSpPr>
          <p:spPr>
            <a:xfrm>
              <a:off x="1109761" y="3201232"/>
              <a:ext cx="697627" cy="215444"/>
            </a:xfrm>
            <a:prstGeom prst="rect">
              <a:avLst/>
            </a:prstGeom>
          </p:spPr>
          <p:txBody>
            <a:bodyPr wrap="none">
              <a:spAutoFit/>
            </a:bodyPr>
            <a:lstStyle/>
            <a:p>
              <a:r>
                <a:rPr lang="ko-KR" altLang="en-US" sz="800" b="1" dirty="0" smtClean="0">
                  <a:solidFill>
                    <a:schemeClr val="bg1"/>
                  </a:solidFill>
                  <a:latin typeface="+mn-ea"/>
                  <a:ea typeface="+mn-ea"/>
                </a:rPr>
                <a:t>평가시험지</a:t>
              </a:r>
              <a:endParaRPr lang="ko-KR" altLang="en-US" sz="800" b="1" dirty="0">
                <a:solidFill>
                  <a:schemeClr val="bg1"/>
                </a:solidFill>
                <a:latin typeface="+mn-ea"/>
                <a:ea typeface="+mn-ea"/>
              </a:endParaRPr>
            </a:p>
          </p:txBody>
        </p:sp>
        <p:sp>
          <p:nvSpPr>
            <p:cNvPr id="442" name="직사각형 441"/>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443" name="모서리가 둥근 직사각형 442"/>
          <p:cNvSpPr/>
          <p:nvPr/>
        </p:nvSpPr>
        <p:spPr>
          <a:xfrm>
            <a:off x="5113051" y="1251153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44" name="그룹 443"/>
          <p:cNvGrpSpPr/>
          <p:nvPr/>
        </p:nvGrpSpPr>
        <p:grpSpPr>
          <a:xfrm>
            <a:off x="2500572" y="4492744"/>
            <a:ext cx="6233925" cy="357365"/>
            <a:chOff x="2607507" y="5572865"/>
            <a:chExt cx="6233925" cy="357365"/>
          </a:xfrm>
        </p:grpSpPr>
        <p:grpSp>
          <p:nvGrpSpPr>
            <p:cNvPr id="445" name="그룹 444"/>
            <p:cNvGrpSpPr/>
            <p:nvPr/>
          </p:nvGrpSpPr>
          <p:grpSpPr>
            <a:xfrm>
              <a:off x="6910260" y="5572865"/>
              <a:ext cx="1931172" cy="304407"/>
              <a:chOff x="5407617" y="2286397"/>
              <a:chExt cx="1931172" cy="304407"/>
            </a:xfrm>
          </p:grpSpPr>
          <p:sp>
            <p:nvSpPr>
              <p:cNvPr id="447" name="직사각형 446"/>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65</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448" name="직사각형 447"/>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cxnSp>
          <p:nvCxnSpPr>
            <p:cNvPr id="446" name="직선 연결선 445"/>
            <p:cNvCxnSpPr/>
            <p:nvPr/>
          </p:nvCxnSpPr>
          <p:spPr>
            <a:xfrm>
              <a:off x="2607507" y="593023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49" name="그룹 448"/>
          <p:cNvGrpSpPr/>
          <p:nvPr/>
        </p:nvGrpSpPr>
        <p:grpSpPr>
          <a:xfrm>
            <a:off x="2594767" y="4950692"/>
            <a:ext cx="3098465" cy="292160"/>
            <a:chOff x="2701702" y="6381328"/>
            <a:chExt cx="3098465" cy="292160"/>
          </a:xfrm>
        </p:grpSpPr>
        <p:grpSp>
          <p:nvGrpSpPr>
            <p:cNvPr id="450" name="그룹 449"/>
            <p:cNvGrpSpPr/>
            <p:nvPr/>
          </p:nvGrpSpPr>
          <p:grpSpPr>
            <a:xfrm>
              <a:off x="2701702" y="6385433"/>
              <a:ext cx="304344" cy="288000"/>
              <a:chOff x="3196047" y="6621766"/>
              <a:chExt cx="304344" cy="288000"/>
            </a:xfrm>
          </p:grpSpPr>
          <p:sp>
            <p:nvSpPr>
              <p:cNvPr id="479" name="타원 478"/>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80" name="TextBox 479"/>
              <p:cNvSpPr txBox="1">
                <a:spLocks noChangeAspect="1"/>
              </p:cNvSpPr>
              <p:nvPr/>
            </p:nvSpPr>
            <p:spPr>
              <a:xfrm>
                <a:off x="3196047"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451" name="그룹 450"/>
            <p:cNvGrpSpPr/>
            <p:nvPr/>
          </p:nvGrpSpPr>
          <p:grpSpPr>
            <a:xfrm>
              <a:off x="3015571" y="6385433"/>
              <a:ext cx="304344" cy="288000"/>
              <a:chOff x="3200071" y="6621766"/>
              <a:chExt cx="304344" cy="288000"/>
            </a:xfrm>
          </p:grpSpPr>
          <p:sp>
            <p:nvSpPr>
              <p:cNvPr id="477" name="타원 476"/>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8" name="TextBox 477"/>
              <p:cNvSpPr txBox="1">
                <a:spLocks noChangeAspect="1"/>
              </p:cNvSpPr>
              <p:nvPr/>
            </p:nvSpPr>
            <p:spPr>
              <a:xfrm>
                <a:off x="3200071"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452" name="그룹 451"/>
            <p:cNvGrpSpPr/>
            <p:nvPr/>
          </p:nvGrpSpPr>
          <p:grpSpPr>
            <a:xfrm>
              <a:off x="3952029" y="6385433"/>
              <a:ext cx="304344" cy="288000"/>
              <a:chOff x="3190900" y="6621766"/>
              <a:chExt cx="304344" cy="288000"/>
            </a:xfrm>
          </p:grpSpPr>
          <p:sp>
            <p:nvSpPr>
              <p:cNvPr id="475" name="타원 47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6" name="TextBox 47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5</a:t>
                </a:r>
                <a:endParaRPr lang="en-US" altLang="ko-KR" sz="800" dirty="0">
                  <a:latin typeface="+mj-ea"/>
                  <a:ea typeface="+mj-ea"/>
                </a:endParaRPr>
              </a:p>
            </p:txBody>
          </p:sp>
        </p:grpSp>
        <p:grpSp>
          <p:nvGrpSpPr>
            <p:cNvPr id="453" name="그룹 452"/>
            <p:cNvGrpSpPr/>
            <p:nvPr/>
          </p:nvGrpSpPr>
          <p:grpSpPr>
            <a:xfrm>
              <a:off x="4895063" y="6385488"/>
              <a:ext cx="304344" cy="288000"/>
              <a:chOff x="3200425" y="6621766"/>
              <a:chExt cx="304344" cy="288000"/>
            </a:xfrm>
          </p:grpSpPr>
          <p:sp>
            <p:nvSpPr>
              <p:cNvPr id="473" name="타원 47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4" name="TextBox 473"/>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8</a:t>
                </a:r>
                <a:endParaRPr lang="en-US" altLang="ko-KR" sz="800" dirty="0">
                  <a:latin typeface="+mj-ea"/>
                  <a:ea typeface="+mj-ea"/>
                </a:endParaRPr>
              </a:p>
            </p:txBody>
          </p:sp>
        </p:grpSp>
        <p:grpSp>
          <p:nvGrpSpPr>
            <p:cNvPr id="454" name="그룹 453"/>
            <p:cNvGrpSpPr/>
            <p:nvPr/>
          </p:nvGrpSpPr>
          <p:grpSpPr>
            <a:xfrm>
              <a:off x="5209574" y="6385488"/>
              <a:ext cx="304344" cy="288000"/>
              <a:chOff x="3200425" y="6621766"/>
              <a:chExt cx="304344" cy="288000"/>
            </a:xfrm>
          </p:grpSpPr>
          <p:sp>
            <p:nvSpPr>
              <p:cNvPr id="471" name="타원 470"/>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2" name="TextBox 471"/>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9</a:t>
                </a:r>
                <a:endParaRPr lang="en-US" altLang="ko-KR" sz="800" dirty="0">
                  <a:latin typeface="+mj-ea"/>
                  <a:ea typeface="+mj-ea"/>
                </a:endParaRPr>
              </a:p>
            </p:txBody>
          </p:sp>
        </p:grpSp>
        <p:grpSp>
          <p:nvGrpSpPr>
            <p:cNvPr id="455" name="그룹 454"/>
            <p:cNvGrpSpPr/>
            <p:nvPr/>
          </p:nvGrpSpPr>
          <p:grpSpPr>
            <a:xfrm>
              <a:off x="3325416" y="6381328"/>
              <a:ext cx="304344" cy="288000"/>
              <a:chOff x="3190900" y="6621766"/>
              <a:chExt cx="304344" cy="288000"/>
            </a:xfrm>
          </p:grpSpPr>
          <p:sp>
            <p:nvSpPr>
              <p:cNvPr id="469" name="타원 468"/>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0" name="TextBox 469"/>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456" name="그룹 455"/>
            <p:cNvGrpSpPr/>
            <p:nvPr/>
          </p:nvGrpSpPr>
          <p:grpSpPr>
            <a:xfrm>
              <a:off x="3639927" y="6381328"/>
              <a:ext cx="304344" cy="288000"/>
              <a:chOff x="3190900" y="6621766"/>
              <a:chExt cx="304344" cy="288000"/>
            </a:xfrm>
          </p:grpSpPr>
          <p:sp>
            <p:nvSpPr>
              <p:cNvPr id="467" name="타원 46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8" name="TextBox 467"/>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grpSp>
          <p:nvGrpSpPr>
            <p:cNvPr id="458" name="그룹 457"/>
            <p:cNvGrpSpPr/>
            <p:nvPr/>
          </p:nvGrpSpPr>
          <p:grpSpPr>
            <a:xfrm>
              <a:off x="4271045" y="6381328"/>
              <a:ext cx="304344" cy="288000"/>
              <a:chOff x="3200425" y="6621766"/>
              <a:chExt cx="304344" cy="288000"/>
            </a:xfrm>
          </p:grpSpPr>
          <p:sp>
            <p:nvSpPr>
              <p:cNvPr id="465" name="타원 46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6" name="TextBox 465"/>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6</a:t>
                </a:r>
                <a:endParaRPr lang="en-US" altLang="ko-KR" sz="800" dirty="0">
                  <a:latin typeface="+mj-ea"/>
                  <a:ea typeface="+mj-ea"/>
                </a:endParaRPr>
              </a:p>
            </p:txBody>
          </p:sp>
        </p:grpSp>
        <p:grpSp>
          <p:nvGrpSpPr>
            <p:cNvPr id="459" name="그룹 458"/>
            <p:cNvGrpSpPr/>
            <p:nvPr/>
          </p:nvGrpSpPr>
          <p:grpSpPr>
            <a:xfrm>
              <a:off x="4585556" y="6381328"/>
              <a:ext cx="304344" cy="288000"/>
              <a:chOff x="3200425" y="6621766"/>
              <a:chExt cx="304344" cy="288000"/>
            </a:xfrm>
          </p:grpSpPr>
          <p:sp>
            <p:nvSpPr>
              <p:cNvPr id="463" name="타원 46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4" name="TextBox 463"/>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7</a:t>
                </a:r>
                <a:endParaRPr lang="en-US" altLang="ko-KR" sz="800" dirty="0">
                  <a:latin typeface="+mj-ea"/>
                  <a:ea typeface="+mj-ea"/>
                </a:endParaRPr>
              </a:p>
            </p:txBody>
          </p:sp>
        </p:grpSp>
        <p:grpSp>
          <p:nvGrpSpPr>
            <p:cNvPr id="460" name="그룹 459"/>
            <p:cNvGrpSpPr/>
            <p:nvPr/>
          </p:nvGrpSpPr>
          <p:grpSpPr>
            <a:xfrm>
              <a:off x="5495823" y="6381328"/>
              <a:ext cx="304344" cy="288000"/>
              <a:chOff x="3162325" y="6621766"/>
              <a:chExt cx="304344" cy="288000"/>
            </a:xfrm>
          </p:grpSpPr>
          <p:sp>
            <p:nvSpPr>
              <p:cNvPr id="461" name="타원 460"/>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2" name="TextBox 461"/>
              <p:cNvSpPr txBox="1">
                <a:spLocks noChangeAspect="1"/>
              </p:cNvSpPr>
              <p:nvPr/>
            </p:nvSpPr>
            <p:spPr>
              <a:xfrm>
                <a:off x="3162325" y="6621766"/>
                <a:ext cx="304344" cy="288000"/>
              </a:xfrm>
              <a:prstGeom prst="rect">
                <a:avLst/>
              </a:prstGeom>
              <a:noFill/>
            </p:spPr>
            <p:txBody>
              <a:bodyPr wrap="square" rtlCol="0" anchor="ctr">
                <a:noAutofit/>
              </a:bodyPr>
              <a:lstStyle/>
              <a:p>
                <a:r>
                  <a:rPr lang="en-US" altLang="ko-KR" sz="800" dirty="0" smtClean="0">
                    <a:latin typeface="+mj-ea"/>
                    <a:ea typeface="+mj-ea"/>
                  </a:rPr>
                  <a:t>10</a:t>
                </a:r>
                <a:endParaRPr lang="en-US" altLang="ko-KR" sz="800" dirty="0">
                  <a:latin typeface="+mj-ea"/>
                  <a:ea typeface="+mj-ea"/>
                </a:endParaRPr>
              </a:p>
            </p:txBody>
          </p:sp>
        </p:grpSp>
      </p:grpSp>
      <p:sp>
        <p:nvSpPr>
          <p:cNvPr id="481" name="자유형 480"/>
          <p:cNvSpPr/>
          <p:nvPr/>
        </p:nvSpPr>
        <p:spPr>
          <a:xfrm flipV="1">
            <a:off x="2695990" y="12070876"/>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grpSp>
        <p:nvGrpSpPr>
          <p:cNvPr id="482" name="그룹 481"/>
          <p:cNvGrpSpPr/>
          <p:nvPr/>
        </p:nvGrpSpPr>
        <p:grpSpPr>
          <a:xfrm>
            <a:off x="2581039" y="5320257"/>
            <a:ext cx="6153458" cy="3852392"/>
            <a:chOff x="1391830" y="6172769"/>
            <a:chExt cx="6153458" cy="3852392"/>
          </a:xfrm>
        </p:grpSpPr>
        <p:sp>
          <p:nvSpPr>
            <p:cNvPr id="483" name="직사각형 482"/>
            <p:cNvSpPr/>
            <p:nvPr/>
          </p:nvSpPr>
          <p:spPr>
            <a:xfrm>
              <a:off x="1391830" y="6173313"/>
              <a:ext cx="6062400" cy="385184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84" name="그룹 483"/>
            <p:cNvGrpSpPr/>
            <p:nvPr/>
          </p:nvGrpSpPr>
          <p:grpSpPr>
            <a:xfrm>
              <a:off x="1618022" y="6749377"/>
              <a:ext cx="304344" cy="288000"/>
              <a:chOff x="3190900" y="6621766"/>
              <a:chExt cx="304344" cy="288000"/>
            </a:xfrm>
          </p:grpSpPr>
          <p:sp>
            <p:nvSpPr>
              <p:cNvPr id="523" name="타원 52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24" name="TextBox 52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485" name="그룹 484"/>
            <p:cNvGrpSpPr/>
            <p:nvPr/>
          </p:nvGrpSpPr>
          <p:grpSpPr>
            <a:xfrm>
              <a:off x="1627547" y="7027884"/>
              <a:ext cx="304344" cy="288000"/>
              <a:chOff x="3201067" y="6621766"/>
              <a:chExt cx="304344" cy="288000"/>
            </a:xfrm>
          </p:grpSpPr>
          <p:sp>
            <p:nvSpPr>
              <p:cNvPr id="521" name="타원 520"/>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22" name="TextBox 521"/>
              <p:cNvSpPr txBox="1">
                <a:spLocks noChangeAspect="1"/>
              </p:cNvSpPr>
              <p:nvPr/>
            </p:nvSpPr>
            <p:spPr>
              <a:xfrm>
                <a:off x="3201067"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486" name="그룹 485"/>
            <p:cNvGrpSpPr/>
            <p:nvPr/>
          </p:nvGrpSpPr>
          <p:grpSpPr>
            <a:xfrm>
              <a:off x="1617380" y="7315916"/>
              <a:ext cx="304344" cy="288000"/>
              <a:chOff x="3190900" y="6621766"/>
              <a:chExt cx="304344" cy="288000"/>
            </a:xfrm>
          </p:grpSpPr>
          <p:sp>
            <p:nvSpPr>
              <p:cNvPr id="519" name="타원 518"/>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20" name="TextBox 519"/>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487" name="그룹 486"/>
            <p:cNvGrpSpPr/>
            <p:nvPr/>
          </p:nvGrpSpPr>
          <p:grpSpPr>
            <a:xfrm>
              <a:off x="1617380" y="7577469"/>
              <a:ext cx="304344" cy="288000"/>
              <a:chOff x="3190900" y="6621766"/>
              <a:chExt cx="304344" cy="288000"/>
            </a:xfrm>
          </p:grpSpPr>
          <p:sp>
            <p:nvSpPr>
              <p:cNvPr id="517" name="타원 51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18" name="TextBox 517"/>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sp>
          <p:nvSpPr>
            <p:cNvPr id="488" name="직사각형 487"/>
            <p:cNvSpPr/>
            <p:nvPr/>
          </p:nvSpPr>
          <p:spPr>
            <a:xfrm>
              <a:off x="1907038" y="677792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89" name="직사각형 488"/>
            <p:cNvSpPr/>
            <p:nvPr/>
          </p:nvSpPr>
          <p:spPr>
            <a:xfrm>
              <a:off x="1905412" y="707547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90" name="직사각형 489"/>
            <p:cNvSpPr/>
            <p:nvPr/>
          </p:nvSpPr>
          <p:spPr>
            <a:xfrm>
              <a:off x="1905412" y="73539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91" name="직사각형 490"/>
            <p:cNvSpPr/>
            <p:nvPr/>
          </p:nvSpPr>
          <p:spPr>
            <a:xfrm>
              <a:off x="1903316" y="76060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사슴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92" name="직선 연결선 491"/>
            <p:cNvCxnSpPr/>
            <p:nvPr/>
          </p:nvCxnSpPr>
          <p:spPr>
            <a:xfrm>
              <a:off x="1401356" y="8153533"/>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93" name="그룹 492"/>
            <p:cNvGrpSpPr/>
            <p:nvPr/>
          </p:nvGrpSpPr>
          <p:grpSpPr>
            <a:xfrm>
              <a:off x="1427835" y="8235066"/>
              <a:ext cx="994175" cy="215444"/>
              <a:chOff x="1573036" y="2989523"/>
              <a:chExt cx="994175" cy="215444"/>
            </a:xfrm>
          </p:grpSpPr>
          <p:sp>
            <p:nvSpPr>
              <p:cNvPr id="515"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16" name="직사각형 515"/>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정답</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94" name="그룹 493"/>
            <p:cNvGrpSpPr/>
            <p:nvPr/>
          </p:nvGrpSpPr>
          <p:grpSpPr>
            <a:xfrm>
              <a:off x="2341872" y="8235066"/>
              <a:ext cx="994175" cy="215444"/>
              <a:chOff x="1573036" y="2989523"/>
              <a:chExt cx="994175" cy="215444"/>
            </a:xfrm>
          </p:grpSpPr>
          <p:sp>
            <p:nvSpPr>
              <p:cNvPr id="513"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14" name="직사각형 513"/>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배점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95" name="그룹 494"/>
            <p:cNvGrpSpPr/>
            <p:nvPr/>
          </p:nvGrpSpPr>
          <p:grpSpPr>
            <a:xfrm>
              <a:off x="3372051" y="8235066"/>
              <a:ext cx="994175" cy="215444"/>
              <a:chOff x="1573036" y="2989523"/>
              <a:chExt cx="994175" cy="215444"/>
            </a:xfrm>
          </p:grpSpPr>
          <p:sp>
            <p:nvSpPr>
              <p:cNvPr id="511" name="Rectangle 122"/>
              <p:cNvSpPr>
                <a:spLocks noChangeArrowheads="1"/>
              </p:cNvSpPr>
              <p:nvPr/>
            </p:nvSpPr>
            <p:spPr bwMode="auto">
              <a:xfrm>
                <a:off x="2077132"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상 </a:t>
                </a:r>
                <a:endParaRPr lang="ko-KR" altLang="en-US" sz="800" kern="0" dirty="0">
                  <a:solidFill>
                    <a:schemeClr val="tx1">
                      <a:lumMod val="75000"/>
                      <a:lumOff val="25000"/>
                    </a:schemeClr>
                  </a:solidFill>
                  <a:latin typeface="+mn-ea"/>
                  <a:ea typeface="+mn-ea"/>
                </a:endParaRPr>
              </a:p>
            </p:txBody>
          </p:sp>
          <p:sp>
            <p:nvSpPr>
              <p:cNvPr id="512" name="직사각형 511"/>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난이도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96" name="그룹 495"/>
            <p:cNvGrpSpPr/>
            <p:nvPr/>
          </p:nvGrpSpPr>
          <p:grpSpPr>
            <a:xfrm>
              <a:off x="4358096" y="8232970"/>
              <a:ext cx="1246203" cy="215444"/>
              <a:chOff x="1573036" y="2989523"/>
              <a:chExt cx="1246203" cy="215444"/>
            </a:xfrm>
          </p:grpSpPr>
          <p:sp>
            <p:nvSpPr>
              <p:cNvPr id="509" name="Rectangle 122"/>
              <p:cNvSpPr>
                <a:spLocks noChangeArrowheads="1"/>
              </p:cNvSpPr>
              <p:nvPr/>
            </p:nvSpPr>
            <p:spPr bwMode="auto">
              <a:xfrm>
                <a:off x="2077132" y="3006497"/>
                <a:ext cx="36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a:t>
                </a:r>
                <a:endParaRPr lang="ko-KR" altLang="en-US" sz="800" kern="0" dirty="0">
                  <a:solidFill>
                    <a:schemeClr val="tx1">
                      <a:lumMod val="75000"/>
                      <a:lumOff val="25000"/>
                    </a:schemeClr>
                  </a:solidFill>
                  <a:latin typeface="+mn-ea"/>
                  <a:ea typeface="+mn-ea"/>
                </a:endParaRPr>
              </a:p>
            </p:txBody>
          </p:sp>
          <p:sp>
            <p:nvSpPr>
              <p:cNvPr id="510" name="직사각형 509"/>
              <p:cNvSpPr/>
              <p:nvPr/>
            </p:nvSpPr>
            <p:spPr>
              <a:xfrm>
                <a:off x="1573036" y="2989523"/>
                <a:ext cx="1246203"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점수               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97" name="그룹 496"/>
            <p:cNvGrpSpPr/>
            <p:nvPr/>
          </p:nvGrpSpPr>
          <p:grpSpPr>
            <a:xfrm>
              <a:off x="1516432" y="8500330"/>
              <a:ext cx="1184588" cy="246221"/>
              <a:chOff x="1333185" y="5828025"/>
              <a:chExt cx="1184588" cy="246221"/>
            </a:xfrm>
          </p:grpSpPr>
          <p:sp>
            <p:nvSpPr>
              <p:cNvPr id="507" name="Rectangle 122"/>
              <p:cNvSpPr>
                <a:spLocks noChangeArrowheads="1"/>
              </p:cNvSpPr>
              <p:nvPr/>
            </p:nvSpPr>
            <p:spPr bwMode="auto">
              <a:xfrm>
                <a:off x="1333185" y="5841268"/>
                <a:ext cx="1080000" cy="180000"/>
              </a:xfrm>
              <a:prstGeom prst="rect">
                <a:avLst/>
              </a:prstGeom>
              <a:solidFill>
                <a:schemeClr val="bg1"/>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 통계 보기</a:t>
                </a:r>
                <a:endParaRPr lang="ko-KR" altLang="en-US" sz="800" kern="0" dirty="0">
                  <a:solidFill>
                    <a:schemeClr val="tx1">
                      <a:lumMod val="75000"/>
                      <a:lumOff val="25000"/>
                    </a:schemeClr>
                  </a:solidFill>
                  <a:latin typeface="+mn-ea"/>
                  <a:ea typeface="+mn-ea"/>
                </a:endParaRPr>
              </a:p>
            </p:txBody>
          </p:sp>
          <p:sp>
            <p:nvSpPr>
              <p:cNvPr id="508" name="직사각형 507"/>
              <p:cNvSpPr/>
              <p:nvPr/>
            </p:nvSpPr>
            <p:spPr>
              <a:xfrm rot="10800000">
                <a:off x="2036201" y="5828025"/>
                <a:ext cx="481572" cy="246221"/>
              </a:xfrm>
              <a:prstGeom prst="rect">
                <a:avLst/>
              </a:prstGeom>
            </p:spPr>
            <p:txBody>
              <a:bodyPr wrap="square">
                <a:spAutoFit/>
              </a:bodyPr>
              <a:lstStyle/>
              <a:p>
                <a:r>
                  <a:rPr lang="ko-KR" altLang="en-US" sz="1000" b="1" dirty="0" smtClean="0"/>
                  <a:t>  ⌵</a:t>
                </a:r>
                <a:endParaRPr lang="ko-KR" altLang="en-US" sz="1000" b="1" dirty="0"/>
              </a:p>
            </p:txBody>
          </p:sp>
        </p:grpSp>
        <p:graphicFrame>
          <p:nvGraphicFramePr>
            <p:cNvPr id="498" name="차트 497"/>
            <p:cNvGraphicFramePr/>
            <p:nvPr>
              <p:extLst>
                <p:ext uri="{D42A27DB-BD31-4B8C-83A1-F6EECF244321}">
                  <p14:modId xmlns:p14="http://schemas.microsoft.com/office/powerpoint/2010/main" val="920447180"/>
                </p:ext>
              </p:extLst>
            </p:nvPr>
          </p:nvGraphicFramePr>
          <p:xfrm>
            <a:off x="4458466" y="8517532"/>
            <a:ext cx="2399157" cy="1497551"/>
          </p:xfrm>
          <a:graphic>
            <a:graphicData uri="http://schemas.openxmlformats.org/drawingml/2006/chart">
              <c:chart xmlns:c="http://schemas.openxmlformats.org/drawingml/2006/chart" xmlns:r="http://schemas.openxmlformats.org/officeDocument/2006/relationships" r:id="rId17"/>
            </a:graphicData>
          </a:graphic>
        </p:graphicFrame>
        <p:pic>
          <p:nvPicPr>
            <p:cNvPr id="499"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72069" y="8843249"/>
              <a:ext cx="2232130" cy="11200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500" name="그룹 499"/>
            <p:cNvGrpSpPr/>
            <p:nvPr/>
          </p:nvGrpSpPr>
          <p:grpSpPr>
            <a:xfrm>
              <a:off x="1399260" y="6172769"/>
              <a:ext cx="6146028" cy="343630"/>
              <a:chOff x="2704929" y="6748833"/>
              <a:chExt cx="6146028" cy="343630"/>
            </a:xfrm>
          </p:grpSpPr>
          <p:grpSp>
            <p:nvGrpSpPr>
              <p:cNvPr id="501" name="그룹 500"/>
              <p:cNvGrpSpPr/>
              <p:nvPr/>
            </p:nvGrpSpPr>
            <p:grpSpPr>
              <a:xfrm>
                <a:off x="2704929" y="6838339"/>
                <a:ext cx="6048000" cy="254124"/>
                <a:chOff x="1216013" y="4211563"/>
                <a:chExt cx="6048000" cy="254124"/>
              </a:xfrm>
            </p:grpSpPr>
            <p:sp>
              <p:nvSpPr>
                <p:cNvPr id="505" name="직사각형 504"/>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506" name="직선 연결선 50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02" name="그룹 501"/>
              <p:cNvGrpSpPr/>
              <p:nvPr/>
            </p:nvGrpSpPr>
            <p:grpSpPr>
              <a:xfrm>
                <a:off x="8438268" y="6748833"/>
                <a:ext cx="412689" cy="333525"/>
                <a:chOff x="6946814" y="3492700"/>
                <a:chExt cx="412689" cy="333525"/>
              </a:xfrm>
            </p:grpSpPr>
            <p:pic>
              <p:nvPicPr>
                <p:cNvPr id="503"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946814" y="3502225"/>
                  <a:ext cx="329492"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04" name="직사각형 503"/>
                <p:cNvSpPr/>
                <p:nvPr/>
              </p:nvSpPr>
              <p:spPr>
                <a:xfrm>
                  <a:off x="7030567" y="3492700"/>
                  <a:ext cx="328936" cy="246221"/>
                </a:xfrm>
                <a:prstGeom prst="rect">
                  <a:avLst/>
                </a:prstGeom>
              </p:spPr>
              <p:txBody>
                <a:bodyPr wrap="none">
                  <a:spAutoFit/>
                </a:bodyPr>
                <a:lstStyle/>
                <a:p>
                  <a:r>
                    <a:rPr lang="en-US" altLang="ko-KR" sz="1000" b="1" dirty="0" smtClean="0">
                      <a:solidFill>
                        <a:schemeClr val="bg1"/>
                      </a:solidFill>
                      <a:latin typeface="+mn-ea"/>
                    </a:rPr>
                    <a:t>O </a:t>
                  </a:r>
                  <a:endParaRPr lang="ko-KR" altLang="en-US" sz="1000" b="1" dirty="0">
                    <a:solidFill>
                      <a:schemeClr val="bg1"/>
                    </a:solidFill>
                  </a:endParaRPr>
                </a:p>
              </p:txBody>
            </p:sp>
          </p:grpSp>
        </p:grpSp>
      </p:grpSp>
      <p:grpSp>
        <p:nvGrpSpPr>
          <p:cNvPr id="525" name="그룹 524"/>
          <p:cNvGrpSpPr/>
          <p:nvPr/>
        </p:nvGrpSpPr>
        <p:grpSpPr>
          <a:xfrm>
            <a:off x="2580190" y="9273232"/>
            <a:ext cx="6144782" cy="2320702"/>
            <a:chOff x="1390981" y="10125744"/>
            <a:chExt cx="6144782" cy="2320702"/>
          </a:xfrm>
        </p:grpSpPr>
        <p:sp>
          <p:nvSpPr>
            <p:cNvPr id="526" name="직사각형 525"/>
            <p:cNvSpPr/>
            <p:nvPr/>
          </p:nvSpPr>
          <p:spPr>
            <a:xfrm>
              <a:off x="1393077" y="10146725"/>
              <a:ext cx="6062400" cy="229972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527" name="그룹 526"/>
            <p:cNvGrpSpPr/>
            <p:nvPr/>
          </p:nvGrpSpPr>
          <p:grpSpPr>
            <a:xfrm>
              <a:off x="1400507" y="10235687"/>
              <a:ext cx="6048000" cy="254124"/>
              <a:chOff x="1216013" y="4211563"/>
              <a:chExt cx="6048000" cy="254124"/>
            </a:xfrm>
          </p:grpSpPr>
          <p:cxnSp>
            <p:nvCxnSpPr>
              <p:cNvPr id="559" name="직선 연결선 558"/>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60" name="직사각형 559"/>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02</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p>
            </p:txBody>
          </p:sp>
        </p:grpSp>
        <p:grpSp>
          <p:nvGrpSpPr>
            <p:cNvPr id="528" name="그룹 527"/>
            <p:cNvGrpSpPr/>
            <p:nvPr/>
          </p:nvGrpSpPr>
          <p:grpSpPr>
            <a:xfrm>
              <a:off x="1619268" y="10686785"/>
              <a:ext cx="304344" cy="288000"/>
              <a:chOff x="3199777" y="6621766"/>
              <a:chExt cx="304344" cy="288000"/>
            </a:xfrm>
          </p:grpSpPr>
          <p:sp>
            <p:nvSpPr>
              <p:cNvPr id="557" name="타원 556"/>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58" name="TextBox 557"/>
              <p:cNvSpPr txBox="1">
                <a:spLocks noChangeAspect="1"/>
              </p:cNvSpPr>
              <p:nvPr/>
            </p:nvSpPr>
            <p:spPr>
              <a:xfrm>
                <a:off x="3199777"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529" name="그룹 528"/>
            <p:cNvGrpSpPr/>
            <p:nvPr/>
          </p:nvGrpSpPr>
          <p:grpSpPr>
            <a:xfrm>
              <a:off x="1609749" y="10965292"/>
              <a:ext cx="304344" cy="288000"/>
              <a:chOff x="3190900" y="6621766"/>
              <a:chExt cx="304344" cy="288000"/>
            </a:xfrm>
          </p:grpSpPr>
          <p:sp>
            <p:nvSpPr>
              <p:cNvPr id="555" name="타원 55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56" name="TextBox 55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530" name="그룹 529"/>
            <p:cNvGrpSpPr/>
            <p:nvPr/>
          </p:nvGrpSpPr>
          <p:grpSpPr>
            <a:xfrm>
              <a:off x="1609749" y="11253324"/>
              <a:ext cx="304344" cy="288000"/>
              <a:chOff x="3190900" y="6621766"/>
              <a:chExt cx="304344" cy="288000"/>
            </a:xfrm>
          </p:grpSpPr>
          <p:sp>
            <p:nvSpPr>
              <p:cNvPr id="553" name="타원 55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554" name="TextBox 55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sp>
          <p:nvSpPr>
            <p:cNvPr id="531" name="직사각형 530"/>
            <p:cNvSpPr/>
            <p:nvPr/>
          </p:nvSpPr>
          <p:spPr>
            <a:xfrm>
              <a:off x="1899407" y="1071532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나무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32" name="직사각형 531"/>
            <p:cNvSpPr/>
            <p:nvPr/>
          </p:nvSpPr>
          <p:spPr>
            <a:xfrm>
              <a:off x="1897781" y="1101288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돌</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533" name="직사각형 532"/>
            <p:cNvSpPr/>
            <p:nvPr/>
          </p:nvSpPr>
          <p:spPr>
            <a:xfrm>
              <a:off x="1897781" y="112913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534" name="직선 연결선 533"/>
            <p:cNvCxnSpPr/>
            <p:nvPr/>
          </p:nvCxnSpPr>
          <p:spPr>
            <a:xfrm>
              <a:off x="1390981" y="11766905"/>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그룹 534"/>
            <p:cNvGrpSpPr/>
            <p:nvPr/>
          </p:nvGrpSpPr>
          <p:grpSpPr>
            <a:xfrm>
              <a:off x="1417460" y="11848438"/>
              <a:ext cx="994175" cy="215444"/>
              <a:chOff x="1573036" y="2989523"/>
              <a:chExt cx="994175" cy="215444"/>
            </a:xfrm>
          </p:grpSpPr>
          <p:sp>
            <p:nvSpPr>
              <p:cNvPr id="551"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2" name="직사각형 551"/>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정답</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536" name="그룹 535"/>
            <p:cNvGrpSpPr/>
            <p:nvPr/>
          </p:nvGrpSpPr>
          <p:grpSpPr>
            <a:xfrm>
              <a:off x="2331497" y="11848438"/>
              <a:ext cx="994175" cy="215444"/>
              <a:chOff x="1573036" y="2989523"/>
              <a:chExt cx="994175" cy="215444"/>
            </a:xfrm>
          </p:grpSpPr>
          <p:sp>
            <p:nvSpPr>
              <p:cNvPr id="549"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15</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50" name="직사각형 549"/>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배점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537" name="그룹 536"/>
            <p:cNvGrpSpPr/>
            <p:nvPr/>
          </p:nvGrpSpPr>
          <p:grpSpPr>
            <a:xfrm>
              <a:off x="3361676" y="11848438"/>
              <a:ext cx="994175" cy="215444"/>
              <a:chOff x="1573036" y="2989523"/>
              <a:chExt cx="994175" cy="215444"/>
            </a:xfrm>
          </p:grpSpPr>
          <p:sp>
            <p:nvSpPr>
              <p:cNvPr id="547" name="Rectangle 122"/>
              <p:cNvSpPr>
                <a:spLocks noChangeArrowheads="1"/>
              </p:cNvSpPr>
              <p:nvPr/>
            </p:nvSpPr>
            <p:spPr bwMode="auto">
              <a:xfrm>
                <a:off x="2077132"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중 </a:t>
                </a:r>
                <a:endParaRPr lang="ko-KR" altLang="en-US" sz="800" kern="0" dirty="0">
                  <a:solidFill>
                    <a:schemeClr val="tx1">
                      <a:lumMod val="75000"/>
                      <a:lumOff val="25000"/>
                    </a:schemeClr>
                  </a:solidFill>
                  <a:latin typeface="+mn-ea"/>
                  <a:ea typeface="+mn-ea"/>
                </a:endParaRPr>
              </a:p>
            </p:txBody>
          </p:sp>
          <p:sp>
            <p:nvSpPr>
              <p:cNvPr id="548" name="직사각형 547"/>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난이도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538" name="그룹 537"/>
            <p:cNvGrpSpPr/>
            <p:nvPr/>
          </p:nvGrpSpPr>
          <p:grpSpPr>
            <a:xfrm>
              <a:off x="4347721" y="11846342"/>
              <a:ext cx="1246203" cy="215444"/>
              <a:chOff x="1573036" y="2989523"/>
              <a:chExt cx="1246203" cy="215444"/>
            </a:xfrm>
          </p:grpSpPr>
          <p:sp>
            <p:nvSpPr>
              <p:cNvPr id="545" name="Rectangle 122"/>
              <p:cNvSpPr>
                <a:spLocks noChangeArrowheads="1"/>
              </p:cNvSpPr>
              <p:nvPr/>
            </p:nvSpPr>
            <p:spPr bwMode="auto">
              <a:xfrm>
                <a:off x="2077132" y="3006497"/>
                <a:ext cx="36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a:solidFill>
                      <a:schemeClr val="tx1">
                        <a:lumMod val="75000"/>
                        <a:lumOff val="25000"/>
                      </a:schemeClr>
                    </a:solidFill>
                    <a:latin typeface="+mn-ea"/>
                    <a:ea typeface="+mn-ea"/>
                  </a:rPr>
                  <a:t>0</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546" name="직사각형 545"/>
              <p:cNvSpPr/>
              <p:nvPr/>
            </p:nvSpPr>
            <p:spPr>
              <a:xfrm>
                <a:off x="1573036" y="2989523"/>
                <a:ext cx="1246203"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점수               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539" name="그룹 538"/>
            <p:cNvGrpSpPr/>
            <p:nvPr/>
          </p:nvGrpSpPr>
          <p:grpSpPr>
            <a:xfrm>
              <a:off x="1506057" y="12113702"/>
              <a:ext cx="1184588" cy="246221"/>
              <a:chOff x="1333185" y="5828025"/>
              <a:chExt cx="1184588" cy="246221"/>
            </a:xfrm>
          </p:grpSpPr>
          <p:sp>
            <p:nvSpPr>
              <p:cNvPr id="543" name="Rectangle 122"/>
              <p:cNvSpPr>
                <a:spLocks noChangeArrowheads="1"/>
              </p:cNvSpPr>
              <p:nvPr/>
            </p:nvSpPr>
            <p:spPr bwMode="auto">
              <a:xfrm>
                <a:off x="1333185" y="5841268"/>
                <a:ext cx="1080000" cy="180000"/>
              </a:xfrm>
              <a:prstGeom prst="rect">
                <a:avLst/>
              </a:prstGeom>
              <a:solidFill>
                <a:schemeClr val="bg1"/>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 통계 보기</a:t>
                </a:r>
                <a:endParaRPr lang="ko-KR" altLang="en-US" sz="800" kern="0" dirty="0">
                  <a:solidFill>
                    <a:schemeClr val="tx1">
                      <a:lumMod val="75000"/>
                      <a:lumOff val="25000"/>
                    </a:schemeClr>
                  </a:solidFill>
                  <a:latin typeface="+mn-ea"/>
                  <a:ea typeface="+mn-ea"/>
                </a:endParaRPr>
              </a:p>
            </p:txBody>
          </p:sp>
          <p:sp>
            <p:nvSpPr>
              <p:cNvPr id="544" name="직사각형 543"/>
              <p:cNvSpPr/>
              <p:nvPr/>
            </p:nvSpPr>
            <p:spPr>
              <a:xfrm rot="10800000">
                <a:off x="2036201" y="5828025"/>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540" name="그룹 539"/>
            <p:cNvGrpSpPr/>
            <p:nvPr/>
          </p:nvGrpSpPr>
          <p:grpSpPr>
            <a:xfrm>
              <a:off x="7127238" y="10125744"/>
              <a:ext cx="408525" cy="354506"/>
              <a:chOff x="6952270" y="7440467"/>
              <a:chExt cx="408525" cy="354506"/>
            </a:xfrm>
          </p:grpSpPr>
          <p:pic>
            <p:nvPicPr>
              <p:cNvPr id="541"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952270" y="7470973"/>
                <a:ext cx="329492"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42" name="직사각형 541"/>
              <p:cNvSpPr/>
              <p:nvPr/>
            </p:nvSpPr>
            <p:spPr>
              <a:xfrm>
                <a:off x="7047889" y="7440467"/>
                <a:ext cx="312906" cy="246221"/>
              </a:xfrm>
              <a:prstGeom prst="rect">
                <a:avLst/>
              </a:prstGeom>
            </p:spPr>
            <p:txBody>
              <a:bodyPr wrap="none">
                <a:spAutoFit/>
              </a:bodyPr>
              <a:lstStyle/>
              <a:p>
                <a:r>
                  <a:rPr lang="en-US" altLang="ko-KR" sz="1000" b="1" dirty="0" smtClean="0">
                    <a:solidFill>
                      <a:schemeClr val="bg1"/>
                    </a:solidFill>
                    <a:latin typeface="+mn-ea"/>
                  </a:rPr>
                  <a:t>X </a:t>
                </a:r>
                <a:endParaRPr lang="ko-KR" altLang="en-US" sz="1000" b="1" dirty="0">
                  <a:solidFill>
                    <a:schemeClr val="bg1"/>
                  </a:solidFill>
                </a:endParaRPr>
              </a:p>
            </p:txBody>
          </p:sp>
        </p:grpSp>
      </p:grpSp>
      <p:cxnSp>
        <p:nvCxnSpPr>
          <p:cNvPr id="561" name="꺾인 연결선 560"/>
          <p:cNvCxnSpPr>
            <a:stCxn id="181" idx="0"/>
            <a:endCxn id="439" idx="2"/>
          </p:cNvCxnSpPr>
          <p:nvPr/>
        </p:nvCxnSpPr>
        <p:spPr>
          <a:xfrm rot="5400000" flipH="1" flipV="1">
            <a:off x="4237434" y="12290638"/>
            <a:ext cx="806946" cy="1949766"/>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03" name="그룹 302"/>
          <p:cNvGrpSpPr/>
          <p:nvPr/>
        </p:nvGrpSpPr>
        <p:grpSpPr>
          <a:xfrm>
            <a:off x="579562" y="2166658"/>
            <a:ext cx="1386586" cy="5317057"/>
            <a:chOff x="579562" y="2166658"/>
            <a:chExt cx="1386586" cy="5317057"/>
          </a:xfrm>
        </p:grpSpPr>
        <p:grpSp>
          <p:nvGrpSpPr>
            <p:cNvPr id="304" name="그룹 303"/>
            <p:cNvGrpSpPr/>
            <p:nvPr/>
          </p:nvGrpSpPr>
          <p:grpSpPr>
            <a:xfrm>
              <a:off x="629956" y="3318264"/>
              <a:ext cx="1332000" cy="180000"/>
              <a:chOff x="666428" y="3785432"/>
              <a:chExt cx="1332000" cy="180000"/>
            </a:xfrm>
          </p:grpSpPr>
          <p:sp>
            <p:nvSpPr>
              <p:cNvPr id="419" name="모서리가 둥근 직사각형 41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2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7" name="그룹 346"/>
            <p:cNvGrpSpPr/>
            <p:nvPr/>
          </p:nvGrpSpPr>
          <p:grpSpPr>
            <a:xfrm>
              <a:off x="629956" y="3568824"/>
              <a:ext cx="1332000" cy="180000"/>
              <a:chOff x="666428" y="4310612"/>
              <a:chExt cx="1332000" cy="180000"/>
            </a:xfrm>
          </p:grpSpPr>
          <p:sp>
            <p:nvSpPr>
              <p:cNvPr id="417" name="모서리가 둥근 직사각형 41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18"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2" name="그룹 361"/>
            <p:cNvGrpSpPr/>
            <p:nvPr/>
          </p:nvGrpSpPr>
          <p:grpSpPr>
            <a:xfrm>
              <a:off x="629955" y="3042501"/>
              <a:ext cx="1332000" cy="180000"/>
              <a:chOff x="666427" y="3266516"/>
              <a:chExt cx="1332000" cy="180000"/>
            </a:xfrm>
          </p:grpSpPr>
          <p:sp>
            <p:nvSpPr>
              <p:cNvPr id="415" name="모서리가 둥근 직사각형 41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16"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29956" y="3854780"/>
              <a:ext cx="1332000" cy="180000"/>
              <a:chOff x="666428" y="4570824"/>
              <a:chExt cx="1332000" cy="180000"/>
            </a:xfrm>
          </p:grpSpPr>
          <p:sp>
            <p:nvSpPr>
              <p:cNvPr id="413" name="모서리가 둥근 직사각형 41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14"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4" name="그룹 363"/>
            <p:cNvGrpSpPr/>
            <p:nvPr/>
          </p:nvGrpSpPr>
          <p:grpSpPr>
            <a:xfrm>
              <a:off x="629956" y="5316875"/>
              <a:ext cx="1332000" cy="180000"/>
              <a:chOff x="666428" y="5096004"/>
              <a:chExt cx="1332000" cy="180000"/>
            </a:xfrm>
          </p:grpSpPr>
          <p:sp>
            <p:nvSpPr>
              <p:cNvPr id="411" name="모서리가 둥근 직사각형 41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12" name="Picture 1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6" name="그룹 365"/>
            <p:cNvGrpSpPr/>
            <p:nvPr/>
          </p:nvGrpSpPr>
          <p:grpSpPr>
            <a:xfrm>
              <a:off x="634148" y="5634789"/>
              <a:ext cx="1332000" cy="180000"/>
              <a:chOff x="666428" y="3785432"/>
              <a:chExt cx="1332000" cy="180000"/>
            </a:xfrm>
          </p:grpSpPr>
          <p:sp>
            <p:nvSpPr>
              <p:cNvPr id="409" name="모서리가 둥근 직사각형 40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1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7" name="그룹 366"/>
            <p:cNvGrpSpPr/>
            <p:nvPr/>
          </p:nvGrpSpPr>
          <p:grpSpPr>
            <a:xfrm>
              <a:off x="631150" y="4135825"/>
              <a:ext cx="1332000" cy="180000"/>
              <a:chOff x="666428" y="4570824"/>
              <a:chExt cx="1332000" cy="180000"/>
            </a:xfrm>
          </p:grpSpPr>
          <p:sp>
            <p:nvSpPr>
              <p:cNvPr id="407" name="모서리가 둥근 직사각형 40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08"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0" name="그룹 369"/>
            <p:cNvGrpSpPr/>
            <p:nvPr/>
          </p:nvGrpSpPr>
          <p:grpSpPr>
            <a:xfrm>
              <a:off x="629956" y="4423395"/>
              <a:ext cx="1332000" cy="180000"/>
              <a:chOff x="666428" y="4310612"/>
              <a:chExt cx="1332000" cy="180000"/>
            </a:xfrm>
          </p:grpSpPr>
          <p:sp>
            <p:nvSpPr>
              <p:cNvPr id="405" name="모서리가 둥근 직사각형 40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06"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71" name="TextBox 370"/>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372" name="그룹 371"/>
            <p:cNvGrpSpPr/>
            <p:nvPr/>
          </p:nvGrpSpPr>
          <p:grpSpPr>
            <a:xfrm>
              <a:off x="632520" y="4723068"/>
              <a:ext cx="1332000" cy="180000"/>
              <a:chOff x="666428" y="4310612"/>
              <a:chExt cx="1332000" cy="180000"/>
            </a:xfrm>
          </p:grpSpPr>
          <p:sp>
            <p:nvSpPr>
              <p:cNvPr id="403" name="모서리가 둥근 직사각형 4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04"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5" name="그룹 374"/>
            <p:cNvGrpSpPr/>
            <p:nvPr/>
          </p:nvGrpSpPr>
          <p:grpSpPr>
            <a:xfrm>
              <a:off x="632520" y="2752353"/>
              <a:ext cx="1332000" cy="180000"/>
              <a:chOff x="666427" y="3266516"/>
              <a:chExt cx="1332000" cy="180000"/>
            </a:xfrm>
          </p:grpSpPr>
          <p:sp>
            <p:nvSpPr>
              <p:cNvPr id="401" name="모서리가 둥근 직사각형 40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02"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6" name="그룹 375"/>
            <p:cNvGrpSpPr/>
            <p:nvPr/>
          </p:nvGrpSpPr>
          <p:grpSpPr>
            <a:xfrm>
              <a:off x="632520" y="5005767"/>
              <a:ext cx="1332000" cy="180000"/>
              <a:chOff x="666428" y="4310612"/>
              <a:chExt cx="1332000" cy="180000"/>
            </a:xfrm>
          </p:grpSpPr>
          <p:sp>
            <p:nvSpPr>
              <p:cNvPr id="399" name="모서리가 둥근 직사각형 3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0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7" name="그룹 376"/>
            <p:cNvGrpSpPr/>
            <p:nvPr/>
          </p:nvGrpSpPr>
          <p:grpSpPr>
            <a:xfrm>
              <a:off x="632520" y="6227787"/>
              <a:ext cx="1332000" cy="180000"/>
              <a:chOff x="666428" y="3785432"/>
              <a:chExt cx="1332000" cy="180000"/>
            </a:xfrm>
          </p:grpSpPr>
          <p:sp>
            <p:nvSpPr>
              <p:cNvPr id="397" name="모서리가 둥근 직사각형 39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9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79" name="그룹 378"/>
            <p:cNvGrpSpPr/>
            <p:nvPr/>
          </p:nvGrpSpPr>
          <p:grpSpPr>
            <a:xfrm>
              <a:off x="632520" y="6487872"/>
              <a:ext cx="1332000" cy="180000"/>
              <a:chOff x="666428" y="4310612"/>
              <a:chExt cx="1332000" cy="180000"/>
            </a:xfrm>
          </p:grpSpPr>
          <p:sp>
            <p:nvSpPr>
              <p:cNvPr id="395" name="모서리가 둥근 직사각형 39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96"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0" name="그룹 379"/>
            <p:cNvGrpSpPr/>
            <p:nvPr/>
          </p:nvGrpSpPr>
          <p:grpSpPr>
            <a:xfrm>
              <a:off x="632520" y="6773828"/>
              <a:ext cx="1332000" cy="180000"/>
              <a:chOff x="666428" y="4570824"/>
              <a:chExt cx="1332000" cy="180000"/>
            </a:xfrm>
          </p:grpSpPr>
          <p:sp>
            <p:nvSpPr>
              <p:cNvPr id="393" name="모서리가 둥근 직사각형 39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94" name="Picture 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1" name="그룹 380"/>
            <p:cNvGrpSpPr/>
            <p:nvPr/>
          </p:nvGrpSpPr>
          <p:grpSpPr>
            <a:xfrm>
              <a:off x="632520" y="7053155"/>
              <a:ext cx="1332000" cy="180000"/>
              <a:chOff x="666428" y="3785432"/>
              <a:chExt cx="1332000" cy="180000"/>
            </a:xfrm>
          </p:grpSpPr>
          <p:sp>
            <p:nvSpPr>
              <p:cNvPr id="391" name="모서리가 둥근 직사각형 3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9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2" name="그룹 381"/>
            <p:cNvGrpSpPr/>
            <p:nvPr/>
          </p:nvGrpSpPr>
          <p:grpSpPr>
            <a:xfrm>
              <a:off x="632520" y="7303715"/>
              <a:ext cx="1332000" cy="180000"/>
              <a:chOff x="666428" y="4310612"/>
              <a:chExt cx="1332000" cy="180000"/>
            </a:xfrm>
          </p:grpSpPr>
          <p:sp>
            <p:nvSpPr>
              <p:cNvPr id="389" name="모서리가 둥근 직사각형 38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90" name="Picture 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4" name="그룹 383"/>
            <p:cNvGrpSpPr/>
            <p:nvPr/>
          </p:nvGrpSpPr>
          <p:grpSpPr>
            <a:xfrm>
              <a:off x="622995" y="5922821"/>
              <a:ext cx="1332000" cy="180000"/>
              <a:chOff x="666427" y="3266516"/>
              <a:chExt cx="1332000" cy="180000"/>
            </a:xfrm>
          </p:grpSpPr>
          <p:sp>
            <p:nvSpPr>
              <p:cNvPr id="385" name="모서리가 둥근 직사각형 384"/>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386" name="Picture 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604974548"/>
      </p:ext>
    </p:extLst>
  </p:cSld>
  <p:clrMapOvr>
    <a:masterClrMapping/>
  </p:clrMapOvr>
  <p:transition>
    <p:wipe dir="r"/>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KNOU_UI_C02140000_18</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err="1" smtClean="0">
                <a:latin typeface="+mn-ea"/>
                <a:ea typeface="+mn-ea"/>
              </a:rPr>
              <a:t>결시신청</a:t>
            </a:r>
            <a:r>
              <a:rPr lang="ko-KR" altLang="en-US" sz="800" spc="-60" dirty="0" smtClean="0">
                <a:latin typeface="+mn-ea"/>
                <a:ea typeface="+mn-ea"/>
              </a:rPr>
              <a:t> 및 결과</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189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7052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4737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sp>
        <p:nvSpPr>
          <p:cNvPr id="431" name="직사각형 430"/>
          <p:cNvSpPr/>
          <p:nvPr/>
        </p:nvSpPr>
        <p:spPr>
          <a:xfrm>
            <a:off x="4232920" y="3453383"/>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513" name="Group 175"/>
          <p:cNvGraphicFramePr>
            <a:graphicFrameLocks noGrp="1"/>
          </p:cNvGraphicFramePr>
          <p:nvPr>
            <p:extLst>
              <p:ext uri="{D42A27DB-BD31-4B8C-83A1-F6EECF244321}">
                <p14:modId xmlns:p14="http://schemas.microsoft.com/office/powerpoint/2010/main" val="2765724048"/>
              </p:ext>
            </p:extLst>
          </p:nvPr>
        </p:nvGraphicFramePr>
        <p:xfrm>
          <a:off x="9499029" y="3284984"/>
          <a:ext cx="1404156" cy="73064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결시신청및</a:t>
                      </a:r>
                      <a:r>
                        <a:rPr lang="ko-KR" altLang="en-US" sz="800" kern="1200" dirty="0" smtClean="0">
                          <a:solidFill>
                            <a:schemeClr val="tx1">
                              <a:lumMod val="75000"/>
                              <a:lumOff val="25000"/>
                            </a:schemeClr>
                          </a:solidFill>
                          <a:latin typeface="+mn-ea"/>
                          <a:ea typeface="+mn-ea"/>
                          <a:cs typeface="+mn-cs"/>
                        </a:rPr>
                        <a:t> 결과 화면 링크</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결시신청기간에</a:t>
                      </a:r>
                      <a:r>
                        <a:rPr lang="ko-KR" altLang="en-US" sz="800" kern="1200" dirty="0" smtClean="0">
                          <a:solidFill>
                            <a:schemeClr val="tx1">
                              <a:lumMod val="75000"/>
                              <a:lumOff val="25000"/>
                            </a:schemeClr>
                          </a:solidFill>
                          <a:latin typeface="+mn-ea"/>
                          <a:ea typeface="+mn-ea"/>
                          <a:cs typeface="+mn-cs"/>
                        </a:rPr>
                        <a:t>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관리자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수업운영도구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과정관리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업무일정관리에서 </a:t>
                      </a:r>
                      <a:r>
                        <a:rPr lang="ko-KR" altLang="en-US" sz="800" kern="1200" dirty="0" err="1" smtClean="0">
                          <a:solidFill>
                            <a:schemeClr val="tx1">
                              <a:lumMod val="75000"/>
                              <a:lumOff val="25000"/>
                            </a:schemeClr>
                          </a:solidFill>
                          <a:latin typeface="+mn-ea"/>
                          <a:ea typeface="+mn-ea"/>
                          <a:cs typeface="+mn-cs"/>
                        </a:rPr>
                        <a:t>등록관리함</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a:t>
                      </a:r>
                      <a:r>
                        <a:rPr lang="ko-KR" altLang="en-US" sz="800" kern="1200" dirty="0" smtClean="0">
                          <a:solidFill>
                            <a:schemeClr val="tx1">
                              <a:lumMod val="75000"/>
                              <a:lumOff val="25000"/>
                            </a:schemeClr>
                          </a:solidFill>
                          <a:latin typeface="+mn-ea"/>
                          <a:ea typeface="+mn-ea"/>
                          <a:cs typeface="+mn-cs"/>
                        </a:rPr>
                        <a:t> 신청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처리내역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lt"/>
                          <a:ea typeface="+mn-ea"/>
                          <a:cs typeface="+mn-cs"/>
                        </a:rPr>
                        <a:t>결시신청</a:t>
                      </a:r>
                      <a:r>
                        <a:rPr lang="ko-KR" altLang="en-US"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레리어팝업</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관리자가 승인함</a:t>
                      </a:r>
                      <a:r>
                        <a:rPr lang="en-US" altLang="ko-KR" sz="800" kern="1200" dirty="0" smtClean="0">
                          <a:solidFill>
                            <a:schemeClr val="tx1">
                              <a:lumMod val="75000"/>
                              <a:lumOff val="25000"/>
                            </a:schemeClr>
                          </a:solidFill>
                          <a:latin typeface="+mn-lt"/>
                          <a:ea typeface="+mn-ea"/>
                          <a:cs typeface="+mn-cs"/>
                        </a:rPr>
                        <a:t>.</a:t>
                      </a: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관리자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수업운영도구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과목관리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시험관리 </a:t>
                      </a:r>
                      <a:r>
                        <a:rPr lang="en-US" altLang="ko-KR" sz="800" kern="1200" dirty="0" smtClean="0">
                          <a:solidFill>
                            <a:schemeClr val="tx1">
                              <a:lumMod val="75000"/>
                              <a:lumOff val="25000"/>
                            </a:schemeClr>
                          </a:solidFill>
                          <a:latin typeface="+mn-lt"/>
                          <a:ea typeface="+mn-ea"/>
                          <a:cs typeface="+mn-cs"/>
                        </a:rPr>
                        <a:t>&gt; </a:t>
                      </a:r>
                      <a:r>
                        <a:rPr lang="ko-KR" altLang="en-US" sz="800" kern="1200" dirty="0" err="1" smtClean="0">
                          <a:solidFill>
                            <a:schemeClr val="tx1">
                              <a:lumMod val="75000"/>
                              <a:lumOff val="25000"/>
                            </a:schemeClr>
                          </a:solidFill>
                          <a:latin typeface="+mn-lt"/>
                          <a:ea typeface="+mn-ea"/>
                          <a:cs typeface="+mn-cs"/>
                        </a:rPr>
                        <a:t>결시관리에서</a:t>
                      </a:r>
                      <a:r>
                        <a:rPr lang="ko-KR" altLang="en-US" sz="800" kern="1200" dirty="0" smtClean="0">
                          <a:solidFill>
                            <a:schemeClr val="tx1">
                              <a:lumMod val="75000"/>
                              <a:lumOff val="25000"/>
                            </a:schemeClr>
                          </a:solidFill>
                          <a:latin typeface="+mn-lt"/>
                          <a:ea typeface="+mn-ea"/>
                          <a:cs typeface="+mn-cs"/>
                        </a:rPr>
                        <a:t> 처리함</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처리상태 </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신청</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승인</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반려</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재신청</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승인</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반려</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215" name="Rectangle 122"/>
          <p:cNvSpPr>
            <a:spLocks noChangeArrowheads="1"/>
          </p:cNvSpPr>
          <p:nvPr/>
        </p:nvSpPr>
        <p:spPr bwMode="auto">
          <a:xfrm>
            <a:off x="8987588" y="3743466"/>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6" name="직사각형 215"/>
          <p:cNvSpPr/>
          <p:nvPr/>
        </p:nvSpPr>
        <p:spPr>
          <a:xfrm>
            <a:off x="1928663" y="3736082"/>
            <a:ext cx="2506547" cy="215444"/>
          </a:xfrm>
          <a:prstGeom prst="rect">
            <a:avLst/>
          </a:prstGeom>
        </p:spPr>
        <p:txBody>
          <a:bodyPr wrap="square">
            <a:spAutoFit/>
          </a:bodyPr>
          <a:lstStyle/>
          <a:p>
            <a:r>
              <a:rPr lang="ko-KR" altLang="en-US" sz="800" dirty="0">
                <a:solidFill>
                  <a:srgbClr val="506E92"/>
                </a:solidFill>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및 결과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220" name="Group 37"/>
          <p:cNvGraphicFramePr>
            <a:graphicFrameLocks noGrp="1"/>
          </p:cNvGraphicFramePr>
          <p:nvPr>
            <p:extLst>
              <p:ext uri="{D42A27DB-BD31-4B8C-83A1-F6EECF244321}">
                <p14:modId xmlns:p14="http://schemas.microsoft.com/office/powerpoint/2010/main" val="3435324279"/>
              </p:ext>
            </p:extLst>
          </p:nvPr>
        </p:nvGraphicFramePr>
        <p:xfrm>
          <a:off x="1975898" y="4001223"/>
          <a:ext cx="7484563" cy="1642702"/>
        </p:xfrm>
        <a:graphic>
          <a:graphicData uri="http://schemas.openxmlformats.org/drawingml/2006/table">
            <a:tbl>
              <a:tblPr/>
              <a:tblGrid>
                <a:gridCol w="256474">
                  <a:extLst>
                    <a:ext uri="{9D8B030D-6E8A-4147-A177-3AD203B41FA5}">
                      <a16:colId xmlns:a16="http://schemas.microsoft.com/office/drawing/2014/main" xmlns="" val="20001"/>
                    </a:ext>
                  </a:extLst>
                </a:gridCol>
                <a:gridCol w="1269915"/>
                <a:gridCol w="313512"/>
                <a:gridCol w="656795"/>
                <a:gridCol w="789518"/>
                <a:gridCol w="883522"/>
                <a:gridCol w="517885"/>
                <a:gridCol w="517885"/>
                <a:gridCol w="1047853"/>
                <a:gridCol w="1231204"/>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방식</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신청일시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시험응시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처리일시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DC8006"/>
                          </a:solidFill>
                          <a:latin typeface="+mn-ea"/>
                          <a:ea typeface="+mn-ea"/>
                          <a:cs typeface="+mn-cs"/>
                        </a:rPr>
                        <a:t>반려</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DC8006"/>
                          </a:solidFill>
                          <a:latin typeface="+mn-ea"/>
                          <a:ea typeface="+mn-ea"/>
                          <a:cs typeface="+mn-cs"/>
                        </a:rPr>
                        <a:t>반려</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21" name="그룹 74"/>
          <p:cNvGrpSpPr>
            <a:grpSpLocks/>
          </p:cNvGrpSpPr>
          <p:nvPr/>
        </p:nvGrpSpPr>
        <p:grpSpPr bwMode="auto">
          <a:xfrm>
            <a:off x="4858228" y="5830227"/>
            <a:ext cx="1678948" cy="215444"/>
            <a:chOff x="5843761" y="3953547"/>
            <a:chExt cx="1769478" cy="256728"/>
          </a:xfrm>
        </p:grpSpPr>
        <p:sp>
          <p:nvSpPr>
            <p:cNvPr id="222"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23" name="그룹 86"/>
            <p:cNvGrpSpPr>
              <a:grpSpLocks/>
            </p:cNvGrpSpPr>
            <p:nvPr/>
          </p:nvGrpSpPr>
          <p:grpSpPr bwMode="auto">
            <a:xfrm>
              <a:off x="5889794" y="3953547"/>
              <a:ext cx="1723445" cy="256728"/>
              <a:chOff x="5889794" y="3953547"/>
              <a:chExt cx="1723445" cy="256728"/>
            </a:xfrm>
          </p:grpSpPr>
          <p:sp>
            <p:nvSpPr>
              <p:cNvPr id="2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345" name="Rectangle 122"/>
          <p:cNvSpPr>
            <a:spLocks noChangeArrowheads="1"/>
          </p:cNvSpPr>
          <p:nvPr/>
        </p:nvSpPr>
        <p:spPr bwMode="auto">
          <a:xfrm>
            <a:off x="8265368" y="4481019"/>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46" name="Rectangle 122"/>
          <p:cNvSpPr>
            <a:spLocks noChangeArrowheads="1"/>
          </p:cNvSpPr>
          <p:nvPr/>
        </p:nvSpPr>
        <p:spPr bwMode="auto">
          <a:xfrm>
            <a:off x="8265368" y="47209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47" name="Rectangle 122"/>
          <p:cNvSpPr>
            <a:spLocks noChangeArrowheads="1"/>
          </p:cNvSpPr>
          <p:nvPr/>
        </p:nvSpPr>
        <p:spPr bwMode="auto">
          <a:xfrm>
            <a:off x="8267404" y="495650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54" name="Rectangle 122"/>
          <p:cNvSpPr>
            <a:spLocks noChangeArrowheads="1"/>
          </p:cNvSpPr>
          <p:nvPr/>
        </p:nvSpPr>
        <p:spPr bwMode="auto">
          <a:xfrm>
            <a:off x="8274179" y="4235946"/>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78" name="Rectangle 122"/>
          <p:cNvSpPr>
            <a:spLocks noChangeArrowheads="1"/>
          </p:cNvSpPr>
          <p:nvPr/>
        </p:nvSpPr>
        <p:spPr bwMode="auto">
          <a:xfrm>
            <a:off x="8265368" y="520062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79" name="Rectangle 122"/>
          <p:cNvSpPr>
            <a:spLocks noChangeArrowheads="1"/>
          </p:cNvSpPr>
          <p:nvPr/>
        </p:nvSpPr>
        <p:spPr bwMode="auto">
          <a:xfrm>
            <a:off x="8267404" y="544569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98" name="모서리가 둥근 직사각형 397"/>
          <p:cNvSpPr/>
          <p:nvPr/>
        </p:nvSpPr>
        <p:spPr>
          <a:xfrm>
            <a:off x="8056873" y="374958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결시</a:t>
            </a:r>
            <a:r>
              <a:rPr lang="ko-KR" altLang="en-US" sz="800" dirty="0" smtClean="0">
                <a:solidFill>
                  <a:schemeClr val="bg1"/>
                </a:solidFill>
                <a:latin typeface="맑은 고딕" panose="020B0503020000020004" pitchFamily="50" charset="-127"/>
                <a:ea typeface="맑은 고딕" panose="020B0503020000020004" pitchFamily="50" charset="-127"/>
              </a:rPr>
              <a:t> 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99" name="Rectangle 122"/>
          <p:cNvSpPr>
            <a:spLocks noChangeArrowheads="1"/>
          </p:cNvSpPr>
          <p:nvPr/>
        </p:nvSpPr>
        <p:spPr bwMode="auto">
          <a:xfrm>
            <a:off x="8858446" y="472514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재신청</a:t>
            </a:r>
            <a:endParaRPr lang="ko-KR" altLang="en-US" sz="800" kern="0" dirty="0">
              <a:solidFill>
                <a:schemeClr val="tx1">
                  <a:lumMod val="75000"/>
                  <a:lumOff val="25000"/>
                </a:schemeClr>
              </a:solidFill>
              <a:latin typeface="+mn-ea"/>
              <a:ea typeface="+mn-ea"/>
            </a:endParaRPr>
          </a:p>
        </p:txBody>
      </p:sp>
      <p:grpSp>
        <p:nvGrpSpPr>
          <p:cNvPr id="400" name="그룹 399"/>
          <p:cNvGrpSpPr/>
          <p:nvPr/>
        </p:nvGrpSpPr>
        <p:grpSpPr>
          <a:xfrm>
            <a:off x="4185295" y="3291428"/>
            <a:ext cx="234360" cy="200055"/>
            <a:chOff x="1152270" y="11706839"/>
            <a:chExt cx="234360" cy="200055"/>
          </a:xfrm>
        </p:grpSpPr>
        <p:sp>
          <p:nvSpPr>
            <p:cNvPr id="401" name="모서리가 둥근 직사각형 4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2" name="직사각형 40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03" name="그룹 402"/>
          <p:cNvGrpSpPr/>
          <p:nvPr/>
        </p:nvGrpSpPr>
        <p:grpSpPr>
          <a:xfrm>
            <a:off x="8015636" y="3577322"/>
            <a:ext cx="234360" cy="200055"/>
            <a:chOff x="1152270" y="11706839"/>
            <a:chExt cx="234360" cy="200055"/>
          </a:xfrm>
        </p:grpSpPr>
        <p:sp>
          <p:nvSpPr>
            <p:cNvPr id="404" name="모서리가 둥근 직사각형 4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5" name="직사각형 4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06" name="그룹 405"/>
          <p:cNvGrpSpPr/>
          <p:nvPr/>
        </p:nvGrpSpPr>
        <p:grpSpPr>
          <a:xfrm>
            <a:off x="8175024" y="4067547"/>
            <a:ext cx="234360" cy="200055"/>
            <a:chOff x="1152270" y="11706839"/>
            <a:chExt cx="234360" cy="200055"/>
          </a:xfrm>
        </p:grpSpPr>
        <p:sp>
          <p:nvSpPr>
            <p:cNvPr id="407" name="모서리가 둥근 직사각형 4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8" name="직사각형 40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409" name="그룹 408"/>
          <p:cNvGrpSpPr/>
          <p:nvPr/>
        </p:nvGrpSpPr>
        <p:grpSpPr>
          <a:xfrm>
            <a:off x="8793820" y="4539391"/>
            <a:ext cx="234360" cy="200055"/>
            <a:chOff x="1152270" y="11706839"/>
            <a:chExt cx="234360" cy="200055"/>
          </a:xfrm>
        </p:grpSpPr>
        <p:sp>
          <p:nvSpPr>
            <p:cNvPr id="410" name="모서리가 둥근 직사각형 4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1" name="직사각형 4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12" name="그룹 411"/>
          <p:cNvGrpSpPr/>
          <p:nvPr/>
        </p:nvGrpSpPr>
        <p:grpSpPr>
          <a:xfrm>
            <a:off x="6134417" y="5424870"/>
            <a:ext cx="234360" cy="200055"/>
            <a:chOff x="1152270" y="11706839"/>
            <a:chExt cx="234360" cy="200055"/>
          </a:xfrm>
        </p:grpSpPr>
        <p:sp>
          <p:nvSpPr>
            <p:cNvPr id="413" name="모서리가 둥근 직사각형 4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4" name="직사각형 4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15" name="그룹 414"/>
          <p:cNvGrpSpPr/>
          <p:nvPr/>
        </p:nvGrpSpPr>
        <p:grpSpPr>
          <a:xfrm>
            <a:off x="579562" y="2166658"/>
            <a:ext cx="1386586" cy="5317057"/>
            <a:chOff x="579562" y="2166658"/>
            <a:chExt cx="1386586" cy="5317057"/>
          </a:xfrm>
        </p:grpSpPr>
        <p:grpSp>
          <p:nvGrpSpPr>
            <p:cNvPr id="416" name="그룹 415"/>
            <p:cNvGrpSpPr/>
            <p:nvPr/>
          </p:nvGrpSpPr>
          <p:grpSpPr>
            <a:xfrm>
              <a:off x="629956" y="3318264"/>
              <a:ext cx="1332000" cy="180000"/>
              <a:chOff x="666428" y="3785432"/>
              <a:chExt cx="1332000" cy="180000"/>
            </a:xfrm>
          </p:grpSpPr>
          <p:sp>
            <p:nvSpPr>
              <p:cNvPr id="473" name="모서리가 둥근 직사각형 4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7" name="그룹 416"/>
            <p:cNvGrpSpPr/>
            <p:nvPr/>
          </p:nvGrpSpPr>
          <p:grpSpPr>
            <a:xfrm>
              <a:off x="629956" y="3568824"/>
              <a:ext cx="1332000" cy="180000"/>
              <a:chOff x="666428" y="4310612"/>
              <a:chExt cx="1332000" cy="180000"/>
            </a:xfrm>
          </p:grpSpPr>
          <p:sp>
            <p:nvSpPr>
              <p:cNvPr id="471" name="모서리가 둥근 직사각형 4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7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8" name="그룹 417"/>
            <p:cNvGrpSpPr/>
            <p:nvPr/>
          </p:nvGrpSpPr>
          <p:grpSpPr>
            <a:xfrm>
              <a:off x="629955" y="3042501"/>
              <a:ext cx="1332000" cy="180000"/>
              <a:chOff x="666427" y="3266516"/>
              <a:chExt cx="1332000" cy="180000"/>
            </a:xfrm>
          </p:grpSpPr>
          <p:sp>
            <p:nvSpPr>
              <p:cNvPr id="469" name="모서리가 둥근 직사각형 46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7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9" name="그룹 418"/>
            <p:cNvGrpSpPr/>
            <p:nvPr/>
          </p:nvGrpSpPr>
          <p:grpSpPr>
            <a:xfrm>
              <a:off x="629956" y="3854780"/>
              <a:ext cx="1332000" cy="180000"/>
              <a:chOff x="666428" y="4570824"/>
              <a:chExt cx="1332000" cy="180000"/>
            </a:xfrm>
          </p:grpSpPr>
          <p:sp>
            <p:nvSpPr>
              <p:cNvPr id="467" name="모서리가 둥근 직사각형 46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68"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0" name="그룹 419"/>
            <p:cNvGrpSpPr/>
            <p:nvPr/>
          </p:nvGrpSpPr>
          <p:grpSpPr>
            <a:xfrm>
              <a:off x="629956" y="5316875"/>
              <a:ext cx="1332000" cy="180000"/>
              <a:chOff x="666428" y="5096004"/>
              <a:chExt cx="1332000" cy="180000"/>
            </a:xfrm>
          </p:grpSpPr>
          <p:sp>
            <p:nvSpPr>
              <p:cNvPr id="465" name="모서리가 둥근 직사각형 464"/>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66"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1" name="그룹 420"/>
            <p:cNvGrpSpPr/>
            <p:nvPr/>
          </p:nvGrpSpPr>
          <p:grpSpPr>
            <a:xfrm>
              <a:off x="634148" y="5634789"/>
              <a:ext cx="1332000" cy="180000"/>
              <a:chOff x="666428" y="3785432"/>
              <a:chExt cx="1332000" cy="180000"/>
            </a:xfrm>
          </p:grpSpPr>
          <p:sp>
            <p:nvSpPr>
              <p:cNvPr id="463" name="모서리가 둥근 직사각형 46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6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2" name="그룹 421"/>
            <p:cNvGrpSpPr/>
            <p:nvPr/>
          </p:nvGrpSpPr>
          <p:grpSpPr>
            <a:xfrm>
              <a:off x="631150" y="4135825"/>
              <a:ext cx="1332000" cy="180000"/>
              <a:chOff x="666428" y="4570824"/>
              <a:chExt cx="1332000" cy="180000"/>
            </a:xfrm>
          </p:grpSpPr>
          <p:sp>
            <p:nvSpPr>
              <p:cNvPr id="461" name="모서리가 둥근 직사각형 46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6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3" name="그룹 422"/>
            <p:cNvGrpSpPr/>
            <p:nvPr/>
          </p:nvGrpSpPr>
          <p:grpSpPr>
            <a:xfrm>
              <a:off x="629956" y="4423395"/>
              <a:ext cx="1332000" cy="180000"/>
              <a:chOff x="666428" y="4310612"/>
              <a:chExt cx="1332000" cy="180000"/>
            </a:xfrm>
          </p:grpSpPr>
          <p:sp>
            <p:nvSpPr>
              <p:cNvPr id="459" name="모서리가 둥근 직사각형 45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6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24" name="TextBox 4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25" name="그룹 424"/>
            <p:cNvGrpSpPr/>
            <p:nvPr/>
          </p:nvGrpSpPr>
          <p:grpSpPr>
            <a:xfrm>
              <a:off x="632520" y="4723068"/>
              <a:ext cx="1332000" cy="180000"/>
              <a:chOff x="666428" y="4310612"/>
              <a:chExt cx="1332000" cy="180000"/>
            </a:xfrm>
          </p:grpSpPr>
          <p:sp>
            <p:nvSpPr>
              <p:cNvPr id="456" name="모서리가 둥근 직사각형 45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5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6" name="그룹 425"/>
            <p:cNvGrpSpPr/>
            <p:nvPr/>
          </p:nvGrpSpPr>
          <p:grpSpPr>
            <a:xfrm>
              <a:off x="632520" y="2752353"/>
              <a:ext cx="1332000" cy="180000"/>
              <a:chOff x="666427" y="3266516"/>
              <a:chExt cx="1332000" cy="180000"/>
            </a:xfrm>
          </p:grpSpPr>
          <p:sp>
            <p:nvSpPr>
              <p:cNvPr id="454" name="모서리가 둥근 직사각형 45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55"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7" name="그룹 426"/>
            <p:cNvGrpSpPr/>
            <p:nvPr/>
          </p:nvGrpSpPr>
          <p:grpSpPr>
            <a:xfrm>
              <a:off x="632520" y="5005767"/>
              <a:ext cx="1332000" cy="180000"/>
              <a:chOff x="666428" y="4310612"/>
              <a:chExt cx="1332000" cy="180000"/>
            </a:xfrm>
          </p:grpSpPr>
          <p:sp>
            <p:nvSpPr>
              <p:cNvPr id="452" name="모서리가 둥근 직사각형 45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5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8" name="그룹 427"/>
            <p:cNvGrpSpPr/>
            <p:nvPr/>
          </p:nvGrpSpPr>
          <p:grpSpPr>
            <a:xfrm>
              <a:off x="632520" y="6227787"/>
              <a:ext cx="1332000" cy="180000"/>
              <a:chOff x="666428" y="3785432"/>
              <a:chExt cx="1332000" cy="180000"/>
            </a:xfrm>
          </p:grpSpPr>
          <p:sp>
            <p:nvSpPr>
              <p:cNvPr id="450" name="모서리가 둥근 직사각형 44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45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29" name="그룹 428"/>
            <p:cNvGrpSpPr/>
            <p:nvPr/>
          </p:nvGrpSpPr>
          <p:grpSpPr>
            <a:xfrm>
              <a:off x="632520" y="6487872"/>
              <a:ext cx="1332000" cy="180000"/>
              <a:chOff x="666428" y="4310612"/>
              <a:chExt cx="1332000" cy="180000"/>
            </a:xfrm>
          </p:grpSpPr>
          <p:sp>
            <p:nvSpPr>
              <p:cNvPr id="448" name="모서리가 둥근 직사각형 44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4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3" name="그룹 432"/>
            <p:cNvGrpSpPr/>
            <p:nvPr/>
          </p:nvGrpSpPr>
          <p:grpSpPr>
            <a:xfrm>
              <a:off x="632520" y="6773828"/>
              <a:ext cx="1332000" cy="180000"/>
              <a:chOff x="666428" y="4570824"/>
              <a:chExt cx="1332000" cy="180000"/>
            </a:xfrm>
          </p:grpSpPr>
          <p:sp>
            <p:nvSpPr>
              <p:cNvPr id="446" name="모서리가 둥근 직사각형 44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47"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4" name="그룹 433"/>
            <p:cNvGrpSpPr/>
            <p:nvPr/>
          </p:nvGrpSpPr>
          <p:grpSpPr>
            <a:xfrm>
              <a:off x="632520" y="7053155"/>
              <a:ext cx="1332000" cy="180000"/>
              <a:chOff x="666428" y="3785432"/>
              <a:chExt cx="1332000" cy="180000"/>
            </a:xfrm>
          </p:grpSpPr>
          <p:sp>
            <p:nvSpPr>
              <p:cNvPr id="444" name="모서리가 둥근 직사각형 44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5" name="그룹 434"/>
            <p:cNvGrpSpPr/>
            <p:nvPr/>
          </p:nvGrpSpPr>
          <p:grpSpPr>
            <a:xfrm>
              <a:off x="632520" y="7303715"/>
              <a:ext cx="1332000" cy="180000"/>
              <a:chOff x="666428" y="4310612"/>
              <a:chExt cx="1332000" cy="180000"/>
            </a:xfrm>
          </p:grpSpPr>
          <p:sp>
            <p:nvSpPr>
              <p:cNvPr id="442" name="모서리가 둥근 직사각형 441"/>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4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7" name="그룹 436"/>
            <p:cNvGrpSpPr/>
            <p:nvPr/>
          </p:nvGrpSpPr>
          <p:grpSpPr>
            <a:xfrm>
              <a:off x="622995" y="5922821"/>
              <a:ext cx="1332000" cy="180000"/>
              <a:chOff x="666427" y="3266516"/>
              <a:chExt cx="1332000" cy="180000"/>
            </a:xfrm>
          </p:grpSpPr>
          <p:sp>
            <p:nvSpPr>
              <p:cNvPr id="438" name="모서리가 둥근 직사각형 437"/>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43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4209847771"/>
      </p:ext>
    </p:extLst>
  </p:cSld>
  <p:clrMapOvr>
    <a:masterClrMapping/>
  </p:clrMapOvr>
  <p:transition>
    <p:wipe dir="r"/>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p:cNvGrpSpPr/>
          <p:nvPr/>
        </p:nvGrpSpPr>
        <p:grpSpPr>
          <a:xfrm>
            <a:off x="406970" y="1960266"/>
            <a:ext cx="9082533" cy="10188513"/>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grpSp>
        <p:nvGrpSpPr>
          <p:cNvPr id="230" name="그룹 229"/>
          <p:cNvGrpSpPr/>
          <p:nvPr/>
        </p:nvGrpSpPr>
        <p:grpSpPr>
          <a:xfrm>
            <a:off x="579562" y="2166658"/>
            <a:ext cx="1386586" cy="5317057"/>
            <a:chOff x="579562" y="2166658"/>
            <a:chExt cx="1386586" cy="5317057"/>
          </a:xfrm>
        </p:grpSpPr>
        <p:grpSp>
          <p:nvGrpSpPr>
            <p:cNvPr id="231" name="그룹 230"/>
            <p:cNvGrpSpPr/>
            <p:nvPr/>
          </p:nvGrpSpPr>
          <p:grpSpPr>
            <a:xfrm>
              <a:off x="629956" y="3318264"/>
              <a:ext cx="1332000" cy="180000"/>
              <a:chOff x="666428" y="3785432"/>
              <a:chExt cx="1332000" cy="180000"/>
            </a:xfrm>
          </p:grpSpPr>
          <p:sp>
            <p:nvSpPr>
              <p:cNvPr id="420" name="모서리가 둥근 직사각형 41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2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29956" y="3568824"/>
              <a:ext cx="1332000" cy="180000"/>
              <a:chOff x="666428" y="4310612"/>
              <a:chExt cx="1332000" cy="180000"/>
            </a:xfrm>
          </p:grpSpPr>
          <p:sp>
            <p:nvSpPr>
              <p:cNvPr id="418" name="모서리가 둥근 직사각형 41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19"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29955" y="3042501"/>
              <a:ext cx="1332000" cy="180000"/>
              <a:chOff x="666427" y="3266516"/>
              <a:chExt cx="1332000" cy="180000"/>
            </a:xfrm>
          </p:grpSpPr>
          <p:sp>
            <p:nvSpPr>
              <p:cNvPr id="416" name="모서리가 둥근 직사각형 41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17"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9956" y="3854780"/>
              <a:ext cx="1332000" cy="180000"/>
              <a:chOff x="666428" y="4570824"/>
              <a:chExt cx="1332000" cy="180000"/>
            </a:xfrm>
          </p:grpSpPr>
          <p:sp>
            <p:nvSpPr>
              <p:cNvPr id="397" name="모서리가 둥근 직사각형 39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15"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9" name="그룹 238"/>
            <p:cNvGrpSpPr/>
            <p:nvPr/>
          </p:nvGrpSpPr>
          <p:grpSpPr>
            <a:xfrm>
              <a:off x="629956" y="5316875"/>
              <a:ext cx="1332000" cy="180000"/>
              <a:chOff x="666428" y="5096004"/>
              <a:chExt cx="1332000" cy="180000"/>
            </a:xfrm>
          </p:grpSpPr>
          <p:sp>
            <p:nvSpPr>
              <p:cNvPr id="395" name="모서리가 둥근 직사각형 394"/>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96"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0" name="그룹 239"/>
            <p:cNvGrpSpPr/>
            <p:nvPr/>
          </p:nvGrpSpPr>
          <p:grpSpPr>
            <a:xfrm>
              <a:off x="634148" y="5634789"/>
              <a:ext cx="1332000" cy="180000"/>
              <a:chOff x="666428" y="3785432"/>
              <a:chExt cx="1332000" cy="180000"/>
            </a:xfrm>
          </p:grpSpPr>
          <p:sp>
            <p:nvSpPr>
              <p:cNvPr id="393" name="모서리가 둥근 직사각형 39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9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1" name="그룹 240"/>
            <p:cNvGrpSpPr/>
            <p:nvPr/>
          </p:nvGrpSpPr>
          <p:grpSpPr>
            <a:xfrm>
              <a:off x="631150" y="4135825"/>
              <a:ext cx="1332000" cy="180000"/>
              <a:chOff x="666428" y="4570824"/>
              <a:chExt cx="1332000" cy="180000"/>
            </a:xfrm>
          </p:grpSpPr>
          <p:sp>
            <p:nvSpPr>
              <p:cNvPr id="391" name="모서리가 둥근 직사각형 3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9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29956" y="4423395"/>
              <a:ext cx="1332000" cy="180000"/>
              <a:chOff x="666428" y="4310612"/>
              <a:chExt cx="1332000" cy="180000"/>
            </a:xfrm>
          </p:grpSpPr>
          <p:sp>
            <p:nvSpPr>
              <p:cNvPr id="389" name="모서리가 둥근 직사각형 38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9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TextBox 25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6" name="그룹 255"/>
            <p:cNvGrpSpPr/>
            <p:nvPr/>
          </p:nvGrpSpPr>
          <p:grpSpPr>
            <a:xfrm>
              <a:off x="632520" y="4723068"/>
              <a:ext cx="1332000" cy="180000"/>
              <a:chOff x="666428" y="4310612"/>
              <a:chExt cx="1332000" cy="180000"/>
            </a:xfrm>
          </p:grpSpPr>
          <p:sp>
            <p:nvSpPr>
              <p:cNvPr id="387" name="모서리가 둥근 직사각형 3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2752353"/>
              <a:ext cx="1332000" cy="180000"/>
              <a:chOff x="666427" y="3266516"/>
              <a:chExt cx="1332000" cy="180000"/>
            </a:xfrm>
          </p:grpSpPr>
          <p:sp>
            <p:nvSpPr>
              <p:cNvPr id="385" name="모서리가 둥근 직사각형 38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86"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5005767"/>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1" name="그룹 260"/>
            <p:cNvGrpSpPr/>
            <p:nvPr/>
          </p:nvGrpSpPr>
          <p:grpSpPr>
            <a:xfrm>
              <a:off x="632520" y="6227787"/>
              <a:ext cx="1332000" cy="180000"/>
              <a:chOff x="666428" y="3785432"/>
              <a:chExt cx="1332000" cy="180000"/>
            </a:xfrm>
          </p:grpSpPr>
          <p:sp>
            <p:nvSpPr>
              <p:cNvPr id="381" name="모서리가 둥근 직사각형 38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8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3" name="그룹 302"/>
            <p:cNvGrpSpPr/>
            <p:nvPr/>
          </p:nvGrpSpPr>
          <p:grpSpPr>
            <a:xfrm>
              <a:off x="632520" y="6487872"/>
              <a:ext cx="1332000" cy="180000"/>
              <a:chOff x="666428" y="4310612"/>
              <a:chExt cx="1332000" cy="180000"/>
            </a:xfrm>
          </p:grpSpPr>
          <p:sp>
            <p:nvSpPr>
              <p:cNvPr id="377" name="모서리가 둥근 직사각형 3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8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4" name="그룹 303"/>
            <p:cNvGrpSpPr/>
            <p:nvPr/>
          </p:nvGrpSpPr>
          <p:grpSpPr>
            <a:xfrm>
              <a:off x="632520" y="6773828"/>
              <a:ext cx="1332000" cy="180000"/>
              <a:chOff x="666428" y="4570824"/>
              <a:chExt cx="1332000" cy="180000"/>
            </a:xfrm>
          </p:grpSpPr>
          <p:sp>
            <p:nvSpPr>
              <p:cNvPr id="375" name="모서리가 둥근 직사각형 3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27" name="그룹 326"/>
            <p:cNvGrpSpPr/>
            <p:nvPr/>
          </p:nvGrpSpPr>
          <p:grpSpPr>
            <a:xfrm>
              <a:off x="632520" y="7053155"/>
              <a:ext cx="1332000" cy="180000"/>
              <a:chOff x="666428" y="3785432"/>
              <a:chExt cx="1332000" cy="180000"/>
            </a:xfrm>
          </p:grpSpPr>
          <p:sp>
            <p:nvSpPr>
              <p:cNvPr id="371" name="모서리가 둥근 직사각형 37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37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3" name="그룹 342"/>
            <p:cNvGrpSpPr/>
            <p:nvPr/>
          </p:nvGrpSpPr>
          <p:grpSpPr>
            <a:xfrm>
              <a:off x="632520" y="7303715"/>
              <a:ext cx="1332000" cy="180000"/>
              <a:chOff x="666428" y="4310612"/>
              <a:chExt cx="1332000" cy="180000"/>
            </a:xfrm>
          </p:grpSpPr>
          <p:sp>
            <p:nvSpPr>
              <p:cNvPr id="369" name="모서리가 둥근 직사각형 36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37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63" name="그룹 362"/>
            <p:cNvGrpSpPr/>
            <p:nvPr/>
          </p:nvGrpSpPr>
          <p:grpSpPr>
            <a:xfrm>
              <a:off x="622995" y="5922821"/>
              <a:ext cx="1332000" cy="180000"/>
              <a:chOff x="666427" y="3266516"/>
              <a:chExt cx="1332000" cy="180000"/>
            </a:xfrm>
          </p:grpSpPr>
          <p:sp>
            <p:nvSpPr>
              <p:cNvPr id="364" name="모서리가 둥근 직사각형 363"/>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366"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71" name="직사각형 170"/>
          <p:cNvSpPr/>
          <p:nvPr/>
        </p:nvSpPr>
        <p:spPr>
          <a:xfrm>
            <a:off x="1981622" y="3428999"/>
            <a:ext cx="7470000" cy="865729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aphicFrame>
        <p:nvGraphicFramePr>
          <p:cNvPr id="219" name="Group 37"/>
          <p:cNvGraphicFramePr>
            <a:graphicFrameLocks noGrp="1"/>
          </p:cNvGraphicFramePr>
          <p:nvPr>
            <p:extLst>
              <p:ext uri="{D42A27DB-BD31-4B8C-83A1-F6EECF244321}">
                <p14:modId xmlns:p14="http://schemas.microsoft.com/office/powerpoint/2010/main" val="866386056"/>
              </p:ext>
            </p:extLst>
          </p:nvPr>
        </p:nvGraphicFramePr>
        <p:xfrm>
          <a:off x="1975898" y="4001223"/>
          <a:ext cx="7484563" cy="1642702"/>
        </p:xfrm>
        <a:graphic>
          <a:graphicData uri="http://schemas.openxmlformats.org/drawingml/2006/table">
            <a:tbl>
              <a:tblPr/>
              <a:tblGrid>
                <a:gridCol w="256474">
                  <a:extLst>
                    <a:ext uri="{9D8B030D-6E8A-4147-A177-3AD203B41FA5}">
                      <a16:colId xmlns:a16="http://schemas.microsoft.com/office/drawing/2014/main" xmlns="" val="20001"/>
                    </a:ext>
                  </a:extLst>
                </a:gridCol>
                <a:gridCol w="1269915"/>
                <a:gridCol w="313512"/>
                <a:gridCol w="656795"/>
                <a:gridCol w="789518"/>
                <a:gridCol w="883522"/>
                <a:gridCol w="517885"/>
                <a:gridCol w="517885"/>
                <a:gridCol w="1047853"/>
                <a:gridCol w="1231204"/>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방식</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신청일시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시험응시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처리일시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DC8006"/>
                          </a:solidFill>
                          <a:latin typeface="+mn-ea"/>
                          <a:ea typeface="+mn-ea"/>
                          <a:cs typeface="+mn-cs"/>
                        </a:rPr>
                        <a:t>반려</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DC8006"/>
                          </a:solidFill>
                          <a:latin typeface="+mn-ea"/>
                          <a:ea typeface="+mn-ea"/>
                          <a:cs typeface="+mn-cs"/>
                        </a:rPr>
                        <a:t>반려</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KNOU_UI_C02140000_19</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err="1" smtClean="0">
                <a:latin typeface="+mn-ea"/>
                <a:ea typeface="+mn-ea"/>
              </a:rPr>
              <a:t>결시신청</a:t>
            </a:r>
            <a:r>
              <a:rPr lang="ko-KR" altLang="en-US" sz="800" spc="-60" dirty="0" smtClean="0">
                <a:latin typeface="+mn-ea"/>
                <a:ea typeface="+mn-ea"/>
              </a:rPr>
              <a:t> 및 결과 </a:t>
            </a:r>
            <a:r>
              <a:rPr lang="en-US" altLang="ko-KR" sz="800" spc="-60" dirty="0" smtClean="0">
                <a:latin typeface="+mn-ea"/>
                <a:ea typeface="+mn-ea"/>
              </a:rPr>
              <a:t>: </a:t>
            </a:r>
            <a:r>
              <a:rPr lang="ko-KR" altLang="en-US" sz="800" spc="-60" dirty="0" err="1" smtClean="0">
                <a:latin typeface="+mn-ea"/>
                <a:ea typeface="+mn-ea"/>
              </a:rPr>
              <a:t>결시신청</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190</a:t>
            </a:fld>
            <a:endParaRPr lang="ko-KR" altLang="en-US" dirty="0">
              <a:latin typeface="맑은 고딕" panose="020B0503020000020004" pitchFamily="50" charset="-127"/>
              <a:ea typeface="맑은 고딕" panose="020B0503020000020004" pitchFamily="50" charset="-127"/>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334" name="그룹 333"/>
          <p:cNvGrpSpPr/>
          <p:nvPr/>
        </p:nvGrpSpPr>
        <p:grpSpPr>
          <a:xfrm>
            <a:off x="416496" y="116379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sp>
        <p:nvSpPr>
          <p:cNvPr id="431" name="직사각형 430"/>
          <p:cNvSpPr/>
          <p:nvPr/>
        </p:nvSpPr>
        <p:spPr>
          <a:xfrm>
            <a:off x="4232920" y="3453383"/>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513" name="Group 175"/>
          <p:cNvGraphicFramePr>
            <a:graphicFrameLocks noGrp="1"/>
          </p:cNvGraphicFramePr>
          <p:nvPr>
            <p:extLst>
              <p:ext uri="{D42A27DB-BD31-4B8C-83A1-F6EECF244321}">
                <p14:modId xmlns:p14="http://schemas.microsoft.com/office/powerpoint/2010/main" val="1900128344"/>
              </p:ext>
            </p:extLst>
          </p:nvPr>
        </p:nvGraphicFramePr>
        <p:xfrm>
          <a:off x="9499029" y="3284984"/>
          <a:ext cx="1404156" cy="58434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a:t>
                      </a:r>
                      <a:r>
                        <a:rPr lang="ko-KR" altLang="en-US" sz="800" kern="1200" dirty="0" smtClean="0">
                          <a:solidFill>
                            <a:schemeClr val="tx1">
                              <a:lumMod val="75000"/>
                              <a:lumOff val="25000"/>
                            </a:schemeClr>
                          </a:solidFill>
                          <a:latin typeface="+mn-ea"/>
                          <a:ea typeface="+mn-ea"/>
                          <a:cs typeface="+mn-cs"/>
                        </a:rPr>
                        <a:t> 신청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결시사유</a:t>
                      </a:r>
                      <a:r>
                        <a:rPr lang="ko-KR" altLang="en-US" sz="800" kern="1200" dirty="0" smtClean="0">
                          <a:solidFill>
                            <a:schemeClr val="tx1">
                              <a:lumMod val="75000"/>
                              <a:lumOff val="25000"/>
                            </a:schemeClr>
                          </a:solidFill>
                          <a:latin typeface="+mn-ea"/>
                          <a:ea typeface="+mn-ea"/>
                          <a:cs typeface="+mn-cs"/>
                        </a:rPr>
                        <a:t> 선택</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관리자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수업운영도구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과정관리 </a:t>
                      </a:r>
                      <a:r>
                        <a:rPr lang="en-US" altLang="ko-KR" sz="800" kern="1200" dirty="0" smtClean="0">
                          <a:solidFill>
                            <a:schemeClr val="tx1">
                              <a:lumMod val="75000"/>
                              <a:lumOff val="25000"/>
                            </a:schemeClr>
                          </a:solidFill>
                          <a:latin typeface="+mn-ea"/>
                          <a:ea typeface="+mn-ea"/>
                          <a:cs typeface="+mn-cs"/>
                        </a:rPr>
                        <a:t>&gt; </a:t>
                      </a:r>
                      <a:r>
                        <a:rPr lang="ko-KR" altLang="en-US" sz="800" kern="1200" dirty="0" smtClean="0">
                          <a:solidFill>
                            <a:schemeClr val="tx1">
                              <a:lumMod val="75000"/>
                              <a:lumOff val="25000"/>
                            </a:schemeClr>
                          </a:solidFill>
                          <a:latin typeface="+mn-ea"/>
                          <a:ea typeface="+mn-ea"/>
                          <a:cs typeface="+mn-cs"/>
                        </a:rPr>
                        <a:t>수업운영 </a:t>
                      </a:r>
                      <a:r>
                        <a:rPr lang="en-US" altLang="ko-KR" sz="800" kern="1200" dirty="0" smtClean="0">
                          <a:solidFill>
                            <a:schemeClr val="tx1">
                              <a:lumMod val="75000"/>
                              <a:lumOff val="25000"/>
                            </a:schemeClr>
                          </a:solidFill>
                          <a:latin typeface="+mn-ea"/>
                          <a:ea typeface="+mn-ea"/>
                          <a:cs typeface="+mn-cs"/>
                        </a:rPr>
                        <a:t>&gt; </a:t>
                      </a:r>
                      <a:r>
                        <a:rPr lang="ko-KR" altLang="en-US" sz="800" kern="1200" dirty="0" err="1" smtClean="0">
                          <a:solidFill>
                            <a:schemeClr val="tx1">
                              <a:lumMod val="75000"/>
                              <a:lumOff val="25000"/>
                            </a:schemeClr>
                          </a:solidFill>
                          <a:latin typeface="+mn-ea"/>
                          <a:ea typeface="+mn-ea"/>
                          <a:cs typeface="+mn-cs"/>
                        </a:rPr>
                        <a:t>결시사유관리</a:t>
                      </a:r>
                      <a:r>
                        <a:rPr lang="ko-KR" altLang="en-US" sz="800" kern="1200" dirty="0" smtClean="0">
                          <a:solidFill>
                            <a:schemeClr val="tx1">
                              <a:lumMod val="75000"/>
                              <a:lumOff val="25000"/>
                            </a:schemeClr>
                          </a:solidFill>
                          <a:latin typeface="+mn-ea"/>
                          <a:ea typeface="+mn-ea"/>
                          <a:cs typeface="+mn-cs"/>
                        </a:rPr>
                        <a:t> 목록 가져옴</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결시사유</a:t>
                      </a:r>
                      <a:r>
                        <a:rPr lang="ko-KR" altLang="en-US" sz="800" kern="1200" dirty="0" smtClean="0">
                          <a:solidFill>
                            <a:schemeClr val="tx1">
                              <a:lumMod val="75000"/>
                              <a:lumOff val="25000"/>
                            </a:schemeClr>
                          </a:solidFill>
                          <a:latin typeface="+mn-ea"/>
                          <a:ea typeface="+mn-ea"/>
                          <a:cs typeface="+mn-cs"/>
                        </a:rPr>
                        <a:t> 선택 시 자동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첨부된 </a:t>
                      </a:r>
                      <a:r>
                        <a:rPr lang="ko-KR" altLang="en-US" sz="800" kern="1200" dirty="0" err="1" smtClean="0">
                          <a:solidFill>
                            <a:schemeClr val="tx1">
                              <a:lumMod val="75000"/>
                              <a:lumOff val="25000"/>
                            </a:schemeClr>
                          </a:solidFill>
                          <a:latin typeface="+mn-ea"/>
                          <a:ea typeface="+mn-ea"/>
                          <a:cs typeface="+mn-cs"/>
                        </a:rPr>
                        <a:t>화일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신청일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오늘 날자 자동 </a:t>
                      </a:r>
                      <a:r>
                        <a:rPr lang="ko-KR" altLang="en-US" sz="800" kern="1200" dirty="0" err="1" smtClean="0">
                          <a:solidFill>
                            <a:schemeClr val="tx1">
                              <a:lumMod val="75000"/>
                              <a:lumOff val="25000"/>
                            </a:schemeClr>
                          </a:solidFill>
                          <a:latin typeface="+mn-lt"/>
                          <a:ea typeface="+mn-ea"/>
                          <a:cs typeface="+mn-cs"/>
                        </a:rPr>
                        <a:t>셋팅</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저장 </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215" name="Rectangle 122"/>
          <p:cNvSpPr>
            <a:spLocks noChangeArrowheads="1"/>
          </p:cNvSpPr>
          <p:nvPr/>
        </p:nvSpPr>
        <p:spPr bwMode="auto">
          <a:xfrm>
            <a:off x="8987588" y="3743466"/>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6" name="직사각형 215"/>
          <p:cNvSpPr/>
          <p:nvPr/>
        </p:nvSpPr>
        <p:spPr>
          <a:xfrm>
            <a:off x="1928663" y="3736082"/>
            <a:ext cx="2506547" cy="215444"/>
          </a:xfrm>
          <a:prstGeom prst="rect">
            <a:avLst/>
          </a:prstGeom>
        </p:spPr>
        <p:txBody>
          <a:bodyPr wrap="square">
            <a:spAutoFit/>
          </a:bodyPr>
          <a:lstStyle/>
          <a:p>
            <a:r>
              <a:rPr lang="ko-KR" altLang="en-US" sz="800" dirty="0">
                <a:solidFill>
                  <a:srgbClr val="506E92"/>
                </a:solidFill>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및 결과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pSp>
        <p:nvGrpSpPr>
          <p:cNvPr id="221" name="그룹 74"/>
          <p:cNvGrpSpPr>
            <a:grpSpLocks/>
          </p:cNvGrpSpPr>
          <p:nvPr/>
        </p:nvGrpSpPr>
        <p:grpSpPr bwMode="auto">
          <a:xfrm>
            <a:off x="4858228" y="5830227"/>
            <a:ext cx="1678948" cy="215444"/>
            <a:chOff x="5843761" y="3953547"/>
            <a:chExt cx="1769478" cy="256728"/>
          </a:xfrm>
        </p:grpSpPr>
        <p:sp>
          <p:nvSpPr>
            <p:cNvPr id="222"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23" name="그룹 86"/>
            <p:cNvGrpSpPr>
              <a:grpSpLocks/>
            </p:cNvGrpSpPr>
            <p:nvPr/>
          </p:nvGrpSpPr>
          <p:grpSpPr bwMode="auto">
            <a:xfrm>
              <a:off x="5889794" y="3953547"/>
              <a:ext cx="1723445" cy="256728"/>
              <a:chOff x="5889794" y="3953547"/>
              <a:chExt cx="1723445" cy="256728"/>
            </a:xfrm>
          </p:grpSpPr>
          <p:sp>
            <p:nvSpPr>
              <p:cNvPr id="2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345" name="Rectangle 122"/>
          <p:cNvSpPr>
            <a:spLocks noChangeArrowheads="1"/>
          </p:cNvSpPr>
          <p:nvPr/>
        </p:nvSpPr>
        <p:spPr bwMode="auto">
          <a:xfrm>
            <a:off x="8231460" y="4481019"/>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46" name="Rectangle 122"/>
          <p:cNvSpPr>
            <a:spLocks noChangeArrowheads="1"/>
          </p:cNvSpPr>
          <p:nvPr/>
        </p:nvSpPr>
        <p:spPr bwMode="auto">
          <a:xfrm>
            <a:off x="8231460" y="47209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47" name="Rectangle 122"/>
          <p:cNvSpPr>
            <a:spLocks noChangeArrowheads="1"/>
          </p:cNvSpPr>
          <p:nvPr/>
        </p:nvSpPr>
        <p:spPr bwMode="auto">
          <a:xfrm>
            <a:off x="8233496" y="495650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54" name="Rectangle 122"/>
          <p:cNvSpPr>
            <a:spLocks noChangeArrowheads="1"/>
          </p:cNvSpPr>
          <p:nvPr/>
        </p:nvSpPr>
        <p:spPr bwMode="auto">
          <a:xfrm>
            <a:off x="8240271" y="4235946"/>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78" name="Rectangle 122"/>
          <p:cNvSpPr>
            <a:spLocks noChangeArrowheads="1"/>
          </p:cNvSpPr>
          <p:nvPr/>
        </p:nvSpPr>
        <p:spPr bwMode="auto">
          <a:xfrm>
            <a:off x="8231460" y="520062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79" name="Rectangle 122"/>
          <p:cNvSpPr>
            <a:spLocks noChangeArrowheads="1"/>
          </p:cNvSpPr>
          <p:nvPr/>
        </p:nvSpPr>
        <p:spPr bwMode="auto">
          <a:xfrm>
            <a:off x="8233496" y="544569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98" name="모서리가 둥근 직사각형 397"/>
          <p:cNvSpPr/>
          <p:nvPr/>
        </p:nvSpPr>
        <p:spPr>
          <a:xfrm>
            <a:off x="8056873" y="374958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결시</a:t>
            </a:r>
            <a:r>
              <a:rPr lang="ko-KR" altLang="en-US" sz="800" dirty="0" smtClean="0">
                <a:solidFill>
                  <a:schemeClr val="bg1"/>
                </a:solidFill>
                <a:latin typeface="맑은 고딕" panose="020B0503020000020004" pitchFamily="50" charset="-127"/>
                <a:ea typeface="맑은 고딕" panose="020B0503020000020004" pitchFamily="50" charset="-127"/>
              </a:rPr>
              <a:t> 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99" name="Rectangle 122"/>
          <p:cNvSpPr>
            <a:spLocks noChangeArrowheads="1"/>
          </p:cNvSpPr>
          <p:nvPr/>
        </p:nvSpPr>
        <p:spPr bwMode="auto">
          <a:xfrm>
            <a:off x="8824538" y="472514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재신청</a:t>
            </a:r>
            <a:endParaRPr lang="ko-KR" altLang="en-US" sz="800" kern="0" dirty="0">
              <a:solidFill>
                <a:schemeClr val="tx1">
                  <a:lumMod val="75000"/>
                  <a:lumOff val="25000"/>
                </a:schemeClr>
              </a:solidFill>
              <a:latin typeface="+mn-ea"/>
              <a:ea typeface="+mn-ea"/>
            </a:endParaRPr>
          </a:p>
        </p:txBody>
      </p:sp>
      <p:grpSp>
        <p:nvGrpSpPr>
          <p:cNvPr id="403" name="그룹 402"/>
          <p:cNvGrpSpPr/>
          <p:nvPr/>
        </p:nvGrpSpPr>
        <p:grpSpPr>
          <a:xfrm>
            <a:off x="8015636" y="3577322"/>
            <a:ext cx="234360" cy="200055"/>
            <a:chOff x="1152270" y="11706839"/>
            <a:chExt cx="234360" cy="200055"/>
          </a:xfrm>
        </p:grpSpPr>
        <p:sp>
          <p:nvSpPr>
            <p:cNvPr id="404" name="모서리가 둥근 직사각형 4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5" name="직사각형 4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78" name="그룹 177"/>
          <p:cNvGrpSpPr/>
          <p:nvPr/>
        </p:nvGrpSpPr>
        <p:grpSpPr>
          <a:xfrm>
            <a:off x="1324025" y="3995540"/>
            <a:ext cx="7013351" cy="7138316"/>
            <a:chOff x="740532" y="1662708"/>
            <a:chExt cx="7013351" cy="7138316"/>
          </a:xfrm>
        </p:grpSpPr>
        <p:sp>
          <p:nvSpPr>
            <p:cNvPr id="179" name="직사각형 178"/>
            <p:cNvSpPr/>
            <p:nvPr/>
          </p:nvSpPr>
          <p:spPr>
            <a:xfrm>
              <a:off x="740532" y="1672232"/>
              <a:ext cx="7010288" cy="7128792"/>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0" name="직사각형 179"/>
            <p:cNvSpPr/>
            <p:nvPr/>
          </p:nvSpPr>
          <p:spPr>
            <a:xfrm>
              <a:off x="748959" y="1681786"/>
              <a:ext cx="6991200"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1" name="직사각형 180"/>
            <p:cNvSpPr/>
            <p:nvPr/>
          </p:nvSpPr>
          <p:spPr>
            <a:xfrm>
              <a:off x="7485861" y="1662708"/>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2" name="모서리가 둥근 직사각형 181"/>
          <p:cNvSpPr/>
          <p:nvPr/>
        </p:nvSpPr>
        <p:spPr>
          <a:xfrm>
            <a:off x="4888521" y="10809848"/>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닫기</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83" name="직사각형 182"/>
          <p:cNvSpPr/>
          <p:nvPr/>
        </p:nvSpPr>
        <p:spPr>
          <a:xfrm>
            <a:off x="1350504" y="3993443"/>
            <a:ext cx="787395" cy="246221"/>
          </a:xfrm>
          <a:prstGeom prst="rect">
            <a:avLst/>
          </a:prstGeom>
        </p:spPr>
        <p:txBody>
          <a:bodyPr wrap="none">
            <a:spAutoFit/>
          </a:bodyPr>
          <a:lstStyle/>
          <a:p>
            <a:r>
              <a:rPr lang="ko-KR" altLang="en-US" sz="1000" b="1" dirty="0" err="1" smtClean="0">
                <a:solidFill>
                  <a:schemeClr val="bg1"/>
                </a:solidFill>
                <a:latin typeface="+mn-ea"/>
                <a:ea typeface="+mn-ea"/>
              </a:rPr>
              <a:t>결시</a:t>
            </a:r>
            <a:r>
              <a:rPr lang="ko-KR" altLang="en-US" sz="1000" b="1" dirty="0" smtClean="0">
                <a:solidFill>
                  <a:schemeClr val="bg1"/>
                </a:solidFill>
                <a:latin typeface="+mn-ea"/>
                <a:ea typeface="+mn-ea"/>
              </a:rPr>
              <a:t> 신청 </a:t>
            </a:r>
            <a:endParaRPr lang="ko-KR" altLang="en-US" sz="1000" b="1" dirty="0">
              <a:solidFill>
                <a:schemeClr val="bg1"/>
              </a:solidFill>
              <a:latin typeface="+mn-ea"/>
              <a:ea typeface="+mn-ea"/>
            </a:endParaRPr>
          </a:p>
        </p:txBody>
      </p:sp>
      <p:graphicFrame>
        <p:nvGraphicFramePr>
          <p:cNvPr id="184" name="표 183"/>
          <p:cNvGraphicFramePr>
            <a:graphicFrameLocks noGrp="1"/>
          </p:cNvGraphicFramePr>
          <p:nvPr>
            <p:extLst>
              <p:ext uri="{D42A27DB-BD31-4B8C-83A1-F6EECF244321}">
                <p14:modId xmlns:p14="http://schemas.microsoft.com/office/powerpoint/2010/main" val="57304115"/>
              </p:ext>
            </p:extLst>
          </p:nvPr>
        </p:nvGraphicFramePr>
        <p:xfrm>
          <a:off x="1448991" y="5985284"/>
          <a:ext cx="6760626" cy="3060340"/>
        </p:xfrm>
        <a:graphic>
          <a:graphicData uri="http://schemas.openxmlformats.org/drawingml/2006/table">
            <a:tbl>
              <a:tblPr firstRow="1" bandRow="1">
                <a:tableStyleId>{5C22544A-7EE6-4342-B048-85BDC9FD1C3A}</a:tableStyleId>
              </a:tblPr>
              <a:tblGrid>
                <a:gridCol w="1135174"/>
                <a:gridCol w="2412268"/>
                <a:gridCol w="1224136"/>
                <a:gridCol w="1989048"/>
              </a:tblGrid>
              <a:tr h="285500">
                <a:tc>
                  <a:txBody>
                    <a:bodyPr/>
                    <a:lstStyle/>
                    <a:p>
                      <a:pPr algn="l" latinLnBrk="1"/>
                      <a:r>
                        <a:rPr lang="ko-KR" altLang="en-US" sz="800" b="0" dirty="0" smtClean="0">
                          <a:solidFill>
                            <a:schemeClr val="tx1">
                              <a:lumMod val="75000"/>
                              <a:lumOff val="25000"/>
                            </a:schemeClr>
                          </a:solidFill>
                          <a:latin typeface="+mn-ea"/>
                          <a:ea typeface="+mn-ea"/>
                        </a:rPr>
                        <a:t>대표아이디</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err="1" smtClean="0">
                          <a:solidFill>
                            <a:schemeClr val="tx1">
                              <a:lumMod val="75000"/>
                              <a:lumOff val="25000"/>
                            </a:schemeClr>
                          </a:solidFill>
                          <a:latin typeface="+mn-ea"/>
                          <a:ea typeface="+mn-ea"/>
                        </a:rPr>
                        <a:t>testid</a:t>
                      </a:r>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902***45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err="1" smtClean="0">
                          <a:solidFill>
                            <a:schemeClr val="tx1">
                              <a:lumMod val="75000"/>
                              <a:lumOff val="25000"/>
                            </a:schemeClr>
                          </a:solidFill>
                          <a:latin typeface="+mn-ea"/>
                          <a:ea typeface="+mn-ea"/>
                        </a:rPr>
                        <a:t>결시</a:t>
                      </a:r>
                      <a:r>
                        <a:rPr lang="ko-KR" altLang="en-US" sz="800" b="0" dirty="0" smtClean="0">
                          <a:solidFill>
                            <a:schemeClr val="tx1">
                              <a:lumMod val="75000"/>
                              <a:lumOff val="25000"/>
                            </a:schemeClr>
                          </a:solidFill>
                          <a:latin typeface="+mn-ea"/>
                          <a:ea typeface="+mn-ea"/>
                        </a:rPr>
                        <a:t> 사유 </a:t>
                      </a:r>
                      <a:r>
                        <a:rPr lang="en-US" altLang="ko-KR" sz="800" b="0" dirty="0" smtClean="0">
                          <a:solidFill>
                            <a:srgbClr val="FF0000"/>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적용비율 </a:t>
                      </a:r>
                      <a:r>
                        <a:rPr lang="en-US" altLang="ko-KR" sz="800" b="0" dirty="0" smtClean="0">
                          <a:solidFill>
                            <a:srgbClr val="FF0000"/>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0 %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err="1" smtClean="0">
                          <a:solidFill>
                            <a:schemeClr val="tx1">
                              <a:lumMod val="75000"/>
                              <a:lumOff val="25000"/>
                            </a:schemeClr>
                          </a:solidFill>
                          <a:latin typeface="+mn-ea"/>
                          <a:ea typeface="+mn-ea"/>
                        </a:rPr>
                        <a:t>결시</a:t>
                      </a:r>
                      <a:r>
                        <a:rPr lang="ko-KR" altLang="en-US" sz="800" b="0" dirty="0" smtClean="0">
                          <a:solidFill>
                            <a:schemeClr val="tx1">
                              <a:lumMod val="75000"/>
                              <a:lumOff val="25000"/>
                            </a:schemeClr>
                          </a:solidFill>
                          <a:latin typeface="+mn-ea"/>
                          <a:ea typeface="+mn-ea"/>
                        </a:rPr>
                        <a:t> 사유 설명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1198000">
                <a:tc>
                  <a:txBody>
                    <a:bodyPr/>
                    <a:lstStyle/>
                    <a:p>
                      <a:pPr algn="l" latinLnBrk="1"/>
                      <a:r>
                        <a:rPr lang="ko-KR" altLang="en-US" sz="800" b="0" dirty="0" smtClean="0">
                          <a:solidFill>
                            <a:schemeClr val="tx1">
                              <a:lumMod val="75000"/>
                              <a:lumOff val="25000"/>
                            </a:schemeClr>
                          </a:solidFill>
                          <a:latin typeface="+mn-ea"/>
                          <a:ea typeface="+mn-ea"/>
                        </a:rPr>
                        <a:t>증빙자료첨부 </a:t>
                      </a:r>
                      <a:r>
                        <a:rPr lang="en-US" altLang="ko-KR" sz="800" b="0" dirty="0" smtClean="0">
                          <a:solidFill>
                            <a:srgbClr val="FF0000"/>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85" name="직사각형 184"/>
          <p:cNvSpPr/>
          <p:nvPr/>
        </p:nvSpPr>
        <p:spPr>
          <a:xfrm>
            <a:off x="1358530" y="4422304"/>
            <a:ext cx="712054"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결시</a:t>
            </a:r>
            <a:r>
              <a:rPr lang="ko-KR" altLang="en-US" sz="800" b="1" dirty="0" smtClean="0">
                <a:solidFill>
                  <a:schemeClr val="tx1">
                    <a:lumMod val="75000"/>
                    <a:lumOff val="25000"/>
                  </a:schemeClr>
                </a:solidFill>
                <a:latin typeface="+mn-ea"/>
                <a:ea typeface="+mn-ea"/>
              </a:rPr>
              <a:t> 신청</a:t>
            </a:r>
            <a:endParaRPr lang="ko-KR" altLang="en-US" sz="800" b="1" dirty="0">
              <a:solidFill>
                <a:schemeClr val="tx1">
                  <a:lumMod val="75000"/>
                  <a:lumOff val="25000"/>
                </a:schemeClr>
              </a:solidFill>
              <a:latin typeface="+mn-ea"/>
              <a:ea typeface="+mn-ea"/>
            </a:endParaRPr>
          </a:p>
        </p:txBody>
      </p:sp>
      <p:graphicFrame>
        <p:nvGraphicFramePr>
          <p:cNvPr id="186" name="표 185"/>
          <p:cNvGraphicFramePr>
            <a:graphicFrameLocks noGrp="1"/>
          </p:cNvGraphicFramePr>
          <p:nvPr>
            <p:extLst>
              <p:ext uri="{D42A27DB-BD31-4B8C-83A1-F6EECF244321}">
                <p14:modId xmlns:p14="http://schemas.microsoft.com/office/powerpoint/2010/main" val="2400433039"/>
              </p:ext>
            </p:extLst>
          </p:nvPr>
        </p:nvGraphicFramePr>
        <p:xfrm>
          <a:off x="1441562" y="4725144"/>
          <a:ext cx="6751798" cy="1142000"/>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학수번호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시험일시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2026.05.15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튜터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김*터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187" name="모서리가 둥근 직사각형 186"/>
          <p:cNvSpPr/>
          <p:nvPr/>
        </p:nvSpPr>
        <p:spPr>
          <a:xfrm>
            <a:off x="3860802" y="10809848"/>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신청</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pic>
        <p:nvPicPr>
          <p:cNvPr id="188"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27540" y="6921968"/>
            <a:ext cx="5538943" cy="864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89" name="그룹 188"/>
          <p:cNvGrpSpPr/>
          <p:nvPr/>
        </p:nvGrpSpPr>
        <p:grpSpPr>
          <a:xfrm>
            <a:off x="2629694" y="7896172"/>
            <a:ext cx="5524706" cy="664994"/>
            <a:chOff x="2180692" y="6203487"/>
            <a:chExt cx="5524706" cy="664994"/>
          </a:xfrm>
        </p:grpSpPr>
        <p:sp>
          <p:nvSpPr>
            <p:cNvPr id="190" name="직사각형 189"/>
            <p:cNvSpPr/>
            <p:nvPr/>
          </p:nvSpPr>
          <p:spPr>
            <a:xfrm>
              <a:off x="2180692" y="6203487"/>
              <a:ext cx="5524706"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191"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84995" y="6318265"/>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3" name="Rectangle 122"/>
            <p:cNvSpPr>
              <a:spLocks noChangeArrowheads="1"/>
            </p:cNvSpPr>
            <p:nvPr/>
          </p:nvSpPr>
          <p:spPr bwMode="auto">
            <a:xfrm>
              <a:off x="4033850" y="6448680"/>
              <a:ext cx="72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ysClr val="windowText" lastClr="000000"/>
                  </a:solidFill>
                  <a:latin typeface="+mn-ea"/>
                  <a:ea typeface="+mn-ea"/>
                </a:rPr>
                <a:t>파일 선택</a:t>
              </a:r>
              <a:endParaRPr lang="ko-KR" altLang="en-US" sz="800" kern="0" dirty="0">
                <a:solidFill>
                  <a:sysClr val="windowText" lastClr="000000"/>
                </a:solidFill>
                <a:latin typeface="+mn-ea"/>
                <a:ea typeface="+mn-ea"/>
              </a:endParaRPr>
            </a:p>
          </p:txBody>
        </p:sp>
        <p:sp>
          <p:nvSpPr>
            <p:cNvPr id="194" name="TextBox 193"/>
            <p:cNvSpPr txBox="1"/>
            <p:nvPr/>
          </p:nvSpPr>
          <p:spPr>
            <a:xfrm>
              <a:off x="4717926" y="6428931"/>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sp>
        <p:nvSpPr>
          <p:cNvPr id="195" name="직사각형 194"/>
          <p:cNvSpPr/>
          <p:nvPr/>
        </p:nvSpPr>
        <p:spPr>
          <a:xfrm>
            <a:off x="1360029" y="9108107"/>
            <a:ext cx="5526384" cy="215444"/>
          </a:xfrm>
          <a:prstGeom prst="rect">
            <a:avLst/>
          </a:prstGeom>
        </p:spPr>
        <p:txBody>
          <a:bodyPr wrap="square">
            <a:spAutoFit/>
          </a:bodyPr>
          <a:lstStyle/>
          <a:p>
            <a:r>
              <a:rPr lang="ko-KR" altLang="en-US" sz="800" b="1" dirty="0" smtClean="0">
                <a:solidFill>
                  <a:schemeClr val="tx1">
                    <a:lumMod val="65000"/>
                    <a:lumOff val="35000"/>
                  </a:schemeClr>
                </a:solidFill>
                <a:latin typeface="+mn-ea"/>
                <a:ea typeface="+mn-ea"/>
              </a:rPr>
              <a:t>이상의 </a:t>
            </a:r>
            <a:r>
              <a:rPr lang="ko-KR" altLang="en-US" sz="800" b="1" dirty="0" err="1" smtClean="0">
                <a:solidFill>
                  <a:schemeClr val="tx1">
                    <a:lumMod val="65000"/>
                    <a:lumOff val="35000"/>
                  </a:schemeClr>
                </a:solidFill>
                <a:latin typeface="+mn-ea"/>
                <a:ea typeface="+mn-ea"/>
              </a:rPr>
              <a:t>결시</a:t>
            </a:r>
            <a:r>
              <a:rPr lang="ko-KR" altLang="en-US" sz="800" b="1" dirty="0" smtClean="0">
                <a:solidFill>
                  <a:schemeClr val="tx1">
                    <a:lumMod val="65000"/>
                    <a:lumOff val="35000"/>
                  </a:schemeClr>
                </a:solidFill>
                <a:latin typeface="+mn-ea"/>
                <a:ea typeface="+mn-ea"/>
              </a:rPr>
              <a:t> 사유를 담당 과목 교수님께 보고 드립니다</a:t>
            </a:r>
            <a:r>
              <a:rPr lang="en-US" altLang="ko-KR" sz="800" b="1" dirty="0" smtClean="0">
                <a:solidFill>
                  <a:schemeClr val="tx1">
                    <a:lumMod val="65000"/>
                    <a:lumOff val="35000"/>
                  </a:schemeClr>
                </a:solidFill>
                <a:latin typeface="+mn-ea"/>
                <a:ea typeface="+mn-ea"/>
              </a:rPr>
              <a:t>.</a:t>
            </a:r>
            <a:endParaRPr lang="ko-KR" altLang="en-US" sz="800" b="1" dirty="0">
              <a:solidFill>
                <a:schemeClr val="tx1">
                  <a:lumMod val="65000"/>
                  <a:lumOff val="35000"/>
                </a:schemeClr>
              </a:solidFill>
              <a:latin typeface="+mn-ea"/>
              <a:ea typeface="+mn-ea"/>
            </a:endParaRPr>
          </a:p>
        </p:txBody>
      </p:sp>
      <p:grpSp>
        <p:nvGrpSpPr>
          <p:cNvPr id="196" name="그룹 195"/>
          <p:cNvGrpSpPr/>
          <p:nvPr/>
        </p:nvGrpSpPr>
        <p:grpSpPr>
          <a:xfrm>
            <a:off x="2629513" y="8786747"/>
            <a:ext cx="2188996" cy="215444"/>
            <a:chOff x="1856655" y="7804534"/>
            <a:chExt cx="2188996" cy="215444"/>
          </a:xfrm>
        </p:grpSpPr>
        <p:sp>
          <p:nvSpPr>
            <p:cNvPr id="197" name="직사각형 196"/>
            <p:cNvSpPr/>
            <p:nvPr/>
          </p:nvSpPr>
          <p:spPr>
            <a:xfrm>
              <a:off x="1856655" y="7821488"/>
              <a:ext cx="216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198" name="직사각형 197"/>
            <p:cNvSpPr/>
            <p:nvPr/>
          </p:nvSpPr>
          <p:spPr>
            <a:xfrm>
              <a:off x="3793659" y="7804534"/>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sp>
        <p:nvSpPr>
          <p:cNvPr id="199" name="직사각형 198"/>
          <p:cNvSpPr/>
          <p:nvPr/>
        </p:nvSpPr>
        <p:spPr>
          <a:xfrm>
            <a:off x="2638401" y="8570691"/>
            <a:ext cx="5526384" cy="215444"/>
          </a:xfrm>
          <a:prstGeom prst="rect">
            <a:avLst/>
          </a:prstGeom>
        </p:spPr>
        <p:txBody>
          <a:bodyPr wrap="square" lIns="36000">
            <a:spAutoFit/>
          </a:bodyPr>
          <a:lstStyle/>
          <a:p>
            <a:r>
              <a:rPr lang="ko-KR" altLang="en-US" sz="800" dirty="0" smtClean="0">
                <a:solidFill>
                  <a:srgbClr val="C00000"/>
                </a:solidFill>
                <a:latin typeface="+mn-ea"/>
                <a:ea typeface="+mn-ea"/>
              </a:rPr>
              <a:t>예 </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진단서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입원확인서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출장확인서</a:t>
            </a:r>
            <a:r>
              <a:rPr lang="en-US" altLang="ko-KR" sz="800" dirty="0" smtClean="0">
                <a:solidFill>
                  <a:srgbClr val="C00000"/>
                </a:solidFill>
                <a:latin typeface="+mn-ea"/>
                <a:ea typeface="+mn-ea"/>
              </a:rPr>
              <a:t>, </a:t>
            </a:r>
            <a:r>
              <a:rPr lang="ko-KR" altLang="en-US" sz="800" dirty="0" smtClean="0">
                <a:solidFill>
                  <a:srgbClr val="C00000"/>
                </a:solidFill>
                <a:latin typeface="+mn-ea"/>
                <a:ea typeface="+mn-ea"/>
              </a:rPr>
              <a:t>훈련통지서 등</a:t>
            </a:r>
            <a:endParaRPr lang="ko-KR" altLang="en-US" sz="800" dirty="0">
              <a:solidFill>
                <a:srgbClr val="C00000"/>
              </a:solidFill>
              <a:latin typeface="+mn-ea"/>
              <a:ea typeface="+mn-ea"/>
            </a:endParaRPr>
          </a:p>
        </p:txBody>
      </p:sp>
      <p:sp>
        <p:nvSpPr>
          <p:cNvPr id="200" name="직사각형 199"/>
          <p:cNvSpPr/>
          <p:nvPr/>
        </p:nvSpPr>
        <p:spPr>
          <a:xfrm>
            <a:off x="5611067" y="9247881"/>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신청일 </a:t>
            </a:r>
            <a:r>
              <a:rPr lang="en-US" altLang="ko-KR" sz="800" dirty="0" smtClean="0">
                <a:solidFill>
                  <a:schemeClr val="tx1">
                    <a:lumMod val="65000"/>
                    <a:lumOff val="35000"/>
                  </a:schemeClr>
                </a:solidFill>
                <a:latin typeface="+mn-ea"/>
                <a:ea typeface="+mn-ea"/>
              </a:rPr>
              <a:t>: 2026</a:t>
            </a:r>
            <a:r>
              <a:rPr lang="ko-KR" altLang="en-US" sz="800" dirty="0" smtClean="0">
                <a:solidFill>
                  <a:schemeClr val="tx1">
                    <a:lumMod val="65000"/>
                    <a:lumOff val="35000"/>
                  </a:schemeClr>
                </a:solidFill>
                <a:latin typeface="+mn-ea"/>
                <a:ea typeface="+mn-ea"/>
              </a:rPr>
              <a:t>년 </a:t>
            </a:r>
            <a:r>
              <a:rPr lang="en-US" altLang="ko-KR" sz="800" dirty="0" smtClean="0">
                <a:solidFill>
                  <a:schemeClr val="tx1">
                    <a:lumMod val="65000"/>
                    <a:lumOff val="35000"/>
                  </a:schemeClr>
                </a:solidFill>
                <a:latin typeface="+mn-ea"/>
                <a:ea typeface="+mn-ea"/>
              </a:rPr>
              <a:t>03</a:t>
            </a:r>
            <a:r>
              <a:rPr lang="ko-KR" altLang="en-US" sz="800" dirty="0" smtClean="0">
                <a:solidFill>
                  <a:schemeClr val="tx1">
                    <a:lumMod val="65000"/>
                    <a:lumOff val="35000"/>
                  </a:schemeClr>
                </a:solidFill>
                <a:latin typeface="+mn-ea"/>
                <a:ea typeface="+mn-ea"/>
              </a:rPr>
              <a:t>월 </a:t>
            </a:r>
            <a:r>
              <a:rPr lang="en-US" altLang="ko-KR" sz="800" dirty="0" smtClean="0">
                <a:solidFill>
                  <a:schemeClr val="tx1">
                    <a:lumMod val="65000"/>
                    <a:lumOff val="35000"/>
                  </a:schemeClr>
                </a:solidFill>
                <a:latin typeface="+mn-ea"/>
                <a:ea typeface="+mn-ea"/>
              </a:rPr>
              <a:t>25</a:t>
            </a:r>
            <a:r>
              <a:rPr lang="ko-KR" altLang="en-US" sz="800" dirty="0">
                <a:solidFill>
                  <a:schemeClr val="tx1">
                    <a:lumMod val="65000"/>
                    <a:lumOff val="35000"/>
                  </a:schemeClr>
                </a:solidFill>
                <a:latin typeface="+mn-ea"/>
                <a:ea typeface="+mn-ea"/>
              </a:rPr>
              <a:t>일</a:t>
            </a:r>
            <a:r>
              <a:rPr lang="en-US" altLang="ko-KR" sz="800" dirty="0" smtClean="0">
                <a:solidFill>
                  <a:schemeClr val="tx1">
                    <a:lumMod val="65000"/>
                    <a:lumOff val="35000"/>
                  </a:schemeClr>
                </a:solidFill>
                <a:latin typeface="+mn-ea"/>
                <a:ea typeface="+mn-ea"/>
              </a:rPr>
              <a:t> </a:t>
            </a:r>
            <a:endParaRPr lang="ko-KR" altLang="en-US" sz="800" dirty="0">
              <a:solidFill>
                <a:schemeClr val="tx1">
                  <a:lumMod val="65000"/>
                  <a:lumOff val="35000"/>
                </a:schemeClr>
              </a:solidFill>
              <a:latin typeface="+mn-ea"/>
              <a:ea typeface="+mn-ea"/>
            </a:endParaRPr>
          </a:p>
        </p:txBody>
      </p:sp>
      <p:sp>
        <p:nvSpPr>
          <p:cNvPr id="201" name="직사각형 200"/>
          <p:cNvSpPr/>
          <p:nvPr/>
        </p:nvSpPr>
        <p:spPr>
          <a:xfrm>
            <a:off x="5162065" y="9454380"/>
            <a:ext cx="2589722" cy="215444"/>
          </a:xfrm>
          <a:prstGeom prst="rect">
            <a:avLst/>
          </a:prstGeom>
        </p:spPr>
        <p:txBody>
          <a:bodyPr wrap="square">
            <a:spAutoFit/>
          </a:bodyPr>
          <a:lstStyle/>
          <a:p>
            <a:pPr algn="r"/>
            <a:r>
              <a:rPr lang="ko-KR" altLang="en-US" sz="800" dirty="0" smtClean="0">
                <a:solidFill>
                  <a:schemeClr val="tx1">
                    <a:lumMod val="65000"/>
                    <a:lumOff val="35000"/>
                  </a:schemeClr>
                </a:solidFill>
                <a:latin typeface="+mn-ea"/>
                <a:ea typeface="+mn-ea"/>
              </a:rPr>
              <a:t>신청자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학*자</a:t>
            </a:r>
            <a:r>
              <a:rPr lang="en-US" altLang="ko-KR" sz="800" dirty="0" smtClean="0">
                <a:solidFill>
                  <a:schemeClr val="tx1">
                    <a:lumMod val="65000"/>
                    <a:lumOff val="35000"/>
                  </a:schemeClr>
                </a:solidFill>
                <a:latin typeface="+mn-ea"/>
                <a:ea typeface="+mn-ea"/>
              </a:rPr>
              <a:t>1      </a:t>
            </a:r>
            <a:endParaRPr lang="ko-KR" altLang="en-US" sz="800" dirty="0">
              <a:solidFill>
                <a:schemeClr val="tx1">
                  <a:lumMod val="65000"/>
                  <a:lumOff val="35000"/>
                </a:schemeClr>
              </a:solidFill>
              <a:latin typeface="+mn-ea"/>
              <a:ea typeface="+mn-ea"/>
            </a:endParaRPr>
          </a:p>
        </p:txBody>
      </p:sp>
      <p:sp>
        <p:nvSpPr>
          <p:cNvPr id="202" name="직사각형 201"/>
          <p:cNvSpPr/>
          <p:nvPr/>
        </p:nvSpPr>
        <p:spPr>
          <a:xfrm>
            <a:off x="1396032" y="9686145"/>
            <a:ext cx="6850285" cy="1015663"/>
          </a:xfrm>
          <a:prstGeom prst="rect">
            <a:avLst/>
          </a:prstGeom>
        </p:spPr>
        <p:txBody>
          <a:bodyPr wrap="square">
            <a:spAutoFit/>
          </a:bodyPr>
          <a:lstStyle/>
          <a:p>
            <a:pPr>
              <a:lnSpc>
                <a:spcPct val="150000"/>
              </a:lnSpc>
            </a:pPr>
            <a:r>
              <a:rPr lang="en-US" altLang="ko-KR"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결시</a:t>
            </a:r>
            <a:r>
              <a:rPr lang="ko-KR" altLang="en-US" sz="800" b="1" dirty="0" smtClean="0">
                <a:solidFill>
                  <a:schemeClr val="tx1">
                    <a:lumMod val="75000"/>
                    <a:lumOff val="25000"/>
                  </a:schemeClr>
                </a:solidFill>
                <a:latin typeface="+mn-ea"/>
                <a:ea typeface="+mn-ea"/>
              </a:rPr>
              <a:t> 작성시 주의사항</a:t>
            </a:r>
            <a:endParaRPr lang="en-US" altLang="ko-KR" sz="800" b="1"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a:t>
            </a:r>
            <a:r>
              <a:rPr lang="ko-KR" altLang="en-US" sz="800" dirty="0" smtClean="0">
                <a:solidFill>
                  <a:schemeClr val="tx1">
                    <a:lumMod val="75000"/>
                    <a:lumOff val="25000"/>
                  </a:schemeClr>
                </a:solidFill>
                <a:latin typeface="+mn-ea"/>
                <a:ea typeface="+mn-ea"/>
              </a:rPr>
              <a:t> 사유 발생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정해진 일시에 시험에 응시하지 못하는 사유가 발행했을 경우 </a:t>
            </a:r>
            <a:r>
              <a:rPr lang="ko-KR" altLang="en-US" sz="800" dirty="0" err="1" smtClean="0">
                <a:solidFill>
                  <a:schemeClr val="tx1">
                    <a:lumMod val="75000"/>
                    <a:lumOff val="25000"/>
                  </a:schemeClr>
                </a:solidFill>
                <a:latin typeface="+mn-ea"/>
                <a:ea typeface="+mn-ea"/>
              </a:rPr>
              <a:t>결시</a:t>
            </a:r>
            <a:r>
              <a:rPr lang="ko-KR" altLang="en-US" sz="800" dirty="0" smtClean="0">
                <a:solidFill>
                  <a:schemeClr val="tx1">
                    <a:lumMod val="75000"/>
                    <a:lumOff val="25000"/>
                  </a:schemeClr>
                </a:solidFill>
                <a:latin typeface="+mn-ea"/>
                <a:ea typeface="+mn-ea"/>
              </a:rPr>
              <a:t> 작성</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제출합니다</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a:t>
            </a:r>
            <a:r>
              <a:rPr lang="ko-KR" altLang="en-US" sz="800" dirty="0" smtClean="0">
                <a:solidFill>
                  <a:schemeClr val="tx1">
                    <a:lumMod val="75000"/>
                    <a:lumOff val="25000"/>
                  </a:schemeClr>
                </a:solidFill>
                <a:latin typeface="+mn-ea"/>
                <a:ea typeface="+mn-ea"/>
              </a:rPr>
              <a:t> 승인여부 확인 및 코멘트 확인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각 과목 강의실로 이동하여 해당 과목의 대처 방안</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대체과제유무 등</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을 반드시 확인하여 응시하여야 </a:t>
            </a:r>
            <a:endParaRPr lang="en-US" altLang="ko-KR" sz="800" dirty="0" smtClean="0">
              <a:solidFill>
                <a:schemeClr val="tx1">
                  <a:lumMod val="75000"/>
                  <a:lumOff val="25000"/>
                </a:schemeClr>
              </a:solidFill>
              <a:latin typeface="+mn-ea"/>
              <a:ea typeface="+mn-ea"/>
            </a:endParaRPr>
          </a:p>
          <a:p>
            <a:pPr>
              <a:lnSpc>
                <a:spcPct val="150000"/>
              </a:lnSpc>
            </a:pPr>
            <a:r>
              <a:rPr lang="ko-KR" altLang="en-US" sz="800" dirty="0" smtClean="0">
                <a:solidFill>
                  <a:schemeClr val="tx1">
                    <a:lumMod val="75000"/>
                    <a:lumOff val="25000"/>
                  </a:schemeClr>
                </a:solidFill>
                <a:latin typeface="+mn-ea"/>
                <a:ea typeface="+mn-ea"/>
              </a:rPr>
              <a:t>  성적을 부여 받을 수 있습니다</a:t>
            </a:r>
            <a:r>
              <a:rPr lang="en-US" altLang="ko-KR" sz="800" dirty="0" smtClean="0">
                <a:solidFill>
                  <a:schemeClr val="tx1">
                    <a:lumMod val="75000"/>
                    <a:lumOff val="25000"/>
                  </a:schemeClr>
                </a:solidFill>
                <a:latin typeface="+mn-ea"/>
                <a:ea typeface="+mn-ea"/>
              </a:rPr>
              <a:t>.</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결시</a:t>
            </a:r>
            <a:r>
              <a:rPr lang="ko-KR" altLang="en-US" sz="800" dirty="0" smtClean="0">
                <a:solidFill>
                  <a:schemeClr val="tx1">
                    <a:lumMod val="75000"/>
                    <a:lumOff val="25000"/>
                  </a:schemeClr>
                </a:solidFill>
                <a:latin typeface="+mn-ea"/>
                <a:ea typeface="+mn-ea"/>
              </a:rPr>
              <a:t> 제출기간 준수해야 합니다</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pSp>
        <p:nvGrpSpPr>
          <p:cNvPr id="203" name="그룹 202"/>
          <p:cNvGrpSpPr/>
          <p:nvPr/>
        </p:nvGrpSpPr>
        <p:grpSpPr>
          <a:xfrm>
            <a:off x="2547838" y="8757560"/>
            <a:ext cx="234360" cy="200055"/>
            <a:chOff x="1161795" y="11716364"/>
            <a:chExt cx="234360" cy="200055"/>
          </a:xfrm>
        </p:grpSpPr>
        <p:sp>
          <p:nvSpPr>
            <p:cNvPr id="204" name="모서리가 둥근 직사각형 2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5" name="직사각형 204"/>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06" name="그룹 205"/>
          <p:cNvGrpSpPr/>
          <p:nvPr/>
        </p:nvGrpSpPr>
        <p:grpSpPr>
          <a:xfrm>
            <a:off x="6672381" y="9263269"/>
            <a:ext cx="234360" cy="200055"/>
            <a:chOff x="1161795" y="11716364"/>
            <a:chExt cx="234360" cy="200055"/>
          </a:xfrm>
        </p:grpSpPr>
        <p:sp>
          <p:nvSpPr>
            <p:cNvPr id="207" name="모서리가 둥근 직사각형 2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8" name="직사각형 207"/>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09" name="그룹 208"/>
          <p:cNvGrpSpPr/>
          <p:nvPr/>
        </p:nvGrpSpPr>
        <p:grpSpPr>
          <a:xfrm>
            <a:off x="3833518" y="10627044"/>
            <a:ext cx="234360" cy="200055"/>
            <a:chOff x="1161795" y="11716364"/>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cxnSp>
        <p:nvCxnSpPr>
          <p:cNvPr id="212" name="꺾인 연결선 211"/>
          <p:cNvCxnSpPr>
            <a:stCxn id="398" idx="1"/>
            <a:endCxn id="180" idx="0"/>
          </p:cNvCxnSpPr>
          <p:nvPr/>
        </p:nvCxnSpPr>
        <p:spPr>
          <a:xfrm rot="10800000" flipV="1">
            <a:off x="4828053" y="3839584"/>
            <a:ext cx="3228821" cy="175033"/>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sp>
        <p:nvSpPr>
          <p:cNvPr id="213" name="Rectangle 122"/>
          <p:cNvSpPr>
            <a:spLocks noChangeArrowheads="1"/>
          </p:cNvSpPr>
          <p:nvPr/>
        </p:nvSpPr>
        <p:spPr bwMode="auto">
          <a:xfrm>
            <a:off x="2627359" y="6606877"/>
            <a:ext cx="2160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선택                                   </a:t>
            </a:r>
            <a:r>
              <a:rPr lang="en-US" altLang="ko-KR" sz="800" kern="0" dirty="0" smtClean="0">
                <a:solidFill>
                  <a:schemeClr val="tx1">
                    <a:lumMod val="75000"/>
                    <a:lumOff val="25000"/>
                  </a:schemeClr>
                </a:solidFill>
                <a:latin typeface="+mn-ea"/>
                <a:ea typeface="+mn-ea"/>
              </a:rPr>
              <a:t>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214" name="그룹 213"/>
          <p:cNvGrpSpPr/>
          <p:nvPr/>
        </p:nvGrpSpPr>
        <p:grpSpPr>
          <a:xfrm>
            <a:off x="2395334" y="6615728"/>
            <a:ext cx="234360" cy="200055"/>
            <a:chOff x="1161795" y="11716364"/>
            <a:chExt cx="234360" cy="200055"/>
          </a:xfrm>
        </p:grpSpPr>
        <p:sp>
          <p:nvSpPr>
            <p:cNvPr id="217" name="모서리가 둥근 직사각형 21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8" name="직사각형 217"/>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220" name="그룹 219"/>
          <p:cNvGrpSpPr/>
          <p:nvPr/>
        </p:nvGrpSpPr>
        <p:grpSpPr>
          <a:xfrm>
            <a:off x="6484161" y="6605342"/>
            <a:ext cx="234360" cy="200055"/>
            <a:chOff x="1161795" y="11716364"/>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 name="사각형 설명선 2"/>
          <p:cNvSpPr/>
          <p:nvPr/>
        </p:nvSpPr>
        <p:spPr>
          <a:xfrm>
            <a:off x="5411485" y="8595256"/>
            <a:ext cx="2852284" cy="628292"/>
          </a:xfrm>
          <a:prstGeom prst="wedgeRectCallout">
            <a:avLst>
              <a:gd name="adj1" fmla="val -65581"/>
              <a:gd name="adj2" fmla="val -93530"/>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 </a:t>
            </a:r>
            <a:r>
              <a:rPr lang="ko-KR" altLang="en-US" sz="800" dirty="0" err="1" smtClean="0">
                <a:solidFill>
                  <a:schemeClr val="tx1">
                    <a:lumMod val="75000"/>
                    <a:lumOff val="25000"/>
                  </a:schemeClr>
                </a:solidFill>
                <a:latin typeface="+mn-ea"/>
              </a:rPr>
              <a:t>저장시</a:t>
            </a:r>
            <a:r>
              <a:rPr lang="ko-KR" altLang="en-US" sz="800" dirty="0" smtClean="0">
                <a:solidFill>
                  <a:schemeClr val="tx1">
                    <a:lumMod val="75000"/>
                    <a:lumOff val="25000"/>
                  </a:schemeClr>
                </a:solidFill>
                <a:latin typeface="+mn-ea"/>
              </a:rPr>
              <a:t> 파일 암호화 처리 </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1. </a:t>
            </a:r>
            <a:r>
              <a:rPr lang="en-US" altLang="ko-KR" sz="800" dirty="0">
                <a:solidFill>
                  <a:schemeClr val="tx1">
                    <a:lumMod val="75000"/>
                    <a:lumOff val="25000"/>
                  </a:schemeClr>
                </a:solidFill>
                <a:latin typeface="+mn-ea"/>
              </a:rPr>
              <a:t>DB </a:t>
            </a:r>
            <a:r>
              <a:rPr lang="ko-KR" altLang="en-US" sz="800" dirty="0" err="1">
                <a:solidFill>
                  <a:schemeClr val="tx1">
                    <a:lumMod val="75000"/>
                    <a:lumOff val="25000"/>
                  </a:schemeClr>
                </a:solidFill>
                <a:latin typeface="+mn-ea"/>
              </a:rPr>
              <a:t>컬럼에</a:t>
            </a:r>
            <a:r>
              <a:rPr lang="ko-KR" altLang="en-US" sz="800" dirty="0">
                <a:solidFill>
                  <a:schemeClr val="tx1">
                    <a:lumMod val="75000"/>
                    <a:lumOff val="25000"/>
                  </a:schemeClr>
                </a:solidFill>
                <a:latin typeface="+mn-ea"/>
              </a:rPr>
              <a:t> </a:t>
            </a:r>
            <a:r>
              <a:rPr lang="en-US" altLang="ko-KR" sz="800" dirty="0">
                <a:solidFill>
                  <a:schemeClr val="tx1">
                    <a:lumMod val="75000"/>
                    <a:lumOff val="25000"/>
                  </a:schemeClr>
                </a:solidFill>
                <a:latin typeface="+mn-ea"/>
              </a:rPr>
              <a:t>BLOB</a:t>
            </a:r>
            <a:r>
              <a:rPr lang="ko-KR" altLang="en-US" sz="800" dirty="0">
                <a:solidFill>
                  <a:schemeClr val="tx1">
                    <a:lumMod val="75000"/>
                    <a:lumOff val="25000"/>
                  </a:schemeClr>
                </a:solidFill>
                <a:latin typeface="+mn-ea"/>
              </a:rPr>
              <a:t>으로 저장</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2. </a:t>
            </a:r>
            <a:r>
              <a:rPr lang="ko-KR" altLang="en-US" sz="800" dirty="0" smtClean="0">
                <a:solidFill>
                  <a:schemeClr val="tx1">
                    <a:lumMod val="75000"/>
                    <a:lumOff val="25000"/>
                  </a:schemeClr>
                </a:solidFill>
                <a:latin typeface="+mn-ea"/>
              </a:rPr>
              <a:t>암호파일 </a:t>
            </a:r>
            <a:r>
              <a:rPr lang="ko-KR" altLang="en-US" sz="800" dirty="0" err="1" smtClean="0">
                <a:solidFill>
                  <a:schemeClr val="tx1">
                    <a:lumMod val="75000"/>
                    <a:lumOff val="25000"/>
                  </a:schemeClr>
                </a:solidFill>
                <a:latin typeface="+mn-ea"/>
              </a:rPr>
              <a:t>만듬</a:t>
            </a:r>
            <a:r>
              <a:rPr lang="ko-KR" altLang="en-US" sz="800" dirty="0" smtClean="0">
                <a:solidFill>
                  <a:schemeClr val="tx1">
                    <a:lumMod val="75000"/>
                    <a:lumOff val="25000"/>
                  </a:schemeClr>
                </a:solidFill>
                <a:latin typeface="+mn-ea"/>
              </a:rPr>
              <a:t> </a:t>
            </a: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비밀번호 입력 후 저장 방식</a:t>
            </a:r>
            <a:endParaRPr lang="ko-KR" altLang="en-US" sz="800" dirty="0">
              <a:solidFill>
                <a:schemeClr val="tx1">
                  <a:lumMod val="75000"/>
                  <a:lumOff val="25000"/>
                </a:schemeClr>
              </a:solidFill>
              <a:latin typeface="+mn-ea"/>
            </a:endParaRPr>
          </a:p>
        </p:txBody>
      </p:sp>
    </p:spTree>
    <p:extLst>
      <p:ext uri="{BB962C8B-B14F-4D97-AF65-F5344CB8AC3E}">
        <p14:creationId xmlns:p14="http://schemas.microsoft.com/office/powerpoint/2010/main" val="854780631"/>
      </p:ext>
    </p:extLst>
  </p:cSld>
  <p:clrMapOvr>
    <a:masterClrMapping/>
  </p:clrMapOvr>
  <p:transition>
    <p:wipe dir="r"/>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그룹 15"/>
          <p:cNvGrpSpPr/>
          <p:nvPr/>
        </p:nvGrpSpPr>
        <p:grpSpPr>
          <a:xfrm>
            <a:off x="406970" y="1960266"/>
            <a:ext cx="9082533" cy="9468433"/>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grpSp>
        <p:nvGrpSpPr>
          <p:cNvPr id="204" name="그룹 203"/>
          <p:cNvGrpSpPr/>
          <p:nvPr/>
        </p:nvGrpSpPr>
        <p:grpSpPr>
          <a:xfrm>
            <a:off x="579562" y="2166658"/>
            <a:ext cx="1386586" cy="5317057"/>
            <a:chOff x="579562" y="2166658"/>
            <a:chExt cx="1386586" cy="5317057"/>
          </a:xfrm>
        </p:grpSpPr>
        <p:grpSp>
          <p:nvGrpSpPr>
            <p:cNvPr id="205" name="그룹 204"/>
            <p:cNvGrpSpPr/>
            <p:nvPr/>
          </p:nvGrpSpPr>
          <p:grpSpPr>
            <a:xfrm>
              <a:off x="629956" y="3318264"/>
              <a:ext cx="1332000" cy="180000"/>
              <a:chOff x="666428" y="3785432"/>
              <a:chExt cx="1332000" cy="180000"/>
            </a:xfrm>
          </p:grpSpPr>
          <p:sp>
            <p:nvSpPr>
              <p:cNvPr id="389" name="모서리가 둥근 직사각형 38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9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3568824"/>
              <a:ext cx="1332000" cy="180000"/>
              <a:chOff x="666428" y="4310612"/>
              <a:chExt cx="1332000" cy="180000"/>
            </a:xfrm>
          </p:grpSpPr>
          <p:sp>
            <p:nvSpPr>
              <p:cNvPr id="387" name="모서리가 둥근 직사각형 3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5" y="3042501"/>
              <a:ext cx="1332000" cy="180000"/>
              <a:chOff x="666427" y="3266516"/>
              <a:chExt cx="1332000" cy="180000"/>
            </a:xfrm>
          </p:grpSpPr>
          <p:sp>
            <p:nvSpPr>
              <p:cNvPr id="385" name="모서리가 둥근 직사각형 38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6"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8" name="그룹 207"/>
            <p:cNvGrpSpPr/>
            <p:nvPr/>
          </p:nvGrpSpPr>
          <p:grpSpPr>
            <a:xfrm>
              <a:off x="629956" y="3854780"/>
              <a:ext cx="1332000" cy="180000"/>
              <a:chOff x="666428" y="4570824"/>
              <a:chExt cx="1332000" cy="180000"/>
            </a:xfrm>
          </p:grpSpPr>
          <p:sp>
            <p:nvSpPr>
              <p:cNvPr id="383" name="모서리가 둥근 직사각형 38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4"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9956" y="5316875"/>
              <a:ext cx="1332000" cy="180000"/>
              <a:chOff x="666428" y="5096004"/>
              <a:chExt cx="1332000" cy="180000"/>
            </a:xfrm>
          </p:grpSpPr>
          <p:sp>
            <p:nvSpPr>
              <p:cNvPr id="381" name="모서리가 둥근 직사각형 38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8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34148" y="5634789"/>
              <a:ext cx="1332000" cy="180000"/>
              <a:chOff x="666428" y="3785432"/>
              <a:chExt cx="1332000" cy="180000"/>
            </a:xfrm>
          </p:grpSpPr>
          <p:sp>
            <p:nvSpPr>
              <p:cNvPr id="377" name="모서리가 둥근 직사각형 37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1" name="그룹 210"/>
            <p:cNvGrpSpPr/>
            <p:nvPr/>
          </p:nvGrpSpPr>
          <p:grpSpPr>
            <a:xfrm>
              <a:off x="631150" y="4135825"/>
              <a:ext cx="1332000" cy="180000"/>
              <a:chOff x="666428" y="4570824"/>
              <a:chExt cx="1332000" cy="180000"/>
            </a:xfrm>
          </p:grpSpPr>
          <p:sp>
            <p:nvSpPr>
              <p:cNvPr id="375" name="모서리가 둥근 직사각형 3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2" name="그룹 211"/>
            <p:cNvGrpSpPr/>
            <p:nvPr/>
          </p:nvGrpSpPr>
          <p:grpSpPr>
            <a:xfrm>
              <a:off x="629956" y="4423395"/>
              <a:ext cx="1332000" cy="180000"/>
              <a:chOff x="666428" y="4310612"/>
              <a:chExt cx="1332000" cy="180000"/>
            </a:xfrm>
          </p:grpSpPr>
          <p:sp>
            <p:nvSpPr>
              <p:cNvPr id="371" name="모서리가 둥근 직사각형 3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3" name="TextBox 212"/>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14" name="그룹 213"/>
            <p:cNvGrpSpPr/>
            <p:nvPr/>
          </p:nvGrpSpPr>
          <p:grpSpPr>
            <a:xfrm>
              <a:off x="632520" y="4723068"/>
              <a:ext cx="1332000" cy="180000"/>
              <a:chOff x="666428" y="4310612"/>
              <a:chExt cx="1332000" cy="180000"/>
            </a:xfrm>
          </p:grpSpPr>
          <p:sp>
            <p:nvSpPr>
              <p:cNvPr id="369" name="모서리가 둥근 직사각형 36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7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32520" y="2752353"/>
              <a:ext cx="1332000" cy="180000"/>
              <a:chOff x="666427" y="3266516"/>
              <a:chExt cx="1332000" cy="180000"/>
            </a:xfrm>
          </p:grpSpPr>
          <p:sp>
            <p:nvSpPr>
              <p:cNvPr id="367" name="모서리가 둥근 직사각형 3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32520" y="5005767"/>
              <a:ext cx="1332000" cy="180000"/>
              <a:chOff x="666428" y="4310612"/>
              <a:chExt cx="1332000" cy="180000"/>
            </a:xfrm>
          </p:grpSpPr>
          <p:sp>
            <p:nvSpPr>
              <p:cNvPr id="364" name="모서리가 둥근 직사각형 36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6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32520" y="6227787"/>
              <a:ext cx="1332000" cy="180000"/>
              <a:chOff x="666428" y="3785432"/>
              <a:chExt cx="1332000" cy="180000"/>
            </a:xfrm>
          </p:grpSpPr>
          <p:sp>
            <p:nvSpPr>
              <p:cNvPr id="362" name="모서리가 둥근 직사각형 36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6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487872"/>
              <a:ext cx="1332000" cy="180000"/>
              <a:chOff x="666428" y="4310612"/>
              <a:chExt cx="1332000" cy="180000"/>
            </a:xfrm>
          </p:grpSpPr>
          <p:sp>
            <p:nvSpPr>
              <p:cNvPr id="327" name="모서리가 둥근 직사각형 3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43"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6773828"/>
              <a:ext cx="1332000" cy="180000"/>
              <a:chOff x="666428" y="4570824"/>
              <a:chExt cx="1332000" cy="180000"/>
            </a:xfrm>
          </p:grpSpPr>
          <p:sp>
            <p:nvSpPr>
              <p:cNvPr id="303" name="모서리가 둥근 직사각형 30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304"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053155"/>
              <a:ext cx="1332000" cy="180000"/>
              <a:chOff x="666428" y="3785432"/>
              <a:chExt cx="1332000" cy="180000"/>
            </a:xfrm>
          </p:grpSpPr>
          <p:sp>
            <p:nvSpPr>
              <p:cNvPr id="258" name="모서리가 둥근 직사각형 25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3" name="그룹 232"/>
            <p:cNvGrpSpPr/>
            <p:nvPr/>
          </p:nvGrpSpPr>
          <p:grpSpPr>
            <a:xfrm>
              <a:off x="632520" y="7303715"/>
              <a:ext cx="1332000" cy="180000"/>
              <a:chOff x="666428" y="4310612"/>
              <a:chExt cx="1332000" cy="180000"/>
            </a:xfrm>
          </p:grpSpPr>
          <p:sp>
            <p:nvSpPr>
              <p:cNvPr id="256" name="모서리가 둥근 직사각형 25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7"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9" name="그룹 238"/>
            <p:cNvGrpSpPr/>
            <p:nvPr/>
          </p:nvGrpSpPr>
          <p:grpSpPr>
            <a:xfrm>
              <a:off x="622995" y="5922821"/>
              <a:ext cx="1332000" cy="180000"/>
              <a:chOff x="666427" y="3266516"/>
              <a:chExt cx="1332000" cy="180000"/>
            </a:xfrm>
          </p:grpSpPr>
          <p:sp>
            <p:nvSpPr>
              <p:cNvPr id="240" name="모서리가 둥근 직사각형 239"/>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41"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71" name="직사각형 170"/>
          <p:cNvSpPr/>
          <p:nvPr/>
        </p:nvSpPr>
        <p:spPr>
          <a:xfrm>
            <a:off x="1981622" y="3428999"/>
            <a:ext cx="7470000" cy="793721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aphicFrame>
        <p:nvGraphicFramePr>
          <p:cNvPr id="203" name="Group 37"/>
          <p:cNvGraphicFramePr>
            <a:graphicFrameLocks noGrp="1"/>
          </p:cNvGraphicFramePr>
          <p:nvPr>
            <p:extLst>
              <p:ext uri="{D42A27DB-BD31-4B8C-83A1-F6EECF244321}">
                <p14:modId xmlns:p14="http://schemas.microsoft.com/office/powerpoint/2010/main" val="1125219966"/>
              </p:ext>
            </p:extLst>
          </p:nvPr>
        </p:nvGraphicFramePr>
        <p:xfrm>
          <a:off x="1975898" y="4001223"/>
          <a:ext cx="7484563" cy="1642702"/>
        </p:xfrm>
        <a:graphic>
          <a:graphicData uri="http://schemas.openxmlformats.org/drawingml/2006/table">
            <a:tbl>
              <a:tblPr/>
              <a:tblGrid>
                <a:gridCol w="256474">
                  <a:extLst>
                    <a:ext uri="{9D8B030D-6E8A-4147-A177-3AD203B41FA5}">
                      <a16:colId xmlns:a16="http://schemas.microsoft.com/office/drawing/2014/main" xmlns="" val="20001"/>
                    </a:ext>
                  </a:extLst>
                </a:gridCol>
                <a:gridCol w="1269915"/>
                <a:gridCol w="313512"/>
                <a:gridCol w="656795"/>
                <a:gridCol w="789518"/>
                <a:gridCol w="883522"/>
                <a:gridCol w="517885"/>
                <a:gridCol w="517885"/>
                <a:gridCol w="1047853"/>
                <a:gridCol w="1231204"/>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방식</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신청일시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시험응시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처리일시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6</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5</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DC8006"/>
                          </a:solidFill>
                          <a:latin typeface="+mn-ea"/>
                          <a:ea typeface="+mn-ea"/>
                          <a:cs typeface="+mn-cs"/>
                        </a:rPr>
                        <a:t>반려</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chemeClr val="tx1">
                              <a:lumMod val="75000"/>
                              <a:lumOff val="25000"/>
                            </a:schemeClr>
                          </a:solidFill>
                          <a:latin typeface="+mn-ea"/>
                          <a:ea typeface="+mn-ea"/>
                          <a:cs typeface="+mn-cs"/>
                        </a:rPr>
                        <a:t>재신청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2026.09.07</a:t>
                      </a:r>
                      <a:r>
                        <a:rPr lang="en-US" altLang="ko-KR" sz="800" b="0" kern="1200" baseline="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기말고사 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실시간 온라인</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DC8006"/>
                          </a:solidFill>
                          <a:latin typeface="+mn-ea"/>
                          <a:ea typeface="+mn-ea"/>
                          <a:cs typeface="+mn-cs"/>
                        </a:rPr>
                        <a:t>반려</a:t>
                      </a:r>
                      <a:endParaRPr lang="en-US" altLang="ko-KR" sz="800" b="0" kern="1200" dirty="0" smtClean="0">
                        <a:solidFill>
                          <a:srgbClr val="DC8006"/>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KNOU_UI_C02140000_20</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err="1" smtClean="0">
                <a:latin typeface="+mn-ea"/>
                <a:ea typeface="+mn-ea"/>
              </a:rPr>
              <a:t>결시신청</a:t>
            </a:r>
            <a:r>
              <a:rPr lang="ko-KR" altLang="en-US" sz="800" spc="-60" dirty="0" smtClean="0">
                <a:latin typeface="+mn-ea"/>
                <a:ea typeface="+mn-ea"/>
              </a:rPr>
              <a:t> 및 결과 </a:t>
            </a:r>
            <a:r>
              <a:rPr lang="en-US" altLang="ko-KR" sz="800" spc="-60" dirty="0" smtClean="0">
                <a:latin typeface="+mn-ea"/>
                <a:ea typeface="+mn-ea"/>
              </a:rPr>
              <a:t>: </a:t>
            </a:r>
            <a:r>
              <a:rPr lang="ko-KR" altLang="en-US" sz="800" spc="-60" dirty="0" smtClean="0">
                <a:latin typeface="+mn-ea"/>
                <a:ea typeface="+mn-ea"/>
              </a:rPr>
              <a:t>처리내역</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191</a:t>
            </a:fld>
            <a:endParaRPr lang="ko-KR" altLang="en-US" dirty="0">
              <a:latin typeface="맑은 고딕" panose="020B0503020000020004" pitchFamily="50" charset="-127"/>
              <a:ea typeface="맑은 고딕" panose="020B0503020000020004" pitchFamily="50" charset="-127"/>
            </a:endParaRPr>
          </a:p>
        </p:txBody>
      </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grpSp>
        <p:nvGrpSpPr>
          <p:cNvPr id="334" name="그룹 333"/>
          <p:cNvGrpSpPr/>
          <p:nvPr/>
        </p:nvGrpSpPr>
        <p:grpSpPr>
          <a:xfrm>
            <a:off x="416496" y="1091783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sp>
        <p:nvSpPr>
          <p:cNvPr id="431" name="직사각형 430"/>
          <p:cNvSpPr/>
          <p:nvPr/>
        </p:nvSpPr>
        <p:spPr>
          <a:xfrm>
            <a:off x="4232920" y="3453383"/>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chemeClr val="tx1">
              <a:lumMod val="50000"/>
              <a:lumOff val="5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513" name="Group 175"/>
          <p:cNvGraphicFramePr>
            <a:graphicFrameLocks noGrp="1"/>
          </p:cNvGraphicFramePr>
          <p:nvPr>
            <p:extLst>
              <p:ext uri="{D42A27DB-BD31-4B8C-83A1-F6EECF244321}">
                <p14:modId xmlns:p14="http://schemas.microsoft.com/office/powerpoint/2010/main" val="1094514544"/>
              </p:ext>
            </p:extLst>
          </p:nvPr>
        </p:nvGraphicFramePr>
        <p:xfrm>
          <a:off x="9499029" y="3284984"/>
          <a:ext cx="1404156" cy="60262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처리내역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관리자가 승인함</a:t>
                      </a:r>
                      <a:r>
                        <a:rPr lang="en-US" altLang="ko-KR" sz="800" kern="1200" dirty="0" smtClean="0">
                          <a:solidFill>
                            <a:schemeClr val="tx1">
                              <a:lumMod val="75000"/>
                              <a:lumOff val="25000"/>
                            </a:schemeClr>
                          </a:solidFill>
                          <a:latin typeface="+mn-lt"/>
                          <a:ea typeface="+mn-ea"/>
                          <a:cs typeface="+mn-cs"/>
                        </a:rPr>
                        <a:t>.</a:t>
                      </a: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관리자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수업운영도구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과목관리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시험관리 </a:t>
                      </a:r>
                      <a:r>
                        <a:rPr lang="en-US" altLang="ko-KR" sz="800" kern="1200" dirty="0" smtClean="0">
                          <a:solidFill>
                            <a:schemeClr val="tx1">
                              <a:lumMod val="75000"/>
                              <a:lumOff val="25000"/>
                            </a:schemeClr>
                          </a:solidFill>
                          <a:latin typeface="+mn-lt"/>
                          <a:ea typeface="+mn-ea"/>
                          <a:cs typeface="+mn-cs"/>
                        </a:rPr>
                        <a:t>&gt; </a:t>
                      </a:r>
                      <a:r>
                        <a:rPr lang="ko-KR" altLang="en-US" sz="800" kern="1200" dirty="0" err="1" smtClean="0">
                          <a:solidFill>
                            <a:schemeClr val="tx1">
                              <a:lumMod val="75000"/>
                              <a:lumOff val="25000"/>
                            </a:schemeClr>
                          </a:solidFill>
                          <a:latin typeface="+mn-lt"/>
                          <a:ea typeface="+mn-ea"/>
                          <a:cs typeface="+mn-cs"/>
                        </a:rPr>
                        <a:t>결시관리에서</a:t>
                      </a:r>
                      <a:r>
                        <a:rPr lang="ko-KR" altLang="en-US" sz="800" kern="1200" dirty="0" smtClean="0">
                          <a:solidFill>
                            <a:schemeClr val="tx1">
                              <a:lumMod val="75000"/>
                              <a:lumOff val="25000"/>
                            </a:schemeClr>
                          </a:solidFill>
                          <a:latin typeface="+mn-lt"/>
                          <a:ea typeface="+mn-ea"/>
                          <a:cs typeface="+mn-cs"/>
                        </a:rPr>
                        <a:t> 처리함</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처리상태 </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신청</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승인</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반려</a:t>
                      </a:r>
                      <a:endParaRPr lang="en-US" altLang="ko-KR" sz="800" kern="1200" dirty="0" smtClean="0">
                        <a:solidFill>
                          <a:schemeClr val="tx1">
                            <a:lumMod val="75000"/>
                            <a:lumOff val="25000"/>
                          </a:schemeClr>
                        </a:solidFill>
                        <a:latin typeface="+mn-lt"/>
                        <a:ea typeface="+mn-ea"/>
                        <a:cs typeface="+mn-cs"/>
                      </a:endParaRPr>
                    </a:p>
                    <a:p>
                      <a:pPr marL="0" indent="0" algn="l" defTabSz="914400" rtl="0" eaLnBrk="1" latinLnBrk="1" hangingPunct="1">
                        <a:lnSpc>
                          <a:spcPct val="150000"/>
                        </a:lnSpc>
                        <a:buFont typeface="Arial" panose="020B0604020202020204" pitchFamily="34" charset="0"/>
                        <a:buNone/>
                      </a:pPr>
                      <a:r>
                        <a:rPr lang="en-US" altLang="ko-KR" sz="800" kern="1200" dirty="0" smtClean="0">
                          <a:solidFill>
                            <a:schemeClr val="tx1">
                              <a:lumMod val="75000"/>
                              <a:lumOff val="25000"/>
                            </a:schemeClr>
                          </a:solidFill>
                          <a:latin typeface="+mn-lt"/>
                          <a:ea typeface="+mn-ea"/>
                          <a:cs typeface="+mn-cs"/>
                        </a:rPr>
                        <a:t>- </a:t>
                      </a:r>
                      <a:r>
                        <a:rPr lang="ko-KR" altLang="en-US" sz="800" kern="1200" dirty="0" err="1" smtClean="0">
                          <a:solidFill>
                            <a:schemeClr val="tx1">
                              <a:lumMod val="75000"/>
                              <a:lumOff val="25000"/>
                            </a:schemeClr>
                          </a:solidFill>
                          <a:latin typeface="+mn-lt"/>
                          <a:ea typeface="+mn-ea"/>
                          <a:cs typeface="+mn-cs"/>
                        </a:rPr>
                        <a:t>재신청</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승인</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반려</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215" name="Rectangle 122"/>
          <p:cNvSpPr>
            <a:spLocks noChangeArrowheads="1"/>
          </p:cNvSpPr>
          <p:nvPr/>
        </p:nvSpPr>
        <p:spPr bwMode="auto">
          <a:xfrm>
            <a:off x="8987588" y="3743466"/>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6" name="직사각형 215"/>
          <p:cNvSpPr/>
          <p:nvPr/>
        </p:nvSpPr>
        <p:spPr>
          <a:xfrm>
            <a:off x="1928663" y="3736082"/>
            <a:ext cx="2506547" cy="215444"/>
          </a:xfrm>
          <a:prstGeom prst="rect">
            <a:avLst/>
          </a:prstGeom>
        </p:spPr>
        <p:txBody>
          <a:bodyPr wrap="square">
            <a:spAutoFit/>
          </a:bodyPr>
          <a:lstStyle/>
          <a:p>
            <a:r>
              <a:rPr lang="ko-KR" altLang="en-US" sz="800" dirty="0">
                <a:solidFill>
                  <a:srgbClr val="506E92"/>
                </a:solidFill>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및 결과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pSp>
        <p:nvGrpSpPr>
          <p:cNvPr id="221" name="그룹 74"/>
          <p:cNvGrpSpPr>
            <a:grpSpLocks/>
          </p:cNvGrpSpPr>
          <p:nvPr/>
        </p:nvGrpSpPr>
        <p:grpSpPr bwMode="auto">
          <a:xfrm>
            <a:off x="4858228" y="5830227"/>
            <a:ext cx="1678948" cy="215444"/>
            <a:chOff x="5843761" y="3953547"/>
            <a:chExt cx="1769478" cy="256728"/>
          </a:xfrm>
        </p:grpSpPr>
        <p:sp>
          <p:nvSpPr>
            <p:cNvPr id="222"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23" name="그룹 86"/>
            <p:cNvGrpSpPr>
              <a:grpSpLocks/>
            </p:cNvGrpSpPr>
            <p:nvPr/>
          </p:nvGrpSpPr>
          <p:grpSpPr bwMode="auto">
            <a:xfrm>
              <a:off x="5889794" y="3953547"/>
              <a:ext cx="1723445" cy="256728"/>
              <a:chOff x="5889794" y="3953547"/>
              <a:chExt cx="1723445" cy="256728"/>
            </a:xfrm>
          </p:grpSpPr>
          <p:sp>
            <p:nvSpPr>
              <p:cNvPr id="2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345" name="Rectangle 122"/>
          <p:cNvSpPr>
            <a:spLocks noChangeArrowheads="1"/>
          </p:cNvSpPr>
          <p:nvPr/>
        </p:nvSpPr>
        <p:spPr bwMode="auto">
          <a:xfrm>
            <a:off x="8265368" y="4481019"/>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46" name="Rectangle 122"/>
          <p:cNvSpPr>
            <a:spLocks noChangeArrowheads="1"/>
          </p:cNvSpPr>
          <p:nvPr/>
        </p:nvSpPr>
        <p:spPr bwMode="auto">
          <a:xfrm>
            <a:off x="8265368" y="47209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47" name="Rectangle 122"/>
          <p:cNvSpPr>
            <a:spLocks noChangeArrowheads="1"/>
          </p:cNvSpPr>
          <p:nvPr/>
        </p:nvSpPr>
        <p:spPr bwMode="auto">
          <a:xfrm>
            <a:off x="8267404" y="495650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54" name="Rectangle 122"/>
          <p:cNvSpPr>
            <a:spLocks noChangeArrowheads="1"/>
          </p:cNvSpPr>
          <p:nvPr/>
        </p:nvSpPr>
        <p:spPr bwMode="auto">
          <a:xfrm>
            <a:off x="8274179" y="4235946"/>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78" name="Rectangle 122"/>
          <p:cNvSpPr>
            <a:spLocks noChangeArrowheads="1"/>
          </p:cNvSpPr>
          <p:nvPr/>
        </p:nvSpPr>
        <p:spPr bwMode="auto">
          <a:xfrm>
            <a:off x="8265368" y="520062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79" name="Rectangle 122"/>
          <p:cNvSpPr>
            <a:spLocks noChangeArrowheads="1"/>
          </p:cNvSpPr>
          <p:nvPr/>
        </p:nvSpPr>
        <p:spPr bwMode="auto">
          <a:xfrm>
            <a:off x="8267404" y="544569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처리내역</a:t>
            </a:r>
            <a:endParaRPr lang="ko-KR" altLang="en-US" sz="800" kern="0" dirty="0">
              <a:solidFill>
                <a:schemeClr val="tx1">
                  <a:lumMod val="75000"/>
                  <a:lumOff val="25000"/>
                </a:schemeClr>
              </a:solidFill>
              <a:latin typeface="+mn-ea"/>
              <a:ea typeface="+mn-ea"/>
            </a:endParaRPr>
          </a:p>
        </p:txBody>
      </p:sp>
      <p:sp>
        <p:nvSpPr>
          <p:cNvPr id="398" name="모서리가 둥근 직사각형 397"/>
          <p:cNvSpPr/>
          <p:nvPr/>
        </p:nvSpPr>
        <p:spPr>
          <a:xfrm>
            <a:off x="8056873" y="374958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err="1" smtClean="0">
                <a:solidFill>
                  <a:schemeClr val="bg1"/>
                </a:solidFill>
                <a:latin typeface="맑은 고딕" panose="020B0503020000020004" pitchFamily="50" charset="-127"/>
                <a:ea typeface="맑은 고딕" panose="020B0503020000020004" pitchFamily="50" charset="-127"/>
              </a:rPr>
              <a:t>결시</a:t>
            </a:r>
            <a:r>
              <a:rPr lang="ko-KR" altLang="en-US" sz="800" dirty="0" smtClean="0">
                <a:solidFill>
                  <a:schemeClr val="bg1"/>
                </a:solidFill>
                <a:latin typeface="맑은 고딕" panose="020B0503020000020004" pitchFamily="50" charset="-127"/>
                <a:ea typeface="맑은 고딕" panose="020B0503020000020004" pitchFamily="50" charset="-127"/>
              </a:rPr>
              <a:t> 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99" name="Rectangle 122"/>
          <p:cNvSpPr>
            <a:spLocks noChangeArrowheads="1"/>
          </p:cNvSpPr>
          <p:nvPr/>
        </p:nvSpPr>
        <p:spPr bwMode="auto">
          <a:xfrm>
            <a:off x="8858446" y="472514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err="1" smtClean="0">
                <a:solidFill>
                  <a:schemeClr val="tx1">
                    <a:lumMod val="75000"/>
                    <a:lumOff val="25000"/>
                  </a:schemeClr>
                </a:solidFill>
                <a:latin typeface="+mn-ea"/>
                <a:ea typeface="+mn-ea"/>
              </a:rPr>
              <a:t>재신청</a:t>
            </a:r>
            <a:endParaRPr lang="ko-KR" altLang="en-US" sz="800" kern="0" dirty="0">
              <a:solidFill>
                <a:schemeClr val="tx1">
                  <a:lumMod val="75000"/>
                  <a:lumOff val="25000"/>
                </a:schemeClr>
              </a:solidFill>
              <a:latin typeface="+mn-ea"/>
              <a:ea typeface="+mn-ea"/>
            </a:endParaRPr>
          </a:p>
        </p:txBody>
      </p:sp>
      <p:grpSp>
        <p:nvGrpSpPr>
          <p:cNvPr id="406" name="그룹 405"/>
          <p:cNvGrpSpPr/>
          <p:nvPr/>
        </p:nvGrpSpPr>
        <p:grpSpPr>
          <a:xfrm>
            <a:off x="8218457" y="4067547"/>
            <a:ext cx="234360" cy="200055"/>
            <a:chOff x="1152270" y="11706839"/>
            <a:chExt cx="234360" cy="200055"/>
          </a:xfrm>
        </p:grpSpPr>
        <p:sp>
          <p:nvSpPr>
            <p:cNvPr id="407" name="모서리가 둥근 직사각형 40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8" name="직사각형 40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78" name="그룹 177"/>
          <p:cNvGrpSpPr/>
          <p:nvPr/>
        </p:nvGrpSpPr>
        <p:grpSpPr>
          <a:xfrm>
            <a:off x="1180009" y="4545124"/>
            <a:ext cx="7013351" cy="5940660"/>
            <a:chOff x="740532" y="1672232"/>
            <a:chExt cx="7013351" cy="5940660"/>
          </a:xfrm>
        </p:grpSpPr>
        <p:sp>
          <p:nvSpPr>
            <p:cNvPr id="179" name="직사각형 178"/>
            <p:cNvSpPr/>
            <p:nvPr/>
          </p:nvSpPr>
          <p:spPr>
            <a:xfrm>
              <a:off x="740532" y="1672232"/>
              <a:ext cx="7010288" cy="5940660"/>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0" name="직사각형 179"/>
            <p:cNvSpPr/>
            <p:nvPr/>
          </p:nvSpPr>
          <p:spPr>
            <a:xfrm>
              <a:off x="748959" y="1681786"/>
              <a:ext cx="6991200"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bg1"/>
                  </a:solidFill>
                  <a:latin typeface="+mn-ea"/>
                </a:rPr>
                <a:t>처리내역</a:t>
              </a:r>
              <a:endParaRPr lang="en-US" altLang="ko-KR" sz="800" dirty="0">
                <a:solidFill>
                  <a:schemeClr val="bg1"/>
                </a:solidFill>
                <a:latin typeface="+mn-ea"/>
              </a:endParaRPr>
            </a:p>
          </p:txBody>
        </p:sp>
        <p:sp>
          <p:nvSpPr>
            <p:cNvPr id="181" name="직사각형 180"/>
            <p:cNvSpPr/>
            <p:nvPr/>
          </p:nvSpPr>
          <p:spPr>
            <a:xfrm>
              <a:off x="7485861" y="1681758"/>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82" name="모서리가 둥근 직사각형 181"/>
          <p:cNvSpPr/>
          <p:nvPr/>
        </p:nvSpPr>
        <p:spPr>
          <a:xfrm>
            <a:off x="4244641" y="10179768"/>
            <a:ext cx="900000" cy="162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닫기</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aphicFrame>
        <p:nvGraphicFramePr>
          <p:cNvPr id="183" name="표 182"/>
          <p:cNvGraphicFramePr>
            <a:graphicFrameLocks noGrp="1"/>
          </p:cNvGraphicFramePr>
          <p:nvPr>
            <p:extLst>
              <p:ext uri="{D42A27DB-BD31-4B8C-83A1-F6EECF244321}">
                <p14:modId xmlns:p14="http://schemas.microsoft.com/office/powerpoint/2010/main" val="2245284999"/>
              </p:ext>
            </p:extLst>
          </p:nvPr>
        </p:nvGraphicFramePr>
        <p:xfrm>
          <a:off x="1304975" y="8002599"/>
          <a:ext cx="6760626" cy="1974828"/>
        </p:xfrm>
        <a:graphic>
          <a:graphicData uri="http://schemas.openxmlformats.org/drawingml/2006/table">
            <a:tbl>
              <a:tblPr firstRow="1" bandRow="1">
                <a:tableStyleId>{5C22544A-7EE6-4342-B048-85BDC9FD1C3A}</a:tableStyleId>
              </a:tblPr>
              <a:tblGrid>
                <a:gridCol w="1135174"/>
                <a:gridCol w="2412268"/>
                <a:gridCol w="1224136"/>
                <a:gridCol w="1989048"/>
              </a:tblGrid>
              <a:tr h="285500">
                <a:tc>
                  <a:txBody>
                    <a:bodyPr/>
                    <a:lstStyle/>
                    <a:p>
                      <a:pPr algn="l" latinLnBrk="1"/>
                      <a:r>
                        <a:rPr lang="ko-KR" altLang="en-US" sz="800" b="0" dirty="0" smtClean="0">
                          <a:solidFill>
                            <a:schemeClr val="tx1">
                              <a:lumMod val="75000"/>
                              <a:lumOff val="25000"/>
                            </a:schemeClr>
                          </a:solidFill>
                          <a:latin typeface="+mn-ea"/>
                          <a:ea typeface="+mn-ea"/>
                        </a:rPr>
                        <a:t>대표아이디</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err="1" smtClean="0">
                          <a:solidFill>
                            <a:schemeClr val="tx1">
                              <a:lumMod val="75000"/>
                              <a:lumOff val="25000"/>
                            </a:schemeClr>
                          </a:solidFill>
                          <a:latin typeface="+mn-ea"/>
                          <a:ea typeface="+mn-ea"/>
                        </a:rPr>
                        <a:t>testid</a:t>
                      </a:r>
                      <a:r>
                        <a:rPr lang="en-US" altLang="ko-KR" sz="800" b="0" dirty="0" smtClean="0">
                          <a:solidFill>
                            <a:schemeClr val="tx1">
                              <a:lumMod val="75000"/>
                              <a:lumOff val="25000"/>
                            </a:schemeClr>
                          </a:solidFill>
                          <a:latin typeface="+mn-ea"/>
                          <a:ea typeface="+mn-ea"/>
                        </a:rPr>
                        <a:t>**3</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90125***59</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lnSpc>
                          <a:spcPct val="150000"/>
                        </a:lnSpc>
                      </a:pPr>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ko-KR" altLang="en-US" sz="800" b="0" dirty="0" smtClean="0">
                          <a:solidFill>
                            <a:schemeClr val="tx1">
                              <a:lumMod val="75000"/>
                              <a:lumOff val="25000"/>
                            </a:schemeClr>
                          </a:solidFill>
                          <a:latin typeface="맑은 고딕" panose="020B0503020000020004" pitchFamily="50" charset="-127"/>
                          <a:ea typeface="맑은 고딕" panose="020B0503020000020004" pitchFamily="50" charset="-127"/>
                        </a:rPr>
                        <a:t>학*자</a:t>
                      </a:r>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결시</a:t>
                      </a:r>
                      <a:r>
                        <a:rPr lang="ko-KR" altLang="en-US" sz="800" b="0" dirty="0" smtClean="0">
                          <a:solidFill>
                            <a:schemeClr val="tx1">
                              <a:lumMod val="75000"/>
                              <a:lumOff val="25000"/>
                            </a:schemeClr>
                          </a:solidFill>
                          <a:latin typeface="+mn-ea"/>
                          <a:ea typeface="+mn-ea"/>
                        </a:rPr>
                        <a:t> 사유</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예비군 동원 훈련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적용비율</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80 %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err="1" smtClean="0">
                          <a:solidFill>
                            <a:schemeClr val="tx1">
                              <a:lumMod val="75000"/>
                              <a:lumOff val="25000"/>
                            </a:schemeClr>
                          </a:solidFill>
                          <a:latin typeface="+mn-ea"/>
                          <a:ea typeface="+mn-ea"/>
                        </a:rPr>
                        <a:t>결시</a:t>
                      </a:r>
                      <a:r>
                        <a:rPr lang="ko-KR" altLang="en-US" sz="800" b="0" dirty="0" smtClean="0">
                          <a:solidFill>
                            <a:schemeClr val="tx1">
                              <a:lumMod val="75000"/>
                              <a:lumOff val="25000"/>
                            </a:schemeClr>
                          </a:solidFill>
                          <a:latin typeface="+mn-ea"/>
                          <a:ea typeface="+mn-ea"/>
                        </a:rPr>
                        <a:t> 사유 설명</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95368">
                <a:tc>
                  <a:txBody>
                    <a:bodyPr/>
                    <a:lstStyle/>
                    <a:p>
                      <a:pPr algn="l" latinLnBrk="1"/>
                      <a:r>
                        <a:rPr lang="ko-KR" altLang="en-US" sz="800" b="0" dirty="0" smtClean="0">
                          <a:solidFill>
                            <a:schemeClr val="tx1">
                              <a:lumMod val="75000"/>
                              <a:lumOff val="25000"/>
                            </a:schemeClr>
                          </a:solidFill>
                          <a:latin typeface="+mn-ea"/>
                          <a:ea typeface="+mn-ea"/>
                        </a:rPr>
                        <a:t>증빙자료</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84" name="직사각형 183"/>
          <p:cNvSpPr/>
          <p:nvPr/>
        </p:nvSpPr>
        <p:spPr>
          <a:xfrm>
            <a:off x="1214514" y="6525344"/>
            <a:ext cx="1019831"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결시원</a:t>
            </a:r>
            <a:r>
              <a:rPr lang="ko-KR" altLang="en-US" sz="800" b="1" dirty="0" smtClean="0">
                <a:solidFill>
                  <a:schemeClr val="tx1">
                    <a:lumMod val="75000"/>
                    <a:lumOff val="25000"/>
                  </a:schemeClr>
                </a:solidFill>
                <a:latin typeface="+mn-ea"/>
                <a:ea typeface="+mn-ea"/>
              </a:rPr>
              <a:t> 신청내역</a:t>
            </a:r>
            <a:endParaRPr lang="ko-KR" altLang="en-US" sz="800" b="1" dirty="0">
              <a:solidFill>
                <a:schemeClr val="tx1">
                  <a:lumMod val="75000"/>
                  <a:lumOff val="25000"/>
                </a:schemeClr>
              </a:solidFill>
              <a:latin typeface="+mn-ea"/>
              <a:ea typeface="+mn-ea"/>
            </a:endParaRPr>
          </a:p>
        </p:txBody>
      </p:sp>
      <p:graphicFrame>
        <p:nvGraphicFramePr>
          <p:cNvPr id="185" name="표 184"/>
          <p:cNvGraphicFramePr>
            <a:graphicFrameLocks noGrp="1"/>
          </p:cNvGraphicFramePr>
          <p:nvPr>
            <p:extLst>
              <p:ext uri="{D42A27DB-BD31-4B8C-83A1-F6EECF244321}">
                <p14:modId xmlns:p14="http://schemas.microsoft.com/office/powerpoint/2010/main" val="4066161331"/>
              </p:ext>
            </p:extLst>
          </p:nvPr>
        </p:nvGraphicFramePr>
        <p:xfrm>
          <a:off x="1297546" y="6771034"/>
          <a:ext cx="6751798" cy="1142000"/>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학수번호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시험구분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중간고사</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시험일시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2026.05.15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튜터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김*교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187" name="직사각형 186"/>
          <p:cNvSpPr/>
          <p:nvPr/>
        </p:nvSpPr>
        <p:spPr>
          <a:xfrm>
            <a:off x="1216013" y="4905164"/>
            <a:ext cx="675185"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처리내역</a:t>
            </a:r>
            <a:endParaRPr lang="ko-KR" altLang="en-US" sz="800" b="1" dirty="0">
              <a:solidFill>
                <a:schemeClr val="tx1">
                  <a:lumMod val="75000"/>
                  <a:lumOff val="25000"/>
                </a:schemeClr>
              </a:solidFill>
              <a:latin typeface="+mn-ea"/>
              <a:ea typeface="+mn-ea"/>
            </a:endParaRPr>
          </a:p>
        </p:txBody>
      </p:sp>
      <p:graphicFrame>
        <p:nvGraphicFramePr>
          <p:cNvPr id="188" name="표 187"/>
          <p:cNvGraphicFramePr>
            <a:graphicFrameLocks noGrp="1"/>
          </p:cNvGraphicFramePr>
          <p:nvPr>
            <p:extLst>
              <p:ext uri="{D42A27DB-BD31-4B8C-83A1-F6EECF244321}">
                <p14:modId xmlns:p14="http://schemas.microsoft.com/office/powerpoint/2010/main" val="1017648589"/>
              </p:ext>
            </p:extLst>
          </p:nvPr>
        </p:nvGraphicFramePr>
        <p:xfrm>
          <a:off x="1299045" y="5160379"/>
          <a:ext cx="6751798" cy="1211080"/>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처리상태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승인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처리일시</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2026.05.06 16:35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처리내용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sp>
        <p:nvSpPr>
          <p:cNvPr id="189" name="직사각형 188"/>
          <p:cNvSpPr/>
          <p:nvPr/>
        </p:nvSpPr>
        <p:spPr>
          <a:xfrm>
            <a:off x="6184565" y="6536377"/>
            <a:ext cx="1983235" cy="276999"/>
          </a:xfrm>
          <a:prstGeom prst="rect">
            <a:avLst/>
          </a:prstGeom>
        </p:spPr>
        <p:txBody>
          <a:bodyPr wrap="none">
            <a:spAutoFit/>
          </a:bodyPr>
          <a:lstStyle>
            <a:defPPr>
              <a:defRPr lang="ko-KR"/>
            </a:defPPr>
            <a:lvl1pPr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fontAlgn="auto">
              <a:lnSpc>
                <a:spcPct val="150000"/>
              </a:lnSpc>
              <a:spcBef>
                <a:spcPts val="0"/>
              </a:spcBef>
              <a:spcAft>
                <a:spcPts val="0"/>
              </a:spcAft>
              <a:defRPr/>
            </a:pPr>
            <a:r>
              <a:rPr lang="ko-KR" altLang="en-US" sz="800" dirty="0" smtClean="0">
                <a:solidFill>
                  <a:srgbClr val="0070C0"/>
                </a:solidFill>
                <a:latin typeface="+mn-ea"/>
                <a:ea typeface="+mn-ea"/>
              </a:rPr>
              <a:t>신청이력 </a:t>
            </a:r>
            <a:r>
              <a:rPr lang="en-US" altLang="ko-KR" sz="800" dirty="0" smtClean="0">
                <a:solidFill>
                  <a:srgbClr val="0070C0"/>
                </a:solidFill>
                <a:latin typeface="+mn-ea"/>
                <a:ea typeface="+mn-ea"/>
              </a:rPr>
              <a:t>: </a:t>
            </a:r>
            <a:r>
              <a:rPr lang="ko-KR" altLang="en-US" sz="800" dirty="0" smtClean="0">
                <a:solidFill>
                  <a:srgbClr val="0070C0"/>
                </a:solidFill>
                <a:latin typeface="+mn-ea"/>
                <a:ea typeface="+mn-ea"/>
              </a:rPr>
              <a:t>중간고사 </a:t>
            </a:r>
            <a:r>
              <a:rPr lang="en-US" altLang="ko-KR" sz="800" dirty="0" smtClean="0">
                <a:solidFill>
                  <a:srgbClr val="0070C0"/>
                </a:solidFill>
                <a:latin typeface="+mn-ea"/>
                <a:ea typeface="+mn-ea"/>
              </a:rPr>
              <a:t>(O),  </a:t>
            </a:r>
            <a:r>
              <a:rPr lang="ko-KR" altLang="en-US" sz="800" dirty="0" smtClean="0">
                <a:solidFill>
                  <a:srgbClr val="0070C0"/>
                </a:solidFill>
                <a:latin typeface="+mn-ea"/>
                <a:ea typeface="+mn-ea"/>
              </a:rPr>
              <a:t>기말고사 </a:t>
            </a:r>
            <a:r>
              <a:rPr lang="en-US" altLang="ko-KR" sz="800" dirty="0" smtClean="0">
                <a:solidFill>
                  <a:srgbClr val="0070C0"/>
                </a:solidFill>
                <a:latin typeface="+mn-ea"/>
                <a:ea typeface="+mn-ea"/>
              </a:rPr>
              <a:t>(X)</a:t>
            </a:r>
            <a:endParaRPr lang="ko-KR" altLang="en-US" sz="800" dirty="0">
              <a:solidFill>
                <a:srgbClr val="0070C0"/>
              </a:solidFill>
              <a:latin typeface="+mn-ea"/>
              <a:ea typeface="+mn-ea"/>
            </a:endParaRPr>
          </a:p>
        </p:txBody>
      </p:sp>
      <p:sp>
        <p:nvSpPr>
          <p:cNvPr id="191" name="TextBox 190"/>
          <p:cNvSpPr txBox="1"/>
          <p:nvPr/>
        </p:nvSpPr>
        <p:spPr>
          <a:xfrm>
            <a:off x="2413670" y="5805264"/>
            <a:ext cx="5158577" cy="648072"/>
          </a:xfrm>
          <a:prstGeom prst="rect">
            <a:avLst/>
          </a:prstGeom>
          <a:noFill/>
        </p:spPr>
        <p:txBody>
          <a:bodyPr wrap="square" rtlCol="0" anchor="t">
            <a:noAutofit/>
          </a:bodyPr>
          <a:lstStyle/>
          <a:p>
            <a:pPr>
              <a:lnSpc>
                <a:spcPct val="150000"/>
              </a:lnSpc>
            </a:pPr>
            <a:r>
              <a:rPr lang="ko-KR" altLang="en-US" sz="800" dirty="0" smtClean="0">
                <a:solidFill>
                  <a:schemeClr val="tx1">
                    <a:lumMod val="65000"/>
                    <a:lumOff val="35000"/>
                  </a:schemeClr>
                </a:solidFill>
                <a:latin typeface="+mn-ea"/>
                <a:ea typeface="+mn-ea"/>
              </a:rPr>
              <a:t>기말고사 성적의 </a:t>
            </a:r>
            <a:r>
              <a:rPr lang="en-US" altLang="ko-KR" sz="800" dirty="0" smtClean="0">
                <a:solidFill>
                  <a:schemeClr val="tx1">
                    <a:lumMod val="65000"/>
                    <a:lumOff val="35000"/>
                  </a:schemeClr>
                </a:solidFill>
                <a:latin typeface="+mn-ea"/>
                <a:ea typeface="+mn-ea"/>
              </a:rPr>
              <a:t>80^%</a:t>
            </a:r>
            <a:r>
              <a:rPr lang="ko-KR" altLang="en-US" sz="800" dirty="0" smtClean="0">
                <a:solidFill>
                  <a:schemeClr val="tx1">
                    <a:lumMod val="65000"/>
                    <a:lumOff val="35000"/>
                  </a:schemeClr>
                </a:solidFill>
                <a:latin typeface="+mn-ea"/>
                <a:ea typeface="+mn-ea"/>
              </a:rPr>
              <a:t>를 중간고사 성적으로 인정해 주겠습니다</a:t>
            </a:r>
            <a:r>
              <a:rPr lang="en-US" altLang="ko-KR" sz="800" dirty="0" smtClean="0">
                <a:solidFill>
                  <a:schemeClr val="tx1">
                    <a:lumMod val="65000"/>
                    <a:lumOff val="35000"/>
                  </a:schemeClr>
                </a:solidFill>
                <a:latin typeface="+mn-ea"/>
                <a:ea typeface="+mn-ea"/>
              </a:rPr>
              <a:t>.</a:t>
            </a:r>
          </a:p>
          <a:p>
            <a:pPr>
              <a:lnSpc>
                <a:spcPct val="150000"/>
              </a:lnSpc>
            </a:pPr>
            <a:r>
              <a:rPr lang="ko-KR" altLang="en-US" sz="800" dirty="0" smtClean="0">
                <a:solidFill>
                  <a:schemeClr val="tx1">
                    <a:lumMod val="65000"/>
                    <a:lumOff val="35000"/>
                  </a:schemeClr>
                </a:solidFill>
                <a:latin typeface="+mn-ea"/>
                <a:ea typeface="+mn-ea"/>
              </a:rPr>
              <a:t>기말고사까지 </a:t>
            </a:r>
            <a:r>
              <a:rPr lang="ko-KR" altLang="en-US" sz="800" dirty="0" err="1" smtClean="0">
                <a:solidFill>
                  <a:schemeClr val="tx1">
                    <a:lumMod val="65000"/>
                    <a:lumOff val="35000"/>
                  </a:schemeClr>
                </a:solidFill>
                <a:latin typeface="+mn-ea"/>
                <a:ea typeface="+mn-ea"/>
              </a:rPr>
              <a:t>결시하게</a:t>
            </a:r>
            <a:r>
              <a:rPr lang="ko-KR" altLang="en-US" sz="800" dirty="0" smtClean="0">
                <a:solidFill>
                  <a:schemeClr val="tx1">
                    <a:lumMod val="65000"/>
                    <a:lumOff val="35000"/>
                  </a:schemeClr>
                </a:solidFill>
                <a:latin typeface="+mn-ea"/>
                <a:ea typeface="+mn-ea"/>
              </a:rPr>
              <a:t> 되면 사유불문 </a:t>
            </a:r>
            <a:r>
              <a:rPr lang="en-US" altLang="ko-KR" sz="800" dirty="0" smtClean="0">
                <a:solidFill>
                  <a:schemeClr val="tx1">
                    <a:lumMod val="65000"/>
                    <a:lumOff val="35000"/>
                  </a:schemeClr>
                </a:solidFill>
                <a:latin typeface="+mn-ea"/>
                <a:ea typeface="+mn-ea"/>
              </a:rPr>
              <a:t>F</a:t>
            </a:r>
            <a:r>
              <a:rPr lang="ko-KR" altLang="en-US" sz="800" dirty="0" smtClean="0">
                <a:solidFill>
                  <a:schemeClr val="tx1">
                    <a:lumMod val="65000"/>
                    <a:lumOff val="35000"/>
                  </a:schemeClr>
                </a:solidFill>
                <a:latin typeface="+mn-ea"/>
                <a:ea typeface="+mn-ea"/>
              </a:rPr>
              <a:t>처리되니 기말고사를 꼭 응시하세요</a:t>
            </a:r>
            <a:endParaRPr lang="en-US" altLang="ko-KR" sz="800" dirty="0">
              <a:solidFill>
                <a:schemeClr val="tx1">
                  <a:lumMod val="65000"/>
                  <a:lumOff val="35000"/>
                </a:schemeClr>
              </a:solidFill>
              <a:latin typeface="+mn-ea"/>
              <a:ea typeface="+mn-ea"/>
            </a:endParaRPr>
          </a:p>
        </p:txBody>
      </p:sp>
      <p:sp>
        <p:nvSpPr>
          <p:cNvPr id="192" name="TextBox 191"/>
          <p:cNvSpPr txBox="1"/>
          <p:nvPr/>
        </p:nvSpPr>
        <p:spPr>
          <a:xfrm>
            <a:off x="2424811" y="8873033"/>
            <a:ext cx="5158577" cy="648072"/>
          </a:xfrm>
          <a:prstGeom prst="rect">
            <a:avLst/>
          </a:prstGeom>
          <a:noFill/>
        </p:spPr>
        <p:txBody>
          <a:bodyPr wrap="square" rtlCol="0" anchor="t">
            <a:noAutofit/>
          </a:bodyPr>
          <a:lstStyle/>
          <a:p>
            <a:pPr>
              <a:lnSpc>
                <a:spcPct val="150000"/>
              </a:lnSpc>
            </a:pPr>
            <a:r>
              <a:rPr lang="ko-KR" altLang="en-US" sz="800" dirty="0" err="1" smtClean="0">
                <a:solidFill>
                  <a:schemeClr val="tx1">
                    <a:lumMod val="65000"/>
                    <a:lumOff val="35000"/>
                  </a:schemeClr>
                </a:solidFill>
                <a:latin typeface="+mn-ea"/>
                <a:ea typeface="+mn-ea"/>
              </a:rPr>
              <a:t>결시사유설명</a:t>
            </a:r>
            <a:r>
              <a:rPr lang="ko-KR" altLang="en-US"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endParaRPr lang="en-US" altLang="ko-KR" sz="800" dirty="0" smtClean="0">
              <a:solidFill>
                <a:schemeClr val="tx1">
                  <a:lumMod val="65000"/>
                  <a:lumOff val="35000"/>
                </a:schemeClr>
              </a:solidFill>
              <a:latin typeface="+mn-ea"/>
              <a:ea typeface="+mn-ea"/>
            </a:endParaRPr>
          </a:p>
          <a:p>
            <a:pPr>
              <a:lnSpc>
                <a:spcPct val="150000"/>
              </a:lnSpc>
            </a:pP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결시사유설명</a:t>
            </a:r>
            <a:r>
              <a:rPr lang="ko-KR" altLang="en-US" sz="800" dirty="0">
                <a:solidFill>
                  <a:schemeClr val="tx1">
                    <a:lumMod val="65000"/>
                    <a:lumOff val="35000"/>
                  </a:schemeClr>
                </a:solidFill>
                <a:latin typeface="+mn-ea"/>
                <a:ea typeface="+mn-ea"/>
              </a:rPr>
              <a:t> </a:t>
            </a:r>
            <a:r>
              <a:rPr lang="ko-KR" altLang="en-US" sz="800" dirty="0" err="1">
                <a:solidFill>
                  <a:schemeClr val="tx1">
                    <a:lumMod val="65000"/>
                    <a:lumOff val="35000"/>
                  </a:schemeClr>
                </a:solidFill>
                <a:latin typeface="+mn-ea"/>
                <a:ea typeface="+mn-ea"/>
              </a:rPr>
              <a:t>결시사유설명</a:t>
            </a:r>
            <a:endParaRPr lang="en-US" altLang="ko-KR" sz="800" dirty="0">
              <a:solidFill>
                <a:schemeClr val="tx1">
                  <a:lumMod val="65000"/>
                  <a:lumOff val="35000"/>
                </a:schemeClr>
              </a:solidFill>
              <a:latin typeface="+mn-ea"/>
              <a:ea typeface="+mn-ea"/>
            </a:endParaRPr>
          </a:p>
        </p:txBody>
      </p:sp>
      <p:grpSp>
        <p:nvGrpSpPr>
          <p:cNvPr id="3" name="그룹 2"/>
          <p:cNvGrpSpPr/>
          <p:nvPr/>
        </p:nvGrpSpPr>
        <p:grpSpPr>
          <a:xfrm>
            <a:off x="2500536" y="9739245"/>
            <a:ext cx="2160000" cy="180000"/>
            <a:chOff x="2500536" y="9792203"/>
            <a:chExt cx="2160000" cy="180000"/>
          </a:xfrm>
        </p:grpSpPr>
        <p:sp>
          <p:nvSpPr>
            <p:cNvPr id="186" name="직사각형 185"/>
            <p:cNvSpPr/>
            <p:nvPr/>
          </p:nvSpPr>
          <p:spPr>
            <a:xfrm>
              <a:off x="2500536" y="9792203"/>
              <a:ext cx="2160000" cy="180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193" name="Picture 2"/>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523350" y="983772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195" name="꺾인 연결선 194"/>
          <p:cNvCxnSpPr>
            <a:stCxn id="354" idx="1"/>
            <a:endCxn id="180" idx="0"/>
          </p:cNvCxnSpPr>
          <p:nvPr/>
        </p:nvCxnSpPr>
        <p:spPr>
          <a:xfrm rot="10800000" flipV="1">
            <a:off x="4684037" y="4315146"/>
            <a:ext cx="3590143" cy="239532"/>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98" name="그룹 197"/>
          <p:cNvGrpSpPr/>
          <p:nvPr/>
        </p:nvGrpSpPr>
        <p:grpSpPr>
          <a:xfrm>
            <a:off x="2701702" y="5196796"/>
            <a:ext cx="234360" cy="200055"/>
            <a:chOff x="1152270" y="11706839"/>
            <a:chExt cx="234360" cy="200055"/>
          </a:xfrm>
        </p:grpSpPr>
        <p:sp>
          <p:nvSpPr>
            <p:cNvPr id="199" name="모서리가 둥근 직사각형 19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0" name="직사각형 19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2459478802"/>
      </p:ext>
    </p:extLst>
  </p:cSld>
  <p:clrMapOvr>
    <a:masterClrMapping/>
  </p:clrMapOvr>
  <p:transition>
    <p:wipe dir="r"/>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KNOU_UI_C02140000_21</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장애인</a:t>
            </a:r>
            <a:r>
              <a:rPr lang="en-US" altLang="ko-KR" sz="800" spc="-60" dirty="0" smtClean="0">
                <a:latin typeface="+mn-ea"/>
                <a:ea typeface="+mn-ea"/>
              </a:rPr>
              <a:t>/</a:t>
            </a:r>
            <a:r>
              <a:rPr lang="ko-KR" altLang="en-US" sz="800" spc="-60" dirty="0" smtClean="0">
                <a:latin typeface="+mn-ea"/>
                <a:ea typeface="+mn-ea"/>
              </a:rPr>
              <a:t>고령자 지원 </a:t>
            </a:r>
            <a:r>
              <a:rPr lang="en-US" altLang="ko-KR" sz="800" spc="-60" dirty="0" smtClean="0">
                <a:latin typeface="+mn-ea"/>
                <a:ea typeface="+mn-ea"/>
              </a:rPr>
              <a:t>: </a:t>
            </a:r>
            <a:r>
              <a:rPr lang="ko-KR" altLang="en-US" sz="800" spc="-60" dirty="0" smtClean="0">
                <a:latin typeface="+mn-ea"/>
                <a:ea typeface="+mn-ea"/>
              </a:rPr>
              <a:t>신청 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7052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4737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sp>
        <p:nvSpPr>
          <p:cNvPr id="431" name="직사각형 430"/>
          <p:cNvSpPr/>
          <p:nvPr/>
        </p:nvSpPr>
        <p:spPr>
          <a:xfrm>
            <a:off x="4232920" y="3453383"/>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513" name="Group 175"/>
          <p:cNvGraphicFramePr>
            <a:graphicFrameLocks noGrp="1"/>
          </p:cNvGraphicFramePr>
          <p:nvPr>
            <p:extLst>
              <p:ext uri="{D42A27DB-BD31-4B8C-83A1-F6EECF244321}">
                <p14:modId xmlns:p14="http://schemas.microsoft.com/office/powerpoint/2010/main" val="1128068613"/>
              </p:ext>
            </p:extLst>
          </p:nvPr>
        </p:nvGraphicFramePr>
        <p:xfrm>
          <a:off x="9499029" y="3284984"/>
          <a:ext cx="1404156" cy="58434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 인 경우 탭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 시험지원 신청기간에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신청 전 버튼</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 시험지원 신청 결과가 </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승인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인 경우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215" name="Rectangle 122"/>
          <p:cNvSpPr>
            <a:spLocks noChangeArrowheads="1"/>
          </p:cNvSpPr>
          <p:nvPr/>
        </p:nvSpPr>
        <p:spPr bwMode="auto">
          <a:xfrm>
            <a:off x="8987588" y="3743466"/>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6" name="직사각형 215"/>
          <p:cNvSpPr/>
          <p:nvPr/>
        </p:nvSpPr>
        <p:spPr>
          <a:xfrm>
            <a:off x="1928663" y="3736082"/>
            <a:ext cx="2506547" cy="215444"/>
          </a:xfrm>
          <a:prstGeom prst="rect">
            <a:avLst/>
          </a:prstGeom>
        </p:spPr>
        <p:txBody>
          <a:bodyPr wrap="square">
            <a:spAutoFit/>
          </a:bodyPr>
          <a:lstStyle/>
          <a:p>
            <a:r>
              <a:rPr lang="ko-KR" altLang="en-US" sz="800" dirty="0">
                <a:solidFill>
                  <a:srgbClr val="506E92"/>
                </a:solidFill>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및 결과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pSp>
        <p:nvGrpSpPr>
          <p:cNvPr id="221" name="그룹 74"/>
          <p:cNvGrpSpPr>
            <a:grpSpLocks/>
          </p:cNvGrpSpPr>
          <p:nvPr/>
        </p:nvGrpSpPr>
        <p:grpSpPr bwMode="auto">
          <a:xfrm>
            <a:off x="4858228" y="4528170"/>
            <a:ext cx="1678948" cy="215444"/>
            <a:chOff x="5843761" y="3953547"/>
            <a:chExt cx="1769478" cy="256728"/>
          </a:xfrm>
        </p:grpSpPr>
        <p:sp>
          <p:nvSpPr>
            <p:cNvPr id="222"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23" name="그룹 86"/>
            <p:cNvGrpSpPr>
              <a:grpSpLocks/>
            </p:cNvGrpSpPr>
            <p:nvPr/>
          </p:nvGrpSpPr>
          <p:grpSpPr bwMode="auto">
            <a:xfrm>
              <a:off x="5889794" y="3953547"/>
              <a:ext cx="1723445" cy="256728"/>
              <a:chOff x="5889794" y="3953547"/>
              <a:chExt cx="1723445" cy="256728"/>
            </a:xfrm>
          </p:grpSpPr>
          <p:sp>
            <p:nvSpPr>
              <p:cNvPr id="2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398" name="모서리가 둥근 직사각형 397"/>
          <p:cNvSpPr/>
          <p:nvPr/>
        </p:nvSpPr>
        <p:spPr>
          <a:xfrm>
            <a:off x="7520905" y="3749585"/>
            <a:ext cx="144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장애인</a:t>
            </a:r>
            <a:r>
              <a:rPr lang="en-US" altLang="ko-KR" sz="800" dirty="0" smtClean="0">
                <a:solidFill>
                  <a:schemeClr val="bg1"/>
                </a:solidFill>
                <a:latin typeface="맑은 고딕" panose="020B0503020000020004" pitchFamily="50" charset="-127"/>
                <a:ea typeface="맑은 고딕" panose="020B0503020000020004" pitchFamily="50" charset="-127"/>
              </a:rPr>
              <a:t>/</a:t>
            </a:r>
            <a:r>
              <a:rPr lang="ko-KR" altLang="en-US" sz="800" dirty="0" smtClean="0">
                <a:solidFill>
                  <a:schemeClr val="bg1"/>
                </a:solidFill>
                <a:latin typeface="맑은 고딕" panose="020B0503020000020004" pitchFamily="50" charset="-127"/>
                <a:ea typeface="맑은 고딕" panose="020B0503020000020004" pitchFamily="50" charset="-127"/>
              </a:rPr>
              <a:t>고령자 시험지원 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00" name="그룹 399"/>
          <p:cNvGrpSpPr/>
          <p:nvPr/>
        </p:nvGrpSpPr>
        <p:grpSpPr>
          <a:xfrm>
            <a:off x="5304229" y="3291428"/>
            <a:ext cx="234360" cy="200055"/>
            <a:chOff x="1152270" y="11706839"/>
            <a:chExt cx="234360" cy="200055"/>
          </a:xfrm>
        </p:grpSpPr>
        <p:sp>
          <p:nvSpPr>
            <p:cNvPr id="401" name="모서리가 둥근 직사각형 4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2" name="직사각형 40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03" name="그룹 402"/>
          <p:cNvGrpSpPr/>
          <p:nvPr/>
        </p:nvGrpSpPr>
        <p:grpSpPr>
          <a:xfrm>
            <a:off x="7473280" y="3577322"/>
            <a:ext cx="234360" cy="200055"/>
            <a:chOff x="1152270" y="11706839"/>
            <a:chExt cx="234360" cy="200055"/>
          </a:xfrm>
        </p:grpSpPr>
        <p:sp>
          <p:nvSpPr>
            <p:cNvPr id="404" name="모서리가 둥근 직사각형 4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5" name="직사각형 4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aphicFrame>
        <p:nvGraphicFramePr>
          <p:cNvPr id="178" name="Group 37"/>
          <p:cNvGraphicFramePr>
            <a:graphicFrameLocks noGrp="1"/>
          </p:cNvGraphicFramePr>
          <p:nvPr>
            <p:extLst>
              <p:ext uri="{D42A27DB-BD31-4B8C-83A1-F6EECF244321}">
                <p14:modId xmlns:p14="http://schemas.microsoft.com/office/powerpoint/2010/main" val="828428629"/>
              </p:ext>
            </p:extLst>
          </p:nvPr>
        </p:nvGraphicFramePr>
        <p:xfrm>
          <a:off x="1975898" y="4001223"/>
          <a:ext cx="7472123" cy="440637"/>
        </p:xfrm>
        <a:graphic>
          <a:graphicData uri="http://schemas.openxmlformats.org/drawingml/2006/table">
            <a:tbl>
              <a:tblPr/>
              <a:tblGrid>
                <a:gridCol w="240798">
                  <a:extLst>
                    <a:ext uri="{9D8B030D-6E8A-4147-A177-3AD203B41FA5}">
                      <a16:colId xmlns:a16="http://schemas.microsoft.com/office/drawing/2014/main" xmlns="" val="20001"/>
                    </a:ext>
                  </a:extLst>
                </a:gridCol>
                <a:gridCol w="1661474"/>
                <a:gridCol w="390716"/>
                <a:gridCol w="1204567"/>
                <a:gridCol w="1204567"/>
                <a:gridCol w="1479167"/>
                <a:gridCol w="645417"/>
                <a:gridCol w="645417"/>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학생 요청사항</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요청 결과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승인상태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취소요청</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gridSpan="8">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검색 결과가 없습니다</a:t>
                      </a:r>
                      <a:r>
                        <a:rPr kumimoji="1" lang="en-US" altLang="ko-KR" sz="800" b="0" i="0" u="none" strike="noStrike" cap="none" normalizeH="0" baseline="0" dirty="0" smtClean="0">
                          <a:ln>
                            <a:noFill/>
                          </a:ln>
                          <a:solidFill>
                            <a:schemeClr val="tx1">
                              <a:lumMod val="75000"/>
                              <a:lumOff val="25000"/>
                            </a:schemeClr>
                          </a:solidFill>
                          <a:effectLst/>
                          <a:latin typeface="+mn-ea"/>
                          <a:ea typeface="+mn-ea"/>
                        </a:rPr>
                        <a:t>.</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hMerge="1">
                  <a:txBody>
                    <a:bodyPr/>
                    <a:lstStyle/>
                    <a:p>
                      <a:pPr algn="l"/>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hMerge="1">
                  <a:txBody>
                    <a:bodyPr/>
                    <a:lstStyle/>
                    <a:p>
                      <a:pPr algn="ct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hMerge="1">
                  <a:txBody>
                    <a:bodyPr/>
                    <a:lstStyle/>
                    <a:p>
                      <a:pPr algn="l"/>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h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hMerge="1">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9" name="그룹 178"/>
          <p:cNvGrpSpPr/>
          <p:nvPr/>
        </p:nvGrpSpPr>
        <p:grpSpPr>
          <a:xfrm>
            <a:off x="579562" y="2166658"/>
            <a:ext cx="1386586" cy="5317057"/>
            <a:chOff x="579562" y="2166658"/>
            <a:chExt cx="1386586" cy="5317057"/>
          </a:xfrm>
        </p:grpSpPr>
        <p:grpSp>
          <p:nvGrpSpPr>
            <p:cNvPr id="180" name="그룹 179"/>
            <p:cNvGrpSpPr/>
            <p:nvPr/>
          </p:nvGrpSpPr>
          <p:grpSpPr>
            <a:xfrm>
              <a:off x="629956" y="3318264"/>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2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29956" y="3568824"/>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29955" y="3042501"/>
              <a:ext cx="1332000" cy="180000"/>
              <a:chOff x="666427" y="3266516"/>
              <a:chExt cx="1332000" cy="180000"/>
            </a:xfrm>
          </p:grpSpPr>
          <p:sp>
            <p:nvSpPr>
              <p:cNvPr id="257" name="모서리가 둥근 직사각형 25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5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29956" y="3854780"/>
              <a:ext cx="1332000" cy="180000"/>
              <a:chOff x="666428" y="4570824"/>
              <a:chExt cx="1332000" cy="180000"/>
            </a:xfrm>
          </p:grpSpPr>
          <p:sp>
            <p:nvSpPr>
              <p:cNvPr id="255" name="모서리가 둥근 직사각형 25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56"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29956" y="5316875"/>
              <a:ext cx="1332000" cy="180000"/>
              <a:chOff x="666428" y="5096004"/>
              <a:chExt cx="1332000" cy="180000"/>
            </a:xfrm>
          </p:grpSpPr>
          <p:sp>
            <p:nvSpPr>
              <p:cNvPr id="241" name="모서리가 둥근 직사각형 24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54"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4148" y="5634789"/>
              <a:ext cx="1332000" cy="180000"/>
              <a:chOff x="666428" y="3785432"/>
              <a:chExt cx="1332000" cy="180000"/>
            </a:xfrm>
          </p:grpSpPr>
          <p:sp>
            <p:nvSpPr>
              <p:cNvPr id="239" name="모서리가 둥근 직사각형 23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4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1150" y="4135825"/>
              <a:ext cx="1332000" cy="180000"/>
              <a:chOff x="666428" y="4570824"/>
              <a:chExt cx="1332000" cy="180000"/>
            </a:xfrm>
          </p:grpSpPr>
          <p:sp>
            <p:nvSpPr>
              <p:cNvPr id="233" name="모서리가 둥근 직사각형 23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34"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29956" y="4423395"/>
              <a:ext cx="1332000" cy="180000"/>
              <a:chOff x="666428" y="4310612"/>
              <a:chExt cx="1332000" cy="180000"/>
            </a:xfrm>
          </p:grpSpPr>
          <p:sp>
            <p:nvSpPr>
              <p:cNvPr id="231" name="모서리가 둥근 직사각형 2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3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8" name="TextBox 18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9" name="그룹 188"/>
            <p:cNvGrpSpPr/>
            <p:nvPr/>
          </p:nvGrpSpPr>
          <p:grpSpPr>
            <a:xfrm>
              <a:off x="632520" y="4723068"/>
              <a:ext cx="1332000" cy="180000"/>
              <a:chOff x="666428" y="4310612"/>
              <a:chExt cx="1332000" cy="180000"/>
            </a:xfrm>
          </p:grpSpPr>
          <p:sp>
            <p:nvSpPr>
              <p:cNvPr id="219" name="모서리가 둥근 직사각형 21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3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2520" y="2752353"/>
              <a:ext cx="1332000" cy="180000"/>
              <a:chOff x="666427" y="3266516"/>
              <a:chExt cx="1332000" cy="180000"/>
            </a:xfrm>
          </p:grpSpPr>
          <p:sp>
            <p:nvSpPr>
              <p:cNvPr id="217" name="모서리가 둥근 직사각형 21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1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2520" y="5005767"/>
              <a:ext cx="1332000" cy="180000"/>
              <a:chOff x="666428" y="4310612"/>
              <a:chExt cx="1332000" cy="180000"/>
            </a:xfrm>
          </p:grpSpPr>
          <p:sp>
            <p:nvSpPr>
              <p:cNvPr id="213" name="모서리가 둥근 직사각형 21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2520" y="6227787"/>
              <a:ext cx="1332000" cy="180000"/>
              <a:chOff x="666428" y="3785432"/>
              <a:chExt cx="1332000" cy="180000"/>
            </a:xfrm>
          </p:grpSpPr>
          <p:sp>
            <p:nvSpPr>
              <p:cNvPr id="211" name="모서리가 둥근 직사각형 21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6487872"/>
              <a:ext cx="1332000" cy="180000"/>
              <a:chOff x="666428" y="4310612"/>
              <a:chExt cx="1332000" cy="180000"/>
            </a:xfrm>
          </p:grpSpPr>
          <p:sp>
            <p:nvSpPr>
              <p:cNvPr id="209" name="모서리가 둥근 직사각형 20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2520" y="6773828"/>
              <a:ext cx="1332000" cy="180000"/>
              <a:chOff x="666428" y="4570824"/>
              <a:chExt cx="1332000" cy="180000"/>
            </a:xfrm>
          </p:grpSpPr>
          <p:sp>
            <p:nvSpPr>
              <p:cNvPr id="207" name="모서리가 둥근 직사각형 20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8"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2520" y="7053155"/>
              <a:ext cx="1332000" cy="180000"/>
              <a:chOff x="666428" y="3785432"/>
              <a:chExt cx="1332000" cy="180000"/>
            </a:xfrm>
          </p:grpSpPr>
          <p:sp>
            <p:nvSpPr>
              <p:cNvPr id="205" name="모서리가 둥근 직사각형 20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6" name="그룹 195"/>
            <p:cNvGrpSpPr/>
            <p:nvPr/>
          </p:nvGrpSpPr>
          <p:grpSpPr>
            <a:xfrm>
              <a:off x="632520" y="7303715"/>
              <a:ext cx="1332000" cy="180000"/>
              <a:chOff x="666428" y="4310612"/>
              <a:chExt cx="1332000" cy="180000"/>
            </a:xfrm>
          </p:grpSpPr>
          <p:sp>
            <p:nvSpPr>
              <p:cNvPr id="203" name="모서리가 둥근 직사각형 2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그룹 197"/>
            <p:cNvGrpSpPr/>
            <p:nvPr/>
          </p:nvGrpSpPr>
          <p:grpSpPr>
            <a:xfrm>
              <a:off x="622995" y="5922821"/>
              <a:ext cx="1332000" cy="180000"/>
              <a:chOff x="666427" y="3266516"/>
              <a:chExt cx="1332000" cy="180000"/>
            </a:xfrm>
          </p:grpSpPr>
          <p:sp>
            <p:nvSpPr>
              <p:cNvPr id="199" name="모서리가 둥근 직사각형 19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0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124537613"/>
      </p:ext>
    </p:extLst>
  </p:cSld>
  <p:clrMapOvr>
    <a:masterClrMapping/>
  </p:clrMapOvr>
  <p:transition>
    <p:wipe dir="r"/>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KNOU_UI_C02140000_22</a:t>
            </a:r>
            <a:endParaRPr lang="ko-KR" altLang="en-US" sz="800" spc="-60" dirty="0">
              <a:latin typeface="+mn-ea"/>
            </a:endParaRPr>
          </a:p>
        </p:txBody>
      </p:sp>
      <p:sp>
        <p:nvSpPr>
          <p:cNvPr id="86" name="TextBox 85"/>
          <p:cNvSpPr txBox="1"/>
          <p:nvPr/>
        </p:nvSpPr>
        <p:spPr>
          <a:xfrm>
            <a:off x="2248412" y="1086644"/>
            <a:ext cx="4320000"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장애인</a:t>
            </a:r>
            <a:r>
              <a:rPr lang="en-US" altLang="ko-KR" sz="800" spc="-60" dirty="0" smtClean="0">
                <a:latin typeface="+mn-ea"/>
                <a:ea typeface="+mn-ea"/>
              </a:rPr>
              <a:t>/</a:t>
            </a:r>
            <a:r>
              <a:rPr lang="ko-KR" altLang="en-US" sz="800" spc="-60" dirty="0" smtClean="0">
                <a:latin typeface="+mn-ea"/>
                <a:ea typeface="+mn-ea"/>
              </a:rPr>
              <a:t>고령자 지원 </a:t>
            </a:r>
            <a:r>
              <a:rPr lang="en-US" altLang="ko-KR" sz="800" spc="-60" dirty="0" smtClean="0">
                <a:latin typeface="+mn-ea"/>
                <a:ea typeface="+mn-ea"/>
              </a:rPr>
              <a:t>: </a:t>
            </a:r>
            <a:r>
              <a:rPr lang="ko-KR" altLang="en-US" sz="800" spc="-60" dirty="0" smtClean="0">
                <a:latin typeface="+mn-ea"/>
                <a:ea typeface="+mn-ea"/>
              </a:rPr>
              <a:t>신청 후</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7052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4737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7512"/>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평가</a:t>
            </a:r>
          </a:p>
        </p:txBody>
      </p:sp>
      <p:sp>
        <p:nvSpPr>
          <p:cNvPr id="325" name="직사각형 324"/>
          <p:cNvSpPr/>
          <p:nvPr/>
        </p:nvSpPr>
        <p:spPr>
          <a:xfrm>
            <a:off x="3105175" y="346176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 대체</a:t>
            </a:r>
          </a:p>
        </p:txBody>
      </p:sp>
      <p:sp>
        <p:nvSpPr>
          <p:cNvPr id="431" name="직사각형 430"/>
          <p:cNvSpPr/>
          <p:nvPr/>
        </p:nvSpPr>
        <p:spPr>
          <a:xfrm>
            <a:off x="4232920" y="3453383"/>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err="1" smtClean="0">
                <a:solidFill>
                  <a:schemeClr val="bg1"/>
                </a:solidFill>
                <a:latin typeface="맑은 고딕" panose="020B0503020000020004" pitchFamily="50" charset="-127"/>
                <a:ea typeface="맑은 고딕" panose="020B0503020000020004" pitchFamily="50" charset="-127"/>
              </a:rPr>
              <a:t>결시신청</a:t>
            </a:r>
            <a:r>
              <a:rPr lang="ko-KR" altLang="en-US" sz="800" b="1" dirty="0" smtClean="0">
                <a:solidFill>
                  <a:schemeClr val="bg1"/>
                </a:solidFill>
                <a:latin typeface="맑은 고딕" panose="020B0503020000020004" pitchFamily="50" charset="-127"/>
                <a:ea typeface="맑은 고딕" panose="020B0503020000020004" pitchFamily="50" charset="-127"/>
              </a:rPr>
              <a:t> 및 결과</a:t>
            </a:r>
          </a:p>
        </p:txBody>
      </p:sp>
      <p:sp>
        <p:nvSpPr>
          <p:cNvPr id="432" name="직사각형 431"/>
          <p:cNvSpPr/>
          <p:nvPr/>
        </p:nvSpPr>
        <p:spPr>
          <a:xfrm>
            <a:off x="5366118"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장애인</a:t>
            </a:r>
            <a:r>
              <a:rPr lang="en-US" altLang="ko-KR" sz="800" b="1" dirty="0" smtClean="0">
                <a:solidFill>
                  <a:schemeClr val="bg1"/>
                </a:solidFill>
                <a:latin typeface="맑은 고딕" panose="020B0503020000020004" pitchFamily="50" charset="-127"/>
                <a:ea typeface="맑은 고딕" panose="020B0503020000020004" pitchFamily="50" charset="-127"/>
              </a:rPr>
              <a:t>/</a:t>
            </a:r>
            <a:r>
              <a:rPr lang="ko-KR" altLang="en-US" sz="800" b="1" dirty="0" smtClean="0">
                <a:solidFill>
                  <a:schemeClr val="bg1"/>
                </a:solidFill>
                <a:latin typeface="맑은 고딕" panose="020B0503020000020004" pitchFamily="50" charset="-127"/>
                <a:ea typeface="맑은 고딕" panose="020B0503020000020004" pitchFamily="50" charset="-127"/>
              </a:rPr>
              <a:t>고령자지원</a:t>
            </a:r>
          </a:p>
        </p:txBody>
      </p:sp>
      <p:graphicFrame>
        <p:nvGraphicFramePr>
          <p:cNvPr id="513" name="Group 175"/>
          <p:cNvGraphicFramePr>
            <a:graphicFrameLocks noGrp="1"/>
          </p:cNvGraphicFramePr>
          <p:nvPr>
            <p:extLst>
              <p:ext uri="{D42A27DB-BD31-4B8C-83A1-F6EECF244321}">
                <p14:modId xmlns:p14="http://schemas.microsoft.com/office/powerpoint/2010/main" val="2315353850"/>
              </p:ext>
            </p:extLst>
          </p:nvPr>
        </p:nvGraphicFramePr>
        <p:xfrm>
          <a:off x="9499029" y="3284984"/>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장애인</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고령자 인 경우 </a:t>
                      </a:r>
                      <a:r>
                        <a:rPr lang="ko-KR" altLang="en-US" sz="800" kern="1200" dirty="0" err="1" smtClean="0">
                          <a:solidFill>
                            <a:schemeClr val="tx1">
                              <a:lumMod val="75000"/>
                              <a:lumOff val="25000"/>
                            </a:schemeClr>
                          </a:solidFill>
                          <a:latin typeface="+mn-ea"/>
                          <a:ea typeface="+mn-ea"/>
                          <a:cs typeface="+mn-cs"/>
                        </a:rPr>
                        <a:t>택</a:t>
                      </a:r>
                      <a:r>
                        <a:rPr lang="ko-KR" altLang="en-US" sz="800" kern="1200" dirty="0" smtClean="0">
                          <a:solidFill>
                            <a:schemeClr val="tx1">
                              <a:lumMod val="75000"/>
                              <a:lumOff val="25000"/>
                            </a:schemeClr>
                          </a:solidFill>
                          <a:latin typeface="+mn-ea"/>
                          <a:ea typeface="+mn-ea"/>
                          <a:cs typeface="+mn-cs"/>
                        </a:rPr>
                        <a:t>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신청 후 버튼</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관리자 </a:t>
                      </a:r>
                      <a:r>
                        <a:rPr lang="en-US" altLang="ko-KR" sz="800" kern="1200" dirty="0" smtClean="0">
                          <a:solidFill>
                            <a:schemeClr val="tx1">
                              <a:lumMod val="75000"/>
                              <a:lumOff val="25000"/>
                            </a:schemeClr>
                          </a:solidFill>
                          <a:latin typeface="+mn-ea"/>
                          <a:ea typeface="+mn-ea"/>
                          <a:cs typeface="+mn-cs"/>
                        </a:rPr>
                        <a:t>&gt;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수업운영도구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과목관리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시험관리 </a:t>
                      </a:r>
                      <a:r>
                        <a:rPr lang="en-US" altLang="ko-KR" sz="800" kern="1200" baseline="0" dirty="0" smtClean="0">
                          <a:solidFill>
                            <a:schemeClr val="tx1">
                              <a:lumMod val="75000"/>
                              <a:lumOff val="25000"/>
                            </a:schemeClr>
                          </a:solidFill>
                          <a:latin typeface="+mn-ea"/>
                          <a:ea typeface="+mn-ea"/>
                          <a:cs typeface="+mn-cs"/>
                        </a:rPr>
                        <a:t>&gt; </a:t>
                      </a:r>
                      <a:r>
                        <a:rPr lang="ko-KR" altLang="en-US" sz="800" kern="1200" baseline="0" dirty="0" smtClean="0">
                          <a:solidFill>
                            <a:schemeClr val="tx1">
                              <a:lumMod val="75000"/>
                              <a:lumOff val="25000"/>
                            </a:schemeClr>
                          </a:solidFill>
                          <a:latin typeface="+mn-ea"/>
                          <a:ea typeface="+mn-ea"/>
                          <a:cs typeface="+mn-cs"/>
                        </a:rPr>
                        <a:t>장애인</a:t>
                      </a:r>
                      <a:r>
                        <a:rPr lang="en-US" altLang="ko-KR" sz="800" kern="1200" baseline="0" dirty="0" smtClean="0">
                          <a:solidFill>
                            <a:schemeClr val="tx1">
                              <a:lumMod val="75000"/>
                              <a:lumOff val="25000"/>
                            </a:schemeClr>
                          </a:solidFill>
                          <a:latin typeface="+mn-ea"/>
                          <a:ea typeface="+mn-ea"/>
                          <a:cs typeface="+mn-cs"/>
                        </a:rPr>
                        <a:t>/</a:t>
                      </a:r>
                      <a:r>
                        <a:rPr lang="ko-KR" altLang="en-US" sz="800" kern="1200" baseline="0" dirty="0" smtClean="0">
                          <a:solidFill>
                            <a:schemeClr val="tx1">
                              <a:lumMod val="75000"/>
                              <a:lumOff val="25000"/>
                            </a:schemeClr>
                          </a:solidFill>
                          <a:latin typeface="+mn-ea"/>
                          <a:ea typeface="+mn-ea"/>
                          <a:cs typeface="+mn-cs"/>
                        </a:rPr>
                        <a:t>고령자 시험지원관리에서 승인관리 함</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sp>
        <p:nvSpPr>
          <p:cNvPr id="215" name="Rectangle 122"/>
          <p:cNvSpPr>
            <a:spLocks noChangeArrowheads="1"/>
          </p:cNvSpPr>
          <p:nvPr/>
        </p:nvSpPr>
        <p:spPr bwMode="auto">
          <a:xfrm>
            <a:off x="8987588" y="3743466"/>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216" name="직사각형 215"/>
          <p:cNvSpPr/>
          <p:nvPr/>
        </p:nvSpPr>
        <p:spPr>
          <a:xfrm>
            <a:off x="1928663" y="3736082"/>
            <a:ext cx="2506547" cy="215444"/>
          </a:xfrm>
          <a:prstGeom prst="rect">
            <a:avLst/>
          </a:prstGeom>
        </p:spPr>
        <p:txBody>
          <a:bodyPr wrap="square">
            <a:spAutoFit/>
          </a:bodyPr>
          <a:lstStyle/>
          <a:p>
            <a:r>
              <a:rPr lang="ko-KR" altLang="en-US" sz="800" dirty="0">
                <a:solidFill>
                  <a:srgbClr val="506E92"/>
                </a:solidFill>
              </a:rPr>
              <a:t>● </a:t>
            </a:r>
            <a:r>
              <a:rPr lang="ko-KR" altLang="en-US" sz="800" dirty="0" err="1" smtClean="0">
                <a:solidFill>
                  <a:schemeClr val="tx1">
                    <a:lumMod val="75000"/>
                    <a:lumOff val="25000"/>
                  </a:schemeClr>
                </a:solidFill>
                <a:latin typeface="+mn-ea"/>
                <a:ea typeface="+mn-ea"/>
              </a:rPr>
              <a:t>결시신청</a:t>
            </a:r>
            <a:r>
              <a:rPr lang="ko-KR" altLang="en-US" sz="800" dirty="0" smtClean="0">
                <a:solidFill>
                  <a:schemeClr val="tx1">
                    <a:lumMod val="75000"/>
                    <a:lumOff val="25000"/>
                  </a:schemeClr>
                </a:solidFill>
                <a:latin typeface="+mn-ea"/>
                <a:ea typeface="+mn-ea"/>
              </a:rPr>
              <a:t> 및 결과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220" name="Group 37"/>
          <p:cNvGraphicFramePr>
            <a:graphicFrameLocks noGrp="1"/>
          </p:cNvGraphicFramePr>
          <p:nvPr>
            <p:extLst>
              <p:ext uri="{D42A27DB-BD31-4B8C-83A1-F6EECF244321}">
                <p14:modId xmlns:p14="http://schemas.microsoft.com/office/powerpoint/2010/main" val="2021833327"/>
              </p:ext>
            </p:extLst>
          </p:nvPr>
        </p:nvGraphicFramePr>
        <p:xfrm>
          <a:off x="1975898" y="4001223"/>
          <a:ext cx="7472123" cy="440637"/>
        </p:xfrm>
        <a:graphic>
          <a:graphicData uri="http://schemas.openxmlformats.org/drawingml/2006/table">
            <a:tbl>
              <a:tblPr/>
              <a:tblGrid>
                <a:gridCol w="240798">
                  <a:extLst>
                    <a:ext uri="{9D8B030D-6E8A-4147-A177-3AD203B41FA5}">
                      <a16:colId xmlns:a16="http://schemas.microsoft.com/office/drawing/2014/main" xmlns="" val="20001"/>
                    </a:ext>
                  </a:extLst>
                </a:gridCol>
                <a:gridCol w="1661474"/>
                <a:gridCol w="390716"/>
                <a:gridCol w="1204567"/>
                <a:gridCol w="1204567"/>
                <a:gridCol w="1479167"/>
                <a:gridCol w="645417"/>
                <a:gridCol w="645417"/>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학생 요청사항</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요청 결과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승인상태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취소요청</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데이터베이스의 이해활용</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ctr"/>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중간고사</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기말고사</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시간연장</a:t>
                      </a:r>
                      <a:r>
                        <a:rPr lang="en-US" altLang="ko-KR" sz="800" b="0" kern="1200" dirty="0" smtClean="0">
                          <a:solidFill>
                            <a:schemeClr val="tx1">
                              <a:lumMod val="75000"/>
                              <a:lumOff val="25000"/>
                            </a:schemeClr>
                          </a:solidFill>
                          <a:latin typeface="+mn-ea"/>
                          <a:ea typeface="+mn-ea"/>
                          <a:cs typeface="+mn-cs"/>
                        </a:rPr>
                        <a:t>/</a:t>
                      </a:r>
                      <a:r>
                        <a:rPr lang="ko-KR" altLang="en-US" sz="800" b="0" kern="1200" dirty="0" smtClean="0">
                          <a:solidFill>
                            <a:schemeClr val="tx1">
                              <a:lumMod val="75000"/>
                              <a:lumOff val="25000"/>
                            </a:schemeClr>
                          </a:solidFill>
                          <a:latin typeface="+mn-ea"/>
                          <a:ea typeface="+mn-ea"/>
                          <a:cs typeface="+mn-cs"/>
                        </a:rPr>
                        <a:t>시간연장</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연장</a:t>
                      </a:r>
                      <a:r>
                        <a:rPr lang="en-US" altLang="ko-KR" sz="800" b="0" kern="1200" dirty="0" smtClean="0">
                          <a:solidFill>
                            <a:schemeClr val="tx1">
                              <a:lumMod val="75000"/>
                              <a:lumOff val="25000"/>
                            </a:schemeClr>
                          </a:solidFill>
                          <a:latin typeface="+mn-ea"/>
                          <a:ea typeface="+mn-ea"/>
                          <a:cs typeface="+mn-cs"/>
                        </a:rPr>
                        <a:t>(20</a:t>
                      </a:r>
                      <a:r>
                        <a:rPr lang="ko-KR" altLang="en-US" sz="800" b="0" kern="1200" dirty="0" smtClean="0">
                          <a:solidFill>
                            <a:schemeClr val="tx1">
                              <a:lumMod val="75000"/>
                              <a:lumOff val="25000"/>
                            </a:schemeClr>
                          </a:solidFill>
                          <a:latin typeface="+mn-ea"/>
                          <a:ea typeface="+mn-ea"/>
                          <a:cs typeface="+mn-cs"/>
                        </a:rPr>
                        <a:t>분</a:t>
                      </a:r>
                      <a:r>
                        <a:rPr lang="en-US" altLang="ko-KR" sz="800" b="0" kern="1200" dirty="0" smtClean="0">
                          <a:solidFill>
                            <a:schemeClr val="tx1">
                              <a:lumMod val="75000"/>
                              <a:lumOff val="25000"/>
                            </a:schemeClr>
                          </a:solidFill>
                          <a:latin typeface="+mn-ea"/>
                          <a:ea typeface="+mn-ea"/>
                          <a:cs typeface="+mn-cs"/>
                        </a:rPr>
                        <a:t>) / </a:t>
                      </a:r>
                      <a:r>
                        <a:rPr lang="ko-KR" altLang="en-US" sz="800" b="0" kern="1200" dirty="0" smtClean="0">
                          <a:solidFill>
                            <a:schemeClr val="tx1">
                              <a:lumMod val="75000"/>
                              <a:lumOff val="25000"/>
                            </a:schemeClr>
                          </a:solidFill>
                          <a:latin typeface="+mn-ea"/>
                          <a:ea typeface="+mn-ea"/>
                          <a:cs typeface="+mn-cs"/>
                        </a:rPr>
                        <a:t>연장</a:t>
                      </a:r>
                      <a:r>
                        <a:rPr lang="en-US" altLang="ko-KR" sz="800" b="0" kern="1200" dirty="0" smtClean="0">
                          <a:solidFill>
                            <a:schemeClr val="tx1">
                              <a:lumMod val="75000"/>
                              <a:lumOff val="25000"/>
                            </a:schemeClr>
                          </a:solidFill>
                          <a:latin typeface="+mn-ea"/>
                          <a:ea typeface="+mn-ea"/>
                          <a:cs typeface="+mn-cs"/>
                        </a:rPr>
                        <a:t>(15</a:t>
                      </a:r>
                      <a:r>
                        <a:rPr lang="ko-KR" altLang="en-US" sz="800" b="0" kern="1200" dirty="0" smtClean="0">
                          <a:solidFill>
                            <a:schemeClr val="tx1">
                              <a:lumMod val="75000"/>
                              <a:lumOff val="25000"/>
                            </a:schemeClr>
                          </a:solidFill>
                          <a:latin typeface="+mn-ea"/>
                          <a:ea typeface="+mn-ea"/>
                          <a:cs typeface="+mn-cs"/>
                        </a:rPr>
                        <a:t>분</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승인완료</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21" name="그룹 74"/>
          <p:cNvGrpSpPr>
            <a:grpSpLocks/>
          </p:cNvGrpSpPr>
          <p:nvPr/>
        </p:nvGrpSpPr>
        <p:grpSpPr bwMode="auto">
          <a:xfrm>
            <a:off x="4858228" y="4528170"/>
            <a:ext cx="1678948" cy="215444"/>
            <a:chOff x="5843761" y="3953547"/>
            <a:chExt cx="1769478" cy="256728"/>
          </a:xfrm>
        </p:grpSpPr>
        <p:sp>
          <p:nvSpPr>
            <p:cNvPr id="222"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23" name="그룹 86"/>
            <p:cNvGrpSpPr>
              <a:grpSpLocks/>
            </p:cNvGrpSpPr>
            <p:nvPr/>
          </p:nvGrpSpPr>
          <p:grpSpPr bwMode="auto">
            <a:xfrm>
              <a:off x="5889794" y="3953547"/>
              <a:ext cx="1723445" cy="256728"/>
              <a:chOff x="5889794" y="3953547"/>
              <a:chExt cx="1723445" cy="256728"/>
            </a:xfrm>
          </p:grpSpPr>
          <p:sp>
            <p:nvSpPr>
              <p:cNvPr id="224"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5"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26"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7"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8"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29"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398" name="모서리가 둥근 직사각형 397"/>
          <p:cNvSpPr/>
          <p:nvPr/>
        </p:nvSpPr>
        <p:spPr>
          <a:xfrm>
            <a:off x="7520905" y="3749585"/>
            <a:ext cx="144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장애인</a:t>
            </a:r>
            <a:r>
              <a:rPr lang="en-US" altLang="ko-KR" sz="800" dirty="0" smtClean="0">
                <a:solidFill>
                  <a:schemeClr val="bg1"/>
                </a:solidFill>
                <a:latin typeface="맑은 고딕" panose="020B0503020000020004" pitchFamily="50" charset="-127"/>
                <a:ea typeface="맑은 고딕" panose="020B0503020000020004" pitchFamily="50" charset="-127"/>
              </a:rPr>
              <a:t>/</a:t>
            </a:r>
            <a:r>
              <a:rPr lang="ko-KR" altLang="en-US" sz="800" dirty="0" smtClean="0">
                <a:solidFill>
                  <a:schemeClr val="bg1"/>
                </a:solidFill>
                <a:latin typeface="맑은 고딕" panose="020B0503020000020004" pitchFamily="50" charset="-127"/>
                <a:ea typeface="맑은 고딕" panose="020B0503020000020004" pitchFamily="50" charset="-127"/>
              </a:rPr>
              <a:t>고령자 시험지원 취소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400" name="그룹 399"/>
          <p:cNvGrpSpPr/>
          <p:nvPr/>
        </p:nvGrpSpPr>
        <p:grpSpPr>
          <a:xfrm>
            <a:off x="5304229" y="3291428"/>
            <a:ext cx="234360" cy="200055"/>
            <a:chOff x="1152270" y="11706839"/>
            <a:chExt cx="234360" cy="200055"/>
          </a:xfrm>
        </p:grpSpPr>
        <p:sp>
          <p:nvSpPr>
            <p:cNvPr id="401" name="모서리가 둥근 직사각형 4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2" name="직사각형 40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403" name="그룹 402"/>
          <p:cNvGrpSpPr/>
          <p:nvPr/>
        </p:nvGrpSpPr>
        <p:grpSpPr>
          <a:xfrm>
            <a:off x="8015636" y="3577322"/>
            <a:ext cx="234360" cy="200055"/>
            <a:chOff x="1152270" y="11706839"/>
            <a:chExt cx="234360" cy="200055"/>
          </a:xfrm>
        </p:grpSpPr>
        <p:sp>
          <p:nvSpPr>
            <p:cNvPr id="404" name="모서리가 둥근 직사각형 4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5" name="직사각형 40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165" name="사각형 설명선 164"/>
          <p:cNvSpPr/>
          <p:nvPr/>
        </p:nvSpPr>
        <p:spPr>
          <a:xfrm>
            <a:off x="6743675" y="4917139"/>
            <a:ext cx="2610439" cy="751880"/>
          </a:xfrm>
          <a:prstGeom prst="wedgeRectCallout">
            <a:avLst>
              <a:gd name="adj1" fmla="val 34943"/>
              <a:gd name="adj2" fmla="val -118948"/>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신청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학생 신청 시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승인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관리</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자</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승인 시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승인되면 일반학생과 동일한 조건으로 시험 진행</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50000"/>
              </a:lnSpc>
            </a:pP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EMS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연계 시 일반학생으로 전달</a:t>
            </a:r>
          </a:p>
        </p:txBody>
      </p:sp>
      <p:grpSp>
        <p:nvGrpSpPr>
          <p:cNvPr id="166" name="그룹 165"/>
          <p:cNvGrpSpPr/>
          <p:nvPr/>
        </p:nvGrpSpPr>
        <p:grpSpPr>
          <a:xfrm>
            <a:off x="9014023" y="4210405"/>
            <a:ext cx="234360" cy="200055"/>
            <a:chOff x="1152270" y="11706839"/>
            <a:chExt cx="234360" cy="200055"/>
          </a:xfrm>
        </p:grpSpPr>
        <p:sp>
          <p:nvSpPr>
            <p:cNvPr id="167" name="모서리가 둥근 직사각형 1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68" name="직사각형 16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69" name="그룹 168"/>
          <p:cNvGrpSpPr/>
          <p:nvPr/>
        </p:nvGrpSpPr>
        <p:grpSpPr>
          <a:xfrm>
            <a:off x="579562" y="2166658"/>
            <a:ext cx="1386586" cy="5317057"/>
            <a:chOff x="579562" y="2166658"/>
            <a:chExt cx="1386586" cy="5317057"/>
          </a:xfrm>
        </p:grpSpPr>
        <p:grpSp>
          <p:nvGrpSpPr>
            <p:cNvPr id="170" name="그룹 169"/>
            <p:cNvGrpSpPr/>
            <p:nvPr/>
          </p:nvGrpSpPr>
          <p:grpSpPr>
            <a:xfrm>
              <a:off x="629956" y="3318264"/>
              <a:ext cx="1332000" cy="180000"/>
              <a:chOff x="666428" y="3785432"/>
              <a:chExt cx="1332000" cy="180000"/>
            </a:xfrm>
          </p:grpSpPr>
          <p:sp>
            <p:nvSpPr>
              <p:cNvPr id="240" name="모서리가 둥근 직사각형 23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4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3568824"/>
              <a:ext cx="1332000" cy="180000"/>
              <a:chOff x="666428" y="4310612"/>
              <a:chExt cx="1332000" cy="180000"/>
            </a:xfrm>
          </p:grpSpPr>
          <p:sp>
            <p:nvSpPr>
              <p:cNvPr id="234" name="모서리가 둥근 직사각형 23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3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29955" y="3042501"/>
              <a:ext cx="1332000" cy="180000"/>
              <a:chOff x="666427" y="3266516"/>
              <a:chExt cx="1332000" cy="180000"/>
            </a:xfrm>
          </p:grpSpPr>
          <p:sp>
            <p:nvSpPr>
              <p:cNvPr id="232" name="모서리가 둥근 직사각형 231"/>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33"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29956" y="3854780"/>
              <a:ext cx="1332000" cy="180000"/>
              <a:chOff x="666428" y="4570824"/>
              <a:chExt cx="1332000" cy="180000"/>
            </a:xfrm>
          </p:grpSpPr>
          <p:sp>
            <p:nvSpPr>
              <p:cNvPr id="230" name="모서리가 둥근 직사각형 229"/>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3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6" y="5316875"/>
              <a:ext cx="1332000" cy="180000"/>
              <a:chOff x="666428" y="5096004"/>
              <a:chExt cx="1332000" cy="180000"/>
            </a:xfrm>
          </p:grpSpPr>
          <p:sp>
            <p:nvSpPr>
              <p:cNvPr id="218" name="모서리가 둥근 직사각형 217"/>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19"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34148" y="5634789"/>
              <a:ext cx="1332000" cy="180000"/>
              <a:chOff x="666428" y="3785432"/>
              <a:chExt cx="1332000" cy="180000"/>
            </a:xfrm>
          </p:grpSpPr>
          <p:sp>
            <p:nvSpPr>
              <p:cNvPr id="214" name="모서리가 둥근 직사각형 21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1150" y="4135825"/>
              <a:ext cx="1332000" cy="180000"/>
              <a:chOff x="666428" y="4570824"/>
              <a:chExt cx="1332000" cy="180000"/>
            </a:xfrm>
          </p:grpSpPr>
          <p:sp>
            <p:nvSpPr>
              <p:cNvPr id="212" name="모서리가 둥근 직사각형 21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1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29956" y="4423395"/>
              <a:ext cx="1332000" cy="180000"/>
              <a:chOff x="666428" y="4310612"/>
              <a:chExt cx="1332000" cy="180000"/>
            </a:xfrm>
          </p:grpSpPr>
          <p:sp>
            <p:nvSpPr>
              <p:cNvPr id="210" name="모서리가 둥근 직사각형 20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11"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9" name="TextBox 178"/>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0" name="그룹 179"/>
            <p:cNvGrpSpPr/>
            <p:nvPr/>
          </p:nvGrpSpPr>
          <p:grpSpPr>
            <a:xfrm>
              <a:off x="632520" y="4723068"/>
              <a:ext cx="1332000" cy="180000"/>
              <a:chOff x="666428" y="4310612"/>
              <a:chExt cx="1332000" cy="180000"/>
            </a:xfrm>
          </p:grpSpPr>
          <p:sp>
            <p:nvSpPr>
              <p:cNvPr id="208" name="모서리가 둥근 직사각형 207"/>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09"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32520" y="2752353"/>
              <a:ext cx="1332000" cy="180000"/>
              <a:chOff x="666427" y="3266516"/>
              <a:chExt cx="1332000" cy="180000"/>
            </a:xfrm>
          </p:grpSpPr>
          <p:sp>
            <p:nvSpPr>
              <p:cNvPr id="206" name="모서리가 둥근 직사각형 20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0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2520" y="5005767"/>
              <a:ext cx="1332000" cy="180000"/>
              <a:chOff x="666428" y="4310612"/>
              <a:chExt cx="1332000" cy="180000"/>
            </a:xfrm>
          </p:grpSpPr>
          <p:sp>
            <p:nvSpPr>
              <p:cNvPr id="204" name="모서리가 둥근 직사각형 20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0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2520" y="6227787"/>
              <a:ext cx="1332000" cy="180000"/>
              <a:chOff x="666428" y="3785432"/>
              <a:chExt cx="1332000" cy="180000"/>
            </a:xfrm>
          </p:grpSpPr>
          <p:sp>
            <p:nvSpPr>
              <p:cNvPr id="202" name="모서리가 둥근 직사각형 201"/>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0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32520" y="6487872"/>
              <a:ext cx="1332000" cy="180000"/>
              <a:chOff x="666428" y="4310612"/>
              <a:chExt cx="1332000" cy="180000"/>
            </a:xfrm>
          </p:grpSpPr>
          <p:sp>
            <p:nvSpPr>
              <p:cNvPr id="200" name="모서리가 둥근 직사각형 19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01"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그룹 184"/>
            <p:cNvGrpSpPr/>
            <p:nvPr/>
          </p:nvGrpSpPr>
          <p:grpSpPr>
            <a:xfrm>
              <a:off x="632520" y="6773828"/>
              <a:ext cx="1332000" cy="180000"/>
              <a:chOff x="666428" y="4570824"/>
              <a:chExt cx="1332000" cy="180000"/>
            </a:xfrm>
          </p:grpSpPr>
          <p:sp>
            <p:nvSpPr>
              <p:cNvPr id="198" name="모서리가 둥근 직사각형 19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99"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6" name="그룹 185"/>
            <p:cNvGrpSpPr/>
            <p:nvPr/>
          </p:nvGrpSpPr>
          <p:grpSpPr>
            <a:xfrm>
              <a:off x="632520" y="7053155"/>
              <a:ext cx="1332000" cy="180000"/>
              <a:chOff x="666428" y="3785432"/>
              <a:chExt cx="1332000" cy="180000"/>
            </a:xfrm>
          </p:grpSpPr>
          <p:sp>
            <p:nvSpPr>
              <p:cNvPr id="196" name="모서리가 둥근 직사각형 195"/>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9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2520" y="7303715"/>
              <a:ext cx="1332000" cy="180000"/>
              <a:chOff x="666428" y="4310612"/>
              <a:chExt cx="1332000" cy="180000"/>
            </a:xfrm>
          </p:grpSpPr>
          <p:sp>
            <p:nvSpPr>
              <p:cNvPr id="194" name="모서리가 둥근 직사각형 19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9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22995" y="5922821"/>
              <a:ext cx="1332000" cy="180000"/>
              <a:chOff x="666427" y="3266516"/>
              <a:chExt cx="1332000" cy="180000"/>
            </a:xfrm>
          </p:grpSpPr>
          <p:sp>
            <p:nvSpPr>
              <p:cNvPr id="190" name="모서리가 둥근 직사각형 189"/>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19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316936692"/>
      </p:ext>
    </p:extLst>
  </p:cSld>
  <p:clrMapOvr>
    <a:masterClrMapping/>
  </p:clrMapOvr>
  <p:transition>
    <p:wipe dir="r"/>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KNOU_UI_C02140000_23</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13403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624064194"/>
              </p:ext>
            </p:extLst>
          </p:nvPr>
        </p:nvGraphicFramePr>
        <p:xfrm>
          <a:off x="9499029" y="7555841"/>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baseline="0" dirty="0" smtClean="0">
                          <a:solidFill>
                            <a:schemeClr val="tx1">
                              <a:lumMod val="75000"/>
                              <a:lumOff val="25000"/>
                            </a:schemeClr>
                          </a:solidFill>
                          <a:latin typeface="+mn-lt"/>
                          <a:ea typeface="+mn-ea"/>
                          <a:cs typeface="+mn-cs"/>
                        </a:rPr>
                        <a:t>퀴즈 시험지 </a:t>
                      </a:r>
                      <a:r>
                        <a:rPr lang="ko-KR" altLang="en-US" sz="800" kern="1200" baseline="0" dirty="0" err="1" smtClean="0">
                          <a:solidFill>
                            <a:schemeClr val="tx1">
                              <a:lumMod val="75000"/>
                              <a:lumOff val="25000"/>
                            </a:schemeClr>
                          </a:solidFill>
                          <a:latin typeface="+mn-lt"/>
                          <a:ea typeface="+mn-ea"/>
                          <a:cs typeface="+mn-cs"/>
                        </a:rPr>
                        <a:t>레이어팝업</a:t>
                      </a: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marR="0" indent="-88900" algn="l" defTabSz="914400" rtl="0" eaLnBrk="1" fontAlgn="auto" latinLnBrk="1" hangingPunct="1">
                        <a:lnSpc>
                          <a:spcPct val="150000"/>
                        </a:lnSpc>
                        <a:spcBef>
                          <a:spcPts val="0"/>
                        </a:spcBef>
                        <a:spcAft>
                          <a:spcPts val="0"/>
                        </a:spcAft>
                        <a:buClrTx/>
                        <a:buSzTx/>
                        <a:buFont typeface="Arial" panose="020B0604020202020204" pitchFamily="34" charset="0"/>
                        <a:buChar char="•"/>
                        <a:tabLst/>
                        <a:defRP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159328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58342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graphicFrame>
        <p:nvGraphicFramePr>
          <p:cNvPr id="327" name="Group 37"/>
          <p:cNvGraphicFramePr>
            <a:graphicFrameLocks noGrp="1"/>
          </p:cNvGraphicFramePr>
          <p:nvPr>
            <p:extLst>
              <p:ext uri="{D42A27DB-BD31-4B8C-83A1-F6EECF244321}">
                <p14:modId xmlns:p14="http://schemas.microsoft.com/office/powerpoint/2010/main" val="725767136"/>
              </p:ext>
            </p:extLst>
          </p:nvPr>
        </p:nvGraphicFramePr>
        <p:xfrm>
          <a:off x="1972097" y="4065463"/>
          <a:ext cx="7470353" cy="397204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33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퀴즈  </a:t>
            </a:r>
            <a:endParaRPr lang="ko-KR" altLang="en-US" sz="800" spc="-60" dirty="0">
              <a:latin typeface="+mn-ea"/>
              <a:ea typeface="+mn-ea"/>
            </a:endParaRPr>
          </a:p>
        </p:txBody>
      </p:sp>
      <p:graphicFrame>
        <p:nvGraphicFramePr>
          <p:cNvPr id="200" name="Group 37"/>
          <p:cNvGraphicFramePr>
            <a:graphicFrameLocks noGrp="1"/>
          </p:cNvGraphicFramePr>
          <p:nvPr>
            <p:extLst>
              <p:ext uri="{D42A27DB-BD31-4B8C-83A1-F6EECF244321}">
                <p14:modId xmlns:p14="http://schemas.microsoft.com/office/powerpoint/2010/main" val="2149651500"/>
              </p:ext>
            </p:extLst>
          </p:nvPr>
        </p:nvGraphicFramePr>
        <p:xfrm>
          <a:off x="1972097" y="12895320"/>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1" name="모서리가 둥근 직사각형 210"/>
          <p:cNvSpPr/>
          <p:nvPr/>
        </p:nvSpPr>
        <p:spPr>
          <a:xfrm>
            <a:off x="8498446" y="12926013"/>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12" name="모서리가 둥근 직사각형 211"/>
          <p:cNvSpPr/>
          <p:nvPr/>
        </p:nvSpPr>
        <p:spPr>
          <a:xfrm>
            <a:off x="5263312" y="1351901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3" name="그룹 212"/>
          <p:cNvGrpSpPr/>
          <p:nvPr/>
        </p:nvGrpSpPr>
        <p:grpSpPr>
          <a:xfrm>
            <a:off x="5069155" y="13486626"/>
            <a:ext cx="234360" cy="200055"/>
            <a:chOff x="1152270" y="11716364"/>
            <a:chExt cx="234360" cy="200055"/>
          </a:xfrm>
        </p:grpSpPr>
        <p:sp>
          <p:nvSpPr>
            <p:cNvPr id="214" name="모서리가 둥근 직사각형 21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5" name="직사각형 21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216" name="Group 37"/>
          <p:cNvGraphicFramePr>
            <a:graphicFrameLocks noGrp="1"/>
          </p:cNvGraphicFramePr>
          <p:nvPr>
            <p:extLst>
              <p:ext uri="{D42A27DB-BD31-4B8C-83A1-F6EECF244321}">
                <p14:modId xmlns:p14="http://schemas.microsoft.com/office/powerpoint/2010/main" val="3873364005"/>
              </p:ext>
            </p:extLst>
          </p:nvPr>
        </p:nvGraphicFramePr>
        <p:xfrm>
          <a:off x="1972097" y="8119045"/>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7" name="그룹 216"/>
          <p:cNvGrpSpPr/>
          <p:nvPr/>
        </p:nvGrpSpPr>
        <p:grpSpPr>
          <a:xfrm>
            <a:off x="3219475" y="8767554"/>
            <a:ext cx="6151862" cy="1148064"/>
            <a:chOff x="3229000" y="4452549"/>
            <a:chExt cx="6151862" cy="1148064"/>
          </a:xfrm>
        </p:grpSpPr>
        <p:sp>
          <p:nvSpPr>
            <p:cNvPr id="21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1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20" name="그룹 219"/>
          <p:cNvGrpSpPr/>
          <p:nvPr/>
        </p:nvGrpSpPr>
        <p:grpSpPr>
          <a:xfrm>
            <a:off x="3216263" y="12018091"/>
            <a:ext cx="2114928" cy="162000"/>
            <a:chOff x="3225788" y="7298382"/>
            <a:chExt cx="2114928" cy="162000"/>
          </a:xfrm>
        </p:grpSpPr>
        <p:sp>
          <p:nvSpPr>
            <p:cNvPr id="221" name="직사각형 22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2"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62" name="그룹 161"/>
          <p:cNvGrpSpPr/>
          <p:nvPr/>
        </p:nvGrpSpPr>
        <p:grpSpPr>
          <a:xfrm>
            <a:off x="579562" y="2166658"/>
            <a:ext cx="1386586" cy="5317057"/>
            <a:chOff x="579562" y="2166658"/>
            <a:chExt cx="1386586" cy="5317057"/>
          </a:xfrm>
        </p:grpSpPr>
        <p:grpSp>
          <p:nvGrpSpPr>
            <p:cNvPr id="163" name="그룹 162"/>
            <p:cNvGrpSpPr/>
            <p:nvPr/>
          </p:nvGrpSpPr>
          <p:grpSpPr>
            <a:xfrm>
              <a:off x="629956" y="3318264"/>
              <a:ext cx="1332000" cy="180000"/>
              <a:chOff x="666428" y="3785432"/>
              <a:chExt cx="1332000" cy="180000"/>
            </a:xfrm>
          </p:grpSpPr>
          <p:sp>
            <p:nvSpPr>
              <p:cNvPr id="231" name="모서리가 둥근 직사각형 23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3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4" name="그룹 163"/>
            <p:cNvGrpSpPr/>
            <p:nvPr/>
          </p:nvGrpSpPr>
          <p:grpSpPr>
            <a:xfrm>
              <a:off x="629956" y="3568824"/>
              <a:ext cx="1332000" cy="180000"/>
              <a:chOff x="666428" y="4310612"/>
              <a:chExt cx="1332000" cy="180000"/>
            </a:xfrm>
          </p:grpSpPr>
          <p:sp>
            <p:nvSpPr>
              <p:cNvPr id="229" name="모서리가 둥근 직사각형 22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3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5" name="그룹 164"/>
            <p:cNvGrpSpPr/>
            <p:nvPr/>
          </p:nvGrpSpPr>
          <p:grpSpPr>
            <a:xfrm>
              <a:off x="629955" y="3042501"/>
              <a:ext cx="1332000" cy="180000"/>
              <a:chOff x="666427" y="3266516"/>
              <a:chExt cx="1332000" cy="180000"/>
            </a:xfrm>
          </p:grpSpPr>
          <p:sp>
            <p:nvSpPr>
              <p:cNvPr id="227" name="모서리가 둥근 직사각형 22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28"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6" name="그룹 165"/>
            <p:cNvGrpSpPr/>
            <p:nvPr/>
          </p:nvGrpSpPr>
          <p:grpSpPr>
            <a:xfrm>
              <a:off x="629956" y="3854780"/>
              <a:ext cx="1332000" cy="180000"/>
              <a:chOff x="666428" y="4570824"/>
              <a:chExt cx="1332000" cy="180000"/>
            </a:xfrm>
          </p:grpSpPr>
          <p:sp>
            <p:nvSpPr>
              <p:cNvPr id="225" name="모서리가 둥근 직사각형 22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2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7" name="그룹 166"/>
            <p:cNvGrpSpPr/>
            <p:nvPr/>
          </p:nvGrpSpPr>
          <p:grpSpPr>
            <a:xfrm>
              <a:off x="629956" y="5316875"/>
              <a:ext cx="1332000" cy="180000"/>
              <a:chOff x="666428" y="5096004"/>
              <a:chExt cx="1332000" cy="180000"/>
            </a:xfrm>
          </p:grpSpPr>
          <p:sp>
            <p:nvSpPr>
              <p:cNvPr id="223" name="모서리가 둥근 직사각형 22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24"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34148" y="5634789"/>
              <a:ext cx="1332000" cy="180000"/>
              <a:chOff x="666428" y="3785432"/>
              <a:chExt cx="1332000" cy="180000"/>
            </a:xfrm>
          </p:grpSpPr>
          <p:sp>
            <p:nvSpPr>
              <p:cNvPr id="209" name="모서리가 둥근 직사각형 20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1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31150" y="4135825"/>
              <a:ext cx="1332000" cy="180000"/>
              <a:chOff x="666428" y="4570824"/>
              <a:chExt cx="1332000" cy="180000"/>
            </a:xfrm>
          </p:grpSpPr>
          <p:sp>
            <p:nvSpPr>
              <p:cNvPr id="207" name="모서리가 둥근 직사각형 20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08"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29956" y="4423395"/>
              <a:ext cx="1332000" cy="180000"/>
              <a:chOff x="666428" y="4310612"/>
              <a:chExt cx="1332000" cy="180000"/>
            </a:xfrm>
          </p:grpSpPr>
          <p:sp>
            <p:nvSpPr>
              <p:cNvPr id="205" name="모서리가 둥근 직사각형 20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0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TextBox 171"/>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73" name="그룹 172"/>
            <p:cNvGrpSpPr/>
            <p:nvPr/>
          </p:nvGrpSpPr>
          <p:grpSpPr>
            <a:xfrm>
              <a:off x="632520" y="4723068"/>
              <a:ext cx="1332000" cy="180000"/>
              <a:chOff x="666428" y="4310612"/>
              <a:chExt cx="1332000" cy="180000"/>
            </a:xfrm>
          </p:grpSpPr>
          <p:sp>
            <p:nvSpPr>
              <p:cNvPr id="203" name="모서리가 둥근 직사각형 2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0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2520" y="2752353"/>
              <a:ext cx="1332000" cy="180000"/>
              <a:chOff x="666427" y="3266516"/>
              <a:chExt cx="1332000" cy="180000"/>
            </a:xfrm>
          </p:grpSpPr>
          <p:sp>
            <p:nvSpPr>
              <p:cNvPr id="201" name="모서리가 둥근 직사각형 20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0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32520" y="5005767"/>
              <a:ext cx="1332000" cy="180000"/>
              <a:chOff x="666428" y="4310612"/>
              <a:chExt cx="1332000" cy="180000"/>
            </a:xfrm>
          </p:grpSpPr>
          <p:sp>
            <p:nvSpPr>
              <p:cNvPr id="197" name="모서리가 둥근 직사각형 19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199"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6" name="그룹 175"/>
            <p:cNvGrpSpPr/>
            <p:nvPr/>
          </p:nvGrpSpPr>
          <p:grpSpPr>
            <a:xfrm>
              <a:off x="632520" y="6227787"/>
              <a:ext cx="1332000" cy="180000"/>
              <a:chOff x="666428" y="3785432"/>
              <a:chExt cx="1332000" cy="180000"/>
            </a:xfrm>
          </p:grpSpPr>
          <p:sp>
            <p:nvSpPr>
              <p:cNvPr id="195" name="모서리가 둥근 직사각형 19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19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그룹 176"/>
            <p:cNvGrpSpPr/>
            <p:nvPr/>
          </p:nvGrpSpPr>
          <p:grpSpPr>
            <a:xfrm>
              <a:off x="632520" y="6487872"/>
              <a:ext cx="1332000" cy="180000"/>
              <a:chOff x="666428" y="4310612"/>
              <a:chExt cx="1332000" cy="180000"/>
            </a:xfrm>
          </p:grpSpPr>
          <p:sp>
            <p:nvSpPr>
              <p:cNvPr id="193" name="모서리가 둥근 직사각형 19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19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32520" y="6773828"/>
              <a:ext cx="1332000" cy="180000"/>
              <a:chOff x="666428" y="4570824"/>
              <a:chExt cx="1332000" cy="180000"/>
            </a:xfrm>
          </p:grpSpPr>
          <p:sp>
            <p:nvSpPr>
              <p:cNvPr id="191" name="모서리가 둥근 직사각형 1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192"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32520" y="7053155"/>
              <a:ext cx="1332000" cy="180000"/>
              <a:chOff x="666428" y="3785432"/>
              <a:chExt cx="1332000" cy="180000"/>
            </a:xfrm>
          </p:grpSpPr>
          <p:sp>
            <p:nvSpPr>
              <p:cNvPr id="189" name="모서리가 둥근 직사각형 18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19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32520" y="7303715"/>
              <a:ext cx="1332000" cy="180000"/>
              <a:chOff x="666428" y="4310612"/>
              <a:chExt cx="1332000" cy="180000"/>
            </a:xfrm>
          </p:grpSpPr>
          <p:sp>
            <p:nvSpPr>
              <p:cNvPr id="187" name="모서리가 둥근 직사각형 1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18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22995" y="5922821"/>
              <a:ext cx="1332000" cy="180000"/>
              <a:chOff x="666427" y="3266516"/>
              <a:chExt cx="1332000" cy="180000"/>
            </a:xfrm>
          </p:grpSpPr>
          <p:sp>
            <p:nvSpPr>
              <p:cNvPr id="183" name="모서리가 둥근 직사각형 182"/>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18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342404454"/>
      </p:ext>
    </p:extLst>
  </p:cSld>
  <p:clrMapOvr>
    <a:masterClrMapping/>
  </p:clrMapOvr>
  <p:transition>
    <p:wipe dir="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KNOU_UI_C02140000_24</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13403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159328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58342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graphicFrame>
        <p:nvGraphicFramePr>
          <p:cNvPr id="327" name="Group 37"/>
          <p:cNvGraphicFramePr>
            <a:graphicFrameLocks noGrp="1"/>
          </p:cNvGraphicFramePr>
          <p:nvPr>
            <p:extLst>
              <p:ext uri="{D42A27DB-BD31-4B8C-83A1-F6EECF244321}">
                <p14:modId xmlns:p14="http://schemas.microsoft.com/office/powerpoint/2010/main" val="2271185118"/>
              </p:ext>
            </p:extLst>
          </p:nvPr>
        </p:nvGraphicFramePr>
        <p:xfrm>
          <a:off x="1972097" y="4065463"/>
          <a:ext cx="7470353" cy="397204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33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퀴즈 </a:t>
            </a:r>
            <a:r>
              <a:rPr lang="en-US" altLang="ko-KR" sz="800" spc="-60" dirty="0" smtClean="0">
                <a:latin typeface="+mn-ea"/>
                <a:ea typeface="+mn-ea"/>
              </a:rPr>
              <a:t>: </a:t>
            </a:r>
            <a:r>
              <a:rPr lang="ko-KR" altLang="en-US" sz="800" spc="-60" dirty="0" smtClean="0">
                <a:latin typeface="+mn-ea"/>
                <a:ea typeface="+mn-ea"/>
              </a:rPr>
              <a:t>퀴즈 시험지  </a:t>
            </a:r>
            <a:endParaRPr lang="ko-KR" altLang="en-US" sz="800" spc="-60" dirty="0">
              <a:latin typeface="+mn-ea"/>
              <a:ea typeface="+mn-ea"/>
            </a:endParaRPr>
          </a:p>
        </p:txBody>
      </p:sp>
      <p:graphicFrame>
        <p:nvGraphicFramePr>
          <p:cNvPr id="200" name="Group 37"/>
          <p:cNvGraphicFramePr>
            <a:graphicFrameLocks noGrp="1"/>
          </p:cNvGraphicFramePr>
          <p:nvPr>
            <p:extLst>
              <p:ext uri="{D42A27DB-BD31-4B8C-83A1-F6EECF244321}">
                <p14:modId xmlns:p14="http://schemas.microsoft.com/office/powerpoint/2010/main" val="2453771252"/>
              </p:ext>
            </p:extLst>
          </p:nvPr>
        </p:nvGraphicFramePr>
        <p:xfrm>
          <a:off x="1972097" y="12895320"/>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퀴즈 응시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 응시하시기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11" name="모서리가 둥근 직사각형 210"/>
          <p:cNvSpPr/>
          <p:nvPr/>
        </p:nvSpPr>
        <p:spPr>
          <a:xfrm>
            <a:off x="8498446" y="12926013"/>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12" name="모서리가 둥근 직사각형 211"/>
          <p:cNvSpPr/>
          <p:nvPr/>
        </p:nvSpPr>
        <p:spPr>
          <a:xfrm>
            <a:off x="5263312" y="1351901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216" name="Group 37"/>
          <p:cNvGraphicFramePr>
            <a:graphicFrameLocks noGrp="1"/>
          </p:cNvGraphicFramePr>
          <p:nvPr>
            <p:extLst>
              <p:ext uri="{D42A27DB-BD31-4B8C-83A1-F6EECF244321}">
                <p14:modId xmlns:p14="http://schemas.microsoft.com/office/powerpoint/2010/main" val="2967984095"/>
              </p:ext>
            </p:extLst>
          </p:nvPr>
        </p:nvGraphicFramePr>
        <p:xfrm>
          <a:off x="1972097" y="8119045"/>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7" name="그룹 216"/>
          <p:cNvGrpSpPr/>
          <p:nvPr/>
        </p:nvGrpSpPr>
        <p:grpSpPr>
          <a:xfrm>
            <a:off x="3219475" y="8767554"/>
            <a:ext cx="6151862" cy="1148064"/>
            <a:chOff x="3229000" y="4452549"/>
            <a:chExt cx="6151862" cy="1148064"/>
          </a:xfrm>
        </p:grpSpPr>
        <p:sp>
          <p:nvSpPr>
            <p:cNvPr id="21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1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20" name="그룹 219"/>
          <p:cNvGrpSpPr/>
          <p:nvPr/>
        </p:nvGrpSpPr>
        <p:grpSpPr>
          <a:xfrm>
            <a:off x="3216263" y="12018091"/>
            <a:ext cx="2114928" cy="162000"/>
            <a:chOff x="3225788" y="7298382"/>
            <a:chExt cx="2114928" cy="162000"/>
          </a:xfrm>
        </p:grpSpPr>
        <p:sp>
          <p:nvSpPr>
            <p:cNvPr id="221" name="직사각형 22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2"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188" name="그룹 187"/>
          <p:cNvGrpSpPr/>
          <p:nvPr/>
        </p:nvGrpSpPr>
        <p:grpSpPr>
          <a:xfrm>
            <a:off x="5069155" y="13486624"/>
            <a:ext cx="234360" cy="200055"/>
            <a:chOff x="1152270" y="11716364"/>
            <a:chExt cx="234360" cy="200055"/>
          </a:xfrm>
        </p:grpSpPr>
        <p:sp>
          <p:nvSpPr>
            <p:cNvPr id="189" name="모서리가 둥근 직사각형 1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0" name="직사각형 189"/>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91" name="그룹 190"/>
          <p:cNvGrpSpPr/>
          <p:nvPr/>
        </p:nvGrpSpPr>
        <p:grpSpPr>
          <a:xfrm>
            <a:off x="-159568" y="11368529"/>
            <a:ext cx="5006074" cy="2961412"/>
            <a:chOff x="1124573" y="1907748"/>
            <a:chExt cx="5006074" cy="2961412"/>
          </a:xfrm>
        </p:grpSpPr>
        <p:grpSp>
          <p:nvGrpSpPr>
            <p:cNvPr id="192" name="그룹 191"/>
            <p:cNvGrpSpPr/>
            <p:nvPr/>
          </p:nvGrpSpPr>
          <p:grpSpPr>
            <a:xfrm>
              <a:off x="1124573" y="1907748"/>
              <a:ext cx="5006074" cy="2961412"/>
              <a:chOff x="1100572" y="3167889"/>
              <a:chExt cx="6289696" cy="2961412"/>
            </a:xfrm>
          </p:grpSpPr>
          <p:sp>
            <p:nvSpPr>
              <p:cNvPr id="199" name="직사각형 198"/>
              <p:cNvSpPr/>
              <p:nvPr/>
            </p:nvSpPr>
            <p:spPr>
              <a:xfrm>
                <a:off x="1100572" y="3176971"/>
                <a:ext cx="6282748" cy="2952330"/>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b="1" dirty="0" smtClean="0">
                    <a:solidFill>
                      <a:schemeClr val="tx1"/>
                    </a:solidFill>
                    <a:latin typeface="+mn-ea"/>
                    <a:sym typeface="Wingdings" pitchFamily="2" charset="2"/>
                  </a:rPr>
                  <a:t>    </a:t>
                </a:r>
                <a:r>
                  <a:rPr lang="ko-KR" altLang="en-US" sz="800" b="1" dirty="0" smtClean="0">
                    <a:solidFill>
                      <a:schemeClr val="tx1"/>
                    </a:solidFill>
                    <a:latin typeface="+mn-ea"/>
                    <a:sym typeface="Wingdings" pitchFamily="2" charset="2"/>
                  </a:rPr>
                  <a:t> </a:t>
                </a:r>
                <a:r>
                  <a:rPr lang="en-US" altLang="ko-KR" sz="800" b="1" dirty="0" smtClean="0">
                    <a:solidFill>
                      <a:schemeClr val="tx1"/>
                    </a:solidFill>
                    <a:latin typeface="+mn-ea"/>
                    <a:sym typeface="Wingdings" pitchFamily="2" charset="2"/>
                  </a:rPr>
                  <a:t> </a:t>
                </a:r>
                <a:endParaRPr lang="en-US" altLang="ko-KR" sz="800" b="1" dirty="0">
                  <a:solidFill>
                    <a:srgbClr val="FF0000"/>
                  </a:solidFill>
                  <a:latin typeface="+mn-ea"/>
                </a:endParaRPr>
              </a:p>
            </p:txBody>
          </p:sp>
          <p:sp>
            <p:nvSpPr>
              <p:cNvPr id="201" name="직사각형 200"/>
              <p:cNvSpPr/>
              <p:nvPr/>
            </p:nvSpPr>
            <p:spPr>
              <a:xfrm>
                <a:off x="1100572" y="3187338"/>
                <a:ext cx="6282748"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b="1" dirty="0" smtClean="0">
                    <a:solidFill>
                      <a:schemeClr val="tx1"/>
                    </a:solidFill>
                    <a:latin typeface="+mn-ea"/>
                    <a:sym typeface="Wingdings" pitchFamily="2" charset="2"/>
                  </a:rPr>
                  <a:t>    </a:t>
                </a:r>
                <a:r>
                  <a:rPr lang="ko-KR" altLang="en-US" sz="800" b="1" dirty="0" smtClean="0">
                    <a:solidFill>
                      <a:schemeClr val="tx1"/>
                    </a:solidFill>
                    <a:latin typeface="+mn-ea"/>
                    <a:sym typeface="Wingdings" pitchFamily="2" charset="2"/>
                  </a:rPr>
                  <a:t> </a:t>
                </a:r>
                <a:r>
                  <a:rPr lang="en-US" altLang="ko-KR" sz="800" b="1" dirty="0" smtClean="0">
                    <a:solidFill>
                      <a:schemeClr val="tx1"/>
                    </a:solidFill>
                    <a:latin typeface="+mn-ea"/>
                    <a:sym typeface="Wingdings" pitchFamily="2" charset="2"/>
                  </a:rPr>
                  <a:t> </a:t>
                </a:r>
                <a:endParaRPr lang="en-US" altLang="ko-KR" sz="800" b="1" dirty="0">
                  <a:solidFill>
                    <a:srgbClr val="FF0000"/>
                  </a:solidFill>
                  <a:latin typeface="+mn-ea"/>
                </a:endParaRPr>
              </a:p>
            </p:txBody>
          </p:sp>
          <p:sp>
            <p:nvSpPr>
              <p:cNvPr id="202" name="직사각형 201"/>
              <p:cNvSpPr/>
              <p:nvPr/>
            </p:nvSpPr>
            <p:spPr>
              <a:xfrm>
                <a:off x="1127051" y="3201232"/>
                <a:ext cx="1355848" cy="215444"/>
              </a:xfrm>
              <a:prstGeom prst="rect">
                <a:avLst/>
              </a:prstGeom>
            </p:spPr>
            <p:txBody>
              <a:bodyPr wrap="none">
                <a:spAutoFit/>
              </a:bodyPr>
              <a:lstStyle/>
              <a:p>
                <a:r>
                  <a:rPr lang="ko-KR" altLang="en-US" sz="800" b="1" dirty="0" smtClean="0">
                    <a:solidFill>
                      <a:schemeClr val="bg1"/>
                    </a:solidFill>
                    <a:latin typeface="+mn-ea"/>
                    <a:ea typeface="+mn-ea"/>
                  </a:rPr>
                  <a:t>퀴즈 응시 주의사항</a:t>
                </a:r>
                <a:endParaRPr lang="ko-KR" altLang="en-US" sz="800" b="1" dirty="0">
                  <a:solidFill>
                    <a:schemeClr val="bg1"/>
                  </a:solidFill>
                  <a:latin typeface="+mn-ea"/>
                  <a:ea typeface="+mn-ea"/>
                </a:endParaRPr>
              </a:p>
            </p:txBody>
          </p:sp>
          <p:sp>
            <p:nvSpPr>
              <p:cNvPr id="203" name="직사각형 202"/>
              <p:cNvSpPr/>
              <p:nvPr/>
            </p:nvSpPr>
            <p:spPr>
              <a:xfrm>
                <a:off x="7053522" y="3167889"/>
                <a:ext cx="336746"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93" name="모서리가 둥근 직사각형 192"/>
            <p:cNvSpPr/>
            <p:nvPr/>
          </p:nvSpPr>
          <p:spPr>
            <a:xfrm>
              <a:off x="2722427" y="4365104"/>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응시</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94" name="모서리가 둥근 직사각형 193"/>
            <p:cNvSpPr/>
            <p:nvPr/>
          </p:nvSpPr>
          <p:spPr>
            <a:xfrm>
              <a:off x="3692960" y="4371025"/>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취소</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195" name="직사각형 194"/>
            <p:cNvSpPr/>
            <p:nvPr/>
          </p:nvSpPr>
          <p:spPr>
            <a:xfrm>
              <a:off x="1347437" y="2429725"/>
              <a:ext cx="4536504" cy="257844"/>
            </a:xfrm>
            <a:prstGeom prst="rect">
              <a:avLst/>
            </a:prstGeom>
            <a:solidFill>
              <a:srgbClr val="B1C1D5"/>
            </a:solidFill>
            <a:ln w="952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800" b="1" dirty="0" smtClean="0">
                  <a:solidFill>
                    <a:schemeClr val="tx1">
                      <a:lumMod val="75000"/>
                      <a:lumOff val="25000"/>
                    </a:schemeClr>
                  </a:solidFill>
                  <a:latin typeface="+mn-ea"/>
                </a:rPr>
                <a:t>2026</a:t>
              </a:r>
              <a:r>
                <a:rPr lang="ko-KR" altLang="en-US" sz="800" b="1" dirty="0" smtClean="0">
                  <a:solidFill>
                    <a:schemeClr val="tx1">
                      <a:lumMod val="75000"/>
                      <a:lumOff val="25000"/>
                    </a:schemeClr>
                  </a:solidFill>
                  <a:latin typeface="+mn-ea"/>
                </a:rPr>
                <a:t>년도 </a:t>
              </a:r>
              <a:r>
                <a:rPr lang="en-US" altLang="ko-KR" sz="800" b="1" dirty="0" smtClean="0">
                  <a:solidFill>
                    <a:schemeClr val="tx1">
                      <a:lumMod val="75000"/>
                      <a:lumOff val="25000"/>
                    </a:schemeClr>
                  </a:solidFill>
                  <a:latin typeface="+mn-ea"/>
                </a:rPr>
                <a:t>1</a:t>
              </a:r>
              <a:r>
                <a:rPr lang="ko-KR" altLang="en-US" sz="800" b="1" dirty="0" smtClean="0">
                  <a:solidFill>
                    <a:schemeClr val="tx1">
                      <a:lumMod val="75000"/>
                      <a:lumOff val="25000"/>
                    </a:schemeClr>
                  </a:solidFill>
                  <a:latin typeface="+mn-ea"/>
                </a:rPr>
                <a:t>학기 데이터베이스의 이해 활용 </a:t>
              </a:r>
              <a:r>
                <a:rPr lang="en-US" altLang="ko-KR" sz="800" b="1" dirty="0" smtClean="0">
                  <a:solidFill>
                    <a:schemeClr val="tx1">
                      <a:lumMod val="75000"/>
                      <a:lumOff val="25000"/>
                    </a:schemeClr>
                  </a:solidFill>
                  <a:latin typeface="+mn-ea"/>
                </a:rPr>
                <a:t>1</a:t>
              </a:r>
              <a:r>
                <a:rPr lang="ko-KR" altLang="en-US" sz="800" b="1" dirty="0" smtClean="0">
                  <a:solidFill>
                    <a:schemeClr val="tx1">
                      <a:lumMod val="75000"/>
                      <a:lumOff val="25000"/>
                    </a:schemeClr>
                  </a:solidFill>
                  <a:latin typeface="+mn-ea"/>
                </a:rPr>
                <a:t>반의 퀴즈</a:t>
              </a:r>
              <a:endParaRPr lang="en-US" altLang="ko-KR" sz="800" b="1" dirty="0">
                <a:solidFill>
                  <a:schemeClr val="tx1">
                    <a:lumMod val="75000"/>
                    <a:lumOff val="25000"/>
                  </a:schemeClr>
                </a:solidFill>
                <a:latin typeface="+mn-ea"/>
              </a:endParaRPr>
            </a:p>
          </p:txBody>
        </p:sp>
        <p:sp>
          <p:nvSpPr>
            <p:cNvPr id="196" name="직사각형 195"/>
            <p:cNvSpPr/>
            <p:nvPr/>
          </p:nvSpPr>
          <p:spPr>
            <a:xfrm>
              <a:off x="1244588" y="2847857"/>
              <a:ext cx="4767747" cy="646331"/>
            </a:xfrm>
            <a:prstGeom prst="rect">
              <a:avLst/>
            </a:prstGeom>
          </p:spPr>
          <p:txBody>
            <a:bodyPr wrap="square">
              <a:spAutoFit/>
            </a:bodyPr>
            <a:lstStyle/>
            <a:p>
              <a:pPr>
                <a:lnSpc>
                  <a:spcPct val="150000"/>
                </a:lnSpc>
              </a:pP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해당 퀴즈의 응시 제한시간은 </a:t>
              </a:r>
              <a:r>
                <a:rPr lang="en-US" altLang="ko-KR" sz="800" b="1" dirty="0" smtClean="0">
                  <a:solidFill>
                    <a:srgbClr val="0070C0"/>
                  </a:solidFill>
                  <a:latin typeface="맑은 고딕" panose="020B0503020000020004" pitchFamily="50" charset="-127"/>
                  <a:ea typeface="맑은 고딕" panose="020B0503020000020004" pitchFamily="50" charset="-127"/>
                </a:rPr>
                <a:t>10</a:t>
              </a:r>
              <a:r>
                <a:rPr lang="ko-KR" altLang="en-US" sz="800" b="1" dirty="0" smtClean="0">
                  <a:solidFill>
                    <a:srgbClr val="0070C0"/>
                  </a:solidFill>
                  <a:latin typeface="맑은 고딕" panose="020B0503020000020004" pitchFamily="50" charset="-127"/>
                  <a:ea typeface="맑은 고딕" panose="020B0503020000020004" pitchFamily="50" charset="-127"/>
                </a:rPr>
                <a:t>분</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입니다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nSpc>
                  <a:spcPct val="150000"/>
                </a:lnSpc>
              </a:pP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최초 응시 시점부터 응시 시간이 자동으로 흘러가며</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응시 시간이 지나면 </a:t>
              </a:r>
              <a:r>
                <a:rPr lang="ko-KR" altLang="en-US" sz="800" b="1" dirty="0" err="1" smtClean="0">
                  <a:solidFill>
                    <a:schemeClr val="tx1">
                      <a:lumMod val="75000"/>
                      <a:lumOff val="25000"/>
                    </a:schemeClr>
                  </a:solidFill>
                  <a:latin typeface="맑은 고딕" panose="020B0503020000020004" pitchFamily="50" charset="-127"/>
                  <a:ea typeface="맑은 고딕" panose="020B0503020000020004" pitchFamily="50" charset="-127"/>
                </a:rPr>
                <a:t>재응시가</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불가능합니다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nSpc>
                  <a:spcPct val="150000"/>
                </a:lnSpc>
              </a:pP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b="1" dirty="0" smtClean="0">
                  <a:solidFill>
                    <a:srgbClr val="0070C0"/>
                  </a:solidFill>
                  <a:latin typeface="맑은 고딕" panose="020B0503020000020004" pitchFamily="50" charset="-127"/>
                  <a:ea typeface="맑은 고딕" panose="020B0503020000020004" pitchFamily="50" charset="-127"/>
                </a:rPr>
                <a:t>퀴즈 응시 중간에 창을 닫을 경우에도 응시 시간이 계속 진행</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됩니다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sp>
          <p:nvSpPr>
            <p:cNvPr id="197" name="직사각형 196"/>
            <p:cNvSpPr/>
            <p:nvPr/>
          </p:nvSpPr>
          <p:spPr>
            <a:xfrm>
              <a:off x="1254113" y="3718773"/>
              <a:ext cx="4767747" cy="461665"/>
            </a:xfrm>
            <a:prstGeom prst="rect">
              <a:avLst/>
            </a:prstGeom>
          </p:spPr>
          <p:txBody>
            <a:bodyPr wrap="square">
              <a:spAutoFit/>
            </a:bodyPr>
            <a:lstStyle/>
            <a:p>
              <a:pPr algn="ctr">
                <a:lnSpc>
                  <a:spcPct val="150000"/>
                </a:lnSpc>
              </a:pPr>
              <a:r>
                <a:rPr lang="ko-KR" altLang="en-US" sz="800" b="1" dirty="0" smtClean="0">
                  <a:solidFill>
                    <a:srgbClr val="0070C0"/>
                  </a:solidFill>
                  <a:latin typeface="맑은 고딕" panose="020B0503020000020004" pitchFamily="50" charset="-127"/>
                  <a:ea typeface="맑은 고딕" panose="020B0503020000020004" pitchFamily="50" charset="-127"/>
                </a:rPr>
                <a:t>응시 버튼을 클릭하면 응시 시간이 진행</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됩니다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a:p>
              <a:pPr algn="ctr">
                <a:lnSpc>
                  <a:spcPct val="150000"/>
                </a:lnSpc>
              </a:pP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지금 응시가 어려우시면 취소를 눌러 퀴즈 응시 기간 내에 재 접속하시기 바랍니다</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grpSp>
      <p:grpSp>
        <p:nvGrpSpPr>
          <p:cNvPr id="204" name="그룹 203"/>
          <p:cNvGrpSpPr/>
          <p:nvPr/>
        </p:nvGrpSpPr>
        <p:grpSpPr>
          <a:xfrm>
            <a:off x="1396033" y="13652309"/>
            <a:ext cx="234360" cy="200055"/>
            <a:chOff x="1152270" y="11706839"/>
            <a:chExt cx="234360" cy="200055"/>
          </a:xfrm>
        </p:grpSpPr>
        <p:sp>
          <p:nvSpPr>
            <p:cNvPr id="205" name="모서리가 둥근 직사각형 20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6" name="직사각형 205"/>
            <p:cNvSpPr/>
            <p:nvPr/>
          </p:nvSpPr>
          <p:spPr>
            <a:xfrm>
              <a:off x="1152270" y="11706839"/>
              <a:ext cx="234360" cy="200055"/>
            </a:xfrm>
            <a:prstGeom prst="rect">
              <a:avLst/>
            </a:prstGeom>
          </p:spPr>
          <p:txBody>
            <a:bodyPr wrap="none">
              <a:spAutoFit/>
            </a:bodyPr>
            <a:lstStyle/>
            <a:p>
              <a:r>
                <a:rPr lang="en-US" altLang="ko-KR" sz="700" b="1" dirty="0" smtClean="0">
                  <a:solidFill>
                    <a:schemeClr val="bg1"/>
                  </a:solidFill>
                  <a:latin typeface="+mn-ea"/>
                  <a:ea typeface="+mn-ea"/>
                </a:rPr>
                <a:t>2</a:t>
              </a:r>
              <a:endParaRPr lang="ko-KR" altLang="en-US" sz="700" b="1" dirty="0">
                <a:solidFill>
                  <a:schemeClr val="bg1"/>
                </a:solidFill>
                <a:latin typeface="+mn-ea"/>
                <a:ea typeface="+mn-ea"/>
              </a:endParaRPr>
            </a:p>
          </p:txBody>
        </p:sp>
      </p:grpSp>
      <p:grpSp>
        <p:nvGrpSpPr>
          <p:cNvPr id="207" name="그룹 206"/>
          <p:cNvGrpSpPr/>
          <p:nvPr/>
        </p:nvGrpSpPr>
        <p:grpSpPr>
          <a:xfrm>
            <a:off x="2370951" y="13664915"/>
            <a:ext cx="234360" cy="200055"/>
            <a:chOff x="1152270" y="11706839"/>
            <a:chExt cx="234360" cy="200055"/>
          </a:xfrm>
        </p:grpSpPr>
        <p:sp>
          <p:nvSpPr>
            <p:cNvPr id="208" name="모서리가 둥근 직사각형 20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9" name="직사각형 208"/>
            <p:cNvSpPr/>
            <p:nvPr/>
          </p:nvSpPr>
          <p:spPr>
            <a:xfrm>
              <a:off x="1152270" y="11706839"/>
              <a:ext cx="234360" cy="200055"/>
            </a:xfrm>
            <a:prstGeom prst="rect">
              <a:avLst/>
            </a:prstGeom>
          </p:spPr>
          <p:txBody>
            <a:bodyPr wrap="none">
              <a:spAutoFit/>
            </a:bodyPr>
            <a:lstStyle/>
            <a:p>
              <a:r>
                <a:rPr lang="en-US" altLang="ko-KR" sz="700" b="1" dirty="0" smtClean="0">
                  <a:solidFill>
                    <a:schemeClr val="bg1"/>
                  </a:solidFill>
                  <a:latin typeface="+mn-ea"/>
                  <a:ea typeface="+mn-ea"/>
                </a:rPr>
                <a:t>3</a:t>
              </a:r>
              <a:endParaRPr lang="ko-KR" altLang="en-US" sz="700" b="1" dirty="0">
                <a:solidFill>
                  <a:schemeClr val="bg1"/>
                </a:solidFill>
                <a:latin typeface="+mn-ea"/>
                <a:ea typeface="+mn-ea"/>
              </a:endParaRPr>
            </a:p>
          </p:txBody>
        </p:sp>
      </p:grpSp>
      <p:cxnSp>
        <p:nvCxnSpPr>
          <p:cNvPr id="210" name="꺾인 연결선 209"/>
          <p:cNvCxnSpPr>
            <a:endCxn id="199" idx="3"/>
          </p:cNvCxnSpPr>
          <p:nvPr/>
        </p:nvCxnSpPr>
        <p:spPr>
          <a:xfrm rot="16200000" flipV="1">
            <a:off x="4944528" y="12750225"/>
            <a:ext cx="665233" cy="872336"/>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23" name="꺾인 연결선 222"/>
          <p:cNvCxnSpPr>
            <a:stCxn id="193" idx="2"/>
          </p:cNvCxnSpPr>
          <p:nvPr/>
        </p:nvCxnSpPr>
        <p:spPr>
          <a:xfrm rot="5400000" flipH="1" flipV="1">
            <a:off x="2367630" y="10592029"/>
            <a:ext cx="2927312" cy="3886000"/>
          </a:xfrm>
          <a:prstGeom prst="bentConnector3">
            <a:avLst>
              <a:gd name="adj1" fmla="val -7809"/>
            </a:avLst>
          </a:prstGeom>
          <a:ln>
            <a:tailEnd type="arrow"/>
          </a:ln>
        </p:spPr>
        <p:style>
          <a:lnRef idx="1">
            <a:schemeClr val="accent1"/>
          </a:lnRef>
          <a:fillRef idx="0">
            <a:schemeClr val="accent1"/>
          </a:fillRef>
          <a:effectRef idx="0">
            <a:schemeClr val="accent1"/>
          </a:effectRef>
          <a:fontRef idx="minor">
            <a:schemeClr val="tx1"/>
          </a:fontRef>
        </p:style>
      </p:cxnSp>
      <p:grpSp>
        <p:nvGrpSpPr>
          <p:cNvPr id="224" name="그룹 223"/>
          <p:cNvGrpSpPr/>
          <p:nvPr/>
        </p:nvGrpSpPr>
        <p:grpSpPr>
          <a:xfrm>
            <a:off x="2661124" y="3212976"/>
            <a:ext cx="6234343" cy="7920882"/>
            <a:chOff x="1100572" y="3176971"/>
            <a:chExt cx="6291612" cy="7920882"/>
          </a:xfrm>
        </p:grpSpPr>
        <p:sp>
          <p:nvSpPr>
            <p:cNvPr id="225" name="직사각형 224"/>
            <p:cNvSpPr/>
            <p:nvPr/>
          </p:nvSpPr>
          <p:spPr>
            <a:xfrm>
              <a:off x="1100572" y="3176971"/>
              <a:ext cx="6282748" cy="7920882"/>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6" name="직사각형 225"/>
            <p:cNvSpPr/>
            <p:nvPr/>
          </p:nvSpPr>
          <p:spPr>
            <a:xfrm>
              <a:off x="1100572" y="3187338"/>
              <a:ext cx="6282748"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7" name="직사각형 226"/>
            <p:cNvSpPr/>
            <p:nvPr/>
          </p:nvSpPr>
          <p:spPr>
            <a:xfrm>
              <a:off x="1127051" y="3201232"/>
              <a:ext cx="741243" cy="215444"/>
            </a:xfrm>
            <a:prstGeom prst="rect">
              <a:avLst/>
            </a:prstGeom>
          </p:spPr>
          <p:txBody>
            <a:bodyPr wrap="none">
              <a:spAutoFit/>
            </a:bodyPr>
            <a:lstStyle/>
            <a:p>
              <a:r>
                <a:rPr lang="ko-KR" altLang="en-US" sz="800" b="1" dirty="0" smtClean="0">
                  <a:solidFill>
                    <a:schemeClr val="bg1"/>
                  </a:solidFill>
                  <a:latin typeface="+mn-ea"/>
                  <a:ea typeface="+mn-ea"/>
                </a:rPr>
                <a:t>퀴즈 시험지</a:t>
              </a:r>
              <a:endParaRPr lang="ko-KR" altLang="en-US" sz="800" b="1" dirty="0">
                <a:solidFill>
                  <a:schemeClr val="bg1"/>
                </a:solidFill>
                <a:latin typeface="+mn-ea"/>
                <a:ea typeface="+mn-ea"/>
              </a:endParaRPr>
            </a:p>
          </p:txBody>
        </p:sp>
        <p:sp>
          <p:nvSpPr>
            <p:cNvPr id="228" name="직사각형 227"/>
            <p:cNvSpPr/>
            <p:nvPr/>
          </p:nvSpPr>
          <p:spPr>
            <a:xfrm>
              <a:off x="7124162" y="319646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29" name="직사각형 228"/>
          <p:cNvSpPr/>
          <p:nvPr/>
        </p:nvSpPr>
        <p:spPr>
          <a:xfrm>
            <a:off x="2673127" y="3599969"/>
            <a:ext cx="1867819" cy="246221"/>
          </a:xfrm>
          <a:prstGeom prst="rect">
            <a:avLst/>
          </a:prstGeom>
        </p:spPr>
        <p:txBody>
          <a:bodyPr wrap="none">
            <a:spAutoFit/>
          </a:bodyPr>
          <a:lstStyle/>
          <a:p>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사회 </a:t>
            </a:r>
            <a:r>
              <a:rPr lang="en-US" altLang="ko-KR" sz="1000" b="1" dirty="0">
                <a:solidFill>
                  <a:schemeClr val="tx1">
                    <a:lumMod val="75000"/>
                    <a:lumOff val="25000"/>
                  </a:schemeClr>
                </a:solidFill>
                <a:latin typeface="+mn-ea"/>
                <a:ea typeface="+mn-ea"/>
              </a:rPr>
              <a:t>] </a:t>
            </a:r>
            <a:r>
              <a:rPr lang="ko-KR" altLang="en-US" sz="1000" b="1" dirty="0">
                <a:solidFill>
                  <a:schemeClr val="tx1">
                    <a:lumMod val="75000"/>
                    <a:lumOff val="25000"/>
                  </a:schemeClr>
                </a:solidFill>
                <a:latin typeface="+mn-ea"/>
                <a:ea typeface="+mn-ea"/>
              </a:rPr>
              <a:t>유럽 문화 탐방 </a:t>
            </a:r>
            <a:r>
              <a:rPr lang="en-US" altLang="ko-KR" sz="1000" b="1" dirty="0">
                <a:solidFill>
                  <a:schemeClr val="tx1">
                    <a:lumMod val="75000"/>
                    <a:lumOff val="25000"/>
                  </a:schemeClr>
                </a:solidFill>
                <a:latin typeface="+mn-ea"/>
                <a:ea typeface="+mn-ea"/>
              </a:rPr>
              <a:t>(1</a:t>
            </a:r>
            <a:r>
              <a:rPr lang="ko-KR" altLang="en-US" sz="1000" b="1" dirty="0">
                <a:solidFill>
                  <a:schemeClr val="tx1">
                    <a:lumMod val="75000"/>
                    <a:lumOff val="25000"/>
                  </a:schemeClr>
                </a:solidFill>
                <a:latin typeface="+mn-ea"/>
                <a:ea typeface="+mn-ea"/>
              </a:rPr>
              <a:t>반</a:t>
            </a:r>
            <a:r>
              <a:rPr lang="en-US" altLang="ko-KR" sz="1000" b="1" dirty="0">
                <a:solidFill>
                  <a:schemeClr val="tx1">
                    <a:lumMod val="75000"/>
                    <a:lumOff val="25000"/>
                  </a:schemeClr>
                </a:solidFill>
                <a:latin typeface="+mn-ea"/>
                <a:ea typeface="+mn-ea"/>
              </a:rPr>
              <a:t>)</a:t>
            </a:r>
            <a:endParaRPr lang="ko-KR" altLang="en-US" sz="1000" dirty="0">
              <a:latin typeface="+mn-ea"/>
              <a:ea typeface="+mn-ea"/>
            </a:endParaRPr>
          </a:p>
        </p:txBody>
      </p:sp>
      <p:sp>
        <p:nvSpPr>
          <p:cNvPr id="230" name="직사각형 229"/>
          <p:cNvSpPr/>
          <p:nvPr/>
        </p:nvSpPr>
        <p:spPr>
          <a:xfrm>
            <a:off x="7470417" y="3601591"/>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sp>
        <p:nvSpPr>
          <p:cNvPr id="231" name="직사각형 230"/>
          <p:cNvSpPr/>
          <p:nvPr/>
        </p:nvSpPr>
        <p:spPr>
          <a:xfrm>
            <a:off x="2709131" y="4098270"/>
            <a:ext cx="1111202" cy="230832"/>
          </a:xfrm>
          <a:prstGeom prst="rect">
            <a:avLst/>
          </a:prstGeom>
        </p:spPr>
        <p:txBody>
          <a:bodyPr wrap="none">
            <a:spAutoFit/>
          </a:bodyPr>
          <a:lstStyle/>
          <a:p>
            <a:r>
              <a:rPr lang="en-US" altLang="ko-KR" sz="900" b="1" dirty="0">
                <a:solidFill>
                  <a:schemeClr val="tx1">
                    <a:lumMod val="75000"/>
                    <a:lumOff val="25000"/>
                  </a:schemeClr>
                </a:solidFill>
                <a:latin typeface="+mn-ea"/>
                <a:ea typeface="+mn-ea"/>
              </a:rPr>
              <a:t>• </a:t>
            </a:r>
            <a:r>
              <a:rPr lang="ko-KR" altLang="en-US" sz="900" b="1" dirty="0" smtClean="0">
                <a:solidFill>
                  <a:schemeClr val="tx1">
                    <a:lumMod val="75000"/>
                    <a:lumOff val="25000"/>
                  </a:schemeClr>
                </a:solidFill>
                <a:latin typeface="+mn-ea"/>
                <a:ea typeface="+mn-ea"/>
              </a:rPr>
              <a:t>상시 퀴즈</a:t>
            </a:r>
            <a:r>
              <a:rPr lang="en-US" altLang="ko-KR" sz="900" b="1" dirty="0" smtClean="0">
                <a:solidFill>
                  <a:schemeClr val="tx1">
                    <a:lumMod val="75000"/>
                    <a:lumOff val="25000"/>
                  </a:schemeClr>
                </a:solidFill>
                <a:latin typeface="+mn-ea"/>
                <a:ea typeface="+mn-ea"/>
              </a:rPr>
              <a:t>11111</a:t>
            </a:r>
            <a:endParaRPr lang="ko-KR" altLang="en-US" sz="900" b="1" dirty="0">
              <a:solidFill>
                <a:schemeClr val="tx1">
                  <a:lumMod val="75000"/>
                  <a:lumOff val="25000"/>
                </a:schemeClr>
              </a:solidFill>
              <a:latin typeface="+mn-ea"/>
              <a:ea typeface="+mn-ea"/>
            </a:endParaRPr>
          </a:p>
        </p:txBody>
      </p:sp>
      <p:cxnSp>
        <p:nvCxnSpPr>
          <p:cNvPr id="232" name="직선 연결선 231"/>
          <p:cNvCxnSpPr/>
          <p:nvPr/>
        </p:nvCxnSpPr>
        <p:spPr>
          <a:xfrm>
            <a:off x="2673127" y="4005066"/>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33" name="자유형 232"/>
          <p:cNvSpPr/>
          <p:nvPr/>
        </p:nvSpPr>
        <p:spPr>
          <a:xfrm flipV="1">
            <a:off x="2817623" y="9758894"/>
            <a:ext cx="3707511" cy="188720"/>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234" name="직사각형 233"/>
          <p:cNvSpPr/>
          <p:nvPr/>
        </p:nvSpPr>
        <p:spPr>
          <a:xfrm>
            <a:off x="2661506" y="10711335"/>
            <a:ext cx="6225560" cy="422523"/>
          </a:xfrm>
          <a:prstGeom prst="rect">
            <a:avLst/>
          </a:prstGeom>
          <a:solidFill>
            <a:srgbClr val="B1C1D5">
              <a:alpha val="50000"/>
            </a:srgb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9" name="모서리가 둥근 직사각형 238"/>
          <p:cNvSpPr/>
          <p:nvPr/>
        </p:nvSpPr>
        <p:spPr>
          <a:xfrm>
            <a:off x="4943054" y="10825047"/>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임시저장</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40" name="모서리가 둥근 직사각형 239"/>
          <p:cNvSpPr/>
          <p:nvPr/>
        </p:nvSpPr>
        <p:spPr>
          <a:xfrm>
            <a:off x="5913587" y="10830968"/>
            <a:ext cx="900000" cy="1728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241"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033851" y="4072169"/>
            <a:ext cx="822439" cy="268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4" name="직사각형 253"/>
          <p:cNvSpPr/>
          <p:nvPr/>
        </p:nvSpPr>
        <p:spPr>
          <a:xfrm>
            <a:off x="2745134" y="4408538"/>
            <a:ext cx="3780000" cy="176419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56" name="그룹 255"/>
          <p:cNvGrpSpPr/>
          <p:nvPr/>
        </p:nvGrpSpPr>
        <p:grpSpPr>
          <a:xfrm>
            <a:off x="2752564" y="4497500"/>
            <a:ext cx="3772570" cy="254124"/>
            <a:chOff x="1216013" y="4211563"/>
            <a:chExt cx="6048000" cy="254124"/>
          </a:xfrm>
        </p:grpSpPr>
        <p:sp>
          <p:nvSpPr>
            <p:cNvPr id="257" name="직사각형 256"/>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258" name="직선 연결선 257"/>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61" name="그룹 260"/>
          <p:cNvGrpSpPr/>
          <p:nvPr/>
        </p:nvGrpSpPr>
        <p:grpSpPr>
          <a:xfrm>
            <a:off x="2971326" y="4910498"/>
            <a:ext cx="304344" cy="288000"/>
            <a:chOff x="3190900" y="6621766"/>
            <a:chExt cx="304344" cy="288000"/>
          </a:xfrm>
        </p:grpSpPr>
        <p:sp>
          <p:nvSpPr>
            <p:cNvPr id="303" name="타원 30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04" name="TextBox 30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347" name="그룹 346"/>
          <p:cNvGrpSpPr/>
          <p:nvPr/>
        </p:nvGrpSpPr>
        <p:grpSpPr>
          <a:xfrm>
            <a:off x="2980851" y="5189005"/>
            <a:ext cx="304344" cy="288000"/>
            <a:chOff x="3201067" y="6621766"/>
            <a:chExt cx="304344" cy="288000"/>
          </a:xfrm>
        </p:grpSpPr>
        <p:sp>
          <p:nvSpPr>
            <p:cNvPr id="362" name="타원 361"/>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63" name="TextBox 362"/>
            <p:cNvSpPr txBox="1">
              <a:spLocks noChangeAspect="1"/>
            </p:cNvSpPr>
            <p:nvPr/>
          </p:nvSpPr>
          <p:spPr>
            <a:xfrm>
              <a:off x="3201067"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364" name="그룹 363"/>
          <p:cNvGrpSpPr/>
          <p:nvPr/>
        </p:nvGrpSpPr>
        <p:grpSpPr>
          <a:xfrm>
            <a:off x="2970684" y="5477037"/>
            <a:ext cx="304344" cy="288000"/>
            <a:chOff x="3190900" y="6621766"/>
            <a:chExt cx="304344" cy="288000"/>
          </a:xfrm>
        </p:grpSpPr>
        <p:sp>
          <p:nvSpPr>
            <p:cNvPr id="366" name="타원 365"/>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67" name="TextBox 366"/>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370" name="그룹 369"/>
          <p:cNvGrpSpPr/>
          <p:nvPr/>
        </p:nvGrpSpPr>
        <p:grpSpPr>
          <a:xfrm>
            <a:off x="2970684" y="5738590"/>
            <a:ext cx="304344" cy="288000"/>
            <a:chOff x="3190900" y="6621766"/>
            <a:chExt cx="304344" cy="288000"/>
          </a:xfrm>
        </p:grpSpPr>
        <p:sp>
          <p:nvSpPr>
            <p:cNvPr id="371" name="타원 370"/>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72" name="TextBox 371"/>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sp>
        <p:nvSpPr>
          <p:cNvPr id="375" name="직사각형 374"/>
          <p:cNvSpPr/>
          <p:nvPr/>
        </p:nvSpPr>
        <p:spPr>
          <a:xfrm>
            <a:off x="3260342" y="4939041"/>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6" name="직사각형 375"/>
          <p:cNvSpPr/>
          <p:nvPr/>
        </p:nvSpPr>
        <p:spPr>
          <a:xfrm>
            <a:off x="3258716" y="523659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7" name="직사각형 376"/>
          <p:cNvSpPr/>
          <p:nvPr/>
        </p:nvSpPr>
        <p:spPr>
          <a:xfrm>
            <a:off x="3258716" y="551510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8" name="직사각형 377"/>
          <p:cNvSpPr/>
          <p:nvPr/>
        </p:nvSpPr>
        <p:spPr>
          <a:xfrm>
            <a:off x="3256620" y="5767133"/>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사슴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79" name="직사각형 378"/>
          <p:cNvSpPr/>
          <p:nvPr/>
        </p:nvSpPr>
        <p:spPr>
          <a:xfrm>
            <a:off x="6607508" y="4408537"/>
            <a:ext cx="2239257" cy="367240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80" name="그룹 379"/>
          <p:cNvGrpSpPr/>
          <p:nvPr/>
        </p:nvGrpSpPr>
        <p:grpSpPr>
          <a:xfrm>
            <a:off x="6614517" y="4490071"/>
            <a:ext cx="2241773" cy="254124"/>
            <a:chOff x="1216013" y="4211563"/>
            <a:chExt cx="6048000" cy="254124"/>
          </a:xfrm>
        </p:grpSpPr>
        <p:sp>
          <p:nvSpPr>
            <p:cNvPr id="381" name="직사각형 380"/>
            <p:cNvSpPr/>
            <p:nvPr/>
          </p:nvSpPr>
          <p:spPr>
            <a:xfrm>
              <a:off x="1267380" y="4211563"/>
              <a:ext cx="5996633"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제출 답안</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82" name="직선 연결선 381"/>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83" name="그룹 382"/>
          <p:cNvGrpSpPr/>
          <p:nvPr/>
        </p:nvGrpSpPr>
        <p:grpSpPr>
          <a:xfrm>
            <a:off x="6652617" y="4789971"/>
            <a:ext cx="2160000" cy="291022"/>
            <a:chOff x="5116066" y="3534022"/>
            <a:chExt cx="2160000" cy="291022"/>
          </a:xfrm>
        </p:grpSpPr>
        <p:sp>
          <p:nvSpPr>
            <p:cNvPr id="384" name="타원 383"/>
            <p:cNvSpPr>
              <a:spLocks noChangeAspect="1"/>
            </p:cNvSpPr>
            <p:nvPr/>
          </p:nvSpPr>
          <p:spPr>
            <a:xfrm>
              <a:off x="5130212" y="3560529"/>
              <a:ext cx="216000" cy="216000"/>
            </a:xfrm>
            <a:prstGeom prst="ellipse">
              <a:avLst/>
            </a:prstGeom>
            <a:solidFill>
              <a:schemeClr val="bg1">
                <a:lumMod val="5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85" name="TextBox 384"/>
            <p:cNvSpPr txBox="1">
              <a:spLocks noChangeAspect="1"/>
            </p:cNvSpPr>
            <p:nvPr/>
          </p:nvSpPr>
          <p:spPr>
            <a:xfrm>
              <a:off x="5116708" y="3534022"/>
              <a:ext cx="304344" cy="288000"/>
            </a:xfrm>
            <a:prstGeom prst="rect">
              <a:avLst/>
            </a:prstGeom>
            <a:noFill/>
          </p:spPr>
          <p:txBody>
            <a:bodyPr wrap="square" rtlCol="0" anchor="ctr">
              <a:noAutofit/>
            </a:bodyPr>
            <a:lstStyle/>
            <a:p>
              <a:r>
                <a:rPr lang="en-US" altLang="ko-KR" sz="800" dirty="0" smtClean="0">
                  <a:solidFill>
                    <a:schemeClr val="bg1"/>
                  </a:solidFill>
                  <a:latin typeface="+mj-ea"/>
                  <a:ea typeface="+mj-ea"/>
                </a:rPr>
                <a:t>1</a:t>
              </a:r>
              <a:endParaRPr lang="en-US" altLang="ko-KR" sz="800" dirty="0">
                <a:solidFill>
                  <a:schemeClr val="bg1"/>
                </a:solidFill>
                <a:latin typeface="+mj-ea"/>
                <a:ea typeface="+mj-ea"/>
              </a:endParaRPr>
            </a:p>
          </p:txBody>
        </p:sp>
        <p:cxnSp>
          <p:nvCxnSpPr>
            <p:cNvPr id="386" name="직선 연결선 385"/>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7" name="직사각형 386"/>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a:t>
              </a:r>
            </a:p>
          </p:txBody>
        </p:sp>
      </p:grpSp>
      <p:grpSp>
        <p:nvGrpSpPr>
          <p:cNvPr id="388" name="그룹 387"/>
          <p:cNvGrpSpPr/>
          <p:nvPr/>
        </p:nvGrpSpPr>
        <p:grpSpPr>
          <a:xfrm>
            <a:off x="6660046" y="5142582"/>
            <a:ext cx="2160000" cy="291022"/>
            <a:chOff x="5116066" y="3534022"/>
            <a:chExt cx="2160000" cy="291022"/>
          </a:xfrm>
        </p:grpSpPr>
        <p:sp>
          <p:nvSpPr>
            <p:cNvPr id="389" name="타원 388"/>
            <p:cNvSpPr>
              <a:spLocks noChangeAspect="1"/>
            </p:cNvSpPr>
            <p:nvPr/>
          </p:nvSpPr>
          <p:spPr>
            <a:xfrm>
              <a:off x="5130212" y="3560529"/>
              <a:ext cx="216000" cy="216000"/>
            </a:xfrm>
            <a:prstGeom prst="ellipse">
              <a:avLst/>
            </a:prstGeom>
            <a:solidFill>
              <a:schemeClr val="bg1">
                <a:lumMod val="5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0" name="TextBox 389"/>
            <p:cNvSpPr txBox="1">
              <a:spLocks noChangeAspect="1"/>
            </p:cNvSpPr>
            <p:nvPr/>
          </p:nvSpPr>
          <p:spPr>
            <a:xfrm>
              <a:off x="5116708" y="3534022"/>
              <a:ext cx="304344" cy="288000"/>
            </a:xfrm>
            <a:prstGeom prst="rect">
              <a:avLst/>
            </a:prstGeom>
            <a:noFill/>
          </p:spPr>
          <p:txBody>
            <a:bodyPr wrap="square" rtlCol="0" anchor="ctr">
              <a:noAutofit/>
            </a:bodyPr>
            <a:lstStyle/>
            <a:p>
              <a:r>
                <a:rPr lang="en-US" altLang="ko-KR" sz="800" dirty="0" smtClean="0">
                  <a:solidFill>
                    <a:schemeClr val="bg1"/>
                  </a:solidFill>
                  <a:latin typeface="+mj-ea"/>
                  <a:ea typeface="+mj-ea"/>
                </a:rPr>
                <a:t>2</a:t>
              </a:r>
              <a:endParaRPr lang="en-US" altLang="ko-KR" sz="800" dirty="0">
                <a:solidFill>
                  <a:schemeClr val="bg1"/>
                </a:solidFill>
                <a:latin typeface="+mj-ea"/>
                <a:ea typeface="+mj-ea"/>
              </a:endParaRPr>
            </a:p>
          </p:txBody>
        </p:sp>
        <p:cxnSp>
          <p:nvCxnSpPr>
            <p:cNvPr id="391" name="직선 연결선 390"/>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2" name="직사각형 391"/>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곤충류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양서류 </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393" name="그룹 392"/>
          <p:cNvGrpSpPr/>
          <p:nvPr/>
        </p:nvGrpSpPr>
        <p:grpSpPr>
          <a:xfrm>
            <a:off x="6653259" y="5466618"/>
            <a:ext cx="2166787" cy="291022"/>
            <a:chOff x="5109279" y="3534022"/>
            <a:chExt cx="2166787" cy="291022"/>
          </a:xfrm>
        </p:grpSpPr>
        <p:sp>
          <p:nvSpPr>
            <p:cNvPr id="394" name="타원 393"/>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5" name="TextBox 394"/>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3</a:t>
              </a:r>
              <a:endParaRPr lang="en-US" altLang="ko-KR" sz="800" dirty="0">
                <a:solidFill>
                  <a:schemeClr val="tx1">
                    <a:lumMod val="75000"/>
                    <a:lumOff val="25000"/>
                  </a:schemeClr>
                </a:solidFill>
                <a:latin typeface="+mj-ea"/>
                <a:ea typeface="+mj-ea"/>
              </a:endParaRPr>
            </a:p>
          </p:txBody>
        </p:sp>
        <p:cxnSp>
          <p:nvCxnSpPr>
            <p:cNvPr id="396" name="직선 연결선 395"/>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7" name="직사각형 396"/>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398" name="그룹 397"/>
          <p:cNvGrpSpPr/>
          <p:nvPr/>
        </p:nvGrpSpPr>
        <p:grpSpPr>
          <a:xfrm>
            <a:off x="2745135" y="6280746"/>
            <a:ext cx="3780000" cy="1548173"/>
            <a:chOff x="1208584" y="4977172"/>
            <a:chExt cx="3780000" cy="1548173"/>
          </a:xfrm>
        </p:grpSpPr>
        <p:sp>
          <p:nvSpPr>
            <p:cNvPr id="399" name="직사각형 398"/>
            <p:cNvSpPr/>
            <p:nvPr/>
          </p:nvSpPr>
          <p:spPr>
            <a:xfrm>
              <a:off x="1208584" y="4977172"/>
              <a:ext cx="3780000" cy="1548173"/>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0" name="그룹 399"/>
            <p:cNvGrpSpPr/>
            <p:nvPr/>
          </p:nvGrpSpPr>
          <p:grpSpPr>
            <a:xfrm>
              <a:off x="1216014" y="5066134"/>
              <a:ext cx="3772570" cy="254124"/>
              <a:chOff x="1216013" y="4211563"/>
              <a:chExt cx="6048000" cy="254124"/>
            </a:xfrm>
          </p:grpSpPr>
          <p:sp>
            <p:nvSpPr>
              <p:cNvPr id="401" name="직사각형 400"/>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 </a:t>
                </a:r>
                <a:r>
                  <a:rPr lang="ko-KR" altLang="en-US" sz="800" dirty="0" err="1" smtClean="0">
                    <a:solidFill>
                      <a:schemeClr val="tx1">
                        <a:lumMod val="65000"/>
                        <a:lumOff val="35000"/>
                      </a:schemeClr>
                    </a:solidFill>
                    <a:latin typeface="맑은 고딕" panose="020B0503020000020004" pitchFamily="50" charset="-127"/>
                    <a:ea typeface="맑은 고딕" panose="020B0503020000020004" pitchFamily="50" charset="-127"/>
                  </a:rPr>
                  <a:t>선긋기</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222</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02" name="직선 연결선 401"/>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403" name="그룹 402"/>
          <p:cNvGrpSpPr/>
          <p:nvPr/>
        </p:nvGrpSpPr>
        <p:grpSpPr>
          <a:xfrm>
            <a:off x="2745135" y="7936930"/>
            <a:ext cx="3780000" cy="1476164"/>
            <a:chOff x="1208584" y="4977173"/>
            <a:chExt cx="3780000" cy="1476164"/>
          </a:xfrm>
        </p:grpSpPr>
        <p:sp>
          <p:nvSpPr>
            <p:cNvPr id="404" name="직사각형 403"/>
            <p:cNvSpPr/>
            <p:nvPr/>
          </p:nvSpPr>
          <p:spPr>
            <a:xfrm>
              <a:off x="1208584" y="4977173"/>
              <a:ext cx="3780000" cy="147616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5" name="그룹 404"/>
            <p:cNvGrpSpPr/>
            <p:nvPr/>
          </p:nvGrpSpPr>
          <p:grpSpPr>
            <a:xfrm>
              <a:off x="1216014" y="5066134"/>
              <a:ext cx="3772570" cy="254124"/>
              <a:chOff x="1216013" y="4211563"/>
              <a:chExt cx="6048000" cy="254124"/>
            </a:xfrm>
          </p:grpSpPr>
          <p:sp>
            <p:nvSpPr>
              <p:cNvPr id="406" name="직사각형 405"/>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 </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03</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07" name="직선 연결선 40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408" name="그룹 407"/>
          <p:cNvGrpSpPr/>
          <p:nvPr/>
        </p:nvGrpSpPr>
        <p:grpSpPr>
          <a:xfrm>
            <a:off x="6650521" y="5800179"/>
            <a:ext cx="2166787" cy="291022"/>
            <a:chOff x="5109279" y="3534022"/>
            <a:chExt cx="2166787" cy="291022"/>
          </a:xfrm>
        </p:grpSpPr>
        <p:sp>
          <p:nvSpPr>
            <p:cNvPr id="409" name="타원 408"/>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0" name="TextBox 409"/>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4</a:t>
              </a:r>
              <a:endParaRPr lang="en-US" altLang="ko-KR" sz="800" dirty="0">
                <a:solidFill>
                  <a:schemeClr val="tx1">
                    <a:lumMod val="75000"/>
                    <a:lumOff val="25000"/>
                  </a:schemeClr>
                </a:solidFill>
                <a:latin typeface="+mj-ea"/>
                <a:ea typeface="+mj-ea"/>
              </a:endParaRPr>
            </a:p>
          </p:txBody>
        </p:sp>
        <p:cxnSp>
          <p:nvCxnSpPr>
            <p:cNvPr id="411" name="직선 연결선 410"/>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2" name="직사각형 411"/>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13" name="그룹 412"/>
          <p:cNvGrpSpPr/>
          <p:nvPr/>
        </p:nvGrpSpPr>
        <p:grpSpPr>
          <a:xfrm>
            <a:off x="6655355" y="6131644"/>
            <a:ext cx="2166787" cy="291022"/>
            <a:chOff x="5109279" y="3534022"/>
            <a:chExt cx="2166787" cy="291022"/>
          </a:xfrm>
        </p:grpSpPr>
        <p:sp>
          <p:nvSpPr>
            <p:cNvPr id="414" name="타원 413"/>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15" name="TextBox 414"/>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5</a:t>
              </a:r>
              <a:endParaRPr lang="en-US" altLang="ko-KR" sz="800" dirty="0">
                <a:solidFill>
                  <a:schemeClr val="tx1">
                    <a:lumMod val="75000"/>
                    <a:lumOff val="25000"/>
                  </a:schemeClr>
                </a:solidFill>
                <a:latin typeface="+mj-ea"/>
                <a:ea typeface="+mj-ea"/>
              </a:endParaRPr>
            </a:p>
          </p:txBody>
        </p:sp>
        <p:cxnSp>
          <p:nvCxnSpPr>
            <p:cNvPr id="416" name="직선 연결선 415"/>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7" name="직사각형 416"/>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18" name="그룹 417"/>
          <p:cNvGrpSpPr/>
          <p:nvPr/>
        </p:nvGrpSpPr>
        <p:grpSpPr>
          <a:xfrm>
            <a:off x="6652617" y="6465205"/>
            <a:ext cx="2166787" cy="291022"/>
            <a:chOff x="5109279" y="3534022"/>
            <a:chExt cx="2166787" cy="291022"/>
          </a:xfrm>
        </p:grpSpPr>
        <p:sp>
          <p:nvSpPr>
            <p:cNvPr id="419" name="타원 418"/>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20" name="TextBox 419"/>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6</a:t>
              </a:r>
              <a:endParaRPr lang="en-US" altLang="ko-KR" sz="800" dirty="0">
                <a:solidFill>
                  <a:schemeClr val="tx1">
                    <a:lumMod val="75000"/>
                    <a:lumOff val="25000"/>
                  </a:schemeClr>
                </a:solidFill>
                <a:latin typeface="+mj-ea"/>
                <a:ea typeface="+mj-ea"/>
              </a:endParaRPr>
            </a:p>
          </p:txBody>
        </p:sp>
        <p:cxnSp>
          <p:nvCxnSpPr>
            <p:cNvPr id="421" name="직선 연결선 420"/>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22" name="직사각형 421"/>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23" name="그룹 422"/>
          <p:cNvGrpSpPr/>
          <p:nvPr/>
        </p:nvGrpSpPr>
        <p:grpSpPr>
          <a:xfrm>
            <a:off x="6653259" y="6791337"/>
            <a:ext cx="2166787" cy="291022"/>
            <a:chOff x="5109279" y="3534022"/>
            <a:chExt cx="2166787" cy="291022"/>
          </a:xfrm>
        </p:grpSpPr>
        <p:sp>
          <p:nvSpPr>
            <p:cNvPr id="424" name="타원 423"/>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25" name="TextBox 424"/>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a:solidFill>
                    <a:schemeClr val="tx1">
                      <a:lumMod val="75000"/>
                      <a:lumOff val="25000"/>
                    </a:schemeClr>
                  </a:solidFill>
                  <a:latin typeface="+mj-ea"/>
                  <a:ea typeface="+mj-ea"/>
                </a:rPr>
                <a:t>7</a:t>
              </a:r>
            </a:p>
          </p:txBody>
        </p:sp>
        <p:cxnSp>
          <p:nvCxnSpPr>
            <p:cNvPr id="426" name="직선 연결선 425"/>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27" name="직사각형 426"/>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28" name="그룹 427"/>
          <p:cNvGrpSpPr/>
          <p:nvPr/>
        </p:nvGrpSpPr>
        <p:grpSpPr>
          <a:xfrm>
            <a:off x="6650521" y="7124898"/>
            <a:ext cx="2166787" cy="291022"/>
            <a:chOff x="5109279" y="3534022"/>
            <a:chExt cx="2166787" cy="291022"/>
          </a:xfrm>
        </p:grpSpPr>
        <p:sp>
          <p:nvSpPr>
            <p:cNvPr id="429" name="타원 428"/>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33" name="TextBox 432"/>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8</a:t>
              </a:r>
              <a:endParaRPr lang="en-US" altLang="ko-KR" sz="800" dirty="0">
                <a:solidFill>
                  <a:schemeClr val="tx1">
                    <a:lumMod val="75000"/>
                    <a:lumOff val="25000"/>
                  </a:schemeClr>
                </a:solidFill>
                <a:latin typeface="+mj-ea"/>
                <a:ea typeface="+mj-ea"/>
              </a:endParaRPr>
            </a:p>
          </p:txBody>
        </p:sp>
        <p:cxnSp>
          <p:nvCxnSpPr>
            <p:cNvPr id="434" name="직선 연결선 433"/>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35" name="직사각형 434"/>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36" name="그룹 435"/>
          <p:cNvGrpSpPr/>
          <p:nvPr/>
        </p:nvGrpSpPr>
        <p:grpSpPr>
          <a:xfrm>
            <a:off x="6655355" y="7456363"/>
            <a:ext cx="2166787" cy="291022"/>
            <a:chOff x="5109279" y="3534022"/>
            <a:chExt cx="2166787" cy="291022"/>
          </a:xfrm>
        </p:grpSpPr>
        <p:sp>
          <p:nvSpPr>
            <p:cNvPr id="437" name="타원 436"/>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38" name="TextBox 437"/>
            <p:cNvSpPr txBox="1">
              <a:spLocks noChangeAspect="1"/>
            </p:cNvSpPr>
            <p:nvPr/>
          </p:nvSpPr>
          <p:spPr>
            <a:xfrm>
              <a:off x="5109279" y="3534022"/>
              <a:ext cx="304344" cy="288000"/>
            </a:xfrm>
            <a:prstGeom prst="rect">
              <a:avLst/>
            </a:prstGeom>
            <a:noFill/>
          </p:spPr>
          <p:txBody>
            <a:bodyPr wrap="square" rtlCol="0" anchor="ctr">
              <a:noAutofit/>
            </a:bodyPr>
            <a:lstStyle/>
            <a:p>
              <a:r>
                <a:rPr lang="en-US" altLang="ko-KR" sz="800" dirty="0">
                  <a:solidFill>
                    <a:schemeClr val="tx1">
                      <a:lumMod val="75000"/>
                      <a:lumOff val="25000"/>
                    </a:schemeClr>
                  </a:solidFill>
                  <a:latin typeface="+mj-ea"/>
                  <a:ea typeface="+mj-ea"/>
                </a:rPr>
                <a:t>9</a:t>
              </a:r>
            </a:p>
          </p:txBody>
        </p:sp>
        <p:cxnSp>
          <p:nvCxnSpPr>
            <p:cNvPr id="439" name="직선 연결선 438"/>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40" name="직사각형 439"/>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41" name="그룹 440"/>
          <p:cNvGrpSpPr/>
          <p:nvPr/>
        </p:nvGrpSpPr>
        <p:grpSpPr>
          <a:xfrm>
            <a:off x="6624042" y="7789924"/>
            <a:ext cx="2195362" cy="291022"/>
            <a:chOff x="5080704" y="3534022"/>
            <a:chExt cx="2195362" cy="291022"/>
          </a:xfrm>
        </p:grpSpPr>
        <p:sp>
          <p:nvSpPr>
            <p:cNvPr id="442" name="타원 441"/>
            <p:cNvSpPr>
              <a:spLocks noChangeAspect="1"/>
            </p:cNvSpPr>
            <p:nvPr/>
          </p:nvSpPr>
          <p:spPr>
            <a:xfrm>
              <a:off x="5130212" y="3560529"/>
              <a:ext cx="216000" cy="216000"/>
            </a:xfrm>
            <a:prstGeom prst="ellips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43" name="TextBox 442"/>
            <p:cNvSpPr txBox="1">
              <a:spLocks noChangeAspect="1"/>
            </p:cNvSpPr>
            <p:nvPr/>
          </p:nvSpPr>
          <p:spPr>
            <a:xfrm>
              <a:off x="5080704" y="3534022"/>
              <a:ext cx="304344" cy="288000"/>
            </a:xfrm>
            <a:prstGeom prst="rect">
              <a:avLst/>
            </a:prstGeom>
            <a:noFill/>
          </p:spPr>
          <p:txBody>
            <a:bodyPr wrap="square" rtlCol="0" anchor="ctr">
              <a:noAutofit/>
            </a:bodyPr>
            <a:lstStyle/>
            <a:p>
              <a:r>
                <a:rPr lang="en-US" altLang="ko-KR" sz="800" dirty="0" smtClean="0">
                  <a:solidFill>
                    <a:schemeClr val="tx1">
                      <a:lumMod val="75000"/>
                      <a:lumOff val="25000"/>
                    </a:schemeClr>
                  </a:solidFill>
                  <a:latin typeface="+mj-ea"/>
                  <a:ea typeface="+mj-ea"/>
                </a:rPr>
                <a:t>10</a:t>
              </a:r>
              <a:endParaRPr lang="en-US" altLang="ko-KR" sz="800" dirty="0">
                <a:solidFill>
                  <a:schemeClr val="tx1">
                    <a:lumMod val="75000"/>
                    <a:lumOff val="25000"/>
                  </a:schemeClr>
                </a:solidFill>
                <a:latin typeface="+mj-ea"/>
                <a:ea typeface="+mj-ea"/>
              </a:endParaRPr>
            </a:p>
          </p:txBody>
        </p:sp>
        <p:cxnSp>
          <p:nvCxnSpPr>
            <p:cNvPr id="444" name="직선 연결선 443"/>
            <p:cNvCxnSpPr/>
            <p:nvPr/>
          </p:nvCxnSpPr>
          <p:spPr>
            <a:xfrm>
              <a:off x="5116066" y="3825044"/>
              <a:ext cx="216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45" name="직사각형 444"/>
            <p:cNvSpPr/>
            <p:nvPr/>
          </p:nvSpPr>
          <p:spPr>
            <a:xfrm>
              <a:off x="5390718" y="35751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grpSp>
        <p:nvGrpSpPr>
          <p:cNvPr id="447" name="그룹 446"/>
          <p:cNvGrpSpPr/>
          <p:nvPr/>
        </p:nvGrpSpPr>
        <p:grpSpPr>
          <a:xfrm>
            <a:off x="2817623" y="6765751"/>
            <a:ext cx="2317625" cy="392489"/>
            <a:chOff x="2531687" y="13624672"/>
            <a:chExt cx="2317625" cy="392489"/>
          </a:xfrm>
        </p:grpSpPr>
        <p:grpSp>
          <p:nvGrpSpPr>
            <p:cNvPr id="448" name="그룹 447"/>
            <p:cNvGrpSpPr/>
            <p:nvPr/>
          </p:nvGrpSpPr>
          <p:grpSpPr>
            <a:xfrm>
              <a:off x="2531687" y="13624672"/>
              <a:ext cx="1284766" cy="389504"/>
              <a:chOff x="2531687" y="13624672"/>
              <a:chExt cx="1284766" cy="389504"/>
            </a:xfrm>
          </p:grpSpPr>
          <p:sp>
            <p:nvSpPr>
              <p:cNvPr id="451" name="Rectangle 122"/>
              <p:cNvSpPr>
                <a:spLocks noChangeArrowheads="1"/>
              </p:cNvSpPr>
              <p:nvPr/>
            </p:nvSpPr>
            <p:spPr bwMode="auto">
              <a:xfrm>
                <a:off x="2531687" y="13624672"/>
                <a:ext cx="1284766"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52" name="타원 451"/>
              <p:cNvSpPr/>
              <p:nvPr/>
            </p:nvSpPr>
            <p:spPr>
              <a:xfrm>
                <a:off x="2576736" y="13707094"/>
                <a:ext cx="216000" cy="216024"/>
              </a:xfrm>
              <a:prstGeom prst="ellipse">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A</a:t>
                </a:r>
                <a:endPar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53" name="Rectangle 122"/>
              <p:cNvSpPr>
                <a:spLocks noChangeArrowheads="1"/>
              </p:cNvSpPr>
              <p:nvPr/>
            </p:nvSpPr>
            <p:spPr bwMode="auto">
              <a:xfrm>
                <a:off x="2796369" y="13726164"/>
                <a:ext cx="589198"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소똥구리</a:t>
                </a:r>
                <a:endParaRPr lang="ko-KR" altLang="en-US" sz="800" kern="0" dirty="0">
                  <a:solidFill>
                    <a:schemeClr val="tx1">
                      <a:lumMod val="50000"/>
                      <a:lumOff val="50000"/>
                    </a:schemeClr>
                  </a:solidFill>
                  <a:latin typeface="+mn-ea"/>
                  <a:ea typeface="+mn-ea"/>
                </a:endParaRPr>
              </a:p>
            </p:txBody>
          </p:sp>
        </p:grpSp>
        <p:sp>
          <p:nvSpPr>
            <p:cNvPr id="449" name="Rectangle 122"/>
            <p:cNvSpPr>
              <a:spLocks noChangeArrowheads="1"/>
            </p:cNvSpPr>
            <p:nvPr/>
          </p:nvSpPr>
          <p:spPr bwMode="auto">
            <a:xfrm>
              <a:off x="4092514" y="13627657"/>
              <a:ext cx="756798"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cxnSp>
          <p:nvCxnSpPr>
            <p:cNvPr id="450" name="직선 연결선 449"/>
            <p:cNvCxnSpPr>
              <a:stCxn id="451" idx="3"/>
              <a:endCxn id="449" idx="1"/>
            </p:cNvCxnSpPr>
            <p:nvPr/>
          </p:nvCxnSpPr>
          <p:spPr>
            <a:xfrm>
              <a:off x="3816453" y="13819424"/>
              <a:ext cx="276061" cy="298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454" name="그룹 453"/>
          <p:cNvGrpSpPr/>
          <p:nvPr/>
        </p:nvGrpSpPr>
        <p:grpSpPr>
          <a:xfrm>
            <a:off x="2817143" y="7236788"/>
            <a:ext cx="2318105" cy="392489"/>
            <a:chOff x="2531686" y="13624672"/>
            <a:chExt cx="2318105" cy="392489"/>
          </a:xfrm>
        </p:grpSpPr>
        <p:grpSp>
          <p:nvGrpSpPr>
            <p:cNvPr id="455" name="그룹 454"/>
            <p:cNvGrpSpPr/>
            <p:nvPr/>
          </p:nvGrpSpPr>
          <p:grpSpPr>
            <a:xfrm>
              <a:off x="2531686" y="13624672"/>
              <a:ext cx="1285245" cy="389504"/>
              <a:chOff x="2531686" y="13624672"/>
              <a:chExt cx="1285245" cy="389504"/>
            </a:xfrm>
          </p:grpSpPr>
          <p:sp>
            <p:nvSpPr>
              <p:cNvPr id="459" name="Rectangle 122"/>
              <p:cNvSpPr>
                <a:spLocks noChangeArrowheads="1"/>
              </p:cNvSpPr>
              <p:nvPr/>
            </p:nvSpPr>
            <p:spPr bwMode="auto">
              <a:xfrm>
                <a:off x="2531686" y="13624672"/>
                <a:ext cx="1285245"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60" name="타원 459"/>
              <p:cNvSpPr/>
              <p:nvPr/>
            </p:nvSpPr>
            <p:spPr>
              <a:xfrm>
                <a:off x="2576736" y="13707094"/>
                <a:ext cx="216000" cy="216024"/>
              </a:xfrm>
              <a:prstGeom prst="ellipse">
                <a:avLst/>
              </a:prstGeom>
              <a:no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B</a:t>
                </a:r>
                <a:endPar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61" name="Rectangle 122"/>
              <p:cNvSpPr>
                <a:spLocks noChangeArrowheads="1"/>
              </p:cNvSpPr>
              <p:nvPr/>
            </p:nvSpPr>
            <p:spPr bwMode="auto">
              <a:xfrm>
                <a:off x="2796848" y="13726164"/>
                <a:ext cx="765308" cy="196954"/>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50000"/>
                        <a:lumOff val="50000"/>
                      </a:schemeClr>
                    </a:solidFill>
                    <a:latin typeface="+mn-ea"/>
                    <a:ea typeface="+mn-ea"/>
                  </a:rPr>
                  <a:t>개구리</a:t>
                </a:r>
                <a:endParaRPr lang="ko-KR" altLang="en-US" sz="800" kern="0" dirty="0">
                  <a:solidFill>
                    <a:schemeClr val="tx1">
                      <a:lumMod val="50000"/>
                      <a:lumOff val="50000"/>
                    </a:schemeClr>
                  </a:solidFill>
                  <a:latin typeface="+mn-ea"/>
                  <a:ea typeface="+mn-ea"/>
                </a:endParaRPr>
              </a:p>
            </p:txBody>
          </p:sp>
        </p:grpSp>
        <p:sp>
          <p:nvSpPr>
            <p:cNvPr id="456" name="Rectangle 122"/>
            <p:cNvSpPr>
              <a:spLocks noChangeArrowheads="1"/>
            </p:cNvSpPr>
            <p:nvPr/>
          </p:nvSpPr>
          <p:spPr bwMode="auto">
            <a:xfrm>
              <a:off x="4105265" y="13627657"/>
              <a:ext cx="744526"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cxnSp>
          <p:nvCxnSpPr>
            <p:cNvPr id="458" name="직선 연결선 457"/>
            <p:cNvCxnSpPr>
              <a:stCxn id="459" idx="3"/>
              <a:endCxn id="456" idx="1"/>
            </p:cNvCxnSpPr>
            <p:nvPr/>
          </p:nvCxnSpPr>
          <p:spPr>
            <a:xfrm>
              <a:off x="3816931" y="13819424"/>
              <a:ext cx="288334" cy="298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462" name="Rectangle 122"/>
          <p:cNvSpPr>
            <a:spLocks noChangeArrowheads="1"/>
          </p:cNvSpPr>
          <p:nvPr/>
        </p:nvSpPr>
        <p:spPr bwMode="auto">
          <a:xfrm>
            <a:off x="5331329" y="6778261"/>
            <a:ext cx="1067899"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63" name="Rectangle 122"/>
          <p:cNvSpPr>
            <a:spLocks noChangeArrowheads="1"/>
          </p:cNvSpPr>
          <p:nvPr/>
        </p:nvSpPr>
        <p:spPr bwMode="auto">
          <a:xfrm>
            <a:off x="5337423" y="7242439"/>
            <a:ext cx="1067899" cy="389504"/>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endParaRPr lang="ko-KR" altLang="en-US" sz="800" kern="0" dirty="0">
              <a:solidFill>
                <a:schemeClr val="tx1">
                  <a:lumMod val="75000"/>
                  <a:lumOff val="25000"/>
                </a:schemeClr>
              </a:solidFill>
              <a:latin typeface="+mn-ea"/>
              <a:ea typeface="+mn-ea"/>
            </a:endParaRPr>
          </a:p>
        </p:txBody>
      </p:sp>
      <p:sp>
        <p:nvSpPr>
          <p:cNvPr id="464" name="Rectangle 122"/>
          <p:cNvSpPr>
            <a:spLocks noChangeArrowheads="1"/>
          </p:cNvSpPr>
          <p:nvPr/>
        </p:nvSpPr>
        <p:spPr bwMode="auto">
          <a:xfrm>
            <a:off x="4602125" y="7355234"/>
            <a:ext cx="456791" cy="162649"/>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양서류</a:t>
            </a:r>
            <a:endParaRPr lang="ko-KR" altLang="en-US" sz="800" kern="0" dirty="0">
              <a:solidFill>
                <a:schemeClr val="tx1">
                  <a:lumMod val="75000"/>
                  <a:lumOff val="25000"/>
                </a:schemeClr>
              </a:solidFill>
              <a:latin typeface="+mn-ea"/>
              <a:ea typeface="+mn-ea"/>
            </a:endParaRPr>
          </a:p>
        </p:txBody>
      </p:sp>
      <p:sp>
        <p:nvSpPr>
          <p:cNvPr id="465" name="Rectangle 122"/>
          <p:cNvSpPr>
            <a:spLocks noChangeArrowheads="1"/>
          </p:cNvSpPr>
          <p:nvPr/>
        </p:nvSpPr>
        <p:spPr bwMode="auto">
          <a:xfrm>
            <a:off x="5617666" y="7358789"/>
            <a:ext cx="589198"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곤충류</a:t>
            </a:r>
            <a:endParaRPr lang="ko-KR" altLang="en-US" sz="800" kern="0" dirty="0">
              <a:solidFill>
                <a:schemeClr val="tx1">
                  <a:lumMod val="75000"/>
                  <a:lumOff val="25000"/>
                </a:schemeClr>
              </a:solidFill>
              <a:latin typeface="+mn-ea"/>
              <a:ea typeface="+mn-ea"/>
            </a:endParaRPr>
          </a:p>
        </p:txBody>
      </p:sp>
      <p:grpSp>
        <p:nvGrpSpPr>
          <p:cNvPr id="466" name="그룹 465"/>
          <p:cNvGrpSpPr/>
          <p:nvPr/>
        </p:nvGrpSpPr>
        <p:grpSpPr>
          <a:xfrm>
            <a:off x="2971326" y="8421935"/>
            <a:ext cx="304344" cy="288000"/>
            <a:chOff x="3190252" y="6621766"/>
            <a:chExt cx="304344" cy="288000"/>
          </a:xfrm>
        </p:grpSpPr>
        <p:sp>
          <p:nvSpPr>
            <p:cNvPr id="467" name="타원 466"/>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68" name="TextBox 467"/>
            <p:cNvSpPr txBox="1">
              <a:spLocks noChangeAspect="1"/>
            </p:cNvSpPr>
            <p:nvPr/>
          </p:nvSpPr>
          <p:spPr>
            <a:xfrm>
              <a:off x="3190252"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469" name="그룹 468"/>
          <p:cNvGrpSpPr/>
          <p:nvPr/>
        </p:nvGrpSpPr>
        <p:grpSpPr>
          <a:xfrm>
            <a:off x="2971332" y="8700442"/>
            <a:ext cx="304344" cy="288000"/>
            <a:chOff x="3190900" y="6621766"/>
            <a:chExt cx="304344" cy="288000"/>
          </a:xfrm>
        </p:grpSpPr>
        <p:sp>
          <p:nvSpPr>
            <p:cNvPr id="470" name="타원 469"/>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1" name="TextBox 470"/>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472" name="그룹 471"/>
          <p:cNvGrpSpPr/>
          <p:nvPr/>
        </p:nvGrpSpPr>
        <p:grpSpPr>
          <a:xfrm>
            <a:off x="2971332" y="8988474"/>
            <a:ext cx="304344" cy="288000"/>
            <a:chOff x="3190900" y="6621766"/>
            <a:chExt cx="304344" cy="288000"/>
          </a:xfrm>
        </p:grpSpPr>
        <p:sp>
          <p:nvSpPr>
            <p:cNvPr id="473" name="타원 47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74" name="TextBox 473"/>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sp>
        <p:nvSpPr>
          <p:cNvPr id="475" name="직사각형 474"/>
          <p:cNvSpPr/>
          <p:nvPr/>
        </p:nvSpPr>
        <p:spPr>
          <a:xfrm>
            <a:off x="3260990" y="845047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나무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76" name="직사각형 475"/>
          <p:cNvSpPr/>
          <p:nvPr/>
        </p:nvSpPr>
        <p:spPr>
          <a:xfrm>
            <a:off x="3259364" y="874803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돌</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77" name="직사각형 476"/>
          <p:cNvSpPr/>
          <p:nvPr/>
        </p:nvSpPr>
        <p:spPr>
          <a:xfrm>
            <a:off x="3259364" y="902654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78" name="꺾인 연결선 477"/>
          <p:cNvCxnSpPr>
            <a:stCxn id="462" idx="1"/>
            <a:endCxn id="456" idx="0"/>
          </p:cNvCxnSpPr>
          <p:nvPr/>
        </p:nvCxnSpPr>
        <p:spPr>
          <a:xfrm rot="10800000" flipV="1">
            <a:off x="4762985" y="6973013"/>
            <a:ext cx="568344" cy="266760"/>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79" name="그룹 478"/>
          <p:cNvGrpSpPr/>
          <p:nvPr/>
        </p:nvGrpSpPr>
        <p:grpSpPr>
          <a:xfrm>
            <a:off x="4903545" y="6853728"/>
            <a:ext cx="234360" cy="200055"/>
            <a:chOff x="1152270" y="11706839"/>
            <a:chExt cx="234360" cy="200055"/>
          </a:xfrm>
        </p:grpSpPr>
        <p:sp>
          <p:nvSpPr>
            <p:cNvPr id="480" name="모서리가 둥근 직사각형 4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81" name="직사각형 48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pic>
        <p:nvPicPr>
          <p:cNvPr id="482"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479827" y="7365874"/>
            <a:ext cx="142875"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3"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01047" y="7368292"/>
            <a:ext cx="142875" cy="14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484" name="꺾인 연결선 483"/>
          <p:cNvCxnSpPr>
            <a:stCxn id="363" idx="3"/>
            <a:endCxn id="385" idx="1"/>
          </p:cNvCxnSpPr>
          <p:nvPr/>
        </p:nvCxnSpPr>
        <p:spPr>
          <a:xfrm flipV="1">
            <a:off x="3285195" y="4933971"/>
            <a:ext cx="3368064" cy="399034"/>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85" name="그룹 484"/>
          <p:cNvGrpSpPr/>
          <p:nvPr/>
        </p:nvGrpSpPr>
        <p:grpSpPr>
          <a:xfrm>
            <a:off x="3616660" y="5238725"/>
            <a:ext cx="234360" cy="200055"/>
            <a:chOff x="1152270" y="11706839"/>
            <a:chExt cx="234360" cy="200055"/>
          </a:xfrm>
        </p:grpSpPr>
        <p:sp>
          <p:nvSpPr>
            <p:cNvPr id="486" name="모서리가 둥근 직사각형 48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87" name="직사각형 48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aphicFrame>
        <p:nvGraphicFramePr>
          <p:cNvPr id="488" name="Group 175"/>
          <p:cNvGraphicFramePr>
            <a:graphicFrameLocks noGrp="1"/>
          </p:cNvGraphicFramePr>
          <p:nvPr>
            <p:extLst>
              <p:ext uri="{D42A27DB-BD31-4B8C-83A1-F6EECF244321}">
                <p14:modId xmlns:p14="http://schemas.microsoft.com/office/powerpoint/2010/main" val="1645925415"/>
              </p:ext>
            </p:extLst>
          </p:nvPr>
        </p:nvGraphicFramePr>
        <p:xfrm>
          <a:off x="9499029" y="5257305"/>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퀴즈응시 주의사항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퀴즈응시 주의사항 </a:t>
                      </a:r>
                      <a:r>
                        <a:rPr lang="ko-KR" altLang="en-US" sz="800" kern="1200" dirty="0" err="1" smtClean="0">
                          <a:solidFill>
                            <a:schemeClr val="tx1">
                              <a:lumMod val="75000"/>
                              <a:lumOff val="25000"/>
                            </a:schemeClr>
                          </a:solidFill>
                          <a:latin typeface="+mn-ea"/>
                          <a:ea typeface="+mn-ea"/>
                          <a:cs typeface="+mn-cs"/>
                        </a:rPr>
                        <a:t>레이어팝업</a:t>
                      </a:r>
                      <a:r>
                        <a:rPr lang="ko-KR" altLang="en-US" sz="800" kern="1200" dirty="0" smtClean="0">
                          <a:solidFill>
                            <a:schemeClr val="tx1">
                              <a:lumMod val="75000"/>
                              <a:lumOff val="25000"/>
                            </a:schemeClr>
                          </a:solidFill>
                          <a:latin typeface="+mn-ea"/>
                          <a:ea typeface="+mn-ea"/>
                          <a:cs typeface="+mn-cs"/>
                        </a:rPr>
                        <a:t> 닫음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solidFill>
                          <a:latin typeface="+mn-lt"/>
                          <a:ea typeface="+mn-ea"/>
                          <a:cs typeface="+mn-cs"/>
                        </a:rPr>
                        <a:t>퀴즈 답안 </a:t>
                      </a:r>
                      <a:r>
                        <a:rPr lang="ko-KR" altLang="en-US" sz="800" kern="1200" dirty="0" err="1" smtClean="0">
                          <a:solidFill>
                            <a:schemeClr val="tx1"/>
                          </a:solidFill>
                          <a:latin typeface="+mn-lt"/>
                          <a:ea typeface="+mn-ea"/>
                          <a:cs typeface="+mn-cs"/>
                        </a:rPr>
                        <a:t>선택시</a:t>
                      </a:r>
                      <a:r>
                        <a:rPr lang="ko-KR" altLang="en-US" sz="800" kern="1200" dirty="0" smtClean="0">
                          <a:solidFill>
                            <a:schemeClr val="tx1"/>
                          </a:solidFill>
                          <a:latin typeface="+mn-lt"/>
                          <a:ea typeface="+mn-ea"/>
                          <a:cs typeface="+mn-cs"/>
                        </a:rPr>
                        <a:t> 제출 답안 자동 입력</a:t>
                      </a: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err="1" smtClean="0">
                          <a:solidFill>
                            <a:schemeClr val="tx1"/>
                          </a:solidFill>
                          <a:latin typeface="+mn-lt"/>
                          <a:ea typeface="+mn-ea"/>
                          <a:cs typeface="+mn-cs"/>
                        </a:rPr>
                        <a:t>Drag&amp;drop</a:t>
                      </a:r>
                      <a:r>
                        <a:rPr lang="en-US" altLang="ko-KR" sz="800" kern="1200" dirty="0" smtClean="0">
                          <a:solidFill>
                            <a:schemeClr val="tx1"/>
                          </a:solidFill>
                          <a:latin typeface="+mn-lt"/>
                          <a:ea typeface="+mn-ea"/>
                          <a:cs typeface="+mn-cs"/>
                        </a:rPr>
                        <a:t> </a:t>
                      </a:r>
                      <a:r>
                        <a:rPr lang="ko-KR" altLang="en-US" sz="800" kern="1200" dirty="0" smtClean="0">
                          <a:solidFill>
                            <a:schemeClr val="tx1"/>
                          </a:solidFill>
                          <a:latin typeface="+mn-lt"/>
                          <a:ea typeface="+mn-ea"/>
                          <a:cs typeface="+mn-cs"/>
                        </a:rPr>
                        <a:t>기능</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325" name="그룹 324"/>
          <p:cNvGrpSpPr/>
          <p:nvPr/>
        </p:nvGrpSpPr>
        <p:grpSpPr>
          <a:xfrm>
            <a:off x="579562" y="2166658"/>
            <a:ext cx="1386586" cy="5317057"/>
            <a:chOff x="579562" y="2166658"/>
            <a:chExt cx="1386586" cy="5317057"/>
          </a:xfrm>
        </p:grpSpPr>
        <p:grpSp>
          <p:nvGrpSpPr>
            <p:cNvPr id="431" name="그룹 430"/>
            <p:cNvGrpSpPr/>
            <p:nvPr/>
          </p:nvGrpSpPr>
          <p:grpSpPr>
            <a:xfrm>
              <a:off x="629956" y="3318264"/>
              <a:ext cx="1332000" cy="180000"/>
              <a:chOff x="666428" y="3785432"/>
              <a:chExt cx="1332000" cy="180000"/>
            </a:xfrm>
          </p:grpSpPr>
          <p:sp>
            <p:nvSpPr>
              <p:cNvPr id="539" name="모서리가 둥근 직사각형 53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54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2" name="그룹 431"/>
            <p:cNvGrpSpPr/>
            <p:nvPr/>
          </p:nvGrpSpPr>
          <p:grpSpPr>
            <a:xfrm>
              <a:off x="629956" y="3568824"/>
              <a:ext cx="1332000" cy="180000"/>
              <a:chOff x="666428" y="4310612"/>
              <a:chExt cx="1332000" cy="180000"/>
            </a:xfrm>
          </p:grpSpPr>
          <p:sp>
            <p:nvSpPr>
              <p:cNvPr id="537" name="모서리가 둥근 직사각형 53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53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46" name="그룹 445"/>
            <p:cNvGrpSpPr/>
            <p:nvPr/>
          </p:nvGrpSpPr>
          <p:grpSpPr>
            <a:xfrm>
              <a:off x="629955" y="3042501"/>
              <a:ext cx="1332000" cy="180000"/>
              <a:chOff x="666427" y="3266516"/>
              <a:chExt cx="1332000" cy="180000"/>
            </a:xfrm>
          </p:grpSpPr>
          <p:sp>
            <p:nvSpPr>
              <p:cNvPr id="535" name="모서리가 둥근 직사각형 53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536"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89" name="그룹 488"/>
            <p:cNvGrpSpPr/>
            <p:nvPr/>
          </p:nvGrpSpPr>
          <p:grpSpPr>
            <a:xfrm>
              <a:off x="629956" y="3854780"/>
              <a:ext cx="1332000" cy="180000"/>
              <a:chOff x="666428" y="4570824"/>
              <a:chExt cx="1332000" cy="180000"/>
            </a:xfrm>
          </p:grpSpPr>
          <p:sp>
            <p:nvSpPr>
              <p:cNvPr id="533" name="모서리가 둥근 직사각형 53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534"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0" name="그룹 489"/>
            <p:cNvGrpSpPr/>
            <p:nvPr/>
          </p:nvGrpSpPr>
          <p:grpSpPr>
            <a:xfrm>
              <a:off x="629956" y="5316875"/>
              <a:ext cx="1332000" cy="180000"/>
              <a:chOff x="666428" y="5096004"/>
              <a:chExt cx="1332000" cy="180000"/>
            </a:xfrm>
          </p:grpSpPr>
          <p:sp>
            <p:nvSpPr>
              <p:cNvPr id="531" name="모서리가 둥근 직사각형 530"/>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532" name="Picture 1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1" name="그룹 490"/>
            <p:cNvGrpSpPr/>
            <p:nvPr/>
          </p:nvGrpSpPr>
          <p:grpSpPr>
            <a:xfrm>
              <a:off x="634148" y="5634789"/>
              <a:ext cx="1332000" cy="180000"/>
              <a:chOff x="666428" y="3785432"/>
              <a:chExt cx="1332000" cy="180000"/>
            </a:xfrm>
          </p:grpSpPr>
          <p:sp>
            <p:nvSpPr>
              <p:cNvPr id="529" name="모서리가 둥근 직사각형 52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53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2" name="그룹 491"/>
            <p:cNvGrpSpPr/>
            <p:nvPr/>
          </p:nvGrpSpPr>
          <p:grpSpPr>
            <a:xfrm>
              <a:off x="631150" y="4135825"/>
              <a:ext cx="1332000" cy="180000"/>
              <a:chOff x="666428" y="4570824"/>
              <a:chExt cx="1332000" cy="180000"/>
            </a:xfrm>
          </p:grpSpPr>
          <p:sp>
            <p:nvSpPr>
              <p:cNvPr id="527" name="모서리가 둥근 직사각형 52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528"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3" name="그룹 492"/>
            <p:cNvGrpSpPr/>
            <p:nvPr/>
          </p:nvGrpSpPr>
          <p:grpSpPr>
            <a:xfrm>
              <a:off x="629956" y="4423395"/>
              <a:ext cx="1332000" cy="180000"/>
              <a:chOff x="666428" y="4310612"/>
              <a:chExt cx="1332000" cy="180000"/>
            </a:xfrm>
          </p:grpSpPr>
          <p:sp>
            <p:nvSpPr>
              <p:cNvPr id="525" name="모서리가 둥근 직사각형 52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52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4" name="TextBox 49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95" name="그룹 494"/>
            <p:cNvGrpSpPr/>
            <p:nvPr/>
          </p:nvGrpSpPr>
          <p:grpSpPr>
            <a:xfrm>
              <a:off x="632520" y="4723068"/>
              <a:ext cx="1332000" cy="180000"/>
              <a:chOff x="666428" y="4310612"/>
              <a:chExt cx="1332000" cy="180000"/>
            </a:xfrm>
          </p:grpSpPr>
          <p:sp>
            <p:nvSpPr>
              <p:cNvPr id="523" name="모서리가 둥근 직사각형 52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524"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6" name="그룹 495"/>
            <p:cNvGrpSpPr/>
            <p:nvPr/>
          </p:nvGrpSpPr>
          <p:grpSpPr>
            <a:xfrm>
              <a:off x="632520" y="2752353"/>
              <a:ext cx="1332000" cy="180000"/>
              <a:chOff x="666427" y="3266516"/>
              <a:chExt cx="1332000" cy="180000"/>
            </a:xfrm>
          </p:grpSpPr>
          <p:sp>
            <p:nvSpPr>
              <p:cNvPr id="521" name="모서리가 둥근 직사각형 52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522"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7" name="그룹 496"/>
            <p:cNvGrpSpPr/>
            <p:nvPr/>
          </p:nvGrpSpPr>
          <p:grpSpPr>
            <a:xfrm>
              <a:off x="632520" y="5005767"/>
              <a:ext cx="1332000" cy="180000"/>
              <a:chOff x="666428" y="4310612"/>
              <a:chExt cx="1332000" cy="180000"/>
            </a:xfrm>
          </p:grpSpPr>
          <p:sp>
            <p:nvSpPr>
              <p:cNvPr id="519" name="모서리가 둥근 직사각형 51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520"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8" name="그룹 497"/>
            <p:cNvGrpSpPr/>
            <p:nvPr/>
          </p:nvGrpSpPr>
          <p:grpSpPr>
            <a:xfrm>
              <a:off x="632520" y="6227787"/>
              <a:ext cx="1332000" cy="180000"/>
              <a:chOff x="666428" y="3785432"/>
              <a:chExt cx="1332000" cy="180000"/>
            </a:xfrm>
          </p:grpSpPr>
          <p:sp>
            <p:nvSpPr>
              <p:cNvPr id="517" name="모서리가 둥근 직사각형 51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51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99" name="그룹 498"/>
            <p:cNvGrpSpPr/>
            <p:nvPr/>
          </p:nvGrpSpPr>
          <p:grpSpPr>
            <a:xfrm>
              <a:off x="632520" y="6487872"/>
              <a:ext cx="1332000" cy="180000"/>
              <a:chOff x="666428" y="4310612"/>
              <a:chExt cx="1332000" cy="180000"/>
            </a:xfrm>
          </p:grpSpPr>
          <p:sp>
            <p:nvSpPr>
              <p:cNvPr id="515" name="모서리가 둥근 직사각형 51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516"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0" name="그룹 499"/>
            <p:cNvGrpSpPr/>
            <p:nvPr/>
          </p:nvGrpSpPr>
          <p:grpSpPr>
            <a:xfrm>
              <a:off x="632520" y="6773828"/>
              <a:ext cx="1332000" cy="180000"/>
              <a:chOff x="666428" y="4570824"/>
              <a:chExt cx="1332000" cy="180000"/>
            </a:xfrm>
          </p:grpSpPr>
          <p:sp>
            <p:nvSpPr>
              <p:cNvPr id="513" name="모서리가 둥근 직사각형 512"/>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514" name="Picture 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1" name="그룹 500"/>
            <p:cNvGrpSpPr/>
            <p:nvPr/>
          </p:nvGrpSpPr>
          <p:grpSpPr>
            <a:xfrm>
              <a:off x="632520" y="7053155"/>
              <a:ext cx="1332000" cy="180000"/>
              <a:chOff x="666428" y="3785432"/>
              <a:chExt cx="1332000" cy="180000"/>
            </a:xfrm>
          </p:grpSpPr>
          <p:sp>
            <p:nvSpPr>
              <p:cNvPr id="511" name="모서리가 둥근 직사각형 51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51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2" name="그룹 501"/>
            <p:cNvGrpSpPr/>
            <p:nvPr/>
          </p:nvGrpSpPr>
          <p:grpSpPr>
            <a:xfrm>
              <a:off x="632520" y="7303715"/>
              <a:ext cx="1332000" cy="180000"/>
              <a:chOff x="666428" y="4310612"/>
              <a:chExt cx="1332000" cy="180000"/>
            </a:xfrm>
          </p:grpSpPr>
          <p:sp>
            <p:nvSpPr>
              <p:cNvPr id="509" name="모서리가 둥근 직사각형 50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510"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04" name="그룹 503"/>
            <p:cNvGrpSpPr/>
            <p:nvPr/>
          </p:nvGrpSpPr>
          <p:grpSpPr>
            <a:xfrm>
              <a:off x="622995" y="5922821"/>
              <a:ext cx="1332000" cy="180000"/>
              <a:chOff x="666427" y="3266516"/>
              <a:chExt cx="1332000" cy="180000"/>
            </a:xfrm>
          </p:grpSpPr>
          <p:sp>
            <p:nvSpPr>
              <p:cNvPr id="505" name="모서리가 둥근 직사각형 504"/>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506" name="Picture 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793153413"/>
      </p:ext>
    </p:extLst>
  </p:cSld>
  <p:clrMapOvr>
    <a:masterClrMapping/>
  </p:clrMapOvr>
  <p:transition>
    <p:wipe dir="r"/>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KNOU_UI_C02140000_25</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13403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159328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58342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graphicFrame>
        <p:nvGraphicFramePr>
          <p:cNvPr id="327" name="Group 37"/>
          <p:cNvGraphicFramePr>
            <a:graphicFrameLocks noGrp="1"/>
          </p:cNvGraphicFramePr>
          <p:nvPr>
            <p:extLst>
              <p:ext uri="{D42A27DB-BD31-4B8C-83A1-F6EECF244321}">
                <p14:modId xmlns:p14="http://schemas.microsoft.com/office/powerpoint/2010/main" val="3301590875"/>
              </p:ext>
            </p:extLst>
          </p:nvPr>
        </p:nvGraphicFramePr>
        <p:xfrm>
          <a:off x="1972097" y="4065463"/>
          <a:ext cx="7470353" cy="397204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33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퀴즈 응시 후 평가 전  </a:t>
            </a:r>
            <a:endParaRPr lang="ko-KR" altLang="en-US" sz="800" spc="-60" dirty="0">
              <a:latin typeface="+mn-ea"/>
              <a:ea typeface="+mn-ea"/>
            </a:endParaRPr>
          </a:p>
        </p:txBody>
      </p:sp>
      <p:graphicFrame>
        <p:nvGraphicFramePr>
          <p:cNvPr id="216" name="Group 37"/>
          <p:cNvGraphicFramePr>
            <a:graphicFrameLocks noGrp="1"/>
          </p:cNvGraphicFramePr>
          <p:nvPr>
            <p:extLst>
              <p:ext uri="{D42A27DB-BD31-4B8C-83A1-F6EECF244321}">
                <p14:modId xmlns:p14="http://schemas.microsoft.com/office/powerpoint/2010/main" val="1476234154"/>
              </p:ext>
            </p:extLst>
          </p:nvPr>
        </p:nvGraphicFramePr>
        <p:xfrm>
          <a:off x="1972097" y="8119045"/>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7" name="그룹 216"/>
          <p:cNvGrpSpPr/>
          <p:nvPr/>
        </p:nvGrpSpPr>
        <p:grpSpPr>
          <a:xfrm>
            <a:off x="3219475" y="8767554"/>
            <a:ext cx="6151862" cy="1148064"/>
            <a:chOff x="3229000" y="4452549"/>
            <a:chExt cx="6151862" cy="1148064"/>
          </a:xfrm>
        </p:grpSpPr>
        <p:sp>
          <p:nvSpPr>
            <p:cNvPr id="21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1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20" name="그룹 219"/>
          <p:cNvGrpSpPr/>
          <p:nvPr/>
        </p:nvGrpSpPr>
        <p:grpSpPr>
          <a:xfrm>
            <a:off x="3216263" y="12018091"/>
            <a:ext cx="2114928" cy="162000"/>
            <a:chOff x="3225788" y="7298382"/>
            <a:chExt cx="2114928" cy="162000"/>
          </a:xfrm>
        </p:grpSpPr>
        <p:sp>
          <p:nvSpPr>
            <p:cNvPr id="221" name="직사각형 22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2"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65" name="Group 175"/>
          <p:cNvGraphicFramePr>
            <a:graphicFrameLocks noGrp="1"/>
          </p:cNvGraphicFramePr>
          <p:nvPr>
            <p:extLst>
              <p:ext uri="{D42A27DB-BD31-4B8C-83A1-F6EECF244321}">
                <p14:modId xmlns:p14="http://schemas.microsoft.com/office/powerpoint/2010/main" val="2203887712"/>
              </p:ext>
            </p:extLst>
          </p:nvPr>
        </p:nvGraphicFramePr>
        <p:xfrm>
          <a:off x="9499029" y="7811963"/>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응시기록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 전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퀴즈 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응시 후 </a:t>
                      </a:r>
                      <a:r>
                        <a:rPr lang="en-US" altLang="ko-KR" sz="800" kern="1200" dirty="0" smtClean="0">
                          <a:solidFill>
                            <a:schemeClr val="tx1">
                              <a:lumMod val="75000"/>
                              <a:lumOff val="25000"/>
                            </a:schemeClr>
                          </a:solidFill>
                          <a:latin typeface="+mn-ea"/>
                          <a:ea typeface="+mn-ea"/>
                          <a:cs typeface="+mn-cs"/>
                        </a:rPr>
                        <a:t>:</a:t>
                      </a:r>
                      <a:r>
                        <a:rPr lang="en-US" altLang="ko-KR" sz="800" kern="1200" dirty="0" smtClean="0">
                          <a:solidFill>
                            <a:srgbClr val="0070C0"/>
                          </a:solidFill>
                          <a:latin typeface="+mn-ea"/>
                          <a:ea typeface="+mn-ea"/>
                          <a:cs typeface="+mn-cs"/>
                        </a:rPr>
                        <a:t> alert “</a:t>
                      </a:r>
                      <a:r>
                        <a:rPr lang="ko-KR" altLang="en-US" sz="800" kern="1200" dirty="0" err="1" smtClean="0">
                          <a:solidFill>
                            <a:srgbClr val="0070C0"/>
                          </a:solidFill>
                          <a:latin typeface="+mn-ea"/>
                          <a:ea typeface="+mn-ea"/>
                          <a:cs typeface="+mn-cs"/>
                        </a:rPr>
                        <a:t>쿠지</a:t>
                      </a:r>
                      <a:r>
                        <a:rPr lang="ko-KR" altLang="en-US" sz="800" kern="1200" dirty="0" smtClean="0">
                          <a:solidFill>
                            <a:srgbClr val="0070C0"/>
                          </a:solidFill>
                          <a:latin typeface="+mn-ea"/>
                          <a:ea typeface="+mn-ea"/>
                          <a:cs typeface="+mn-cs"/>
                        </a:rPr>
                        <a:t> 시험 응시 완료했습니다</a:t>
                      </a:r>
                      <a:r>
                        <a:rPr lang="en-US" altLang="ko-KR" sz="800" kern="1200" dirty="0" smtClean="0">
                          <a:solidFill>
                            <a:srgbClr val="0070C0"/>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166" name="Group 37"/>
          <p:cNvGraphicFramePr>
            <a:graphicFrameLocks noGrp="1"/>
          </p:cNvGraphicFramePr>
          <p:nvPr>
            <p:extLst>
              <p:ext uri="{D42A27DB-BD31-4B8C-83A1-F6EECF244321}">
                <p14:modId xmlns:p14="http://schemas.microsoft.com/office/powerpoint/2010/main" val="2592493061"/>
              </p:ext>
            </p:extLst>
          </p:nvPr>
        </p:nvGraphicFramePr>
        <p:xfrm>
          <a:off x="1972097" y="12891398"/>
          <a:ext cx="7470354" cy="532633"/>
        </p:xfrm>
        <a:graphic>
          <a:graphicData uri="http://schemas.openxmlformats.org/drawingml/2006/table">
            <a:tbl>
              <a:tblPr/>
              <a:tblGrid>
                <a:gridCol w="460623"/>
                <a:gridCol w="2336577"/>
                <a:gridCol w="2336577"/>
                <a:gridCol w="2336577"/>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67" name="모서리가 둥근 직사각형 166"/>
          <p:cNvSpPr/>
          <p:nvPr/>
        </p:nvSpPr>
        <p:spPr>
          <a:xfrm>
            <a:off x="8498446" y="1292209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68" name="모서리가 둥근 직사각형 167"/>
          <p:cNvSpPr/>
          <p:nvPr/>
        </p:nvSpPr>
        <p:spPr>
          <a:xfrm>
            <a:off x="5263312" y="1352042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응</a:t>
            </a:r>
            <a:r>
              <a:rPr lang="ko-KR" altLang="en-US" sz="800" dirty="0">
                <a:solidFill>
                  <a:schemeClr val="bg1"/>
                </a:solidFill>
                <a:latin typeface="맑은 고딕" panose="020B0503020000020004" pitchFamily="50" charset="-127"/>
                <a:ea typeface="맑은 고딕" panose="020B0503020000020004" pitchFamily="50" charset="-127"/>
              </a:rPr>
              <a:t>시</a:t>
            </a:r>
            <a:r>
              <a:rPr lang="ko-KR" altLang="en-US" sz="800" dirty="0" smtClean="0">
                <a:solidFill>
                  <a:schemeClr val="bg1"/>
                </a:solidFill>
                <a:latin typeface="맑은 고딕" panose="020B0503020000020004" pitchFamily="50" charset="-127"/>
                <a:ea typeface="맑은 고딕" panose="020B0503020000020004" pitchFamily="50" charset="-127"/>
              </a:rPr>
              <a:t>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9" name="그룹 168"/>
          <p:cNvGrpSpPr/>
          <p:nvPr/>
        </p:nvGrpSpPr>
        <p:grpSpPr>
          <a:xfrm>
            <a:off x="1785362" y="13117348"/>
            <a:ext cx="234360" cy="200055"/>
            <a:chOff x="1152270" y="11716364"/>
            <a:chExt cx="234360" cy="200055"/>
          </a:xfrm>
        </p:grpSpPr>
        <p:sp>
          <p:nvSpPr>
            <p:cNvPr id="170" name="모서리가 둥근 직사각형 16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2" name="직사각형 17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73" name="그룹 172"/>
          <p:cNvGrpSpPr/>
          <p:nvPr/>
        </p:nvGrpSpPr>
        <p:grpSpPr>
          <a:xfrm>
            <a:off x="5072489" y="13483431"/>
            <a:ext cx="234360" cy="200055"/>
            <a:chOff x="1152270" y="11716364"/>
            <a:chExt cx="234360" cy="200055"/>
          </a:xfrm>
        </p:grpSpPr>
        <p:sp>
          <p:nvSpPr>
            <p:cNvPr id="174" name="모서리가 둥근 직사각형 17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5" name="직사각형 17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76" name="그룹 175"/>
          <p:cNvGrpSpPr/>
          <p:nvPr/>
        </p:nvGrpSpPr>
        <p:grpSpPr>
          <a:xfrm>
            <a:off x="579562" y="2166658"/>
            <a:ext cx="1386586" cy="5317057"/>
            <a:chOff x="579562" y="2166658"/>
            <a:chExt cx="1386586" cy="5317057"/>
          </a:xfrm>
        </p:grpSpPr>
        <p:grpSp>
          <p:nvGrpSpPr>
            <p:cNvPr id="177" name="그룹 176"/>
            <p:cNvGrpSpPr/>
            <p:nvPr/>
          </p:nvGrpSpPr>
          <p:grpSpPr>
            <a:xfrm>
              <a:off x="629956" y="3318264"/>
              <a:ext cx="1332000" cy="180000"/>
              <a:chOff x="666428" y="3785432"/>
              <a:chExt cx="1332000" cy="180000"/>
            </a:xfrm>
          </p:grpSpPr>
          <p:sp>
            <p:nvSpPr>
              <p:cNvPr id="254" name="모서리가 둥근 직사각형 25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5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8" name="그룹 177"/>
            <p:cNvGrpSpPr/>
            <p:nvPr/>
          </p:nvGrpSpPr>
          <p:grpSpPr>
            <a:xfrm>
              <a:off x="629956" y="3568824"/>
              <a:ext cx="1332000" cy="180000"/>
              <a:chOff x="666428" y="4310612"/>
              <a:chExt cx="1332000" cy="180000"/>
            </a:xfrm>
          </p:grpSpPr>
          <p:sp>
            <p:nvSpPr>
              <p:cNvPr id="240" name="모서리가 둥근 직사각형 239"/>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41"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9" name="그룹 178"/>
            <p:cNvGrpSpPr/>
            <p:nvPr/>
          </p:nvGrpSpPr>
          <p:grpSpPr>
            <a:xfrm>
              <a:off x="629955" y="3042501"/>
              <a:ext cx="1332000" cy="180000"/>
              <a:chOff x="666427" y="3266516"/>
              <a:chExt cx="1332000" cy="180000"/>
            </a:xfrm>
          </p:grpSpPr>
          <p:sp>
            <p:nvSpPr>
              <p:cNvPr id="234" name="모서리가 둥근 직사각형 233"/>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3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0" name="그룹 179"/>
            <p:cNvGrpSpPr/>
            <p:nvPr/>
          </p:nvGrpSpPr>
          <p:grpSpPr>
            <a:xfrm>
              <a:off x="629956" y="3854780"/>
              <a:ext cx="1332000" cy="180000"/>
              <a:chOff x="666428" y="4570824"/>
              <a:chExt cx="1332000" cy="180000"/>
            </a:xfrm>
          </p:grpSpPr>
          <p:sp>
            <p:nvSpPr>
              <p:cNvPr id="232" name="모서리가 둥근 직사각형 231"/>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33"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그룹 180"/>
            <p:cNvGrpSpPr/>
            <p:nvPr/>
          </p:nvGrpSpPr>
          <p:grpSpPr>
            <a:xfrm>
              <a:off x="629956" y="5316875"/>
              <a:ext cx="1332000" cy="180000"/>
              <a:chOff x="666428" y="5096004"/>
              <a:chExt cx="1332000" cy="180000"/>
            </a:xfrm>
          </p:grpSpPr>
          <p:sp>
            <p:nvSpPr>
              <p:cNvPr id="230" name="모서리가 둥근 직사각형 229"/>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31"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2" name="그룹 181"/>
            <p:cNvGrpSpPr/>
            <p:nvPr/>
          </p:nvGrpSpPr>
          <p:grpSpPr>
            <a:xfrm>
              <a:off x="634148" y="5634789"/>
              <a:ext cx="1332000" cy="180000"/>
              <a:chOff x="666428" y="3785432"/>
              <a:chExt cx="1332000" cy="180000"/>
            </a:xfrm>
          </p:grpSpPr>
          <p:sp>
            <p:nvSpPr>
              <p:cNvPr id="228" name="모서리가 둥근 직사각형 227"/>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2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3" name="그룹 182"/>
            <p:cNvGrpSpPr/>
            <p:nvPr/>
          </p:nvGrpSpPr>
          <p:grpSpPr>
            <a:xfrm>
              <a:off x="631150" y="4135825"/>
              <a:ext cx="1332000" cy="180000"/>
              <a:chOff x="666428" y="4570824"/>
              <a:chExt cx="1332000" cy="180000"/>
            </a:xfrm>
          </p:grpSpPr>
          <p:sp>
            <p:nvSpPr>
              <p:cNvPr id="226" name="모서리가 둥근 직사각형 225"/>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27"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4" name="그룹 183"/>
            <p:cNvGrpSpPr/>
            <p:nvPr/>
          </p:nvGrpSpPr>
          <p:grpSpPr>
            <a:xfrm>
              <a:off x="629956" y="4423395"/>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5" name="TextBox 184"/>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6" name="그룹 185"/>
            <p:cNvGrpSpPr/>
            <p:nvPr/>
          </p:nvGrpSpPr>
          <p:grpSpPr>
            <a:xfrm>
              <a:off x="632520" y="4723068"/>
              <a:ext cx="1332000" cy="180000"/>
              <a:chOff x="666428" y="4310612"/>
              <a:chExt cx="1332000" cy="180000"/>
            </a:xfrm>
          </p:grpSpPr>
          <p:sp>
            <p:nvSpPr>
              <p:cNvPr id="215" name="모서리가 둥근 직사각형 21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3"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7" name="그룹 186"/>
            <p:cNvGrpSpPr/>
            <p:nvPr/>
          </p:nvGrpSpPr>
          <p:grpSpPr>
            <a:xfrm>
              <a:off x="632520" y="2752353"/>
              <a:ext cx="1332000" cy="180000"/>
              <a:chOff x="666427" y="3266516"/>
              <a:chExt cx="1332000" cy="180000"/>
            </a:xfrm>
          </p:grpSpPr>
          <p:sp>
            <p:nvSpPr>
              <p:cNvPr id="213" name="모서리가 둥근 직사각형 21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1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8" name="그룹 187"/>
            <p:cNvGrpSpPr/>
            <p:nvPr/>
          </p:nvGrpSpPr>
          <p:grpSpPr>
            <a:xfrm>
              <a:off x="632520" y="5005767"/>
              <a:ext cx="1332000" cy="180000"/>
              <a:chOff x="666428" y="4310612"/>
              <a:chExt cx="1332000" cy="180000"/>
            </a:xfrm>
          </p:grpSpPr>
          <p:sp>
            <p:nvSpPr>
              <p:cNvPr id="211" name="모서리가 둥근 직사각형 21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2520" y="6227787"/>
              <a:ext cx="1332000" cy="180000"/>
              <a:chOff x="666428" y="3785432"/>
              <a:chExt cx="1332000" cy="180000"/>
            </a:xfrm>
          </p:grpSpPr>
          <p:sp>
            <p:nvSpPr>
              <p:cNvPr id="209" name="모서리가 둥근 직사각형 20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2520" y="6487872"/>
              <a:ext cx="1332000" cy="180000"/>
              <a:chOff x="666428" y="4310612"/>
              <a:chExt cx="1332000" cy="180000"/>
            </a:xfrm>
          </p:grpSpPr>
          <p:sp>
            <p:nvSpPr>
              <p:cNvPr id="207" name="모서리가 둥근 직사각형 20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0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2520" y="6773828"/>
              <a:ext cx="1332000" cy="180000"/>
              <a:chOff x="666428" y="4570824"/>
              <a:chExt cx="1332000" cy="180000"/>
            </a:xfrm>
          </p:grpSpPr>
          <p:sp>
            <p:nvSpPr>
              <p:cNvPr id="205" name="모서리가 둥근 직사각형 20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2520" y="7053155"/>
              <a:ext cx="1332000" cy="180000"/>
              <a:chOff x="666428" y="3785432"/>
              <a:chExt cx="1332000" cy="180000"/>
            </a:xfrm>
          </p:grpSpPr>
          <p:sp>
            <p:nvSpPr>
              <p:cNvPr id="203" name="모서리가 둥근 직사각형 20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7303715"/>
              <a:ext cx="1332000" cy="180000"/>
              <a:chOff x="666428" y="4310612"/>
              <a:chExt cx="1332000" cy="180000"/>
            </a:xfrm>
          </p:grpSpPr>
          <p:sp>
            <p:nvSpPr>
              <p:cNvPr id="201" name="모서리가 둥근 직사각형 20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22995" y="5922821"/>
              <a:ext cx="1332000" cy="180000"/>
              <a:chOff x="666427" y="3266516"/>
              <a:chExt cx="1332000" cy="180000"/>
            </a:xfrm>
          </p:grpSpPr>
          <p:sp>
            <p:nvSpPr>
              <p:cNvPr id="196" name="모서리가 둥근 직사각형 195"/>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19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3764719867"/>
      </p:ext>
    </p:extLst>
  </p:cSld>
  <p:clrMapOvr>
    <a:masterClrMapping/>
  </p:clrMapOvr>
  <p:transition>
    <p:wipe dir="r"/>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KNOU_UI_C02140000_26</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13403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159328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58342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graphicFrame>
        <p:nvGraphicFramePr>
          <p:cNvPr id="327" name="Group 37"/>
          <p:cNvGraphicFramePr>
            <a:graphicFrameLocks noGrp="1"/>
          </p:cNvGraphicFramePr>
          <p:nvPr>
            <p:extLst>
              <p:ext uri="{D42A27DB-BD31-4B8C-83A1-F6EECF244321}">
                <p14:modId xmlns:p14="http://schemas.microsoft.com/office/powerpoint/2010/main" val="2188171062"/>
              </p:ext>
            </p:extLst>
          </p:nvPr>
        </p:nvGraphicFramePr>
        <p:xfrm>
          <a:off x="1972097" y="4065463"/>
          <a:ext cx="7470353" cy="397204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33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퀴즈 응시 후 </a:t>
            </a:r>
            <a:r>
              <a:rPr lang="en-US" altLang="ko-KR" sz="800" spc="-60" dirty="0" smtClean="0">
                <a:latin typeface="+mn-ea"/>
                <a:ea typeface="+mn-ea"/>
              </a:rPr>
              <a:t>&amp; </a:t>
            </a:r>
            <a:r>
              <a:rPr lang="ko-KR" altLang="en-US" sz="800" spc="-60" dirty="0" smtClean="0">
                <a:latin typeface="+mn-ea"/>
                <a:ea typeface="+mn-ea"/>
              </a:rPr>
              <a:t>퀴즈 마감 </a:t>
            </a:r>
            <a:r>
              <a:rPr lang="en-US" altLang="ko-KR" sz="800" spc="-60" dirty="0" smtClean="0">
                <a:latin typeface="+mn-ea"/>
                <a:ea typeface="+mn-ea"/>
              </a:rPr>
              <a:t>&amp; </a:t>
            </a:r>
            <a:r>
              <a:rPr lang="ko-KR" altLang="en-US" sz="800" spc="-60" dirty="0" smtClean="0">
                <a:latin typeface="+mn-ea"/>
                <a:ea typeface="+mn-ea"/>
              </a:rPr>
              <a:t>평가 후  </a:t>
            </a:r>
            <a:endParaRPr lang="ko-KR" altLang="en-US" sz="800" spc="-60" dirty="0">
              <a:latin typeface="+mn-ea"/>
              <a:ea typeface="+mn-ea"/>
            </a:endParaRPr>
          </a:p>
        </p:txBody>
      </p:sp>
      <p:graphicFrame>
        <p:nvGraphicFramePr>
          <p:cNvPr id="216" name="Group 37"/>
          <p:cNvGraphicFramePr>
            <a:graphicFrameLocks noGrp="1"/>
          </p:cNvGraphicFramePr>
          <p:nvPr>
            <p:extLst>
              <p:ext uri="{D42A27DB-BD31-4B8C-83A1-F6EECF244321}">
                <p14:modId xmlns:p14="http://schemas.microsoft.com/office/powerpoint/2010/main" val="3913857539"/>
              </p:ext>
            </p:extLst>
          </p:nvPr>
        </p:nvGraphicFramePr>
        <p:xfrm>
          <a:off x="1972097" y="8119045"/>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7" name="그룹 216"/>
          <p:cNvGrpSpPr/>
          <p:nvPr/>
        </p:nvGrpSpPr>
        <p:grpSpPr>
          <a:xfrm>
            <a:off x="3219475" y="8767554"/>
            <a:ext cx="6151862" cy="1148064"/>
            <a:chOff x="3229000" y="4452549"/>
            <a:chExt cx="6151862" cy="1148064"/>
          </a:xfrm>
        </p:grpSpPr>
        <p:sp>
          <p:nvSpPr>
            <p:cNvPr id="21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1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20" name="그룹 219"/>
          <p:cNvGrpSpPr/>
          <p:nvPr/>
        </p:nvGrpSpPr>
        <p:grpSpPr>
          <a:xfrm>
            <a:off x="3216263" y="12018091"/>
            <a:ext cx="2114928" cy="162000"/>
            <a:chOff x="3225788" y="7298382"/>
            <a:chExt cx="2114928" cy="162000"/>
          </a:xfrm>
        </p:grpSpPr>
        <p:sp>
          <p:nvSpPr>
            <p:cNvPr id="221" name="직사각형 22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2" name="Picture 2"/>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76" name="Group 175"/>
          <p:cNvGraphicFramePr>
            <a:graphicFrameLocks noGrp="1"/>
          </p:cNvGraphicFramePr>
          <p:nvPr>
            <p:extLst>
              <p:ext uri="{D42A27DB-BD31-4B8C-83A1-F6EECF244321}">
                <p14:modId xmlns:p14="http://schemas.microsoft.com/office/powerpoint/2010/main" val="1286162108"/>
              </p:ext>
            </p:extLst>
          </p:nvPr>
        </p:nvGraphicFramePr>
        <p:xfrm>
          <a:off x="9499029" y="7326957"/>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채점결과 평가시험지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평가점수</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성적공개 </a:t>
                      </a:r>
                      <a:r>
                        <a:rPr lang="en-US" altLang="ko-KR" sz="800" kern="1200" dirty="0" smtClean="0">
                          <a:solidFill>
                            <a:schemeClr val="tx1">
                              <a:lumMod val="75000"/>
                              <a:lumOff val="25000"/>
                            </a:schemeClr>
                          </a:solidFill>
                          <a:latin typeface="+mn-ea"/>
                          <a:ea typeface="+mn-ea"/>
                          <a:cs typeface="+mn-cs"/>
                        </a:rPr>
                        <a:t>: Y</a:t>
                      </a:r>
                      <a:r>
                        <a:rPr lang="ko-KR" altLang="en-US" sz="800" kern="1200" baseline="0" dirty="0" smtClean="0">
                          <a:solidFill>
                            <a:schemeClr val="tx1">
                              <a:lumMod val="75000"/>
                              <a:lumOff val="25000"/>
                            </a:schemeClr>
                          </a:solidFill>
                          <a:latin typeface="+mn-ea"/>
                          <a:ea typeface="+mn-ea"/>
                          <a:cs typeface="+mn-cs"/>
                        </a:rPr>
                        <a:t> 일 때</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진행 중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전 </a:t>
                      </a:r>
                      <a:r>
                        <a:rPr lang="en-US" altLang="ko-KR" sz="800" kern="1200" dirty="0" smtClean="0">
                          <a:solidFill>
                            <a:schemeClr val="tx1">
                              <a:lumMod val="75000"/>
                              <a:lumOff val="25000"/>
                            </a:schemeClr>
                          </a:solidFill>
                          <a:latin typeface="+mn-lt"/>
                          <a:ea typeface="+mn-ea"/>
                          <a:cs typeface="+mn-cs"/>
                        </a:rPr>
                        <a:t>: -</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마감 </a:t>
                      </a:r>
                      <a:r>
                        <a:rPr lang="en-US" altLang="ko-KR" sz="800" kern="1200" dirty="0" smtClean="0">
                          <a:solidFill>
                            <a:schemeClr val="tx1">
                              <a:lumMod val="75000"/>
                              <a:lumOff val="25000"/>
                            </a:schemeClr>
                          </a:solidFill>
                          <a:latin typeface="+mn-lt"/>
                          <a:ea typeface="+mn-ea"/>
                          <a:cs typeface="+mn-cs"/>
                        </a:rPr>
                        <a:t>&amp; </a:t>
                      </a:r>
                      <a:r>
                        <a:rPr lang="ko-KR" altLang="en-US" sz="800" kern="1200" dirty="0" smtClean="0">
                          <a:solidFill>
                            <a:schemeClr val="tx1">
                              <a:lumMod val="75000"/>
                              <a:lumOff val="25000"/>
                            </a:schemeClr>
                          </a:solidFill>
                          <a:latin typeface="+mn-lt"/>
                          <a:ea typeface="+mn-ea"/>
                          <a:cs typeface="+mn-cs"/>
                        </a:rPr>
                        <a:t>평가 후 </a:t>
                      </a:r>
                      <a:r>
                        <a:rPr lang="en-US" altLang="ko-KR" sz="800" kern="1200" dirty="0" smtClean="0">
                          <a:solidFill>
                            <a:schemeClr val="tx1">
                              <a:lumMod val="75000"/>
                              <a:lumOff val="25000"/>
                            </a:schemeClr>
                          </a:solidFill>
                          <a:latin typeface="+mn-lt"/>
                          <a:ea typeface="+mn-ea"/>
                          <a:cs typeface="+mn-cs"/>
                        </a:rPr>
                        <a:t>: 85</a:t>
                      </a:r>
                      <a:r>
                        <a:rPr lang="ko-KR" altLang="en-US" sz="800" kern="1200" dirty="0" smtClean="0">
                          <a:solidFill>
                            <a:schemeClr val="tx1">
                              <a:lumMod val="75000"/>
                              <a:lumOff val="25000"/>
                            </a:schemeClr>
                          </a:solidFill>
                          <a:latin typeface="+mn-lt"/>
                          <a:ea typeface="+mn-ea"/>
                          <a:cs typeface="+mn-cs"/>
                        </a:rPr>
                        <a:t>점</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aphicFrame>
        <p:nvGraphicFramePr>
          <p:cNvPr id="177" name="Group 37"/>
          <p:cNvGraphicFramePr>
            <a:graphicFrameLocks noGrp="1"/>
          </p:cNvGraphicFramePr>
          <p:nvPr>
            <p:extLst>
              <p:ext uri="{D42A27DB-BD31-4B8C-83A1-F6EECF244321}">
                <p14:modId xmlns:p14="http://schemas.microsoft.com/office/powerpoint/2010/main" val="3755149197"/>
              </p:ext>
            </p:extLst>
          </p:nvPr>
        </p:nvGraphicFramePr>
        <p:xfrm>
          <a:off x="1972097" y="12878188"/>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평가시험지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8" name="모서리가 둥근 직사각형 177"/>
          <p:cNvSpPr/>
          <p:nvPr/>
        </p:nvSpPr>
        <p:spPr>
          <a:xfrm>
            <a:off x="8498446" y="1290888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9" name="모서리가 둥근 직사각형 178"/>
          <p:cNvSpPr/>
          <p:nvPr/>
        </p:nvSpPr>
        <p:spPr>
          <a:xfrm>
            <a:off x="3216024" y="1338224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0" name="그룹 179"/>
          <p:cNvGrpSpPr/>
          <p:nvPr/>
        </p:nvGrpSpPr>
        <p:grpSpPr>
          <a:xfrm>
            <a:off x="4088904" y="13348338"/>
            <a:ext cx="234360" cy="200055"/>
            <a:chOff x="1152270" y="11716364"/>
            <a:chExt cx="234360" cy="200055"/>
          </a:xfrm>
        </p:grpSpPr>
        <p:sp>
          <p:nvSpPr>
            <p:cNvPr id="181" name="모서리가 둥근 직사각형 18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2" name="직사각형 181"/>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83" name="사각형 설명선 182"/>
          <p:cNvSpPr/>
          <p:nvPr/>
        </p:nvSpPr>
        <p:spPr>
          <a:xfrm>
            <a:off x="3968521" y="13708378"/>
            <a:ext cx="3120444" cy="648072"/>
          </a:xfrm>
          <a:prstGeom prst="wedgeRectCallout">
            <a:avLst>
              <a:gd name="adj1" fmla="val -50137"/>
              <a:gd name="adj2" fmla="val -84475"/>
            </a:avLst>
          </a:prstGeom>
          <a:solidFill>
            <a:srgbClr val="FFC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nSpc>
                <a:spcPct val="150000"/>
              </a:lnSpc>
            </a:pP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마감 </a:t>
            </a:r>
            <a:r>
              <a:rPr lang="ko-KR" altLang="en-US" sz="800" dirty="0">
                <a:solidFill>
                  <a:schemeClr val="tx1">
                    <a:lumMod val="75000"/>
                    <a:lumOff val="25000"/>
                  </a:schemeClr>
                </a:solidFill>
                <a:latin typeface="+mn-ea"/>
              </a:rPr>
              <a:t>후 버튼 표시</a:t>
            </a:r>
          </a:p>
          <a:p>
            <a:pPr>
              <a:lnSpc>
                <a:spcPct val="150000"/>
              </a:lnSpc>
            </a:pPr>
            <a:r>
              <a:rPr lang="ko-KR" altLang="en-US" sz="800" dirty="0">
                <a:solidFill>
                  <a:schemeClr val="tx1">
                    <a:lumMod val="75000"/>
                    <a:lumOff val="25000"/>
                  </a:schemeClr>
                </a:solidFill>
                <a:latin typeface="+mn-ea"/>
              </a:rPr>
              <a:t>단</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퀴즈 </a:t>
            </a:r>
            <a:r>
              <a:rPr lang="ko-KR" altLang="en-US" sz="800" dirty="0" err="1">
                <a:solidFill>
                  <a:schemeClr val="tx1">
                    <a:lumMod val="75000"/>
                    <a:lumOff val="25000"/>
                  </a:schemeClr>
                </a:solidFill>
                <a:latin typeface="+mn-ea"/>
              </a:rPr>
              <a:t>종료일시</a:t>
            </a:r>
            <a:r>
              <a:rPr lang="ko-KR" altLang="en-US" sz="800" dirty="0">
                <a:solidFill>
                  <a:schemeClr val="tx1">
                    <a:lumMod val="75000"/>
                    <a:lumOff val="25000"/>
                  </a:schemeClr>
                </a:solidFill>
                <a:latin typeface="+mn-ea"/>
              </a:rPr>
              <a:t> 전이거나 성적공개 </a:t>
            </a:r>
            <a:r>
              <a:rPr lang="en-US" altLang="ko-KR" sz="800" dirty="0">
                <a:solidFill>
                  <a:schemeClr val="tx1">
                    <a:lumMod val="75000"/>
                    <a:lumOff val="25000"/>
                  </a:schemeClr>
                </a:solidFill>
                <a:latin typeface="+mn-ea"/>
              </a:rPr>
              <a:t>off</a:t>
            </a:r>
            <a:r>
              <a:rPr lang="ko-KR" altLang="en-US" sz="800" dirty="0">
                <a:solidFill>
                  <a:schemeClr val="tx1">
                    <a:lumMod val="75000"/>
                    <a:lumOff val="25000"/>
                  </a:schemeClr>
                </a:solidFill>
                <a:latin typeface="+mn-ea"/>
              </a:rPr>
              <a:t>이면 </a:t>
            </a:r>
            <a:r>
              <a:rPr lang="en-US" altLang="ko-KR" sz="800" dirty="0">
                <a:solidFill>
                  <a:schemeClr val="tx1">
                    <a:lumMod val="75000"/>
                    <a:lumOff val="25000"/>
                  </a:schemeClr>
                </a:solidFill>
                <a:latin typeface="+mn-ea"/>
              </a:rPr>
              <a:t>alert </a:t>
            </a:r>
            <a:r>
              <a:rPr lang="ko-KR" altLang="en-US" sz="800" dirty="0">
                <a:solidFill>
                  <a:schemeClr val="tx1">
                    <a:lumMod val="75000"/>
                    <a:lumOff val="25000"/>
                  </a:schemeClr>
                </a:solidFill>
                <a:latin typeface="+mn-ea"/>
              </a:rPr>
              <a:t>띄움</a:t>
            </a:r>
          </a:p>
          <a:p>
            <a:pPr>
              <a:lnSpc>
                <a:spcPct val="150000"/>
              </a:lnSpc>
            </a:pPr>
            <a:r>
              <a:rPr lang="en-US" altLang="ko-KR" sz="800" dirty="0">
                <a:solidFill>
                  <a:schemeClr val="tx1">
                    <a:lumMod val="75000"/>
                    <a:lumOff val="25000"/>
                  </a:schemeClr>
                </a:solidFill>
                <a:latin typeface="+mn-ea"/>
              </a:rPr>
              <a:t>"</a:t>
            </a:r>
            <a:r>
              <a:rPr lang="ko-KR" altLang="en-US" sz="800" dirty="0">
                <a:solidFill>
                  <a:schemeClr val="tx1">
                    <a:lumMod val="75000"/>
                    <a:lumOff val="25000"/>
                  </a:schemeClr>
                </a:solidFill>
                <a:latin typeface="+mn-ea"/>
              </a:rPr>
              <a:t>퀴즈 </a:t>
            </a:r>
            <a:r>
              <a:rPr lang="ko-KR" altLang="en-US" sz="800" dirty="0" smtClean="0">
                <a:solidFill>
                  <a:schemeClr val="tx1">
                    <a:lumMod val="75000"/>
                    <a:lumOff val="25000"/>
                  </a:schemeClr>
                </a:solidFill>
                <a:latin typeface="+mn-ea"/>
              </a:rPr>
              <a:t>진행 중이거나 </a:t>
            </a:r>
            <a:r>
              <a:rPr lang="ko-KR" altLang="en-US" sz="800" dirty="0">
                <a:solidFill>
                  <a:schemeClr val="tx1">
                    <a:lumMod val="75000"/>
                    <a:lumOff val="25000"/>
                  </a:schemeClr>
                </a:solidFill>
                <a:latin typeface="+mn-ea"/>
              </a:rPr>
              <a:t>성적공개 전입니다</a:t>
            </a:r>
            <a:r>
              <a:rPr lang="en-US" altLang="ko-KR" sz="800" dirty="0">
                <a:solidFill>
                  <a:schemeClr val="tx1">
                    <a:lumMod val="75000"/>
                    <a:lumOff val="25000"/>
                  </a:schemeClr>
                </a:solidFill>
                <a:latin typeface="+mn-ea"/>
              </a:rPr>
              <a:t>. </a:t>
            </a:r>
            <a:r>
              <a:rPr lang="ko-KR" altLang="en-US" sz="800" dirty="0">
                <a:solidFill>
                  <a:schemeClr val="tx1">
                    <a:lumMod val="75000"/>
                    <a:lumOff val="25000"/>
                  </a:schemeClr>
                </a:solidFill>
                <a:latin typeface="+mn-ea"/>
              </a:rPr>
              <a:t>추후에 확인해 주세요</a:t>
            </a:r>
            <a:r>
              <a:rPr lang="en-US" altLang="ko-KR" sz="800" dirty="0">
                <a:solidFill>
                  <a:schemeClr val="tx1">
                    <a:lumMod val="75000"/>
                    <a:lumOff val="25000"/>
                  </a:schemeClr>
                </a:solidFill>
                <a:latin typeface="+mn-ea"/>
              </a:rPr>
              <a:t>" </a:t>
            </a:r>
            <a:endParaRPr lang="ko-KR" altLang="en-US" sz="800" dirty="0">
              <a:solidFill>
                <a:schemeClr val="tx1">
                  <a:lumMod val="75000"/>
                  <a:lumOff val="25000"/>
                </a:schemeClr>
              </a:solidFill>
              <a:latin typeface="+mn-ea"/>
            </a:endParaRPr>
          </a:p>
        </p:txBody>
      </p:sp>
      <p:grpSp>
        <p:nvGrpSpPr>
          <p:cNvPr id="184" name="그룹 183"/>
          <p:cNvGrpSpPr/>
          <p:nvPr/>
        </p:nvGrpSpPr>
        <p:grpSpPr>
          <a:xfrm>
            <a:off x="3433891" y="13617875"/>
            <a:ext cx="234360" cy="200055"/>
            <a:chOff x="1152270" y="11716364"/>
            <a:chExt cx="234360" cy="200055"/>
          </a:xfrm>
        </p:grpSpPr>
        <p:sp>
          <p:nvSpPr>
            <p:cNvPr id="185" name="모서리가 둥근 직사각형 18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6" name="직사각형 18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66" name="그룹 165"/>
          <p:cNvGrpSpPr/>
          <p:nvPr/>
        </p:nvGrpSpPr>
        <p:grpSpPr>
          <a:xfrm>
            <a:off x="579562" y="2166658"/>
            <a:ext cx="1386586" cy="5317057"/>
            <a:chOff x="579562" y="2166658"/>
            <a:chExt cx="1386586" cy="5317057"/>
          </a:xfrm>
        </p:grpSpPr>
        <p:grpSp>
          <p:nvGrpSpPr>
            <p:cNvPr id="167" name="그룹 166"/>
            <p:cNvGrpSpPr/>
            <p:nvPr/>
          </p:nvGrpSpPr>
          <p:grpSpPr>
            <a:xfrm>
              <a:off x="629956" y="3318264"/>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8" name="그룹 167"/>
            <p:cNvGrpSpPr/>
            <p:nvPr/>
          </p:nvGrpSpPr>
          <p:grpSpPr>
            <a:xfrm>
              <a:off x="629956" y="3568824"/>
              <a:ext cx="1332000" cy="180000"/>
              <a:chOff x="666428" y="4310612"/>
              <a:chExt cx="1332000" cy="180000"/>
            </a:xfrm>
          </p:grpSpPr>
          <p:sp>
            <p:nvSpPr>
              <p:cNvPr id="254" name="모서리가 둥근 직사각형 2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그룹 168"/>
            <p:cNvGrpSpPr/>
            <p:nvPr/>
          </p:nvGrpSpPr>
          <p:grpSpPr>
            <a:xfrm>
              <a:off x="629955" y="3042501"/>
              <a:ext cx="1332000" cy="180000"/>
              <a:chOff x="666427" y="3266516"/>
              <a:chExt cx="1332000" cy="180000"/>
            </a:xfrm>
          </p:grpSpPr>
          <p:sp>
            <p:nvSpPr>
              <p:cNvPr id="240" name="모서리가 둥근 직사각형 239"/>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4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0" name="그룹 169"/>
            <p:cNvGrpSpPr/>
            <p:nvPr/>
          </p:nvGrpSpPr>
          <p:grpSpPr>
            <a:xfrm>
              <a:off x="629956" y="3854780"/>
              <a:ext cx="1332000" cy="180000"/>
              <a:chOff x="666428" y="4570824"/>
              <a:chExt cx="1332000" cy="180000"/>
            </a:xfrm>
          </p:grpSpPr>
          <p:sp>
            <p:nvSpPr>
              <p:cNvPr id="234" name="모서리가 둥근 직사각형 233"/>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3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2" name="그룹 171"/>
            <p:cNvGrpSpPr/>
            <p:nvPr/>
          </p:nvGrpSpPr>
          <p:grpSpPr>
            <a:xfrm>
              <a:off x="629956" y="5316875"/>
              <a:ext cx="1332000" cy="180000"/>
              <a:chOff x="666428" y="5096004"/>
              <a:chExt cx="1332000" cy="180000"/>
            </a:xfrm>
          </p:grpSpPr>
          <p:sp>
            <p:nvSpPr>
              <p:cNvPr id="232" name="모서리가 둥근 직사각형 231"/>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33"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그룹 172"/>
            <p:cNvGrpSpPr/>
            <p:nvPr/>
          </p:nvGrpSpPr>
          <p:grpSpPr>
            <a:xfrm>
              <a:off x="634148" y="5634789"/>
              <a:ext cx="1332000" cy="180000"/>
              <a:chOff x="666428" y="3785432"/>
              <a:chExt cx="1332000" cy="180000"/>
            </a:xfrm>
          </p:grpSpPr>
          <p:sp>
            <p:nvSpPr>
              <p:cNvPr id="230" name="모서리가 둥근 직사각형 229"/>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3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4" name="그룹 173"/>
            <p:cNvGrpSpPr/>
            <p:nvPr/>
          </p:nvGrpSpPr>
          <p:grpSpPr>
            <a:xfrm>
              <a:off x="631150" y="4135825"/>
              <a:ext cx="1332000" cy="180000"/>
              <a:chOff x="666428" y="4570824"/>
              <a:chExt cx="1332000" cy="180000"/>
            </a:xfrm>
          </p:grpSpPr>
          <p:sp>
            <p:nvSpPr>
              <p:cNvPr id="228" name="모서리가 둥근 직사각형 227"/>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29"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5" name="그룹 174"/>
            <p:cNvGrpSpPr/>
            <p:nvPr/>
          </p:nvGrpSpPr>
          <p:grpSpPr>
            <a:xfrm>
              <a:off x="629956" y="4423395"/>
              <a:ext cx="1332000" cy="180000"/>
              <a:chOff x="666428" y="4310612"/>
              <a:chExt cx="1332000" cy="180000"/>
            </a:xfrm>
          </p:grpSpPr>
          <p:sp>
            <p:nvSpPr>
              <p:cNvPr id="226" name="모서리가 둥근 직사각형 225"/>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27"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7" name="TextBox 186"/>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188" name="그룹 187"/>
            <p:cNvGrpSpPr/>
            <p:nvPr/>
          </p:nvGrpSpPr>
          <p:grpSpPr>
            <a:xfrm>
              <a:off x="632520" y="4723068"/>
              <a:ext cx="1332000" cy="180000"/>
              <a:chOff x="666428" y="4310612"/>
              <a:chExt cx="1332000" cy="180000"/>
            </a:xfrm>
          </p:grpSpPr>
          <p:sp>
            <p:nvSpPr>
              <p:cNvPr id="224" name="모서리가 둥근 직사각형 22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25"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9" name="그룹 188"/>
            <p:cNvGrpSpPr/>
            <p:nvPr/>
          </p:nvGrpSpPr>
          <p:grpSpPr>
            <a:xfrm>
              <a:off x="632520" y="2752353"/>
              <a:ext cx="1332000" cy="180000"/>
              <a:chOff x="666427" y="3266516"/>
              <a:chExt cx="1332000" cy="180000"/>
            </a:xfrm>
          </p:grpSpPr>
          <p:sp>
            <p:nvSpPr>
              <p:cNvPr id="215" name="모서리가 둥근 직사각형 214"/>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2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0" name="그룹 189"/>
            <p:cNvGrpSpPr/>
            <p:nvPr/>
          </p:nvGrpSpPr>
          <p:grpSpPr>
            <a:xfrm>
              <a:off x="632520" y="5005767"/>
              <a:ext cx="1332000" cy="180000"/>
              <a:chOff x="666428" y="4310612"/>
              <a:chExt cx="1332000" cy="180000"/>
            </a:xfrm>
          </p:grpSpPr>
          <p:sp>
            <p:nvSpPr>
              <p:cNvPr id="213" name="모서리가 둥근 직사각형 21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1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1" name="그룹 190"/>
            <p:cNvGrpSpPr/>
            <p:nvPr/>
          </p:nvGrpSpPr>
          <p:grpSpPr>
            <a:xfrm>
              <a:off x="632520" y="6227787"/>
              <a:ext cx="1332000" cy="180000"/>
              <a:chOff x="666428" y="3785432"/>
              <a:chExt cx="1332000" cy="180000"/>
            </a:xfrm>
          </p:grpSpPr>
          <p:sp>
            <p:nvSpPr>
              <p:cNvPr id="211" name="모서리가 둥근 직사각형 21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1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2" name="그룹 191"/>
            <p:cNvGrpSpPr/>
            <p:nvPr/>
          </p:nvGrpSpPr>
          <p:grpSpPr>
            <a:xfrm>
              <a:off x="632520" y="6487872"/>
              <a:ext cx="1332000" cy="180000"/>
              <a:chOff x="666428" y="4310612"/>
              <a:chExt cx="1332000" cy="180000"/>
            </a:xfrm>
          </p:grpSpPr>
          <p:sp>
            <p:nvSpPr>
              <p:cNvPr id="209" name="모서리가 둥근 직사각형 20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1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3" name="그룹 192"/>
            <p:cNvGrpSpPr/>
            <p:nvPr/>
          </p:nvGrpSpPr>
          <p:grpSpPr>
            <a:xfrm>
              <a:off x="632520" y="6773828"/>
              <a:ext cx="1332000" cy="180000"/>
              <a:chOff x="666428" y="4570824"/>
              <a:chExt cx="1332000" cy="180000"/>
            </a:xfrm>
          </p:grpSpPr>
          <p:sp>
            <p:nvSpPr>
              <p:cNvPr id="207" name="모서리가 둥근 직사각형 206"/>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08"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4" name="그룹 193"/>
            <p:cNvGrpSpPr/>
            <p:nvPr/>
          </p:nvGrpSpPr>
          <p:grpSpPr>
            <a:xfrm>
              <a:off x="632520" y="7053155"/>
              <a:ext cx="1332000" cy="180000"/>
              <a:chOff x="666428" y="3785432"/>
              <a:chExt cx="1332000" cy="180000"/>
            </a:xfrm>
          </p:grpSpPr>
          <p:sp>
            <p:nvSpPr>
              <p:cNvPr id="205" name="모서리가 둥근 직사각형 20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0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5" name="그룹 194"/>
            <p:cNvGrpSpPr/>
            <p:nvPr/>
          </p:nvGrpSpPr>
          <p:grpSpPr>
            <a:xfrm>
              <a:off x="632520" y="7303715"/>
              <a:ext cx="1332000" cy="180000"/>
              <a:chOff x="666428" y="4310612"/>
              <a:chExt cx="1332000" cy="180000"/>
            </a:xfrm>
          </p:grpSpPr>
          <p:sp>
            <p:nvSpPr>
              <p:cNvPr id="203" name="모서리가 둥근 직사각형 20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0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그룹 196"/>
            <p:cNvGrpSpPr/>
            <p:nvPr/>
          </p:nvGrpSpPr>
          <p:grpSpPr>
            <a:xfrm>
              <a:off x="622995" y="5922821"/>
              <a:ext cx="1332000" cy="180000"/>
              <a:chOff x="666427" y="3266516"/>
              <a:chExt cx="1332000" cy="180000"/>
            </a:xfrm>
          </p:grpSpPr>
          <p:sp>
            <p:nvSpPr>
              <p:cNvPr id="199" name="모서리가 둥근 직사각형 198"/>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0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857933597"/>
      </p:ext>
    </p:extLst>
  </p:cSld>
  <p:clrMapOvr>
    <a:masterClrMapping/>
  </p:clrMapOvr>
  <p:transition>
    <p:wipe dir="r"/>
  </p:transition>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KNOU_UI_C02140000_27</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198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134030"/>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시험</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시험</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시험</a:t>
                </a:r>
                <a:endParaRPr kumimoji="1" lang="ko-KR" altLang="en-US" sz="800" dirty="0">
                  <a:solidFill>
                    <a:schemeClr val="tx1">
                      <a:lumMod val="75000"/>
                      <a:lumOff val="25000"/>
                    </a:schemeClr>
                  </a:solidFill>
                  <a:latin typeface="+mn-ea"/>
                  <a:ea typeface="+mn-ea"/>
                  <a:cs typeface="Calibri" pitchFamily="34" charset="0"/>
                </a:endParaRPr>
              </a:p>
            </p:txBody>
          </p:sp>
          <p:pic>
            <p:nvPicPr>
              <p:cNvPr id="268"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시험</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1159328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4583429"/>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5" name="모서리가 둥근 직사각형 254"/>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259" name="직선 연결선 258"/>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0" name="직사각형 259"/>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시험정보 및 응시</a:t>
            </a:r>
          </a:p>
        </p:txBody>
      </p:sp>
      <p:graphicFrame>
        <p:nvGraphicFramePr>
          <p:cNvPr id="327" name="Group 37"/>
          <p:cNvGraphicFramePr>
            <a:graphicFrameLocks noGrp="1"/>
          </p:cNvGraphicFramePr>
          <p:nvPr>
            <p:extLst>
              <p:ext uri="{D42A27DB-BD31-4B8C-83A1-F6EECF244321}">
                <p14:modId xmlns:p14="http://schemas.microsoft.com/office/powerpoint/2010/main" val="2212004948"/>
              </p:ext>
            </p:extLst>
          </p:nvPr>
        </p:nvGraphicFramePr>
        <p:xfrm>
          <a:off x="1972097" y="4065463"/>
          <a:ext cx="7470353" cy="3972049"/>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             중간고사 퀴즈</a:t>
                      </a:r>
                      <a:r>
                        <a:rPr lang="en-US" altLang="ko-KR" sz="1000" b="1" kern="1200" dirty="0" smtClean="0">
                          <a:solidFill>
                            <a:schemeClr val="tx1">
                              <a:lumMod val="75000"/>
                              <a:lumOff val="25000"/>
                            </a:schemeClr>
                          </a:solidFill>
                          <a:latin typeface="+mn-ea"/>
                          <a:ea typeface="+mn-ea"/>
                          <a:cs typeface="+mn-cs"/>
                        </a:rPr>
                        <a:t>03</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시험방식</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퀴즈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시험일시</a:t>
                      </a:r>
                      <a:r>
                        <a:rPr lang="ko-KR" altLang="en-US" sz="800" b="0" dirty="0" smtClean="0">
                          <a:solidFill>
                            <a:schemeClr val="tx1">
                              <a:lumMod val="75000"/>
                              <a:lumOff val="25000"/>
                            </a:schemeClr>
                          </a:solidFill>
                          <a:latin typeface="+mn-ea"/>
                          <a:ea typeface="+mn-ea"/>
                        </a:rPr>
                        <a:t>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50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시험지공개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833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시험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43" name="직사각형 342"/>
          <p:cNvSpPr/>
          <p:nvPr/>
        </p:nvSpPr>
        <p:spPr>
          <a:xfrm>
            <a:off x="9047932" y="4120991"/>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45" name="그룹 344"/>
          <p:cNvGrpSpPr/>
          <p:nvPr/>
        </p:nvGrpSpPr>
        <p:grpSpPr>
          <a:xfrm>
            <a:off x="3219475" y="5124862"/>
            <a:ext cx="6151862" cy="1148064"/>
            <a:chOff x="3229000" y="4452549"/>
            <a:chExt cx="6151862" cy="1148064"/>
          </a:xfrm>
        </p:grpSpPr>
        <p:sp>
          <p:nvSpPr>
            <p:cNvPr id="346"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시험내용 시험내용 </a:t>
              </a:r>
              <a:r>
                <a:rPr lang="ko-KR" altLang="en-US" sz="800" dirty="0" err="1" smtClean="0">
                  <a:solidFill>
                    <a:schemeClr val="tx1">
                      <a:lumMod val="75000"/>
                      <a:lumOff val="25000"/>
                    </a:schemeClr>
                  </a:solidFill>
                  <a:latin typeface="+mn-ea"/>
                  <a:ea typeface="+mn-ea"/>
                </a:rPr>
                <a:t>퀴</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시험내용</a:t>
              </a:r>
              <a:r>
                <a:rPr lang="ko-KR" altLang="en-US" sz="800" dirty="0">
                  <a:solidFill>
                    <a:schemeClr val="tx1">
                      <a:lumMod val="75000"/>
                      <a:lumOff val="25000"/>
                    </a:schemeClr>
                  </a:solidFill>
                  <a:latin typeface="+mn-ea"/>
                  <a:ea typeface="+mn-ea"/>
                </a:rPr>
                <a:t> 시험내용</a:t>
              </a:r>
              <a:endParaRPr lang="en-US" altLang="ko-KR" sz="800" dirty="0">
                <a:solidFill>
                  <a:schemeClr val="tx1">
                    <a:lumMod val="75000"/>
                    <a:lumOff val="25000"/>
                  </a:schemeClr>
                </a:solidFill>
                <a:latin typeface="+mn-ea"/>
                <a:ea typeface="+mn-ea"/>
              </a:endParaRPr>
            </a:p>
          </p:txBody>
        </p:sp>
        <p:sp>
          <p:nvSpPr>
            <p:cNvPr id="354" name="Track"/>
            <p:cNvSpPr>
              <a:spLocks/>
            </p:cNvSpPr>
            <p:nvPr>
              <p:custDataLst>
                <p:tags r:id="rId2"/>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68" name="모서리가 둥근 직사각형 367"/>
          <p:cNvSpPr/>
          <p:nvPr/>
        </p:nvSpPr>
        <p:spPr>
          <a:xfrm>
            <a:off x="2042520" y="4132930"/>
            <a:ext cx="540000" cy="144000"/>
          </a:xfrm>
          <a:prstGeom prst="roundRect">
            <a:avLst/>
          </a:prstGeom>
          <a:solidFill>
            <a:srgbClr val="1E04BC"/>
          </a:solidFill>
          <a:ln w="3175">
            <a:solidFill>
              <a:srgbClr val="1E04BC"/>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중간고사</a:t>
            </a:r>
          </a:p>
        </p:txBody>
      </p:sp>
      <p:sp>
        <p:nvSpPr>
          <p:cNvPr id="369" name="직사각형 368"/>
          <p:cNvSpPr/>
          <p:nvPr/>
        </p:nvSpPr>
        <p:spPr>
          <a:xfrm>
            <a:off x="1957239" y="4276734"/>
            <a:ext cx="4565673" cy="215444"/>
          </a:xfrm>
          <a:prstGeom prst="rect">
            <a:avLst/>
          </a:prstGeom>
        </p:spPr>
        <p:txBody>
          <a:bodyPr wrap="none">
            <a:spAutoFit/>
          </a:bodyPr>
          <a:lstStyle/>
          <a:p>
            <a:r>
              <a:rPr lang="ko-KR" altLang="en-US" sz="800" b="1" dirty="0" smtClean="0">
                <a:solidFill>
                  <a:srgbClr val="0070C0"/>
                </a:solidFill>
                <a:latin typeface="+mn-ea"/>
                <a:ea typeface="+mn-ea"/>
              </a:rPr>
              <a:t>퀴즈</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시험일시</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2026.09.30 10:00 ~ </a:t>
            </a:r>
            <a:r>
              <a:rPr lang="en-US" altLang="ko-KR" sz="800" dirty="0" smtClean="0">
                <a:solidFill>
                  <a:schemeClr val="tx1">
                    <a:lumMod val="75000"/>
                    <a:lumOff val="25000"/>
                  </a:schemeClr>
                </a:solidFill>
                <a:latin typeface="+mn-ea"/>
              </a:rPr>
              <a:t>2026.10.05 22:00</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성적반영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성적공개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아니오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430" name="직사각형 429"/>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시험정보 및 응시</a:t>
            </a:r>
            <a:endParaRPr lang="ko-KR" altLang="en-US" sz="800" dirty="0">
              <a:solidFill>
                <a:srgbClr val="FF0000"/>
              </a:solidFill>
              <a:latin typeface="+mn-ea"/>
              <a:ea typeface="+mn-ea"/>
            </a:endParaRPr>
          </a:p>
        </p:txBody>
      </p:sp>
      <p:sp>
        <p:nvSpPr>
          <p:cNvPr id="198" name="TextBox 19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시험 </a:t>
            </a:r>
            <a:r>
              <a:rPr lang="en-US" altLang="ko-KR" sz="800" spc="-60" dirty="0" smtClean="0">
                <a:latin typeface="+mn-ea"/>
                <a:ea typeface="+mn-ea"/>
              </a:rPr>
              <a:t>&gt; </a:t>
            </a:r>
            <a:r>
              <a:rPr lang="ko-KR" altLang="en-US" sz="800" spc="-60" dirty="0" smtClean="0">
                <a:latin typeface="+mn-ea"/>
                <a:ea typeface="+mn-ea"/>
              </a:rPr>
              <a:t>시험정보 및 응시 </a:t>
            </a:r>
            <a:r>
              <a:rPr lang="en-US" altLang="ko-KR" sz="800" spc="-60" dirty="0" smtClean="0">
                <a:latin typeface="+mn-ea"/>
                <a:ea typeface="+mn-ea"/>
              </a:rPr>
              <a:t>: </a:t>
            </a:r>
            <a:r>
              <a:rPr lang="ko-KR" altLang="en-US" sz="800" spc="-60" dirty="0" smtClean="0">
                <a:latin typeface="+mn-ea"/>
                <a:ea typeface="+mn-ea"/>
              </a:rPr>
              <a:t>평가 후  퀴즈 시험지  </a:t>
            </a:r>
            <a:endParaRPr lang="ko-KR" altLang="en-US" sz="800" spc="-60" dirty="0">
              <a:latin typeface="+mn-ea"/>
              <a:ea typeface="+mn-ea"/>
            </a:endParaRPr>
          </a:p>
        </p:txBody>
      </p:sp>
      <p:graphicFrame>
        <p:nvGraphicFramePr>
          <p:cNvPr id="216" name="Group 37"/>
          <p:cNvGraphicFramePr>
            <a:graphicFrameLocks noGrp="1"/>
          </p:cNvGraphicFramePr>
          <p:nvPr>
            <p:extLst>
              <p:ext uri="{D42A27DB-BD31-4B8C-83A1-F6EECF244321}">
                <p14:modId xmlns:p14="http://schemas.microsoft.com/office/powerpoint/2010/main" val="3273344899"/>
              </p:ext>
            </p:extLst>
          </p:nvPr>
        </p:nvGraphicFramePr>
        <p:xfrm>
          <a:off x="1972097" y="8119045"/>
          <a:ext cx="7470353" cy="4680474"/>
        </p:xfrm>
        <a:graphic>
          <a:graphicData uri="http://schemas.openxmlformats.org/drawingml/2006/table">
            <a:tbl>
              <a:tblPr/>
              <a:tblGrid>
                <a:gridCol w="1203774"/>
                <a:gridCol w="6266579"/>
              </a:tblGrid>
              <a:tr h="288032">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정보</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퀴즈명</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시험대체 퀴즈</a:t>
                      </a:r>
                      <a:r>
                        <a:rPr lang="en-US" altLang="ko-KR" sz="800" b="0" dirty="0" smtClean="0">
                          <a:solidFill>
                            <a:schemeClr val="tx1">
                              <a:lumMod val="75000"/>
                              <a:lumOff val="25000"/>
                            </a:schemeClr>
                          </a:solidFill>
                          <a:latin typeface="+mn-ea"/>
                        </a:rPr>
                        <a:t>002</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퀴즈시간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20</a:t>
                      </a:r>
                      <a:r>
                        <a:rPr lang="ko-KR" altLang="en-US" sz="800" b="0" dirty="0" smtClean="0">
                          <a:solidFill>
                            <a:schemeClr val="tx1">
                              <a:lumMod val="75000"/>
                              <a:lumOff val="25000"/>
                            </a:schemeClr>
                          </a:solidFill>
                          <a:latin typeface="+mn-ea"/>
                        </a:rPr>
                        <a:t>분</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성적반영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성적공개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문제표시방식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전체 문제표시</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문제 섞기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보기 섞기</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rPr>
                        <a:t>ON</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파일 첨부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팀 퀴즈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err="1" smtClean="0">
                          <a:solidFill>
                            <a:schemeClr val="tx1">
                              <a:lumMod val="75000"/>
                              <a:lumOff val="25000"/>
                            </a:schemeClr>
                          </a:solidFill>
                          <a:latin typeface="+mn-ea"/>
                          <a:ea typeface="+mn-ea"/>
                        </a:rPr>
                        <a:t>재응시</a:t>
                      </a:r>
                      <a:r>
                        <a:rPr lang="ko-KR" altLang="en-US" sz="800" b="0" dirty="0" smtClean="0">
                          <a:solidFill>
                            <a:schemeClr val="tx1">
                              <a:lumMod val="75000"/>
                              <a:lumOff val="25000"/>
                            </a:schemeClr>
                          </a:solidFill>
                          <a:latin typeface="+mn-ea"/>
                          <a:ea typeface="+mn-ea"/>
                        </a:rPr>
                        <a:t> 사용</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217" name="그룹 216"/>
          <p:cNvGrpSpPr/>
          <p:nvPr/>
        </p:nvGrpSpPr>
        <p:grpSpPr>
          <a:xfrm>
            <a:off x="3219475" y="8767554"/>
            <a:ext cx="6151862" cy="1148064"/>
            <a:chOff x="3229000" y="4452549"/>
            <a:chExt cx="6151862" cy="1148064"/>
          </a:xfrm>
        </p:grpSpPr>
        <p:sp>
          <p:nvSpPr>
            <p:cNvPr id="218"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endParaRPr lang="en-US" altLang="ko-KR" sz="800" dirty="0" smtClean="0">
                <a:solidFill>
                  <a:schemeClr val="tx1">
                    <a:lumMod val="75000"/>
                    <a:lumOff val="25000"/>
                  </a:schemeClr>
                </a:solidFill>
                <a:latin typeface="+mn-ea"/>
                <a:ea typeface="+mn-ea"/>
              </a:endParaRPr>
            </a:p>
            <a:p>
              <a:pPr>
                <a:lnSpc>
                  <a:spcPct val="150000"/>
                </a:lnSpc>
                <a:defRPr/>
              </a:pP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퀴즈내용</a:t>
              </a:r>
              <a:r>
                <a:rPr lang="ko-KR" altLang="en-US" sz="800" dirty="0">
                  <a:solidFill>
                    <a:schemeClr val="tx1">
                      <a:lumMod val="75000"/>
                      <a:lumOff val="25000"/>
                    </a:schemeClr>
                  </a:solidFill>
                  <a:latin typeface="+mn-ea"/>
                  <a:ea typeface="+mn-ea"/>
                </a:rPr>
                <a:t> 퀴즈내용</a:t>
              </a:r>
              <a:endParaRPr lang="en-US" altLang="ko-KR" sz="800" dirty="0">
                <a:solidFill>
                  <a:schemeClr val="tx1">
                    <a:lumMod val="75000"/>
                    <a:lumOff val="25000"/>
                  </a:schemeClr>
                </a:solidFill>
                <a:latin typeface="+mn-ea"/>
                <a:ea typeface="+mn-ea"/>
              </a:endParaRPr>
            </a:p>
          </p:txBody>
        </p:sp>
        <p:sp>
          <p:nvSpPr>
            <p:cNvPr id="219"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grpSp>
        <p:nvGrpSpPr>
          <p:cNvPr id="220" name="그룹 219"/>
          <p:cNvGrpSpPr/>
          <p:nvPr/>
        </p:nvGrpSpPr>
        <p:grpSpPr>
          <a:xfrm>
            <a:off x="3216263" y="12018091"/>
            <a:ext cx="2114928" cy="162000"/>
            <a:chOff x="3225788" y="7298382"/>
            <a:chExt cx="2114928" cy="162000"/>
          </a:xfrm>
        </p:grpSpPr>
        <p:sp>
          <p:nvSpPr>
            <p:cNvPr id="221" name="직사각형 220"/>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22" name="Picture 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aphicFrame>
        <p:nvGraphicFramePr>
          <p:cNvPr id="177" name="Group 37"/>
          <p:cNvGraphicFramePr>
            <a:graphicFrameLocks noGrp="1"/>
          </p:cNvGraphicFramePr>
          <p:nvPr>
            <p:extLst>
              <p:ext uri="{D42A27DB-BD31-4B8C-83A1-F6EECF244321}">
                <p14:modId xmlns:p14="http://schemas.microsoft.com/office/powerpoint/2010/main" val="565106348"/>
              </p:ext>
            </p:extLst>
          </p:nvPr>
        </p:nvGraphicFramePr>
        <p:xfrm>
          <a:off x="1972097" y="12878188"/>
          <a:ext cx="7470354" cy="947711"/>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퀴즈 응시</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응시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평가시험지</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평가 점수</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85</a:t>
                      </a:r>
                      <a:r>
                        <a:rPr lang="ko-KR" altLang="en-US" sz="800" b="0" dirty="0" smtClean="0">
                          <a:solidFill>
                            <a:schemeClr val="tx1">
                              <a:lumMod val="75000"/>
                              <a:lumOff val="25000"/>
                            </a:schemeClr>
                          </a:solidFill>
                          <a:latin typeface="+mn-ea"/>
                          <a:ea typeface="+mn-ea"/>
                        </a:rPr>
                        <a:t>점</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78" name="모서리가 둥근 직사각형 177"/>
          <p:cNvSpPr/>
          <p:nvPr/>
        </p:nvSpPr>
        <p:spPr>
          <a:xfrm>
            <a:off x="8498446" y="1290888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피드백 </a:t>
            </a:r>
            <a:r>
              <a:rPr lang="en-US" altLang="ko-KR" sz="800" dirty="0" smtClean="0">
                <a:solidFill>
                  <a:schemeClr val="bg1"/>
                </a:solidFill>
                <a:latin typeface="맑은 고딕" panose="020B0503020000020004" pitchFamily="50" charset="-127"/>
                <a:ea typeface="맑은 고딕" panose="020B0503020000020004" pitchFamily="50" charset="-127"/>
              </a:rPr>
              <a:t>/ 0</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9" name="모서리가 둥근 직사각형 178"/>
          <p:cNvSpPr/>
          <p:nvPr/>
        </p:nvSpPr>
        <p:spPr>
          <a:xfrm>
            <a:off x="3216024" y="13382246"/>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평가시험지</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9" name="그룹 168"/>
          <p:cNvGrpSpPr/>
          <p:nvPr/>
        </p:nvGrpSpPr>
        <p:grpSpPr>
          <a:xfrm>
            <a:off x="2503590" y="4278237"/>
            <a:ext cx="6224400" cy="8640961"/>
            <a:chOff x="1100571" y="3168288"/>
            <a:chExt cx="6224400" cy="8640961"/>
          </a:xfrm>
        </p:grpSpPr>
        <p:sp>
          <p:nvSpPr>
            <p:cNvPr id="170" name="직사각형 169"/>
            <p:cNvSpPr/>
            <p:nvPr/>
          </p:nvSpPr>
          <p:spPr>
            <a:xfrm>
              <a:off x="1100571" y="3176975"/>
              <a:ext cx="6224400" cy="8632274"/>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2" name="직사각형 171"/>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73" name="직사각형 172"/>
            <p:cNvSpPr/>
            <p:nvPr/>
          </p:nvSpPr>
          <p:spPr>
            <a:xfrm>
              <a:off x="1109761" y="3201232"/>
              <a:ext cx="697627" cy="215444"/>
            </a:xfrm>
            <a:prstGeom prst="rect">
              <a:avLst/>
            </a:prstGeom>
          </p:spPr>
          <p:txBody>
            <a:bodyPr wrap="none">
              <a:spAutoFit/>
            </a:bodyPr>
            <a:lstStyle/>
            <a:p>
              <a:r>
                <a:rPr lang="ko-KR" altLang="en-US" sz="800" b="1" dirty="0" smtClean="0">
                  <a:solidFill>
                    <a:schemeClr val="bg1"/>
                  </a:solidFill>
                  <a:latin typeface="+mn-ea"/>
                  <a:ea typeface="+mn-ea"/>
                </a:rPr>
                <a:t>평가시험지</a:t>
              </a:r>
              <a:endParaRPr lang="ko-KR" altLang="en-US" sz="800" b="1" dirty="0">
                <a:solidFill>
                  <a:schemeClr val="bg1"/>
                </a:solidFill>
                <a:latin typeface="+mn-ea"/>
                <a:ea typeface="+mn-ea"/>
              </a:endParaRPr>
            </a:p>
          </p:txBody>
        </p:sp>
        <p:sp>
          <p:nvSpPr>
            <p:cNvPr id="174" name="직사각형 173"/>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75" name="모서리가 둥근 직사각형 174"/>
          <p:cNvSpPr/>
          <p:nvPr/>
        </p:nvSpPr>
        <p:spPr>
          <a:xfrm>
            <a:off x="5113051" y="1256868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87" name="그룹 186"/>
          <p:cNvGrpSpPr/>
          <p:nvPr/>
        </p:nvGrpSpPr>
        <p:grpSpPr>
          <a:xfrm>
            <a:off x="2500572" y="4549894"/>
            <a:ext cx="6233925" cy="357365"/>
            <a:chOff x="2607507" y="5572865"/>
            <a:chExt cx="6233925" cy="357365"/>
          </a:xfrm>
        </p:grpSpPr>
        <p:grpSp>
          <p:nvGrpSpPr>
            <p:cNvPr id="188" name="그룹 187"/>
            <p:cNvGrpSpPr/>
            <p:nvPr/>
          </p:nvGrpSpPr>
          <p:grpSpPr>
            <a:xfrm>
              <a:off x="6910260" y="5572865"/>
              <a:ext cx="1931172" cy="304407"/>
              <a:chOff x="5407617" y="2286397"/>
              <a:chExt cx="1931172" cy="304407"/>
            </a:xfrm>
          </p:grpSpPr>
          <p:sp>
            <p:nvSpPr>
              <p:cNvPr id="190" name="직사각형 189"/>
              <p:cNvSpPr/>
              <p:nvPr/>
            </p:nvSpPr>
            <p:spPr>
              <a:xfrm>
                <a:off x="6676960" y="2286397"/>
                <a:ext cx="661829" cy="304407"/>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altLang="ko-KR" sz="1600" b="1" dirty="0" smtClean="0">
                    <a:solidFill>
                      <a:srgbClr val="0070C0"/>
                    </a:solidFill>
                    <a:latin typeface="+mn-ea"/>
                  </a:rPr>
                  <a:t>65</a:t>
                </a:r>
                <a:r>
                  <a:rPr lang="ko-KR" altLang="en-US" sz="1600" b="1" dirty="0" smtClean="0">
                    <a:solidFill>
                      <a:srgbClr val="0070C0"/>
                    </a:solidFill>
                    <a:latin typeface="+mn-ea"/>
                  </a:rPr>
                  <a:t>점</a:t>
                </a:r>
                <a:endParaRPr lang="en-US" altLang="ko-KR" sz="1600" b="1" dirty="0">
                  <a:solidFill>
                    <a:srgbClr val="0070C0"/>
                  </a:solidFill>
                  <a:latin typeface="+mn-ea"/>
                </a:endParaRPr>
              </a:p>
            </p:txBody>
          </p:sp>
          <p:sp>
            <p:nvSpPr>
              <p:cNvPr id="191" name="직사각형 190"/>
              <p:cNvSpPr/>
              <p:nvPr/>
            </p:nvSpPr>
            <p:spPr>
              <a:xfrm>
                <a:off x="5407617" y="2366414"/>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grpSp>
        <p:cxnSp>
          <p:nvCxnSpPr>
            <p:cNvPr id="189" name="직선 연결선 188"/>
            <p:cNvCxnSpPr/>
            <p:nvPr/>
          </p:nvCxnSpPr>
          <p:spPr>
            <a:xfrm>
              <a:off x="2607507" y="593023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92" name="그룹 191"/>
          <p:cNvGrpSpPr/>
          <p:nvPr/>
        </p:nvGrpSpPr>
        <p:grpSpPr>
          <a:xfrm>
            <a:off x="2594767" y="5007842"/>
            <a:ext cx="3098465" cy="292160"/>
            <a:chOff x="2701702" y="6381328"/>
            <a:chExt cx="3098465" cy="292160"/>
          </a:xfrm>
        </p:grpSpPr>
        <p:grpSp>
          <p:nvGrpSpPr>
            <p:cNvPr id="193" name="그룹 192"/>
            <p:cNvGrpSpPr/>
            <p:nvPr/>
          </p:nvGrpSpPr>
          <p:grpSpPr>
            <a:xfrm>
              <a:off x="2701702" y="6385433"/>
              <a:ext cx="304344" cy="288000"/>
              <a:chOff x="3196047" y="6621766"/>
              <a:chExt cx="304344" cy="288000"/>
            </a:xfrm>
          </p:grpSpPr>
          <p:sp>
            <p:nvSpPr>
              <p:cNvPr id="229" name="타원 228"/>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30" name="TextBox 229"/>
              <p:cNvSpPr txBox="1">
                <a:spLocks noChangeAspect="1"/>
              </p:cNvSpPr>
              <p:nvPr/>
            </p:nvSpPr>
            <p:spPr>
              <a:xfrm>
                <a:off x="3196047"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194" name="그룹 193"/>
            <p:cNvGrpSpPr/>
            <p:nvPr/>
          </p:nvGrpSpPr>
          <p:grpSpPr>
            <a:xfrm>
              <a:off x="3015571" y="6385433"/>
              <a:ext cx="304344" cy="288000"/>
              <a:chOff x="3200071" y="6621766"/>
              <a:chExt cx="304344" cy="288000"/>
            </a:xfrm>
          </p:grpSpPr>
          <p:sp>
            <p:nvSpPr>
              <p:cNvPr id="227" name="타원 226"/>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28" name="TextBox 227"/>
              <p:cNvSpPr txBox="1">
                <a:spLocks noChangeAspect="1"/>
              </p:cNvSpPr>
              <p:nvPr/>
            </p:nvSpPr>
            <p:spPr>
              <a:xfrm>
                <a:off x="3200071"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195" name="그룹 194"/>
            <p:cNvGrpSpPr/>
            <p:nvPr/>
          </p:nvGrpSpPr>
          <p:grpSpPr>
            <a:xfrm>
              <a:off x="3952029" y="6385433"/>
              <a:ext cx="304344" cy="288000"/>
              <a:chOff x="3190900" y="6621766"/>
              <a:chExt cx="304344" cy="288000"/>
            </a:xfrm>
          </p:grpSpPr>
          <p:sp>
            <p:nvSpPr>
              <p:cNvPr id="225" name="타원 224"/>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26" name="TextBox 225"/>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5</a:t>
                </a:r>
                <a:endParaRPr lang="en-US" altLang="ko-KR" sz="800" dirty="0">
                  <a:latin typeface="+mj-ea"/>
                  <a:ea typeface="+mj-ea"/>
                </a:endParaRPr>
              </a:p>
            </p:txBody>
          </p:sp>
        </p:grpSp>
        <p:grpSp>
          <p:nvGrpSpPr>
            <p:cNvPr id="196" name="그룹 195"/>
            <p:cNvGrpSpPr/>
            <p:nvPr/>
          </p:nvGrpSpPr>
          <p:grpSpPr>
            <a:xfrm>
              <a:off x="4895063" y="6385488"/>
              <a:ext cx="304344" cy="288000"/>
              <a:chOff x="3200425" y="6621766"/>
              <a:chExt cx="304344" cy="288000"/>
            </a:xfrm>
          </p:grpSpPr>
          <p:sp>
            <p:nvSpPr>
              <p:cNvPr id="223" name="타원 222"/>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24" name="TextBox 223"/>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8</a:t>
                </a:r>
                <a:endParaRPr lang="en-US" altLang="ko-KR" sz="800" dirty="0">
                  <a:latin typeface="+mj-ea"/>
                  <a:ea typeface="+mj-ea"/>
                </a:endParaRPr>
              </a:p>
            </p:txBody>
          </p:sp>
        </p:grpSp>
        <p:grpSp>
          <p:nvGrpSpPr>
            <p:cNvPr id="197" name="그룹 196"/>
            <p:cNvGrpSpPr/>
            <p:nvPr/>
          </p:nvGrpSpPr>
          <p:grpSpPr>
            <a:xfrm>
              <a:off x="5209574" y="6385488"/>
              <a:ext cx="304344" cy="288000"/>
              <a:chOff x="3200425" y="6621766"/>
              <a:chExt cx="304344" cy="288000"/>
            </a:xfrm>
          </p:grpSpPr>
          <p:sp>
            <p:nvSpPr>
              <p:cNvPr id="214" name="타원 213"/>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15" name="TextBox 214"/>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9</a:t>
                </a:r>
                <a:endParaRPr lang="en-US" altLang="ko-KR" sz="800" dirty="0">
                  <a:latin typeface="+mj-ea"/>
                  <a:ea typeface="+mj-ea"/>
                </a:endParaRPr>
              </a:p>
            </p:txBody>
          </p:sp>
        </p:grpSp>
        <p:grpSp>
          <p:nvGrpSpPr>
            <p:cNvPr id="199" name="그룹 198"/>
            <p:cNvGrpSpPr/>
            <p:nvPr/>
          </p:nvGrpSpPr>
          <p:grpSpPr>
            <a:xfrm>
              <a:off x="3325416" y="6381328"/>
              <a:ext cx="304344" cy="288000"/>
              <a:chOff x="3190900" y="6621766"/>
              <a:chExt cx="304344" cy="288000"/>
            </a:xfrm>
          </p:grpSpPr>
          <p:sp>
            <p:nvSpPr>
              <p:cNvPr id="212" name="타원 211"/>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13" name="TextBox 212"/>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200" name="그룹 199"/>
            <p:cNvGrpSpPr/>
            <p:nvPr/>
          </p:nvGrpSpPr>
          <p:grpSpPr>
            <a:xfrm>
              <a:off x="3639927" y="6381328"/>
              <a:ext cx="304344" cy="288000"/>
              <a:chOff x="3190900" y="6621766"/>
              <a:chExt cx="304344" cy="288000"/>
            </a:xfrm>
          </p:grpSpPr>
          <p:sp>
            <p:nvSpPr>
              <p:cNvPr id="210" name="타원 209"/>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11" name="TextBox 210"/>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grpSp>
          <p:nvGrpSpPr>
            <p:cNvPr id="201" name="그룹 200"/>
            <p:cNvGrpSpPr/>
            <p:nvPr/>
          </p:nvGrpSpPr>
          <p:grpSpPr>
            <a:xfrm>
              <a:off x="4271045" y="6381328"/>
              <a:ext cx="304344" cy="288000"/>
              <a:chOff x="3200425" y="6621766"/>
              <a:chExt cx="304344" cy="288000"/>
            </a:xfrm>
          </p:grpSpPr>
          <p:sp>
            <p:nvSpPr>
              <p:cNvPr id="208" name="타원 207"/>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09" name="TextBox 208"/>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6</a:t>
                </a:r>
                <a:endParaRPr lang="en-US" altLang="ko-KR" sz="800" dirty="0">
                  <a:latin typeface="+mj-ea"/>
                  <a:ea typeface="+mj-ea"/>
                </a:endParaRPr>
              </a:p>
            </p:txBody>
          </p:sp>
        </p:grpSp>
        <p:grpSp>
          <p:nvGrpSpPr>
            <p:cNvPr id="202" name="그룹 201"/>
            <p:cNvGrpSpPr/>
            <p:nvPr/>
          </p:nvGrpSpPr>
          <p:grpSpPr>
            <a:xfrm>
              <a:off x="4585556" y="6381328"/>
              <a:ext cx="304344" cy="288000"/>
              <a:chOff x="3200425" y="6621766"/>
              <a:chExt cx="304344" cy="288000"/>
            </a:xfrm>
          </p:grpSpPr>
          <p:sp>
            <p:nvSpPr>
              <p:cNvPr id="206" name="타원 205"/>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07" name="TextBox 206"/>
              <p:cNvSpPr txBox="1">
                <a:spLocks noChangeAspect="1"/>
              </p:cNvSpPr>
              <p:nvPr/>
            </p:nvSpPr>
            <p:spPr>
              <a:xfrm>
                <a:off x="3200425" y="6621766"/>
                <a:ext cx="304344" cy="288000"/>
              </a:xfrm>
              <a:prstGeom prst="rect">
                <a:avLst/>
              </a:prstGeom>
              <a:noFill/>
            </p:spPr>
            <p:txBody>
              <a:bodyPr wrap="square" rtlCol="0" anchor="ctr">
                <a:noAutofit/>
              </a:bodyPr>
              <a:lstStyle/>
              <a:p>
                <a:r>
                  <a:rPr lang="en-US" altLang="ko-KR" sz="800" dirty="0" smtClean="0">
                    <a:latin typeface="+mj-ea"/>
                    <a:ea typeface="+mj-ea"/>
                  </a:rPr>
                  <a:t>7</a:t>
                </a:r>
                <a:endParaRPr lang="en-US" altLang="ko-KR" sz="800" dirty="0">
                  <a:latin typeface="+mj-ea"/>
                  <a:ea typeface="+mj-ea"/>
                </a:endParaRPr>
              </a:p>
            </p:txBody>
          </p:sp>
        </p:grpSp>
        <p:grpSp>
          <p:nvGrpSpPr>
            <p:cNvPr id="203" name="그룹 202"/>
            <p:cNvGrpSpPr/>
            <p:nvPr/>
          </p:nvGrpSpPr>
          <p:grpSpPr>
            <a:xfrm>
              <a:off x="5495823" y="6381328"/>
              <a:ext cx="304344" cy="288000"/>
              <a:chOff x="3162325" y="6621766"/>
              <a:chExt cx="304344" cy="288000"/>
            </a:xfrm>
          </p:grpSpPr>
          <p:sp>
            <p:nvSpPr>
              <p:cNvPr id="204" name="타원 203"/>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205" name="TextBox 204"/>
              <p:cNvSpPr txBox="1">
                <a:spLocks noChangeAspect="1"/>
              </p:cNvSpPr>
              <p:nvPr/>
            </p:nvSpPr>
            <p:spPr>
              <a:xfrm>
                <a:off x="3162325" y="6621766"/>
                <a:ext cx="304344" cy="288000"/>
              </a:xfrm>
              <a:prstGeom prst="rect">
                <a:avLst/>
              </a:prstGeom>
              <a:noFill/>
            </p:spPr>
            <p:txBody>
              <a:bodyPr wrap="square" rtlCol="0" anchor="ctr">
                <a:noAutofit/>
              </a:bodyPr>
              <a:lstStyle/>
              <a:p>
                <a:r>
                  <a:rPr lang="en-US" altLang="ko-KR" sz="800" dirty="0" smtClean="0">
                    <a:latin typeface="+mj-ea"/>
                    <a:ea typeface="+mj-ea"/>
                  </a:rPr>
                  <a:t>10</a:t>
                </a:r>
                <a:endParaRPr lang="en-US" altLang="ko-KR" sz="800" dirty="0">
                  <a:latin typeface="+mj-ea"/>
                  <a:ea typeface="+mj-ea"/>
                </a:endParaRPr>
              </a:p>
            </p:txBody>
          </p:sp>
        </p:grpSp>
      </p:grpSp>
      <p:sp>
        <p:nvSpPr>
          <p:cNvPr id="231" name="자유형 230"/>
          <p:cNvSpPr/>
          <p:nvPr/>
        </p:nvSpPr>
        <p:spPr>
          <a:xfrm flipV="1">
            <a:off x="2695990" y="12128026"/>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grpSp>
        <p:nvGrpSpPr>
          <p:cNvPr id="232" name="그룹 231"/>
          <p:cNvGrpSpPr/>
          <p:nvPr/>
        </p:nvGrpSpPr>
        <p:grpSpPr>
          <a:xfrm>
            <a:off x="2581039" y="5377407"/>
            <a:ext cx="6153458" cy="3852392"/>
            <a:chOff x="1391830" y="6172769"/>
            <a:chExt cx="6153458" cy="3852392"/>
          </a:xfrm>
        </p:grpSpPr>
        <p:sp>
          <p:nvSpPr>
            <p:cNvPr id="233" name="직사각형 232"/>
            <p:cNvSpPr/>
            <p:nvPr/>
          </p:nvSpPr>
          <p:spPr>
            <a:xfrm>
              <a:off x="1391830" y="6173313"/>
              <a:ext cx="6062400" cy="385184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34" name="그룹 233"/>
            <p:cNvGrpSpPr/>
            <p:nvPr/>
          </p:nvGrpSpPr>
          <p:grpSpPr>
            <a:xfrm>
              <a:off x="1618022" y="6749377"/>
              <a:ext cx="304344" cy="288000"/>
              <a:chOff x="3190900" y="6621766"/>
              <a:chExt cx="304344" cy="288000"/>
            </a:xfrm>
          </p:grpSpPr>
          <p:sp>
            <p:nvSpPr>
              <p:cNvPr id="394" name="타원 393"/>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5" name="TextBox 394"/>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239" name="그룹 238"/>
            <p:cNvGrpSpPr/>
            <p:nvPr/>
          </p:nvGrpSpPr>
          <p:grpSpPr>
            <a:xfrm>
              <a:off x="1627547" y="7027884"/>
              <a:ext cx="304344" cy="288000"/>
              <a:chOff x="3201067" y="6621766"/>
              <a:chExt cx="304344" cy="288000"/>
            </a:xfrm>
          </p:grpSpPr>
          <p:sp>
            <p:nvSpPr>
              <p:cNvPr id="392" name="타원 391"/>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3" name="TextBox 392"/>
              <p:cNvSpPr txBox="1">
                <a:spLocks noChangeAspect="1"/>
              </p:cNvSpPr>
              <p:nvPr/>
            </p:nvSpPr>
            <p:spPr>
              <a:xfrm>
                <a:off x="3201067"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240" name="그룹 239"/>
            <p:cNvGrpSpPr/>
            <p:nvPr/>
          </p:nvGrpSpPr>
          <p:grpSpPr>
            <a:xfrm>
              <a:off x="1617380" y="7315916"/>
              <a:ext cx="304344" cy="288000"/>
              <a:chOff x="3190900" y="6621766"/>
              <a:chExt cx="304344" cy="288000"/>
            </a:xfrm>
          </p:grpSpPr>
          <p:sp>
            <p:nvSpPr>
              <p:cNvPr id="390" name="타원 389"/>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91" name="TextBox 390"/>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grpSp>
          <p:nvGrpSpPr>
            <p:cNvPr id="241" name="그룹 240"/>
            <p:cNvGrpSpPr/>
            <p:nvPr/>
          </p:nvGrpSpPr>
          <p:grpSpPr>
            <a:xfrm>
              <a:off x="1617380" y="7577469"/>
              <a:ext cx="304344" cy="288000"/>
              <a:chOff x="3190900" y="6621766"/>
              <a:chExt cx="304344" cy="288000"/>
            </a:xfrm>
          </p:grpSpPr>
          <p:sp>
            <p:nvSpPr>
              <p:cNvPr id="388" name="타원 387"/>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389" name="TextBox 388"/>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4</a:t>
                </a:r>
                <a:endParaRPr lang="en-US" altLang="ko-KR" sz="800" dirty="0">
                  <a:latin typeface="+mj-ea"/>
                  <a:ea typeface="+mj-ea"/>
                </a:endParaRPr>
              </a:p>
            </p:txBody>
          </p:sp>
        </p:grpSp>
        <p:sp>
          <p:nvSpPr>
            <p:cNvPr id="254" name="직사각형 253"/>
            <p:cNvSpPr/>
            <p:nvPr/>
          </p:nvSpPr>
          <p:spPr>
            <a:xfrm>
              <a:off x="1907038" y="677792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6" name="직사각형 255"/>
            <p:cNvSpPr/>
            <p:nvPr/>
          </p:nvSpPr>
          <p:spPr>
            <a:xfrm>
              <a:off x="1905412" y="707547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7" name="직사각형 256"/>
            <p:cNvSpPr/>
            <p:nvPr/>
          </p:nvSpPr>
          <p:spPr>
            <a:xfrm>
              <a:off x="1905412" y="73539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8" name="직사각형 257"/>
            <p:cNvSpPr/>
            <p:nvPr/>
          </p:nvSpPr>
          <p:spPr>
            <a:xfrm>
              <a:off x="1903316" y="760601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사슴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261" name="직선 연결선 260"/>
            <p:cNvCxnSpPr/>
            <p:nvPr/>
          </p:nvCxnSpPr>
          <p:spPr>
            <a:xfrm>
              <a:off x="1401356" y="8153533"/>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03" name="그룹 302"/>
            <p:cNvGrpSpPr/>
            <p:nvPr/>
          </p:nvGrpSpPr>
          <p:grpSpPr>
            <a:xfrm>
              <a:off x="1427835" y="8235066"/>
              <a:ext cx="994175" cy="215444"/>
              <a:chOff x="1573036" y="2989523"/>
              <a:chExt cx="994175" cy="215444"/>
            </a:xfrm>
          </p:grpSpPr>
          <p:sp>
            <p:nvSpPr>
              <p:cNvPr id="386"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87" name="직사각형 386"/>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정답</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304" name="그룹 303"/>
            <p:cNvGrpSpPr/>
            <p:nvPr/>
          </p:nvGrpSpPr>
          <p:grpSpPr>
            <a:xfrm>
              <a:off x="2341872" y="8235066"/>
              <a:ext cx="994175" cy="215444"/>
              <a:chOff x="1573036" y="2989523"/>
              <a:chExt cx="994175" cy="215444"/>
            </a:xfrm>
          </p:grpSpPr>
          <p:sp>
            <p:nvSpPr>
              <p:cNvPr id="384"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385" name="직사각형 384"/>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배점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347" name="그룹 346"/>
            <p:cNvGrpSpPr/>
            <p:nvPr/>
          </p:nvGrpSpPr>
          <p:grpSpPr>
            <a:xfrm>
              <a:off x="3372051" y="8235066"/>
              <a:ext cx="994175" cy="215444"/>
              <a:chOff x="1573036" y="2989523"/>
              <a:chExt cx="994175" cy="215444"/>
            </a:xfrm>
          </p:grpSpPr>
          <p:sp>
            <p:nvSpPr>
              <p:cNvPr id="382" name="Rectangle 122"/>
              <p:cNvSpPr>
                <a:spLocks noChangeArrowheads="1"/>
              </p:cNvSpPr>
              <p:nvPr/>
            </p:nvSpPr>
            <p:spPr bwMode="auto">
              <a:xfrm>
                <a:off x="2077132"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smtClean="0">
                    <a:solidFill>
                      <a:schemeClr val="tx1">
                        <a:lumMod val="75000"/>
                        <a:lumOff val="25000"/>
                      </a:schemeClr>
                    </a:solidFill>
                    <a:latin typeface="+mn-ea"/>
                    <a:ea typeface="+mn-ea"/>
                  </a:rPr>
                  <a:t>상 </a:t>
                </a:r>
                <a:endParaRPr lang="ko-KR" altLang="en-US" sz="800" kern="0" dirty="0">
                  <a:solidFill>
                    <a:schemeClr val="tx1">
                      <a:lumMod val="75000"/>
                      <a:lumOff val="25000"/>
                    </a:schemeClr>
                  </a:solidFill>
                  <a:latin typeface="+mn-ea"/>
                  <a:ea typeface="+mn-ea"/>
                </a:endParaRPr>
              </a:p>
            </p:txBody>
          </p:sp>
          <p:sp>
            <p:nvSpPr>
              <p:cNvPr id="383" name="직사각형 382"/>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난이도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362" name="그룹 361"/>
            <p:cNvGrpSpPr/>
            <p:nvPr/>
          </p:nvGrpSpPr>
          <p:grpSpPr>
            <a:xfrm>
              <a:off x="4358096" y="8232970"/>
              <a:ext cx="1246203" cy="215444"/>
              <a:chOff x="1573036" y="2989523"/>
              <a:chExt cx="1246203" cy="215444"/>
            </a:xfrm>
          </p:grpSpPr>
          <p:sp>
            <p:nvSpPr>
              <p:cNvPr id="380" name="Rectangle 122"/>
              <p:cNvSpPr>
                <a:spLocks noChangeArrowheads="1"/>
              </p:cNvSpPr>
              <p:nvPr/>
            </p:nvSpPr>
            <p:spPr bwMode="auto">
              <a:xfrm>
                <a:off x="2077132" y="3006497"/>
                <a:ext cx="36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20</a:t>
                </a:r>
                <a:endParaRPr lang="ko-KR" altLang="en-US" sz="800" kern="0" dirty="0">
                  <a:solidFill>
                    <a:schemeClr val="tx1">
                      <a:lumMod val="75000"/>
                      <a:lumOff val="25000"/>
                    </a:schemeClr>
                  </a:solidFill>
                  <a:latin typeface="+mn-ea"/>
                  <a:ea typeface="+mn-ea"/>
                </a:endParaRPr>
              </a:p>
            </p:txBody>
          </p:sp>
          <p:sp>
            <p:nvSpPr>
              <p:cNvPr id="381" name="직사각형 380"/>
              <p:cNvSpPr/>
              <p:nvPr/>
            </p:nvSpPr>
            <p:spPr>
              <a:xfrm>
                <a:off x="1573036" y="2989523"/>
                <a:ext cx="1246203"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점수               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363" name="그룹 362"/>
            <p:cNvGrpSpPr/>
            <p:nvPr/>
          </p:nvGrpSpPr>
          <p:grpSpPr>
            <a:xfrm>
              <a:off x="1516432" y="8500330"/>
              <a:ext cx="1184588" cy="246221"/>
              <a:chOff x="1333185" y="5828025"/>
              <a:chExt cx="1184588" cy="246221"/>
            </a:xfrm>
          </p:grpSpPr>
          <p:sp>
            <p:nvSpPr>
              <p:cNvPr id="378" name="Rectangle 122"/>
              <p:cNvSpPr>
                <a:spLocks noChangeArrowheads="1"/>
              </p:cNvSpPr>
              <p:nvPr/>
            </p:nvSpPr>
            <p:spPr bwMode="auto">
              <a:xfrm>
                <a:off x="1333185" y="5841268"/>
                <a:ext cx="1080000" cy="180000"/>
              </a:xfrm>
              <a:prstGeom prst="rect">
                <a:avLst/>
              </a:prstGeom>
              <a:solidFill>
                <a:schemeClr val="bg1"/>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 통계 보기</a:t>
                </a:r>
                <a:endParaRPr lang="ko-KR" altLang="en-US" sz="800" kern="0" dirty="0">
                  <a:solidFill>
                    <a:schemeClr val="tx1">
                      <a:lumMod val="75000"/>
                      <a:lumOff val="25000"/>
                    </a:schemeClr>
                  </a:solidFill>
                  <a:latin typeface="+mn-ea"/>
                  <a:ea typeface="+mn-ea"/>
                </a:endParaRPr>
              </a:p>
            </p:txBody>
          </p:sp>
          <p:sp>
            <p:nvSpPr>
              <p:cNvPr id="379" name="직사각형 378"/>
              <p:cNvSpPr/>
              <p:nvPr/>
            </p:nvSpPr>
            <p:spPr>
              <a:xfrm rot="10800000">
                <a:off x="2036201" y="5828025"/>
                <a:ext cx="481572" cy="246221"/>
              </a:xfrm>
              <a:prstGeom prst="rect">
                <a:avLst/>
              </a:prstGeom>
            </p:spPr>
            <p:txBody>
              <a:bodyPr wrap="square">
                <a:spAutoFit/>
              </a:bodyPr>
              <a:lstStyle/>
              <a:p>
                <a:r>
                  <a:rPr lang="ko-KR" altLang="en-US" sz="1000" b="1" dirty="0" smtClean="0"/>
                  <a:t>  ⌵</a:t>
                </a:r>
                <a:endParaRPr lang="ko-KR" altLang="en-US" sz="1000" b="1" dirty="0"/>
              </a:p>
            </p:txBody>
          </p:sp>
        </p:grpSp>
        <p:graphicFrame>
          <p:nvGraphicFramePr>
            <p:cNvPr id="364" name="차트 363"/>
            <p:cNvGraphicFramePr/>
            <p:nvPr>
              <p:extLst>
                <p:ext uri="{D42A27DB-BD31-4B8C-83A1-F6EECF244321}">
                  <p14:modId xmlns:p14="http://schemas.microsoft.com/office/powerpoint/2010/main" val="4254649214"/>
                </p:ext>
              </p:extLst>
            </p:nvPr>
          </p:nvGraphicFramePr>
          <p:xfrm>
            <a:off x="4458466" y="8517532"/>
            <a:ext cx="2399157" cy="1497551"/>
          </p:xfrm>
          <a:graphic>
            <a:graphicData uri="http://schemas.openxmlformats.org/drawingml/2006/chart">
              <c:chart xmlns:c="http://schemas.openxmlformats.org/drawingml/2006/chart" xmlns:r="http://schemas.openxmlformats.org/officeDocument/2006/relationships" r:id="rId21"/>
            </a:graphicData>
          </a:graphic>
        </p:graphicFrame>
        <p:pic>
          <p:nvPicPr>
            <p:cNvPr id="366"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472069" y="8843249"/>
              <a:ext cx="2232130" cy="11200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67" name="그룹 366"/>
            <p:cNvGrpSpPr/>
            <p:nvPr/>
          </p:nvGrpSpPr>
          <p:grpSpPr>
            <a:xfrm>
              <a:off x="1399260" y="6172769"/>
              <a:ext cx="6146028" cy="343630"/>
              <a:chOff x="2704929" y="6748833"/>
              <a:chExt cx="6146028" cy="343630"/>
            </a:xfrm>
          </p:grpSpPr>
          <p:grpSp>
            <p:nvGrpSpPr>
              <p:cNvPr id="370" name="그룹 369"/>
              <p:cNvGrpSpPr/>
              <p:nvPr/>
            </p:nvGrpSpPr>
            <p:grpSpPr>
              <a:xfrm>
                <a:off x="2704929" y="6838339"/>
                <a:ext cx="6048000" cy="254124"/>
                <a:chOff x="1216013" y="4211563"/>
                <a:chExt cx="6048000" cy="254124"/>
              </a:xfrm>
            </p:grpSpPr>
            <p:sp>
              <p:nvSpPr>
                <p:cNvPr id="376" name="직사각형 375"/>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01</a:t>
                  </a:r>
                  <a:endPar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77" name="직선 연결선 37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1" name="그룹 370"/>
              <p:cNvGrpSpPr/>
              <p:nvPr/>
            </p:nvGrpSpPr>
            <p:grpSpPr>
              <a:xfrm>
                <a:off x="8438268" y="6748833"/>
                <a:ext cx="412689" cy="333525"/>
                <a:chOff x="6946814" y="3492700"/>
                <a:chExt cx="412689" cy="333525"/>
              </a:xfrm>
            </p:grpSpPr>
            <p:pic>
              <p:nvPicPr>
                <p:cNvPr id="372" name="Picture 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6946814" y="3502225"/>
                  <a:ext cx="329492"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75" name="직사각형 374"/>
                <p:cNvSpPr/>
                <p:nvPr/>
              </p:nvSpPr>
              <p:spPr>
                <a:xfrm>
                  <a:off x="7030567" y="3492700"/>
                  <a:ext cx="328936" cy="246221"/>
                </a:xfrm>
                <a:prstGeom prst="rect">
                  <a:avLst/>
                </a:prstGeom>
              </p:spPr>
              <p:txBody>
                <a:bodyPr wrap="none">
                  <a:spAutoFit/>
                </a:bodyPr>
                <a:lstStyle/>
                <a:p>
                  <a:r>
                    <a:rPr lang="en-US" altLang="ko-KR" sz="1000" b="1" dirty="0" smtClean="0">
                      <a:solidFill>
                        <a:schemeClr val="bg1"/>
                      </a:solidFill>
                      <a:latin typeface="+mn-ea"/>
                    </a:rPr>
                    <a:t>O </a:t>
                  </a:r>
                  <a:endParaRPr lang="ko-KR" altLang="en-US" sz="1000" b="1" dirty="0">
                    <a:solidFill>
                      <a:schemeClr val="bg1"/>
                    </a:solidFill>
                  </a:endParaRPr>
                </a:p>
              </p:txBody>
            </p:sp>
          </p:grpSp>
        </p:grpSp>
      </p:grpSp>
      <p:grpSp>
        <p:nvGrpSpPr>
          <p:cNvPr id="396" name="그룹 395"/>
          <p:cNvGrpSpPr/>
          <p:nvPr/>
        </p:nvGrpSpPr>
        <p:grpSpPr>
          <a:xfrm>
            <a:off x="2580190" y="9330382"/>
            <a:ext cx="6144782" cy="2320702"/>
            <a:chOff x="1390981" y="10125744"/>
            <a:chExt cx="6144782" cy="2320702"/>
          </a:xfrm>
        </p:grpSpPr>
        <p:sp>
          <p:nvSpPr>
            <p:cNvPr id="397" name="직사각형 396"/>
            <p:cNvSpPr/>
            <p:nvPr/>
          </p:nvSpPr>
          <p:spPr>
            <a:xfrm>
              <a:off x="1393077" y="10146725"/>
              <a:ext cx="6062400" cy="229972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1400507" y="10235687"/>
              <a:ext cx="6048000" cy="254124"/>
              <a:chOff x="1216013" y="4211563"/>
              <a:chExt cx="6048000" cy="254124"/>
            </a:xfrm>
          </p:grpSpPr>
          <p:cxnSp>
            <p:nvCxnSpPr>
              <p:cNvPr id="433" name="직선 연결선 432"/>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34" name="직사각형 433"/>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문제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 </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문제문제문제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02</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a:t>
                </a:r>
              </a:p>
            </p:txBody>
          </p:sp>
        </p:grpSp>
        <p:grpSp>
          <p:nvGrpSpPr>
            <p:cNvPr id="399" name="그룹 398"/>
            <p:cNvGrpSpPr/>
            <p:nvPr/>
          </p:nvGrpSpPr>
          <p:grpSpPr>
            <a:xfrm>
              <a:off x="1619268" y="10686785"/>
              <a:ext cx="304344" cy="288000"/>
              <a:chOff x="3199777" y="6621766"/>
              <a:chExt cx="304344" cy="288000"/>
            </a:xfrm>
          </p:grpSpPr>
          <p:sp>
            <p:nvSpPr>
              <p:cNvPr id="428" name="타원 427"/>
              <p:cNvSpPr>
                <a:spLocks noChangeAspect="1"/>
              </p:cNvSpPr>
              <p:nvPr/>
            </p:nvSpPr>
            <p:spPr>
              <a:xfrm>
                <a:off x="3204404" y="6648273"/>
                <a:ext cx="216000" cy="216000"/>
              </a:xfrm>
              <a:prstGeom prst="ellipse">
                <a:avLst/>
              </a:prstGeom>
              <a:solidFill>
                <a:schemeClr val="accent1">
                  <a:lumMod val="40000"/>
                  <a:lumOff val="6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29" name="TextBox 428"/>
              <p:cNvSpPr txBox="1">
                <a:spLocks noChangeAspect="1"/>
              </p:cNvSpPr>
              <p:nvPr/>
            </p:nvSpPr>
            <p:spPr>
              <a:xfrm>
                <a:off x="3199777" y="6621766"/>
                <a:ext cx="304344" cy="288000"/>
              </a:xfrm>
              <a:prstGeom prst="rect">
                <a:avLst/>
              </a:prstGeom>
              <a:noFill/>
            </p:spPr>
            <p:txBody>
              <a:bodyPr wrap="square" rtlCol="0" anchor="ctr">
                <a:noAutofit/>
              </a:bodyPr>
              <a:lstStyle/>
              <a:p>
                <a:r>
                  <a:rPr lang="en-US" altLang="ko-KR" sz="800" dirty="0" smtClean="0">
                    <a:latin typeface="+mj-ea"/>
                    <a:ea typeface="+mj-ea"/>
                  </a:rPr>
                  <a:t>1</a:t>
                </a:r>
                <a:endParaRPr lang="en-US" altLang="ko-KR" sz="800" dirty="0">
                  <a:latin typeface="+mj-ea"/>
                  <a:ea typeface="+mj-ea"/>
                </a:endParaRPr>
              </a:p>
            </p:txBody>
          </p:sp>
        </p:grpSp>
        <p:grpSp>
          <p:nvGrpSpPr>
            <p:cNvPr id="400" name="그룹 399"/>
            <p:cNvGrpSpPr/>
            <p:nvPr/>
          </p:nvGrpSpPr>
          <p:grpSpPr>
            <a:xfrm>
              <a:off x="1609749" y="10965292"/>
              <a:ext cx="304344" cy="288000"/>
              <a:chOff x="3190900" y="6621766"/>
              <a:chExt cx="304344" cy="288000"/>
            </a:xfrm>
          </p:grpSpPr>
          <p:sp>
            <p:nvSpPr>
              <p:cNvPr id="426" name="타원 425"/>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27" name="TextBox 426"/>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2</a:t>
                </a:r>
                <a:endParaRPr lang="en-US" altLang="ko-KR" sz="800" dirty="0">
                  <a:latin typeface="+mj-ea"/>
                  <a:ea typeface="+mj-ea"/>
                </a:endParaRPr>
              </a:p>
            </p:txBody>
          </p:sp>
        </p:grpSp>
        <p:grpSp>
          <p:nvGrpSpPr>
            <p:cNvPr id="401" name="그룹 400"/>
            <p:cNvGrpSpPr/>
            <p:nvPr/>
          </p:nvGrpSpPr>
          <p:grpSpPr>
            <a:xfrm>
              <a:off x="1609749" y="11253324"/>
              <a:ext cx="304344" cy="288000"/>
              <a:chOff x="3190900" y="6621766"/>
              <a:chExt cx="304344" cy="288000"/>
            </a:xfrm>
          </p:grpSpPr>
          <p:sp>
            <p:nvSpPr>
              <p:cNvPr id="424" name="타원 423"/>
              <p:cNvSpPr>
                <a:spLocks noChangeAspect="1"/>
              </p:cNvSpPr>
              <p:nvPr/>
            </p:nvSpPr>
            <p:spPr>
              <a:xfrm>
                <a:off x="3204404" y="6648273"/>
                <a:ext cx="216000" cy="216000"/>
              </a:xfrm>
              <a:prstGeom prst="ellipse">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sp>
            <p:nvSpPr>
              <p:cNvPr id="425" name="TextBox 424"/>
              <p:cNvSpPr txBox="1">
                <a:spLocks noChangeAspect="1"/>
              </p:cNvSpPr>
              <p:nvPr/>
            </p:nvSpPr>
            <p:spPr>
              <a:xfrm>
                <a:off x="3190900" y="6621766"/>
                <a:ext cx="304344" cy="288000"/>
              </a:xfrm>
              <a:prstGeom prst="rect">
                <a:avLst/>
              </a:prstGeom>
              <a:noFill/>
            </p:spPr>
            <p:txBody>
              <a:bodyPr wrap="square" rtlCol="0" anchor="ctr">
                <a:noAutofit/>
              </a:bodyPr>
              <a:lstStyle/>
              <a:p>
                <a:r>
                  <a:rPr lang="en-US" altLang="ko-KR" sz="800" dirty="0" smtClean="0">
                    <a:latin typeface="+mj-ea"/>
                    <a:ea typeface="+mj-ea"/>
                  </a:rPr>
                  <a:t>3</a:t>
                </a:r>
                <a:endParaRPr lang="en-US" altLang="ko-KR" sz="800" dirty="0">
                  <a:latin typeface="+mj-ea"/>
                  <a:ea typeface="+mj-ea"/>
                </a:endParaRPr>
              </a:p>
            </p:txBody>
          </p:sp>
        </p:grpSp>
        <p:sp>
          <p:nvSpPr>
            <p:cNvPr id="402" name="직사각형 401"/>
            <p:cNvSpPr/>
            <p:nvPr/>
          </p:nvSpPr>
          <p:spPr>
            <a:xfrm>
              <a:off x="1899407" y="1071532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나무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3" name="직사각형 402"/>
            <p:cNvSpPr/>
            <p:nvPr/>
          </p:nvSpPr>
          <p:spPr>
            <a:xfrm>
              <a:off x="1897781" y="1101288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돌</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4" name="직사각형 403"/>
            <p:cNvSpPr/>
            <p:nvPr/>
          </p:nvSpPr>
          <p:spPr>
            <a:xfrm>
              <a:off x="1897781" y="112913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05" name="직선 연결선 404"/>
            <p:cNvCxnSpPr/>
            <p:nvPr/>
          </p:nvCxnSpPr>
          <p:spPr>
            <a:xfrm>
              <a:off x="1390981" y="11766905"/>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06" name="그룹 405"/>
            <p:cNvGrpSpPr/>
            <p:nvPr/>
          </p:nvGrpSpPr>
          <p:grpSpPr>
            <a:xfrm>
              <a:off x="1417460" y="11848438"/>
              <a:ext cx="994175" cy="215444"/>
              <a:chOff x="1573036" y="2989523"/>
              <a:chExt cx="994175" cy="215444"/>
            </a:xfrm>
          </p:grpSpPr>
          <p:sp>
            <p:nvSpPr>
              <p:cNvPr id="422"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23" name="직사각형 422"/>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정답</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07" name="그룹 406"/>
            <p:cNvGrpSpPr/>
            <p:nvPr/>
          </p:nvGrpSpPr>
          <p:grpSpPr>
            <a:xfrm>
              <a:off x="2331497" y="11848438"/>
              <a:ext cx="994175" cy="215444"/>
              <a:chOff x="1573036" y="2989523"/>
              <a:chExt cx="994175" cy="215444"/>
            </a:xfrm>
          </p:grpSpPr>
          <p:sp>
            <p:nvSpPr>
              <p:cNvPr id="420" name="Rectangle 122"/>
              <p:cNvSpPr>
                <a:spLocks noChangeArrowheads="1"/>
              </p:cNvSpPr>
              <p:nvPr/>
            </p:nvSpPr>
            <p:spPr bwMode="auto">
              <a:xfrm>
                <a:off x="2031563"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15</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21" name="직사각형 420"/>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배점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08" name="그룹 407"/>
            <p:cNvGrpSpPr/>
            <p:nvPr/>
          </p:nvGrpSpPr>
          <p:grpSpPr>
            <a:xfrm>
              <a:off x="3361676" y="11848438"/>
              <a:ext cx="994175" cy="215444"/>
              <a:chOff x="1573036" y="2989523"/>
              <a:chExt cx="994175" cy="215444"/>
            </a:xfrm>
          </p:grpSpPr>
          <p:sp>
            <p:nvSpPr>
              <p:cNvPr id="418" name="Rectangle 122"/>
              <p:cNvSpPr>
                <a:spLocks noChangeArrowheads="1"/>
              </p:cNvSpPr>
              <p:nvPr/>
            </p:nvSpPr>
            <p:spPr bwMode="auto">
              <a:xfrm>
                <a:off x="2077132" y="3006497"/>
                <a:ext cx="360000" cy="180000"/>
              </a:xfrm>
              <a:prstGeom prst="rect">
                <a:avLst/>
              </a:prstGeom>
              <a:solidFill>
                <a:srgbClr val="FFFFFF"/>
              </a:solidFill>
              <a:ln w="9525" algn="ctr">
                <a:no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중 </a:t>
                </a:r>
                <a:endParaRPr lang="ko-KR" altLang="en-US" sz="800" kern="0" dirty="0">
                  <a:solidFill>
                    <a:schemeClr val="tx1">
                      <a:lumMod val="75000"/>
                      <a:lumOff val="25000"/>
                    </a:schemeClr>
                  </a:solidFill>
                  <a:latin typeface="+mn-ea"/>
                  <a:ea typeface="+mn-ea"/>
                </a:endParaRPr>
              </a:p>
            </p:txBody>
          </p:sp>
          <p:sp>
            <p:nvSpPr>
              <p:cNvPr id="419" name="직사각형 418"/>
              <p:cNvSpPr/>
              <p:nvPr/>
            </p:nvSpPr>
            <p:spPr>
              <a:xfrm>
                <a:off x="1573036" y="2989523"/>
                <a:ext cx="994175"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난이도</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09" name="그룹 408"/>
            <p:cNvGrpSpPr/>
            <p:nvPr/>
          </p:nvGrpSpPr>
          <p:grpSpPr>
            <a:xfrm>
              <a:off x="4347721" y="11846342"/>
              <a:ext cx="1246203" cy="215444"/>
              <a:chOff x="1573036" y="2989523"/>
              <a:chExt cx="1246203" cy="215444"/>
            </a:xfrm>
          </p:grpSpPr>
          <p:sp>
            <p:nvSpPr>
              <p:cNvPr id="416" name="Rectangle 122"/>
              <p:cNvSpPr>
                <a:spLocks noChangeArrowheads="1"/>
              </p:cNvSpPr>
              <p:nvPr/>
            </p:nvSpPr>
            <p:spPr bwMode="auto">
              <a:xfrm>
                <a:off x="2077132" y="3006497"/>
                <a:ext cx="36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a:solidFill>
                      <a:schemeClr val="tx1">
                        <a:lumMod val="75000"/>
                        <a:lumOff val="25000"/>
                      </a:schemeClr>
                    </a:solidFill>
                    <a:latin typeface="+mn-ea"/>
                    <a:ea typeface="+mn-ea"/>
                  </a:rPr>
                  <a:t>0</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417" name="직사각형 416"/>
              <p:cNvSpPr/>
              <p:nvPr/>
            </p:nvSpPr>
            <p:spPr>
              <a:xfrm>
                <a:off x="1573036" y="2989523"/>
                <a:ext cx="1246203" cy="215444"/>
              </a:xfrm>
              <a:prstGeom prst="rect">
                <a:avLst/>
              </a:prstGeom>
            </p:spPr>
            <p:txBody>
              <a:bodyPr wrap="square">
                <a:spAutoFit/>
              </a:bodyPr>
              <a:lstStyle/>
              <a:p>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점수               점</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pSp>
        <p:grpSp>
          <p:nvGrpSpPr>
            <p:cNvPr id="410" name="그룹 409"/>
            <p:cNvGrpSpPr/>
            <p:nvPr/>
          </p:nvGrpSpPr>
          <p:grpSpPr>
            <a:xfrm>
              <a:off x="1506057" y="12113702"/>
              <a:ext cx="1184588" cy="246221"/>
              <a:chOff x="1333185" y="5828025"/>
              <a:chExt cx="1184588" cy="246221"/>
            </a:xfrm>
          </p:grpSpPr>
          <p:sp>
            <p:nvSpPr>
              <p:cNvPr id="414" name="Rectangle 122"/>
              <p:cNvSpPr>
                <a:spLocks noChangeArrowheads="1"/>
              </p:cNvSpPr>
              <p:nvPr/>
            </p:nvSpPr>
            <p:spPr bwMode="auto">
              <a:xfrm>
                <a:off x="1333185" y="5841268"/>
                <a:ext cx="1080000" cy="180000"/>
              </a:xfrm>
              <a:prstGeom prst="rect">
                <a:avLst/>
              </a:prstGeom>
              <a:solidFill>
                <a:schemeClr val="bg1"/>
              </a:solidFill>
              <a:ln w="9525" algn="ctr">
                <a:solidFill>
                  <a:srgbClr val="808080"/>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 통계 보기</a:t>
                </a:r>
                <a:endParaRPr lang="ko-KR" altLang="en-US" sz="800" kern="0" dirty="0">
                  <a:solidFill>
                    <a:schemeClr val="tx1">
                      <a:lumMod val="75000"/>
                      <a:lumOff val="25000"/>
                    </a:schemeClr>
                  </a:solidFill>
                  <a:latin typeface="+mn-ea"/>
                  <a:ea typeface="+mn-ea"/>
                </a:endParaRPr>
              </a:p>
            </p:txBody>
          </p:sp>
          <p:sp>
            <p:nvSpPr>
              <p:cNvPr id="415" name="직사각형 414"/>
              <p:cNvSpPr/>
              <p:nvPr/>
            </p:nvSpPr>
            <p:spPr>
              <a:xfrm rot="10800000">
                <a:off x="2036201" y="5828025"/>
                <a:ext cx="481572" cy="246221"/>
              </a:xfrm>
              <a:prstGeom prst="rect">
                <a:avLst/>
              </a:prstGeom>
            </p:spPr>
            <p:txBody>
              <a:bodyPr wrap="square">
                <a:spAutoFit/>
              </a:bodyPr>
              <a:lstStyle/>
              <a:p>
                <a:r>
                  <a:rPr lang="ko-KR" altLang="en-US" sz="1000" b="1" dirty="0" smtClean="0"/>
                  <a:t>  ⌵</a:t>
                </a:r>
                <a:endParaRPr lang="ko-KR" altLang="en-US" sz="1000" b="1" dirty="0"/>
              </a:p>
            </p:txBody>
          </p:sp>
        </p:grpSp>
        <p:grpSp>
          <p:nvGrpSpPr>
            <p:cNvPr id="411" name="그룹 410"/>
            <p:cNvGrpSpPr/>
            <p:nvPr/>
          </p:nvGrpSpPr>
          <p:grpSpPr>
            <a:xfrm>
              <a:off x="7127238" y="10125744"/>
              <a:ext cx="408525" cy="354506"/>
              <a:chOff x="6952270" y="7440467"/>
              <a:chExt cx="408525" cy="354506"/>
            </a:xfrm>
          </p:grpSpPr>
          <p:pic>
            <p:nvPicPr>
              <p:cNvPr id="412"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952270" y="7470973"/>
                <a:ext cx="329492" cy="32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13" name="직사각형 412"/>
              <p:cNvSpPr/>
              <p:nvPr/>
            </p:nvSpPr>
            <p:spPr>
              <a:xfrm>
                <a:off x="7047889" y="7440467"/>
                <a:ext cx="312906" cy="246221"/>
              </a:xfrm>
              <a:prstGeom prst="rect">
                <a:avLst/>
              </a:prstGeom>
            </p:spPr>
            <p:txBody>
              <a:bodyPr wrap="none">
                <a:spAutoFit/>
              </a:bodyPr>
              <a:lstStyle/>
              <a:p>
                <a:r>
                  <a:rPr lang="en-US" altLang="ko-KR" sz="1000" b="1" dirty="0" smtClean="0">
                    <a:solidFill>
                      <a:schemeClr val="bg1"/>
                    </a:solidFill>
                    <a:latin typeface="+mn-ea"/>
                  </a:rPr>
                  <a:t>X </a:t>
                </a:r>
                <a:endParaRPr lang="ko-KR" altLang="en-US" sz="1000" b="1" dirty="0">
                  <a:solidFill>
                    <a:schemeClr val="bg1"/>
                  </a:solidFill>
                </a:endParaRPr>
              </a:p>
            </p:txBody>
          </p:sp>
        </p:grpSp>
      </p:grpSp>
      <p:cxnSp>
        <p:nvCxnSpPr>
          <p:cNvPr id="435" name="꺾인 연결선 434"/>
          <p:cNvCxnSpPr>
            <a:stCxn id="179" idx="3"/>
            <a:endCxn id="170" idx="2"/>
          </p:cNvCxnSpPr>
          <p:nvPr/>
        </p:nvCxnSpPr>
        <p:spPr>
          <a:xfrm flipV="1">
            <a:off x="4116024" y="12919198"/>
            <a:ext cx="1499766" cy="553048"/>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aphicFrame>
        <p:nvGraphicFramePr>
          <p:cNvPr id="436" name="Group 175"/>
          <p:cNvGraphicFramePr>
            <a:graphicFrameLocks noGrp="1"/>
          </p:cNvGraphicFramePr>
          <p:nvPr>
            <p:extLst>
              <p:ext uri="{D42A27DB-BD31-4B8C-83A1-F6EECF244321}">
                <p14:modId xmlns:p14="http://schemas.microsoft.com/office/powerpoint/2010/main" val="2012650164"/>
              </p:ext>
            </p:extLst>
          </p:nvPr>
        </p:nvGraphicFramePr>
        <p:xfrm>
          <a:off x="9499029" y="7326957"/>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채점결과 평가시험지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437" name="그룹 436"/>
          <p:cNvGrpSpPr/>
          <p:nvPr/>
        </p:nvGrpSpPr>
        <p:grpSpPr>
          <a:xfrm>
            <a:off x="4088904" y="13348338"/>
            <a:ext cx="234360" cy="200055"/>
            <a:chOff x="1152270" y="11716364"/>
            <a:chExt cx="234360" cy="200055"/>
          </a:xfrm>
        </p:grpSpPr>
        <p:sp>
          <p:nvSpPr>
            <p:cNvPr id="438" name="모서리가 둥근 직사각형 43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9" name="직사각형 438"/>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2303198250"/>
      </p:ext>
    </p:extLst>
  </p:cSld>
  <p:clrMapOvr>
    <a:masterClrMapping/>
  </p:clrMapOvr>
  <p:transition>
    <p:wipe dir="r"/>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수업일정</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72661464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수업일정</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KNOU_UI_C02150000_01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수업일정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766142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수업일정</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수업일정</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수업일정</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613020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911082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93" name="Group 37"/>
          <p:cNvGraphicFramePr>
            <a:graphicFrameLocks noGrp="1"/>
          </p:cNvGraphicFramePr>
          <p:nvPr>
            <p:extLst>
              <p:ext uri="{D42A27DB-BD31-4B8C-83A1-F6EECF244321}">
                <p14:modId xmlns:p14="http://schemas.microsoft.com/office/powerpoint/2010/main" val="1027035151"/>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94"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검색어</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200" name="모서리가 둥근 직사각형 199"/>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03" name="그룹 202"/>
          <p:cNvGrpSpPr/>
          <p:nvPr/>
        </p:nvGrpSpPr>
        <p:grpSpPr>
          <a:xfrm>
            <a:off x="3138522" y="3808090"/>
            <a:ext cx="1022390" cy="346249"/>
            <a:chOff x="3325391" y="6239641"/>
            <a:chExt cx="1022390" cy="346249"/>
          </a:xfrm>
        </p:grpSpPr>
        <p:sp>
          <p:nvSpPr>
            <p:cNvPr id="205" name="직사각형 204"/>
            <p:cNvSpPr/>
            <p:nvPr/>
          </p:nvSpPr>
          <p:spPr>
            <a:xfrm>
              <a:off x="3475976" y="6239641"/>
              <a:ext cx="712054" cy="346249"/>
            </a:xfrm>
            <a:prstGeom prst="rect">
              <a:avLst/>
            </a:prstGeom>
          </p:spPr>
          <p:txBody>
            <a:bodyPr wrap="none">
              <a:spAutoFit/>
            </a:bodyPr>
            <a:lstStyle/>
            <a:p>
              <a:pPr algn="ctr">
                <a:lnSpc>
                  <a:spcPct val="150000"/>
                </a:lnSpc>
              </a:pPr>
              <a:r>
                <a:rPr lang="en-US" altLang="ko-KR" sz="1100" b="1" dirty="0" smtClean="0">
                  <a:solidFill>
                    <a:srgbClr val="4E6A8C"/>
                  </a:solidFill>
                  <a:latin typeface="+mn-ea"/>
                </a:rPr>
                <a:t>2026.03</a:t>
              </a:r>
              <a:endParaRPr lang="en-US" altLang="ko-KR" sz="1100" dirty="0">
                <a:solidFill>
                  <a:srgbClr val="4E6A8C"/>
                </a:solidFill>
                <a:latin typeface="+mn-ea"/>
              </a:endParaRPr>
            </a:p>
          </p:txBody>
        </p:sp>
        <p:sp>
          <p:nvSpPr>
            <p:cNvPr id="206" name="직사각형 205"/>
            <p:cNvSpPr/>
            <p:nvPr/>
          </p:nvSpPr>
          <p:spPr>
            <a:xfrm rot="16200000">
              <a:off x="4096430" y="6315145"/>
              <a:ext cx="287258" cy="215444"/>
            </a:xfrm>
            <a:prstGeom prst="rect">
              <a:avLst/>
            </a:prstGeom>
          </p:spPr>
          <p:txBody>
            <a:bodyPr wrap="none">
              <a:spAutoFit/>
            </a:bodyPr>
            <a:lstStyle/>
            <a:p>
              <a:r>
                <a:rPr lang="ko-KR" altLang="en-US" sz="800" kern="0" dirty="0">
                  <a:solidFill>
                    <a:schemeClr val="tx1">
                      <a:lumMod val="50000"/>
                      <a:lumOff val="50000"/>
                    </a:schemeClr>
                  </a:solidFill>
                  <a:latin typeface="+mn-ea"/>
                  <a:ea typeface="+mn-ea"/>
                </a:rPr>
                <a:t>▼</a:t>
              </a:r>
              <a:endParaRPr lang="ko-KR" altLang="en-US" sz="800" dirty="0">
                <a:solidFill>
                  <a:schemeClr val="tx1">
                    <a:lumMod val="50000"/>
                    <a:lumOff val="50000"/>
                  </a:schemeClr>
                </a:solidFill>
                <a:latin typeface="+mn-ea"/>
                <a:ea typeface="+mn-ea"/>
              </a:endParaRPr>
            </a:p>
          </p:txBody>
        </p:sp>
        <p:sp>
          <p:nvSpPr>
            <p:cNvPr id="207" name="직사각형 206"/>
            <p:cNvSpPr/>
            <p:nvPr/>
          </p:nvSpPr>
          <p:spPr>
            <a:xfrm rot="5400000">
              <a:off x="3289484" y="6323529"/>
              <a:ext cx="287258" cy="215444"/>
            </a:xfrm>
            <a:prstGeom prst="rect">
              <a:avLst/>
            </a:prstGeom>
          </p:spPr>
          <p:txBody>
            <a:bodyPr wrap="none">
              <a:spAutoFit/>
            </a:bodyPr>
            <a:lstStyle/>
            <a:p>
              <a:r>
                <a:rPr lang="ko-KR" altLang="en-US" sz="800" kern="0" dirty="0">
                  <a:solidFill>
                    <a:schemeClr val="tx1">
                      <a:lumMod val="50000"/>
                      <a:lumOff val="50000"/>
                    </a:schemeClr>
                  </a:solidFill>
                  <a:latin typeface="+mn-ea"/>
                  <a:ea typeface="+mn-ea"/>
                </a:rPr>
                <a:t>▼</a:t>
              </a:r>
              <a:endParaRPr lang="ko-KR" altLang="en-US" sz="800" dirty="0">
                <a:solidFill>
                  <a:schemeClr val="tx1">
                    <a:lumMod val="50000"/>
                    <a:lumOff val="50000"/>
                  </a:schemeClr>
                </a:solidFill>
                <a:latin typeface="+mn-ea"/>
                <a:ea typeface="+mn-ea"/>
              </a:endParaRPr>
            </a:p>
          </p:txBody>
        </p:sp>
      </p:grpSp>
      <p:grpSp>
        <p:nvGrpSpPr>
          <p:cNvPr id="217" name="그룹 216"/>
          <p:cNvGrpSpPr/>
          <p:nvPr/>
        </p:nvGrpSpPr>
        <p:grpSpPr>
          <a:xfrm>
            <a:off x="7771062" y="3899149"/>
            <a:ext cx="1089420" cy="180300"/>
            <a:chOff x="6961854" y="2276873"/>
            <a:chExt cx="1089420" cy="180300"/>
          </a:xfrm>
        </p:grpSpPr>
        <p:sp>
          <p:nvSpPr>
            <p:cNvPr id="218" name="Segment"/>
            <p:cNvSpPr/>
            <p:nvPr/>
          </p:nvSpPr>
          <p:spPr>
            <a:xfrm rot="5400000">
              <a:off x="7691274" y="2097173"/>
              <a:ext cx="180000" cy="540000"/>
            </a:xfrm>
            <a:prstGeom prst="round2SameRect">
              <a:avLst>
                <a:gd name="adj1" fmla="val 10566"/>
                <a:gd name="adj2" fmla="val 0"/>
              </a:avLst>
            </a:prstGeom>
            <a:solidFill>
              <a:srgbClr val="6786AD"/>
            </a:solidFill>
            <a:ln w="6350">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vert="vert270" wrap="square"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smtClean="0">
                  <a:solidFill>
                    <a:schemeClr val="bg1"/>
                  </a:solidFill>
                  <a:latin typeface="Segoe UI" panose="020B0502040204020203" pitchFamily="34" charset="0"/>
                  <a:cs typeface="Segoe UI" panose="020B0502040204020203" pitchFamily="34" charset="0"/>
                </a:rPr>
                <a:t>월별</a:t>
              </a:r>
              <a:endParaRPr lang="en-US" sz="800" dirty="0">
                <a:solidFill>
                  <a:schemeClr val="bg1"/>
                </a:solidFill>
                <a:latin typeface="Segoe UI" panose="020B0502040204020203" pitchFamily="34" charset="0"/>
                <a:cs typeface="Segoe UI" panose="020B0502040204020203" pitchFamily="34" charset="0"/>
              </a:endParaRPr>
            </a:p>
          </p:txBody>
        </p:sp>
        <p:sp>
          <p:nvSpPr>
            <p:cNvPr id="219" name="Segment"/>
            <p:cNvSpPr/>
            <p:nvPr/>
          </p:nvSpPr>
          <p:spPr>
            <a:xfrm rot="5400000">
              <a:off x="7141854" y="2096873"/>
              <a:ext cx="180000" cy="540000"/>
            </a:xfrm>
            <a:prstGeom prst="round2SameRect">
              <a:avLst>
                <a:gd name="adj1" fmla="val 0"/>
                <a:gd name="adj2" fmla="val 12122"/>
              </a:avLst>
            </a:prstGeom>
            <a:solidFill>
              <a:schemeClr val="bg1"/>
            </a:solidFill>
            <a:ln w="6350">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vert="vert270" wrap="square"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err="1" smtClean="0">
                  <a:solidFill>
                    <a:schemeClr val="tx1">
                      <a:lumMod val="75000"/>
                      <a:lumOff val="25000"/>
                    </a:schemeClr>
                  </a:solidFill>
                  <a:latin typeface="Segoe UI" panose="020B0502040204020203" pitchFamily="34" charset="0"/>
                  <a:cs typeface="Segoe UI" panose="020B0502040204020203" pitchFamily="34" charset="0"/>
                </a:rPr>
                <a:t>주별</a:t>
              </a:r>
              <a:endParaRPr lang="en-US" sz="800" dirty="0">
                <a:solidFill>
                  <a:schemeClr val="tx1">
                    <a:lumMod val="75000"/>
                    <a:lumOff val="25000"/>
                  </a:schemeClr>
                </a:solidFill>
                <a:latin typeface="Segoe UI" panose="020B0502040204020203" pitchFamily="34" charset="0"/>
                <a:cs typeface="Segoe UI" panose="020B0502040204020203" pitchFamily="34" charset="0"/>
              </a:endParaRPr>
            </a:p>
          </p:txBody>
        </p:sp>
      </p:grpSp>
      <p:graphicFrame>
        <p:nvGraphicFramePr>
          <p:cNvPr id="220" name="표 219"/>
          <p:cNvGraphicFramePr>
            <a:graphicFrameLocks noGrp="1"/>
          </p:cNvGraphicFramePr>
          <p:nvPr>
            <p:extLst>
              <p:ext uri="{D42A27DB-BD31-4B8C-83A1-F6EECF244321}">
                <p14:modId xmlns:p14="http://schemas.microsoft.com/office/powerpoint/2010/main" val="48819883"/>
              </p:ext>
            </p:extLst>
          </p:nvPr>
        </p:nvGraphicFramePr>
        <p:xfrm>
          <a:off x="2538306" y="4139555"/>
          <a:ext cx="6322176" cy="4607575"/>
        </p:xfrm>
        <a:graphic>
          <a:graphicData uri="http://schemas.openxmlformats.org/drawingml/2006/table">
            <a:tbl>
              <a:tblPr firstRow="1" bandRow="1">
                <a:tableStyleId>{5C22544A-7EE6-4342-B048-85BDC9FD1C3A}</a:tableStyleId>
              </a:tblPr>
              <a:tblGrid>
                <a:gridCol w="903168"/>
                <a:gridCol w="903168"/>
                <a:gridCol w="903168"/>
                <a:gridCol w="903168"/>
                <a:gridCol w="903168"/>
                <a:gridCol w="903168"/>
                <a:gridCol w="903168"/>
              </a:tblGrid>
              <a:tr h="252030">
                <a:tc>
                  <a:txBody>
                    <a:bodyPr/>
                    <a:lstStyle/>
                    <a:p>
                      <a:pPr algn="ctr" latinLnBrk="1"/>
                      <a:r>
                        <a:rPr lang="ko-KR" altLang="en-US" sz="800" b="0" dirty="0" smtClean="0">
                          <a:solidFill>
                            <a:srgbClr val="C00000"/>
                          </a:solidFill>
                          <a:latin typeface="+mn-ea"/>
                          <a:ea typeface="+mn-ea"/>
                        </a:rPr>
                        <a:t>일</a:t>
                      </a:r>
                      <a:endParaRPr lang="ko-KR" altLang="en-US" sz="800" b="0" dirty="0">
                        <a:solidFill>
                          <a:srgbClr val="C00000"/>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월</a:t>
                      </a:r>
                      <a:endParaRPr lang="ko-KR" altLang="en-US" sz="800" b="0" dirty="0">
                        <a:solidFill>
                          <a:schemeClr val="tx1">
                            <a:lumMod val="75000"/>
                            <a:lumOff val="25000"/>
                          </a:schemeClr>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화</a:t>
                      </a:r>
                      <a:endParaRPr lang="ko-KR" altLang="en-US" sz="800" b="0" dirty="0">
                        <a:solidFill>
                          <a:schemeClr val="tx1">
                            <a:lumMod val="75000"/>
                            <a:lumOff val="25000"/>
                          </a:schemeClr>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수</a:t>
                      </a:r>
                      <a:endParaRPr lang="ko-KR" altLang="en-US" sz="800" b="0" dirty="0">
                        <a:solidFill>
                          <a:schemeClr val="tx1">
                            <a:lumMod val="75000"/>
                            <a:lumOff val="25000"/>
                          </a:schemeClr>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목</a:t>
                      </a:r>
                      <a:endParaRPr lang="ko-KR" altLang="en-US" sz="800" b="0" dirty="0">
                        <a:solidFill>
                          <a:schemeClr val="tx1">
                            <a:lumMod val="75000"/>
                            <a:lumOff val="25000"/>
                          </a:schemeClr>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금</a:t>
                      </a:r>
                      <a:endParaRPr lang="ko-KR" altLang="en-US" sz="800" b="0" dirty="0">
                        <a:solidFill>
                          <a:schemeClr val="tx1">
                            <a:lumMod val="75000"/>
                            <a:lumOff val="25000"/>
                          </a:schemeClr>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ctr" latinLnBrk="1"/>
                      <a:r>
                        <a:rPr lang="ko-KR" altLang="en-US" sz="800" b="0" dirty="0" smtClean="0">
                          <a:solidFill>
                            <a:srgbClr val="007DC5"/>
                          </a:solidFill>
                          <a:latin typeface="+mn-ea"/>
                          <a:ea typeface="+mn-ea"/>
                        </a:rPr>
                        <a:t>토</a:t>
                      </a:r>
                      <a:endParaRPr lang="ko-KR" altLang="en-US" sz="800" b="0" dirty="0">
                        <a:solidFill>
                          <a:srgbClr val="007DC5"/>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r>
              <a:tr h="871109">
                <a:tc>
                  <a:txBody>
                    <a:bodyPr/>
                    <a:lstStyle/>
                    <a:p>
                      <a:pPr algn="l" latinLnBrk="1"/>
                      <a:r>
                        <a:rPr lang="en-US" altLang="ko-KR" sz="800" dirty="0" smtClean="0">
                          <a:solidFill>
                            <a:schemeClr val="accent1">
                              <a:lumMod val="20000"/>
                              <a:lumOff val="80000"/>
                            </a:schemeClr>
                          </a:solidFill>
                          <a:latin typeface="+mn-ea"/>
                          <a:ea typeface="+mn-ea"/>
                        </a:rPr>
                        <a:t>31</a:t>
                      </a:r>
                      <a:endParaRPr lang="ko-KR" altLang="en-US" sz="800" dirty="0">
                        <a:solidFill>
                          <a:schemeClr val="accent1">
                            <a:lumMod val="20000"/>
                            <a:lumOff val="80000"/>
                          </a:schemeClr>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2</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3</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4</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5</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solidFill>
                            <a:srgbClr val="007DC5"/>
                          </a:solidFill>
                          <a:latin typeface="+mn-ea"/>
                          <a:ea typeface="+mn-ea"/>
                        </a:rPr>
                        <a:t>6</a:t>
                      </a:r>
                      <a:endParaRPr lang="ko-KR" altLang="en-US" sz="800" dirty="0">
                        <a:solidFill>
                          <a:srgbClr val="007DC5"/>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871109">
                <a:tc>
                  <a:txBody>
                    <a:bodyPr/>
                    <a:lstStyle/>
                    <a:p>
                      <a:pPr algn="l" latinLnBrk="1"/>
                      <a:r>
                        <a:rPr lang="en-US" altLang="ko-KR" sz="800" dirty="0" smtClean="0">
                          <a:solidFill>
                            <a:srgbClr val="C00000"/>
                          </a:solidFill>
                          <a:latin typeface="+mn-ea"/>
                          <a:ea typeface="+mn-ea"/>
                        </a:rPr>
                        <a:t>7</a:t>
                      </a:r>
                      <a:endParaRPr lang="ko-KR" altLang="en-US" sz="800" dirty="0">
                        <a:solidFill>
                          <a:srgbClr val="C00000"/>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8</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9</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10</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11</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12</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solidFill>
                            <a:srgbClr val="007DC5"/>
                          </a:solidFill>
                          <a:latin typeface="+mn-ea"/>
                          <a:ea typeface="+mn-ea"/>
                        </a:rPr>
                        <a:t>13</a:t>
                      </a:r>
                      <a:endParaRPr lang="ko-KR" altLang="en-US" sz="800" dirty="0">
                        <a:solidFill>
                          <a:srgbClr val="007DC5"/>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871109">
                <a:tc>
                  <a:txBody>
                    <a:bodyPr/>
                    <a:lstStyle/>
                    <a:p>
                      <a:pPr algn="l" latinLnBrk="1"/>
                      <a:r>
                        <a:rPr lang="en-US" altLang="ko-KR" sz="800" dirty="0" smtClean="0">
                          <a:solidFill>
                            <a:srgbClr val="C00000"/>
                          </a:solidFill>
                          <a:latin typeface="+mn-ea"/>
                          <a:ea typeface="+mn-ea"/>
                        </a:rPr>
                        <a:t>14</a:t>
                      </a:r>
                      <a:endParaRPr lang="ko-KR" altLang="en-US" sz="800" dirty="0">
                        <a:solidFill>
                          <a:srgbClr val="C00000"/>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15</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16</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17</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18</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19</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solidFill>
                            <a:srgbClr val="007DC5"/>
                          </a:solidFill>
                          <a:latin typeface="+mn-ea"/>
                          <a:ea typeface="+mn-ea"/>
                        </a:rPr>
                        <a:t>20</a:t>
                      </a:r>
                      <a:endParaRPr lang="ko-KR" altLang="en-US" sz="800" dirty="0">
                        <a:solidFill>
                          <a:srgbClr val="007DC5"/>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871109">
                <a:tc>
                  <a:txBody>
                    <a:bodyPr/>
                    <a:lstStyle/>
                    <a:p>
                      <a:pPr algn="l" latinLnBrk="1"/>
                      <a:r>
                        <a:rPr lang="en-US" altLang="ko-KR" sz="800" dirty="0" smtClean="0">
                          <a:solidFill>
                            <a:srgbClr val="C00000"/>
                          </a:solidFill>
                          <a:latin typeface="+mn-ea"/>
                          <a:ea typeface="+mn-ea"/>
                        </a:rPr>
                        <a:t>21</a:t>
                      </a:r>
                      <a:endParaRPr lang="ko-KR" altLang="en-US" sz="800" dirty="0">
                        <a:solidFill>
                          <a:srgbClr val="C00000"/>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22</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23</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24</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25</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26</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solidFill>
                            <a:srgbClr val="007DC5"/>
                          </a:solidFill>
                          <a:latin typeface="+mn-ea"/>
                          <a:ea typeface="+mn-ea"/>
                        </a:rPr>
                        <a:t>27</a:t>
                      </a:r>
                      <a:endParaRPr lang="ko-KR" altLang="en-US" sz="800" dirty="0">
                        <a:solidFill>
                          <a:srgbClr val="007DC5"/>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871109">
                <a:tc>
                  <a:txBody>
                    <a:bodyPr/>
                    <a:lstStyle/>
                    <a:p>
                      <a:pPr algn="l" latinLnBrk="1"/>
                      <a:r>
                        <a:rPr lang="en-US" altLang="ko-KR" sz="800" dirty="0" smtClean="0">
                          <a:solidFill>
                            <a:srgbClr val="C00000"/>
                          </a:solidFill>
                          <a:latin typeface="+mn-ea"/>
                          <a:ea typeface="+mn-ea"/>
                        </a:rPr>
                        <a:t>28</a:t>
                      </a:r>
                      <a:endParaRPr lang="ko-KR" altLang="en-US" sz="800" dirty="0">
                        <a:solidFill>
                          <a:srgbClr val="C00000"/>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29</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30</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r>
                        <a:rPr lang="en-US" altLang="ko-KR" sz="800" dirty="0" smtClean="0">
                          <a:latin typeface="+mn-ea"/>
                          <a:ea typeface="+mn-ea"/>
                        </a:rPr>
                        <a:t>31</a:t>
                      </a:r>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c>
                  <a:txBody>
                    <a:bodyPr/>
                    <a:lstStyle/>
                    <a:p>
                      <a:pPr algn="l" latinLnBrk="1"/>
                      <a:endParaRPr lang="ko-KR" altLang="en-US" sz="800" dirty="0">
                        <a:solidFill>
                          <a:srgbClr val="007DC5"/>
                        </a:solidFill>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bl>
          </a:graphicData>
        </a:graphic>
      </p:graphicFrame>
      <p:sp>
        <p:nvSpPr>
          <p:cNvPr id="221" name="타원 220"/>
          <p:cNvSpPr>
            <a:spLocks noChangeAspect="1"/>
          </p:cNvSpPr>
          <p:nvPr/>
        </p:nvSpPr>
        <p:spPr>
          <a:xfrm>
            <a:off x="4375088" y="4407036"/>
            <a:ext cx="180000" cy="180000"/>
          </a:xfrm>
          <a:prstGeom prst="ellipse">
            <a:avLst/>
          </a:prstGeom>
          <a:solidFill>
            <a:srgbClr val="009BE5">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nvGrpSpPr>
          <p:cNvPr id="222" name="그룹 221"/>
          <p:cNvGrpSpPr/>
          <p:nvPr/>
        </p:nvGrpSpPr>
        <p:grpSpPr>
          <a:xfrm>
            <a:off x="5293990" y="4568570"/>
            <a:ext cx="948790" cy="215444"/>
            <a:chOff x="4052912" y="3158502"/>
            <a:chExt cx="948790" cy="215444"/>
          </a:xfrm>
        </p:grpSpPr>
        <p:sp>
          <p:nvSpPr>
            <p:cNvPr id="223" name="직사각형 222"/>
            <p:cNvSpPr/>
            <p:nvPr/>
          </p:nvSpPr>
          <p:spPr>
            <a:xfrm>
              <a:off x="4100493" y="3158502"/>
              <a:ext cx="901209"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개별</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강의시작</a:t>
              </a:r>
              <a:endParaRPr lang="en-US" altLang="ko-KR" sz="800" dirty="0">
                <a:solidFill>
                  <a:schemeClr val="tx1">
                    <a:lumMod val="65000"/>
                    <a:lumOff val="35000"/>
                  </a:schemeClr>
                </a:solidFill>
                <a:latin typeface="+mn-ea"/>
                <a:ea typeface="+mn-ea"/>
              </a:endParaRPr>
            </a:p>
          </p:txBody>
        </p:sp>
        <p:sp>
          <p:nvSpPr>
            <p:cNvPr id="224" name="타원 223"/>
            <p:cNvSpPr>
              <a:spLocks noChangeAspect="1"/>
            </p:cNvSpPr>
            <p:nvPr/>
          </p:nvSpPr>
          <p:spPr>
            <a:xfrm>
              <a:off x="4052912" y="3212976"/>
              <a:ext cx="108000" cy="108000"/>
            </a:xfrm>
            <a:prstGeom prst="ellipse">
              <a:avLst/>
            </a:prstGeom>
            <a:solidFill>
              <a:schemeClr val="tx1">
                <a:lumMod val="50000"/>
                <a:lumOff val="50000"/>
                <a:alpha val="7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pSp>
        <p:nvGrpSpPr>
          <p:cNvPr id="225" name="그룹 224"/>
          <p:cNvGrpSpPr/>
          <p:nvPr/>
        </p:nvGrpSpPr>
        <p:grpSpPr>
          <a:xfrm>
            <a:off x="3474740" y="5427333"/>
            <a:ext cx="1006072" cy="215444"/>
            <a:chOff x="2730289" y="4176718"/>
            <a:chExt cx="1006072" cy="215444"/>
          </a:xfrm>
        </p:grpSpPr>
        <p:sp>
          <p:nvSpPr>
            <p:cNvPr id="226" name="직사각형 225"/>
            <p:cNvSpPr/>
            <p:nvPr/>
          </p:nvSpPr>
          <p:spPr>
            <a:xfrm>
              <a:off x="2769430" y="4176718"/>
              <a:ext cx="966931"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과제</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과제명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227" name="타원 226"/>
            <p:cNvSpPr>
              <a:spLocks noChangeAspect="1"/>
            </p:cNvSpPr>
            <p:nvPr/>
          </p:nvSpPr>
          <p:spPr>
            <a:xfrm>
              <a:off x="2730289" y="4229676"/>
              <a:ext cx="108000" cy="108000"/>
            </a:xfrm>
            <a:prstGeom prst="ellipse">
              <a:avLst/>
            </a:prstGeom>
            <a:solidFill>
              <a:srgbClr val="C00000">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cxnSp>
        <p:nvCxnSpPr>
          <p:cNvPr id="228" name="직선 연결선 227"/>
          <p:cNvCxnSpPr/>
          <p:nvPr/>
        </p:nvCxnSpPr>
        <p:spPr>
          <a:xfrm>
            <a:off x="3527946" y="5614782"/>
            <a:ext cx="5328000" cy="0"/>
          </a:xfrm>
          <a:prstGeom prst="line">
            <a:avLst/>
          </a:prstGeom>
          <a:ln w="15875">
            <a:solidFill>
              <a:srgbClr val="FCAD5E"/>
            </a:solidFill>
          </a:ln>
        </p:spPr>
        <p:style>
          <a:lnRef idx="1">
            <a:schemeClr val="accent1"/>
          </a:lnRef>
          <a:fillRef idx="0">
            <a:schemeClr val="accent1"/>
          </a:fillRef>
          <a:effectRef idx="0">
            <a:schemeClr val="accent1"/>
          </a:effectRef>
          <a:fontRef idx="minor">
            <a:schemeClr val="tx1"/>
          </a:fontRef>
        </p:style>
      </p:cxnSp>
      <p:cxnSp>
        <p:nvCxnSpPr>
          <p:cNvPr id="229" name="직선 연결선 228"/>
          <p:cNvCxnSpPr/>
          <p:nvPr/>
        </p:nvCxnSpPr>
        <p:spPr>
          <a:xfrm>
            <a:off x="2546313" y="6484211"/>
            <a:ext cx="6300000" cy="0"/>
          </a:xfrm>
          <a:prstGeom prst="line">
            <a:avLst/>
          </a:prstGeom>
          <a:ln w="15875">
            <a:solidFill>
              <a:srgbClr val="FCAD5E"/>
            </a:solidFill>
          </a:ln>
        </p:spPr>
        <p:style>
          <a:lnRef idx="1">
            <a:schemeClr val="accent1"/>
          </a:lnRef>
          <a:fillRef idx="0">
            <a:schemeClr val="accent1"/>
          </a:fillRef>
          <a:effectRef idx="0">
            <a:schemeClr val="accent1"/>
          </a:effectRef>
          <a:fontRef idx="minor">
            <a:schemeClr val="tx1"/>
          </a:fontRef>
        </p:style>
      </p:cxnSp>
      <p:cxnSp>
        <p:nvCxnSpPr>
          <p:cNvPr id="230" name="직선 연결선 229"/>
          <p:cNvCxnSpPr/>
          <p:nvPr/>
        </p:nvCxnSpPr>
        <p:spPr>
          <a:xfrm>
            <a:off x="3537799" y="7359928"/>
            <a:ext cx="2613600" cy="0"/>
          </a:xfrm>
          <a:prstGeom prst="line">
            <a:avLst/>
          </a:prstGeom>
          <a:ln w="15875">
            <a:solidFill>
              <a:srgbClr val="FCAD5E"/>
            </a:solidFill>
          </a:ln>
        </p:spPr>
        <p:style>
          <a:lnRef idx="1">
            <a:schemeClr val="accent1"/>
          </a:lnRef>
          <a:fillRef idx="0">
            <a:schemeClr val="accent1"/>
          </a:fillRef>
          <a:effectRef idx="0">
            <a:schemeClr val="accent1"/>
          </a:effectRef>
          <a:fontRef idx="minor">
            <a:schemeClr val="tx1"/>
          </a:fontRef>
        </p:style>
      </p:cxnSp>
      <p:grpSp>
        <p:nvGrpSpPr>
          <p:cNvPr id="231" name="그룹 230"/>
          <p:cNvGrpSpPr/>
          <p:nvPr/>
        </p:nvGrpSpPr>
        <p:grpSpPr>
          <a:xfrm>
            <a:off x="3544900" y="7164471"/>
            <a:ext cx="1025308" cy="215444"/>
            <a:chOff x="2730289" y="4176718"/>
            <a:chExt cx="1025308" cy="215444"/>
          </a:xfrm>
        </p:grpSpPr>
        <p:sp>
          <p:nvSpPr>
            <p:cNvPr id="232" name="직사각형 231"/>
            <p:cNvSpPr/>
            <p:nvPr/>
          </p:nvSpPr>
          <p:spPr>
            <a:xfrm>
              <a:off x="2769430" y="4176718"/>
              <a:ext cx="986167"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토론</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토론명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233" name="타원 232"/>
            <p:cNvSpPr>
              <a:spLocks noChangeAspect="1"/>
            </p:cNvSpPr>
            <p:nvPr/>
          </p:nvSpPr>
          <p:spPr>
            <a:xfrm>
              <a:off x="2730289" y="4229676"/>
              <a:ext cx="108000" cy="108000"/>
            </a:xfrm>
            <a:prstGeom prst="ellipse">
              <a:avLst/>
            </a:prstGeom>
            <a:solidFill>
              <a:srgbClr val="ED8013">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pSp>
        <p:nvGrpSpPr>
          <p:cNvPr id="234" name="그룹 233"/>
          <p:cNvGrpSpPr/>
          <p:nvPr/>
        </p:nvGrpSpPr>
        <p:grpSpPr>
          <a:xfrm>
            <a:off x="4347227" y="4209999"/>
            <a:ext cx="234360" cy="200055"/>
            <a:chOff x="1152270" y="11706839"/>
            <a:chExt cx="234360" cy="200055"/>
          </a:xfrm>
        </p:grpSpPr>
        <p:sp>
          <p:nvSpPr>
            <p:cNvPr id="239" name="모서리가 둥근 직사각형 23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0" name="직사각형 23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41" name="그룹 240"/>
          <p:cNvGrpSpPr/>
          <p:nvPr/>
        </p:nvGrpSpPr>
        <p:grpSpPr>
          <a:xfrm>
            <a:off x="5273806" y="4710442"/>
            <a:ext cx="234360" cy="200055"/>
            <a:chOff x="1152270" y="11706839"/>
            <a:chExt cx="234360" cy="200055"/>
          </a:xfrm>
        </p:grpSpPr>
        <p:sp>
          <p:nvSpPr>
            <p:cNvPr id="254" name="모서리가 둥근 직사각형 25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5" name="직사각형 25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56" name="그룹 255"/>
          <p:cNvGrpSpPr/>
          <p:nvPr/>
        </p:nvGrpSpPr>
        <p:grpSpPr>
          <a:xfrm>
            <a:off x="3484979" y="5591558"/>
            <a:ext cx="234360" cy="200055"/>
            <a:chOff x="1152270" y="11706839"/>
            <a:chExt cx="234360" cy="200055"/>
          </a:xfrm>
        </p:grpSpPr>
        <p:sp>
          <p:nvSpPr>
            <p:cNvPr id="257" name="모서리가 둥근 직사각형 25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8" name="직사각형 25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259" name="그룹 258"/>
          <p:cNvGrpSpPr/>
          <p:nvPr/>
        </p:nvGrpSpPr>
        <p:grpSpPr>
          <a:xfrm>
            <a:off x="3635958" y="7014032"/>
            <a:ext cx="234360" cy="200055"/>
            <a:chOff x="1152270" y="11706839"/>
            <a:chExt cx="234360" cy="200055"/>
          </a:xfrm>
        </p:grpSpPr>
        <p:sp>
          <p:nvSpPr>
            <p:cNvPr id="260" name="모서리가 둥근 직사각형 25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1" name="직사각형 26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303" name="그룹 302"/>
          <p:cNvGrpSpPr/>
          <p:nvPr/>
        </p:nvGrpSpPr>
        <p:grpSpPr>
          <a:xfrm>
            <a:off x="4193740" y="8256736"/>
            <a:ext cx="234360" cy="200055"/>
            <a:chOff x="1152270" y="11706839"/>
            <a:chExt cx="234360" cy="200055"/>
          </a:xfrm>
        </p:grpSpPr>
        <p:sp>
          <p:nvSpPr>
            <p:cNvPr id="304" name="모서리가 둥근 직사각형 30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5" name="직사각형 32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343" name="그룹 342"/>
          <p:cNvGrpSpPr/>
          <p:nvPr/>
        </p:nvGrpSpPr>
        <p:grpSpPr>
          <a:xfrm>
            <a:off x="4706553" y="8251440"/>
            <a:ext cx="234360" cy="200055"/>
            <a:chOff x="1152270" y="11706839"/>
            <a:chExt cx="234360" cy="200055"/>
          </a:xfrm>
        </p:grpSpPr>
        <p:sp>
          <p:nvSpPr>
            <p:cNvPr id="345" name="모서리가 둥근 직사각형 34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6" name="직사각형 34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grpSp>
        <p:nvGrpSpPr>
          <p:cNvPr id="347" name="그룹 346"/>
          <p:cNvGrpSpPr/>
          <p:nvPr/>
        </p:nvGrpSpPr>
        <p:grpSpPr>
          <a:xfrm>
            <a:off x="3542743" y="7370390"/>
            <a:ext cx="2372128" cy="1244633"/>
            <a:chOff x="2726024" y="6119775"/>
            <a:chExt cx="2372128" cy="1244633"/>
          </a:xfrm>
        </p:grpSpPr>
        <p:grpSp>
          <p:nvGrpSpPr>
            <p:cNvPr id="354" name="그룹 353"/>
            <p:cNvGrpSpPr/>
            <p:nvPr/>
          </p:nvGrpSpPr>
          <p:grpSpPr>
            <a:xfrm>
              <a:off x="2726024" y="6138825"/>
              <a:ext cx="2370992" cy="1225583"/>
              <a:chOff x="2411513" y="7417553"/>
              <a:chExt cx="2370992" cy="1225583"/>
            </a:xfrm>
          </p:grpSpPr>
          <p:grpSp>
            <p:nvGrpSpPr>
              <p:cNvPr id="363" name="그룹 362"/>
              <p:cNvGrpSpPr/>
              <p:nvPr/>
            </p:nvGrpSpPr>
            <p:grpSpPr>
              <a:xfrm>
                <a:off x="2411513" y="7417553"/>
                <a:ext cx="2370992" cy="1023260"/>
                <a:chOff x="1223381" y="4969281"/>
                <a:chExt cx="2370992" cy="1023260"/>
              </a:xfrm>
            </p:grpSpPr>
            <p:sp>
              <p:nvSpPr>
                <p:cNvPr id="375" name="직사각형 374"/>
                <p:cNvSpPr/>
                <p:nvPr/>
              </p:nvSpPr>
              <p:spPr>
                <a:xfrm>
                  <a:off x="1223381" y="4976131"/>
                  <a:ext cx="2340000" cy="1016410"/>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6" name="직사각형 375"/>
                <p:cNvSpPr/>
                <p:nvPr/>
              </p:nvSpPr>
              <p:spPr>
                <a:xfrm>
                  <a:off x="1246945" y="5149641"/>
                  <a:ext cx="2347428" cy="276999"/>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[2026.03.22 09:00 ~ 2026.03.28 19:00)</a:t>
                  </a:r>
                  <a:endParaRPr lang="en-US" altLang="ko-KR" sz="800" dirty="0">
                    <a:solidFill>
                      <a:schemeClr val="tx1">
                        <a:lumMod val="65000"/>
                        <a:lumOff val="35000"/>
                      </a:schemeClr>
                    </a:solidFill>
                    <a:latin typeface="+mn-ea"/>
                    <a:ea typeface="+mn-ea"/>
                  </a:endParaRPr>
                </a:p>
              </p:txBody>
            </p:sp>
            <p:sp>
              <p:nvSpPr>
                <p:cNvPr id="377" name="직사각형 376"/>
                <p:cNvSpPr/>
                <p:nvPr/>
              </p:nvSpPr>
              <p:spPr>
                <a:xfrm>
                  <a:off x="1223382" y="4976971"/>
                  <a:ext cx="2340000" cy="180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378" name="직사각형 377"/>
                <p:cNvSpPr/>
                <p:nvPr/>
              </p:nvSpPr>
              <p:spPr>
                <a:xfrm>
                  <a:off x="2006699" y="4969281"/>
                  <a:ext cx="772968" cy="215444"/>
                </a:xfrm>
                <a:prstGeom prst="rect">
                  <a:avLst/>
                </a:prstGeom>
              </p:spPr>
              <p:txBody>
                <a:bodyPr wrap="none">
                  <a:spAutoFit/>
                </a:bodyPr>
                <a:lstStyle/>
                <a:p>
                  <a:pPr algn="ctr"/>
                  <a:r>
                    <a:rPr lang="ko-KR" altLang="en-US" sz="800" b="1" dirty="0" smtClean="0">
                      <a:solidFill>
                        <a:schemeClr val="bg1"/>
                      </a:solidFill>
                      <a:latin typeface="+mn-ea"/>
                      <a:ea typeface="+mn-ea"/>
                    </a:rPr>
                    <a:t>수업일정</a:t>
                  </a:r>
                  <a:r>
                    <a:rPr lang="en-US" altLang="ko-KR" sz="800" b="1" dirty="0" smtClean="0">
                      <a:solidFill>
                        <a:schemeClr val="bg1"/>
                      </a:solidFill>
                      <a:latin typeface="+mn-ea"/>
                      <a:ea typeface="+mn-ea"/>
                    </a:rPr>
                    <a:t>003</a:t>
                  </a:r>
                  <a:endParaRPr lang="ko-KR" altLang="en-US" sz="800" b="1" dirty="0">
                    <a:solidFill>
                      <a:schemeClr val="bg1"/>
                    </a:solidFill>
                    <a:latin typeface="+mn-ea"/>
                    <a:ea typeface="+mn-ea"/>
                  </a:endParaRPr>
                </a:p>
              </p:txBody>
            </p:sp>
            <p:sp>
              <p:nvSpPr>
                <p:cNvPr id="379" name="직사각형 378"/>
                <p:cNvSpPr/>
                <p:nvPr/>
              </p:nvSpPr>
              <p:spPr>
                <a:xfrm>
                  <a:off x="1343075" y="5409220"/>
                  <a:ext cx="2088232" cy="466524"/>
                </a:xfrm>
                <a:prstGeom prst="rect">
                  <a:avLst/>
                </a:prstGeom>
                <a:solidFill>
                  <a:schemeClr val="bg1"/>
                </a:solidFill>
                <a:ln w="3175">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설명</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설명 설명설명</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설명</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설명 설명설명</a:t>
                  </a:r>
                </a:p>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설명</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설명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설명설명</a:t>
                  </a:r>
                </a:p>
                <a:p>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a:p>
                  <a:endPar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364" name="직사각형 363"/>
              <p:cNvSpPr/>
              <p:nvPr/>
            </p:nvSpPr>
            <p:spPr>
              <a:xfrm>
                <a:off x="2900772" y="8443081"/>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362" name="직사각형 361"/>
            <p:cNvSpPr/>
            <p:nvPr/>
          </p:nvSpPr>
          <p:spPr>
            <a:xfrm>
              <a:off x="4830130" y="6119775"/>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383" name="모서리가 둥근 직사각형 382"/>
          <p:cNvSpPr/>
          <p:nvPr/>
        </p:nvSpPr>
        <p:spPr>
          <a:xfrm>
            <a:off x="2539155" y="3893218"/>
            <a:ext cx="54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오늘</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84" name="그룹 383"/>
          <p:cNvGrpSpPr/>
          <p:nvPr/>
        </p:nvGrpSpPr>
        <p:grpSpPr>
          <a:xfrm>
            <a:off x="8204734" y="3724844"/>
            <a:ext cx="234360" cy="200055"/>
            <a:chOff x="1152270" y="11706839"/>
            <a:chExt cx="234360" cy="200055"/>
          </a:xfrm>
        </p:grpSpPr>
        <p:sp>
          <p:nvSpPr>
            <p:cNvPr id="385" name="모서리가 둥근 직사각형 38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6" name="직사각형 38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87" name="그룹 386"/>
          <p:cNvGrpSpPr/>
          <p:nvPr/>
        </p:nvGrpSpPr>
        <p:grpSpPr>
          <a:xfrm>
            <a:off x="2482200" y="3721738"/>
            <a:ext cx="234360" cy="200055"/>
            <a:chOff x="1152270" y="11706839"/>
            <a:chExt cx="234360" cy="200055"/>
          </a:xfrm>
        </p:grpSpPr>
        <p:sp>
          <p:nvSpPr>
            <p:cNvPr id="388" name="모서리가 둥근 직사각형 3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89" name="직사각형 3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393" name="그룹 392"/>
          <p:cNvGrpSpPr/>
          <p:nvPr/>
        </p:nvGrpSpPr>
        <p:grpSpPr>
          <a:xfrm>
            <a:off x="6177136" y="5623728"/>
            <a:ext cx="948790" cy="215444"/>
            <a:chOff x="4052912" y="3158502"/>
            <a:chExt cx="948790" cy="215444"/>
          </a:xfrm>
        </p:grpSpPr>
        <p:sp>
          <p:nvSpPr>
            <p:cNvPr id="394" name="직사각형 393"/>
            <p:cNvSpPr/>
            <p:nvPr/>
          </p:nvSpPr>
          <p:spPr>
            <a:xfrm>
              <a:off x="4100493" y="3158502"/>
              <a:ext cx="901209"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개별</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과제등록</a:t>
              </a:r>
              <a:endParaRPr lang="en-US" altLang="ko-KR" sz="800" dirty="0">
                <a:solidFill>
                  <a:schemeClr val="tx1">
                    <a:lumMod val="65000"/>
                    <a:lumOff val="35000"/>
                  </a:schemeClr>
                </a:solidFill>
                <a:latin typeface="+mn-ea"/>
                <a:ea typeface="+mn-ea"/>
              </a:endParaRPr>
            </a:p>
          </p:txBody>
        </p:sp>
        <p:sp>
          <p:nvSpPr>
            <p:cNvPr id="395" name="타원 394"/>
            <p:cNvSpPr>
              <a:spLocks noChangeAspect="1"/>
            </p:cNvSpPr>
            <p:nvPr/>
          </p:nvSpPr>
          <p:spPr>
            <a:xfrm>
              <a:off x="4052912" y="3212976"/>
              <a:ext cx="108000" cy="108000"/>
            </a:xfrm>
            <a:prstGeom prst="ellipse">
              <a:avLst/>
            </a:prstGeom>
            <a:solidFill>
              <a:schemeClr val="tx1">
                <a:lumMod val="50000"/>
                <a:lumOff val="50000"/>
                <a:alpha val="7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aphicFrame>
        <p:nvGraphicFramePr>
          <p:cNvPr id="396" name="Group 175"/>
          <p:cNvGraphicFramePr>
            <a:graphicFrameLocks noGrp="1"/>
          </p:cNvGraphicFramePr>
          <p:nvPr>
            <p:extLst>
              <p:ext uri="{D42A27DB-BD31-4B8C-83A1-F6EECF244321}">
                <p14:modId xmlns:p14="http://schemas.microsoft.com/office/powerpoint/2010/main" val="3869999796"/>
              </p:ext>
            </p:extLst>
          </p:nvPr>
        </p:nvGraphicFramePr>
        <p:xfrm>
          <a:off x="9499029" y="3150493"/>
          <a:ext cx="1404156" cy="529476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오늘 </a:t>
                      </a:r>
                      <a:r>
                        <a:rPr lang="ko-KR" altLang="en-US" sz="800" kern="1200" dirty="0" err="1" smtClean="0">
                          <a:solidFill>
                            <a:schemeClr val="tx1">
                              <a:lumMod val="75000"/>
                              <a:lumOff val="25000"/>
                            </a:schemeClr>
                          </a:solidFill>
                          <a:latin typeface="+mn-ea"/>
                          <a:ea typeface="+mn-ea"/>
                          <a:cs typeface="+mn-cs"/>
                        </a:rPr>
                        <a:t>날자로</a:t>
                      </a:r>
                      <a:r>
                        <a:rPr lang="ko-KR" altLang="en-US" sz="800" kern="1200" dirty="0" smtClean="0">
                          <a:solidFill>
                            <a:schemeClr val="tx1">
                              <a:lumMod val="75000"/>
                              <a:lumOff val="25000"/>
                            </a:schemeClr>
                          </a:solidFill>
                          <a:latin typeface="+mn-ea"/>
                          <a:ea typeface="+mn-ea"/>
                          <a:cs typeface="+mn-cs"/>
                        </a:rPr>
                        <a:t>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주별</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월별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오늘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개별 일정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기간 표시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과제기간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시작일 </a:t>
                      </a:r>
                      <a:r>
                        <a:rPr lang="en-US" altLang="ko-KR" sz="800" kern="1200" dirty="0" smtClean="0">
                          <a:solidFill>
                            <a:schemeClr val="tx1">
                              <a:lumMod val="75000"/>
                              <a:lumOff val="25000"/>
                            </a:schemeClr>
                          </a:solidFill>
                          <a:latin typeface="+mn-ea"/>
                          <a:ea typeface="+mn-ea"/>
                          <a:cs typeface="+mn-cs"/>
                        </a:rPr>
                        <a:t>~</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종료일까지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타이틀 </a:t>
                      </a: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일정</a:t>
                      </a:r>
                      <a:r>
                        <a:rPr lang="ko-KR" altLang="en-US" sz="800" kern="1200" baseline="0" dirty="0" smtClean="0">
                          <a:solidFill>
                            <a:schemeClr val="tx1">
                              <a:lumMod val="75000"/>
                              <a:lumOff val="25000"/>
                            </a:schemeClr>
                          </a:solidFill>
                          <a:latin typeface="+mn-ea"/>
                          <a:ea typeface="+mn-ea"/>
                          <a:cs typeface="+mn-cs"/>
                        </a:rPr>
                        <a:t> 상세 </a:t>
                      </a:r>
                      <a:r>
                        <a:rPr lang="ko-KR" altLang="en-US" sz="800" kern="1200" baseline="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397" name="그룹 396"/>
          <p:cNvGrpSpPr/>
          <p:nvPr/>
        </p:nvGrpSpPr>
        <p:grpSpPr>
          <a:xfrm>
            <a:off x="579562" y="2166658"/>
            <a:ext cx="1386586" cy="5317057"/>
            <a:chOff x="579562" y="2166658"/>
            <a:chExt cx="1386586" cy="5317057"/>
          </a:xfrm>
        </p:grpSpPr>
        <p:grpSp>
          <p:nvGrpSpPr>
            <p:cNvPr id="398" name="그룹 397"/>
            <p:cNvGrpSpPr/>
            <p:nvPr/>
          </p:nvGrpSpPr>
          <p:grpSpPr>
            <a:xfrm>
              <a:off x="629956" y="3318264"/>
              <a:ext cx="1332000" cy="180000"/>
              <a:chOff x="666428" y="3785432"/>
              <a:chExt cx="1332000" cy="180000"/>
            </a:xfrm>
          </p:grpSpPr>
          <p:sp>
            <p:nvSpPr>
              <p:cNvPr id="451" name="모서리가 둥근 직사각형 45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45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99" name="그룹 398"/>
            <p:cNvGrpSpPr/>
            <p:nvPr/>
          </p:nvGrpSpPr>
          <p:grpSpPr>
            <a:xfrm>
              <a:off x="629956" y="3568824"/>
              <a:ext cx="1332000" cy="180000"/>
              <a:chOff x="666428" y="4310612"/>
              <a:chExt cx="1332000" cy="180000"/>
            </a:xfrm>
          </p:grpSpPr>
          <p:sp>
            <p:nvSpPr>
              <p:cNvPr id="449" name="모서리가 둥근 직사각형 44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450"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0" name="그룹 399"/>
            <p:cNvGrpSpPr/>
            <p:nvPr/>
          </p:nvGrpSpPr>
          <p:grpSpPr>
            <a:xfrm>
              <a:off x="629955" y="3042501"/>
              <a:ext cx="1332000" cy="180000"/>
              <a:chOff x="666427" y="3266516"/>
              <a:chExt cx="1332000" cy="180000"/>
            </a:xfrm>
          </p:grpSpPr>
          <p:sp>
            <p:nvSpPr>
              <p:cNvPr id="447" name="모서리가 둥근 직사각형 44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44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1" name="그룹 400"/>
            <p:cNvGrpSpPr/>
            <p:nvPr/>
          </p:nvGrpSpPr>
          <p:grpSpPr>
            <a:xfrm>
              <a:off x="629956" y="3854780"/>
              <a:ext cx="1332000" cy="180000"/>
              <a:chOff x="666428" y="4570824"/>
              <a:chExt cx="1332000" cy="180000"/>
            </a:xfrm>
          </p:grpSpPr>
          <p:sp>
            <p:nvSpPr>
              <p:cNvPr id="445" name="모서리가 둥근 직사각형 44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446"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2" name="그룹 401"/>
            <p:cNvGrpSpPr/>
            <p:nvPr/>
          </p:nvGrpSpPr>
          <p:grpSpPr>
            <a:xfrm>
              <a:off x="629956" y="5316875"/>
              <a:ext cx="1332000" cy="180000"/>
              <a:chOff x="666428" y="5096004"/>
              <a:chExt cx="1332000" cy="180000"/>
            </a:xfrm>
          </p:grpSpPr>
          <p:sp>
            <p:nvSpPr>
              <p:cNvPr id="443" name="모서리가 둥근 직사각형 44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444"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3" name="그룹 402"/>
            <p:cNvGrpSpPr/>
            <p:nvPr/>
          </p:nvGrpSpPr>
          <p:grpSpPr>
            <a:xfrm>
              <a:off x="634148" y="5634789"/>
              <a:ext cx="1332000" cy="180000"/>
              <a:chOff x="666428" y="3785432"/>
              <a:chExt cx="1332000" cy="180000"/>
            </a:xfrm>
          </p:grpSpPr>
          <p:sp>
            <p:nvSpPr>
              <p:cNvPr id="441" name="모서리가 둥근 직사각형 44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44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4" name="그룹 403"/>
            <p:cNvGrpSpPr/>
            <p:nvPr/>
          </p:nvGrpSpPr>
          <p:grpSpPr>
            <a:xfrm>
              <a:off x="631150" y="4135825"/>
              <a:ext cx="1332000" cy="180000"/>
              <a:chOff x="666428" y="4570824"/>
              <a:chExt cx="1332000" cy="180000"/>
            </a:xfrm>
          </p:grpSpPr>
          <p:sp>
            <p:nvSpPr>
              <p:cNvPr id="439" name="모서리가 둥근 직사각형 43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44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5" name="그룹 404"/>
            <p:cNvGrpSpPr/>
            <p:nvPr/>
          </p:nvGrpSpPr>
          <p:grpSpPr>
            <a:xfrm>
              <a:off x="629956" y="4423395"/>
              <a:ext cx="1332000" cy="180000"/>
              <a:chOff x="666428" y="4310612"/>
              <a:chExt cx="1332000" cy="180000"/>
            </a:xfrm>
          </p:grpSpPr>
          <p:sp>
            <p:nvSpPr>
              <p:cNvPr id="437" name="모서리가 둥근 직사각형 43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43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06" name="TextBox 405"/>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407" name="그룹 406"/>
            <p:cNvGrpSpPr/>
            <p:nvPr/>
          </p:nvGrpSpPr>
          <p:grpSpPr>
            <a:xfrm>
              <a:off x="632520" y="4723068"/>
              <a:ext cx="1332000" cy="180000"/>
              <a:chOff x="666428" y="4310612"/>
              <a:chExt cx="1332000" cy="180000"/>
            </a:xfrm>
          </p:grpSpPr>
          <p:sp>
            <p:nvSpPr>
              <p:cNvPr id="435" name="모서리가 둥근 직사각형 43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43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8" name="그룹 407"/>
            <p:cNvGrpSpPr/>
            <p:nvPr/>
          </p:nvGrpSpPr>
          <p:grpSpPr>
            <a:xfrm>
              <a:off x="632520" y="2752353"/>
              <a:ext cx="1332000" cy="180000"/>
              <a:chOff x="666427" y="3266516"/>
              <a:chExt cx="1332000" cy="180000"/>
            </a:xfrm>
          </p:grpSpPr>
          <p:sp>
            <p:nvSpPr>
              <p:cNvPr id="433" name="모서리가 둥근 직사각형 43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434"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09" name="그룹 408"/>
            <p:cNvGrpSpPr/>
            <p:nvPr/>
          </p:nvGrpSpPr>
          <p:grpSpPr>
            <a:xfrm>
              <a:off x="632520" y="5005767"/>
              <a:ext cx="1332000" cy="180000"/>
              <a:chOff x="666428" y="4310612"/>
              <a:chExt cx="1332000" cy="180000"/>
            </a:xfrm>
          </p:grpSpPr>
          <p:sp>
            <p:nvSpPr>
              <p:cNvPr id="431" name="모서리가 둥근 직사각형 43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43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0" name="그룹 409"/>
            <p:cNvGrpSpPr/>
            <p:nvPr/>
          </p:nvGrpSpPr>
          <p:grpSpPr>
            <a:xfrm>
              <a:off x="632520" y="6227787"/>
              <a:ext cx="1332000" cy="180000"/>
              <a:chOff x="666428" y="3785432"/>
              <a:chExt cx="1332000" cy="180000"/>
            </a:xfrm>
          </p:grpSpPr>
          <p:sp>
            <p:nvSpPr>
              <p:cNvPr id="429" name="모서리가 둥근 직사각형 428"/>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수업일정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43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1" name="그룹 410"/>
            <p:cNvGrpSpPr/>
            <p:nvPr/>
          </p:nvGrpSpPr>
          <p:grpSpPr>
            <a:xfrm>
              <a:off x="632520" y="6487872"/>
              <a:ext cx="1332000" cy="180000"/>
              <a:chOff x="666428" y="4310612"/>
              <a:chExt cx="1332000" cy="180000"/>
            </a:xfrm>
          </p:grpSpPr>
          <p:sp>
            <p:nvSpPr>
              <p:cNvPr id="427" name="모서리가 둥근 직사각형 42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428"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2" name="그룹 411"/>
            <p:cNvGrpSpPr/>
            <p:nvPr/>
          </p:nvGrpSpPr>
          <p:grpSpPr>
            <a:xfrm>
              <a:off x="632520" y="6773828"/>
              <a:ext cx="1332000" cy="180000"/>
              <a:chOff x="666428" y="4570824"/>
              <a:chExt cx="1332000" cy="180000"/>
            </a:xfrm>
          </p:grpSpPr>
          <p:sp>
            <p:nvSpPr>
              <p:cNvPr id="425" name="모서리가 둥근 직사각형 42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426"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3" name="그룹 412"/>
            <p:cNvGrpSpPr/>
            <p:nvPr/>
          </p:nvGrpSpPr>
          <p:grpSpPr>
            <a:xfrm>
              <a:off x="632520" y="7053155"/>
              <a:ext cx="1332000" cy="180000"/>
              <a:chOff x="666428" y="3785432"/>
              <a:chExt cx="1332000" cy="180000"/>
            </a:xfrm>
          </p:grpSpPr>
          <p:sp>
            <p:nvSpPr>
              <p:cNvPr id="423" name="모서리가 둥근 직사각형 42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42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4" name="그룹 413"/>
            <p:cNvGrpSpPr/>
            <p:nvPr/>
          </p:nvGrpSpPr>
          <p:grpSpPr>
            <a:xfrm>
              <a:off x="632520" y="7303715"/>
              <a:ext cx="1332000" cy="180000"/>
              <a:chOff x="666428" y="4310612"/>
              <a:chExt cx="1332000" cy="180000"/>
            </a:xfrm>
          </p:grpSpPr>
          <p:sp>
            <p:nvSpPr>
              <p:cNvPr id="421" name="모서리가 둥근 직사각형 42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42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16" name="그룹 415"/>
            <p:cNvGrpSpPr/>
            <p:nvPr/>
          </p:nvGrpSpPr>
          <p:grpSpPr>
            <a:xfrm>
              <a:off x="622995" y="5922821"/>
              <a:ext cx="1332000" cy="180000"/>
              <a:chOff x="666427" y="3266516"/>
              <a:chExt cx="1332000" cy="180000"/>
            </a:xfrm>
          </p:grpSpPr>
          <p:sp>
            <p:nvSpPr>
              <p:cNvPr id="417" name="모서리가 둥근 직사각형 41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41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01" name="직사각형 200"/>
          <p:cNvSpPr/>
          <p:nvPr/>
        </p:nvSpPr>
        <p:spPr bwMode="auto">
          <a:xfrm>
            <a:off x="-1220728" y="4130422"/>
            <a:ext cx="3725456" cy="1233248"/>
          </a:xfrm>
          <a:prstGeom prst="rect">
            <a:avLst/>
          </a:prstGeom>
          <a:solidFill>
            <a:srgbClr val="FFC000"/>
          </a:solidFill>
          <a:ln w="6350" cap="flat" cmpd="sng" algn="ctr">
            <a:solidFill>
              <a:schemeClr val="bg1">
                <a:lumMod val="65000"/>
              </a:schemeClr>
            </a:solidFill>
            <a:prstDash val="solid"/>
            <a:round/>
            <a:headEnd type="none" w="med" len="med"/>
            <a:tailEnd type="none" w="med" len="med"/>
          </a:ln>
          <a:effectLst/>
        </p:spPr>
        <p:txBody>
          <a:bodyPr rtlCol="0" anchor="t"/>
          <a:lstStyle/>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수업일정 </a:t>
            </a:r>
            <a:r>
              <a:rPr lang="en-US" altLang="ko-KR" sz="800" dirty="0" smtClean="0">
                <a:solidFill>
                  <a:schemeClr val="tx1">
                    <a:lumMod val="75000"/>
                    <a:lumOff val="25000"/>
                  </a:schemeClr>
                </a:solidFill>
                <a:latin typeface="+mn-ea"/>
                <a:ea typeface="+mn-ea"/>
              </a:rPr>
              <a:t>]</a:t>
            </a:r>
            <a:endParaRPr lang="en-US" altLang="ko-KR" sz="800" dirty="0">
              <a:solidFill>
                <a:schemeClr val="tx1">
                  <a:lumMod val="75000"/>
                  <a:lumOff val="25000"/>
                </a:schemeClr>
              </a:solidFill>
              <a:latin typeface="+mn-ea"/>
              <a:ea typeface="+mn-ea"/>
            </a:endParaRPr>
          </a:p>
          <a:p>
            <a:pPr>
              <a:lnSpc>
                <a:spcPct val="150000"/>
              </a:lnSpc>
            </a:pP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해당 과목의 수업 </a:t>
            </a:r>
            <a:r>
              <a:rPr lang="ko-KR" altLang="en-US" sz="800" dirty="0" smtClean="0">
                <a:solidFill>
                  <a:schemeClr val="tx1">
                    <a:lumMod val="75000"/>
                    <a:lumOff val="25000"/>
                  </a:schemeClr>
                </a:solidFill>
                <a:latin typeface="+mn-ea"/>
                <a:ea typeface="+mn-ea"/>
              </a:rPr>
              <a:t>일정</a:t>
            </a:r>
            <a:r>
              <a:rPr lang="en-US" altLang="ko-KR" sz="800" dirty="0" smtClean="0">
                <a:solidFill>
                  <a:schemeClr val="tx1">
                    <a:lumMod val="75000"/>
                    <a:lumOff val="25000"/>
                  </a:schemeClr>
                </a:solidFill>
                <a:latin typeface="+mn-ea"/>
                <a:ea typeface="+mn-ea"/>
              </a:rPr>
              <a:t> </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모든 </a:t>
            </a:r>
            <a:r>
              <a:rPr lang="ko-KR" altLang="en-US" sz="800" dirty="0">
                <a:solidFill>
                  <a:schemeClr val="tx1">
                    <a:lumMod val="75000"/>
                    <a:lumOff val="25000"/>
                  </a:schemeClr>
                </a:solidFill>
                <a:latin typeface="+mn-ea"/>
                <a:ea typeface="+mn-ea"/>
              </a:rPr>
              <a:t>학습요소의 일정</a:t>
            </a: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개별일정 </a:t>
            </a:r>
            <a:r>
              <a:rPr lang="ko-KR" altLang="en-US" sz="800" dirty="0">
                <a:solidFill>
                  <a:schemeClr val="tx1">
                    <a:lumMod val="75000"/>
                    <a:lumOff val="25000"/>
                  </a:schemeClr>
                </a:solidFill>
                <a:latin typeface="+mn-ea"/>
                <a:ea typeface="+mn-ea"/>
              </a:rPr>
              <a:t>모두 </a:t>
            </a:r>
            <a:r>
              <a:rPr lang="ko-KR" altLang="en-US" sz="800" dirty="0" smtClean="0">
                <a:solidFill>
                  <a:schemeClr val="tx1">
                    <a:lumMod val="75000"/>
                    <a:lumOff val="25000"/>
                  </a:schemeClr>
                </a:solidFill>
                <a:latin typeface="+mn-ea"/>
                <a:ea typeface="+mn-ea"/>
              </a:rPr>
              <a:t>표시</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관리자 </a:t>
            </a:r>
            <a:r>
              <a:rPr lang="en-US" altLang="ko-KR" sz="800" dirty="0" smtClean="0">
                <a:solidFill>
                  <a:schemeClr val="tx1">
                    <a:lumMod val="75000"/>
                    <a:lumOff val="25000"/>
                  </a:schemeClr>
                </a:solidFill>
                <a:latin typeface="+mn-ea"/>
                <a:ea typeface="+mn-ea"/>
              </a:rPr>
              <a:t>&gt; </a:t>
            </a:r>
            <a:r>
              <a:rPr lang="ko-KR" altLang="en-US" sz="800" dirty="0" smtClean="0">
                <a:solidFill>
                  <a:schemeClr val="tx1">
                    <a:lumMod val="75000"/>
                    <a:lumOff val="25000"/>
                  </a:schemeClr>
                </a:solidFill>
                <a:latin typeface="+mn-ea"/>
                <a:ea typeface="+mn-ea"/>
              </a:rPr>
              <a:t>수업운영도구 </a:t>
            </a:r>
            <a:r>
              <a:rPr lang="en-US" altLang="ko-KR" sz="800" dirty="0" smtClean="0">
                <a:solidFill>
                  <a:schemeClr val="tx1">
                    <a:lumMod val="75000"/>
                    <a:lumOff val="25000"/>
                  </a:schemeClr>
                </a:solidFill>
                <a:latin typeface="+mn-ea"/>
                <a:ea typeface="+mn-ea"/>
              </a:rPr>
              <a:t>&gt; </a:t>
            </a:r>
            <a:r>
              <a:rPr lang="ko-KR" altLang="en-US" sz="800" dirty="0" smtClean="0">
                <a:solidFill>
                  <a:schemeClr val="tx1">
                    <a:lumMod val="75000"/>
                    <a:lumOff val="25000"/>
                  </a:schemeClr>
                </a:solidFill>
                <a:latin typeface="+mn-ea"/>
                <a:ea typeface="+mn-ea"/>
              </a:rPr>
              <a:t>과정관리 </a:t>
            </a:r>
            <a:r>
              <a:rPr lang="en-US" altLang="ko-KR" sz="800" dirty="0" smtClean="0">
                <a:solidFill>
                  <a:schemeClr val="tx1">
                    <a:lumMod val="75000"/>
                    <a:lumOff val="25000"/>
                  </a:schemeClr>
                </a:solidFill>
                <a:latin typeface="+mn-ea"/>
                <a:ea typeface="+mn-ea"/>
              </a:rPr>
              <a:t>&gt; </a:t>
            </a:r>
            <a:r>
              <a:rPr lang="ko-KR" altLang="en-US" sz="800" dirty="0" smtClean="0">
                <a:solidFill>
                  <a:schemeClr val="tx1">
                    <a:lumMod val="75000"/>
                    <a:lumOff val="25000"/>
                  </a:schemeClr>
                </a:solidFill>
                <a:latin typeface="+mn-ea"/>
                <a:ea typeface="+mn-ea"/>
              </a:rPr>
              <a:t>업무일정관리에 등록된 일정 표시</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모든 학습요소의 </a:t>
            </a:r>
            <a:r>
              <a:rPr lang="ko-KR" altLang="en-US" sz="800" dirty="0" err="1" smtClean="0">
                <a:solidFill>
                  <a:schemeClr val="tx1">
                    <a:lumMod val="75000"/>
                    <a:lumOff val="25000"/>
                  </a:schemeClr>
                </a:solidFill>
                <a:latin typeface="+mn-ea"/>
                <a:ea typeface="+mn-ea"/>
              </a:rPr>
              <a:t>제출일시</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참여일시</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마감일시</a:t>
            </a:r>
            <a:r>
              <a:rPr lang="ko-KR" altLang="en-US" sz="800" dirty="0" smtClean="0">
                <a:solidFill>
                  <a:schemeClr val="tx1">
                    <a:lumMod val="75000"/>
                    <a:lumOff val="25000"/>
                  </a:schemeClr>
                </a:solidFill>
                <a:latin typeface="+mn-ea"/>
                <a:ea typeface="+mn-ea"/>
              </a:rPr>
              <a:t> 등은</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자동 등록</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중간고사</a:t>
            </a:r>
            <a:r>
              <a:rPr lang="en-US" altLang="ko-KR" sz="800" dirty="0">
                <a:solidFill>
                  <a:schemeClr val="tx1">
                    <a:lumMod val="75000"/>
                    <a:lumOff val="25000"/>
                  </a:schemeClr>
                </a:solidFill>
                <a:latin typeface="+mn-ea"/>
                <a:ea typeface="+mn-ea"/>
              </a:rPr>
              <a:t>, </a:t>
            </a:r>
            <a:r>
              <a:rPr lang="ko-KR" altLang="en-US" sz="800" dirty="0">
                <a:solidFill>
                  <a:schemeClr val="tx1">
                    <a:lumMod val="75000"/>
                    <a:lumOff val="25000"/>
                  </a:schemeClr>
                </a:solidFill>
                <a:latin typeface="+mn-ea"/>
                <a:ea typeface="+mn-ea"/>
              </a:rPr>
              <a:t>기말고시 </a:t>
            </a:r>
            <a:r>
              <a:rPr lang="ko-KR" altLang="en-US" sz="800" dirty="0" smtClean="0">
                <a:solidFill>
                  <a:schemeClr val="tx1">
                    <a:lumMod val="75000"/>
                    <a:lumOff val="25000"/>
                  </a:schemeClr>
                </a:solidFill>
                <a:latin typeface="+mn-ea"/>
                <a:ea typeface="+mn-ea"/>
              </a:rPr>
              <a:t>일정 표시</a:t>
            </a:r>
            <a:endParaRPr lang="ko-KR" altLang="en-US" sz="800" dirty="0">
              <a:solidFill>
                <a:schemeClr val="tx1">
                  <a:lumMod val="75000"/>
                  <a:lumOff val="25000"/>
                </a:schemeClr>
              </a:solidFill>
              <a:latin typeface="+mn-ea"/>
              <a:ea typeface="+mn-ea"/>
            </a:endParaRPr>
          </a:p>
        </p:txBody>
      </p:sp>
    </p:spTree>
    <p:extLst>
      <p:ext uri="{BB962C8B-B14F-4D97-AF65-F5344CB8AC3E}">
        <p14:creationId xmlns:p14="http://schemas.microsoft.com/office/powerpoint/2010/main" val="3307274725"/>
      </p:ext>
    </p:extLst>
  </p:cSld>
  <p:clrMapOvr>
    <a:masterClrMapping/>
  </p:clrMapOvr>
  <p:transition>
    <p:wipe dir="r"/>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수업일정</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KNOU_UI_C02150000_01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수업일정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787744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수업일정</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수업일정</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수업일정</a:t>
                </a:r>
                <a:endParaRPr kumimoji="1" lang="ko-KR" altLang="en-US" sz="800" dirty="0">
                  <a:solidFill>
                    <a:schemeClr val="tx1">
                      <a:lumMod val="75000"/>
                      <a:lumOff val="25000"/>
                    </a:schemeClr>
                  </a:solidFill>
                  <a:latin typeface="+mn-ea"/>
                  <a:ea typeface="+mn-ea"/>
                  <a:cs typeface="Calibri" pitchFamily="34" charset="0"/>
                </a:endParaRPr>
              </a:p>
            </p:txBody>
          </p:sp>
          <p:pic>
            <p:nvPicPr>
              <p:cNvPr id="2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수업일정</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633670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932684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93" name="Group 37"/>
          <p:cNvGraphicFramePr>
            <a:graphicFrameLocks noGrp="1"/>
          </p:cNvGraphicFramePr>
          <p:nvPr>
            <p:extLst>
              <p:ext uri="{D42A27DB-BD31-4B8C-83A1-F6EECF244321}">
                <p14:modId xmlns:p14="http://schemas.microsoft.com/office/powerpoint/2010/main" val="2032829791"/>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94"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검색어</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200" name="모서리가 둥근 직사각형 199"/>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02" name="그룹 201"/>
          <p:cNvGrpSpPr/>
          <p:nvPr/>
        </p:nvGrpSpPr>
        <p:grpSpPr>
          <a:xfrm>
            <a:off x="3138522" y="3808090"/>
            <a:ext cx="1022390" cy="346249"/>
            <a:chOff x="3325391" y="6239641"/>
            <a:chExt cx="1022390" cy="346249"/>
          </a:xfrm>
        </p:grpSpPr>
        <p:sp>
          <p:nvSpPr>
            <p:cNvPr id="204" name="직사각형 203"/>
            <p:cNvSpPr/>
            <p:nvPr/>
          </p:nvSpPr>
          <p:spPr>
            <a:xfrm>
              <a:off x="3475976" y="6239641"/>
              <a:ext cx="712054" cy="346249"/>
            </a:xfrm>
            <a:prstGeom prst="rect">
              <a:avLst/>
            </a:prstGeom>
          </p:spPr>
          <p:txBody>
            <a:bodyPr wrap="none">
              <a:spAutoFit/>
            </a:bodyPr>
            <a:lstStyle/>
            <a:p>
              <a:pPr algn="ctr">
                <a:lnSpc>
                  <a:spcPct val="150000"/>
                </a:lnSpc>
              </a:pPr>
              <a:r>
                <a:rPr lang="en-US" altLang="ko-KR" sz="1100" b="1" dirty="0" smtClean="0">
                  <a:solidFill>
                    <a:srgbClr val="4E6A8C"/>
                  </a:solidFill>
                  <a:latin typeface="+mn-ea"/>
                </a:rPr>
                <a:t>2026.03</a:t>
              </a:r>
              <a:endParaRPr lang="en-US" altLang="ko-KR" sz="1100" dirty="0">
                <a:solidFill>
                  <a:srgbClr val="4E6A8C"/>
                </a:solidFill>
                <a:latin typeface="+mn-ea"/>
              </a:endParaRPr>
            </a:p>
          </p:txBody>
        </p:sp>
        <p:sp>
          <p:nvSpPr>
            <p:cNvPr id="208" name="직사각형 207"/>
            <p:cNvSpPr/>
            <p:nvPr/>
          </p:nvSpPr>
          <p:spPr>
            <a:xfrm rot="16200000">
              <a:off x="4096430" y="6315145"/>
              <a:ext cx="287258" cy="215444"/>
            </a:xfrm>
            <a:prstGeom prst="rect">
              <a:avLst/>
            </a:prstGeom>
          </p:spPr>
          <p:txBody>
            <a:bodyPr wrap="none">
              <a:spAutoFit/>
            </a:bodyPr>
            <a:lstStyle/>
            <a:p>
              <a:r>
                <a:rPr lang="ko-KR" altLang="en-US" sz="800" kern="0" dirty="0">
                  <a:solidFill>
                    <a:schemeClr val="tx1">
                      <a:lumMod val="50000"/>
                      <a:lumOff val="50000"/>
                    </a:schemeClr>
                  </a:solidFill>
                  <a:latin typeface="+mn-ea"/>
                  <a:ea typeface="+mn-ea"/>
                </a:rPr>
                <a:t>▼</a:t>
              </a:r>
              <a:endParaRPr lang="ko-KR" altLang="en-US" sz="800" dirty="0">
                <a:solidFill>
                  <a:schemeClr val="tx1">
                    <a:lumMod val="50000"/>
                    <a:lumOff val="50000"/>
                  </a:schemeClr>
                </a:solidFill>
                <a:latin typeface="+mn-ea"/>
                <a:ea typeface="+mn-ea"/>
              </a:endParaRPr>
            </a:p>
          </p:txBody>
        </p:sp>
        <p:sp>
          <p:nvSpPr>
            <p:cNvPr id="209" name="직사각형 208"/>
            <p:cNvSpPr/>
            <p:nvPr/>
          </p:nvSpPr>
          <p:spPr>
            <a:xfrm rot="5400000">
              <a:off x="3289484" y="6323529"/>
              <a:ext cx="287258" cy="215444"/>
            </a:xfrm>
            <a:prstGeom prst="rect">
              <a:avLst/>
            </a:prstGeom>
          </p:spPr>
          <p:txBody>
            <a:bodyPr wrap="none">
              <a:spAutoFit/>
            </a:bodyPr>
            <a:lstStyle/>
            <a:p>
              <a:r>
                <a:rPr lang="ko-KR" altLang="en-US" sz="800" kern="0" dirty="0">
                  <a:solidFill>
                    <a:schemeClr val="tx1">
                      <a:lumMod val="50000"/>
                      <a:lumOff val="50000"/>
                    </a:schemeClr>
                  </a:solidFill>
                  <a:latin typeface="+mn-ea"/>
                  <a:ea typeface="+mn-ea"/>
                </a:rPr>
                <a:t>▼</a:t>
              </a:r>
              <a:endParaRPr lang="ko-KR" altLang="en-US" sz="800" dirty="0">
                <a:solidFill>
                  <a:schemeClr val="tx1">
                    <a:lumMod val="50000"/>
                    <a:lumOff val="50000"/>
                  </a:schemeClr>
                </a:solidFill>
                <a:latin typeface="+mn-ea"/>
                <a:ea typeface="+mn-ea"/>
              </a:endParaRPr>
            </a:p>
          </p:txBody>
        </p:sp>
      </p:grpSp>
      <p:grpSp>
        <p:nvGrpSpPr>
          <p:cNvPr id="210" name="그룹 209"/>
          <p:cNvGrpSpPr/>
          <p:nvPr/>
        </p:nvGrpSpPr>
        <p:grpSpPr>
          <a:xfrm>
            <a:off x="7771062" y="3899149"/>
            <a:ext cx="1089420" cy="180300"/>
            <a:chOff x="6961854" y="2276873"/>
            <a:chExt cx="1089420" cy="180300"/>
          </a:xfrm>
        </p:grpSpPr>
        <p:sp>
          <p:nvSpPr>
            <p:cNvPr id="211" name="Segment"/>
            <p:cNvSpPr/>
            <p:nvPr/>
          </p:nvSpPr>
          <p:spPr>
            <a:xfrm rot="5400000">
              <a:off x="7691274" y="2097173"/>
              <a:ext cx="180000" cy="540000"/>
            </a:xfrm>
            <a:prstGeom prst="round2SameRect">
              <a:avLst>
                <a:gd name="adj1" fmla="val 10566"/>
                <a:gd name="adj2" fmla="val 0"/>
              </a:avLst>
            </a:prstGeom>
            <a:solidFill>
              <a:schemeClr val="bg1"/>
            </a:solidFill>
            <a:ln w="6350">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vert="vert270" wrap="square"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smtClean="0">
                  <a:solidFill>
                    <a:schemeClr val="tx1">
                      <a:lumMod val="75000"/>
                      <a:lumOff val="25000"/>
                    </a:schemeClr>
                  </a:solidFill>
                  <a:latin typeface="Segoe UI" panose="020B0502040204020203" pitchFamily="34" charset="0"/>
                  <a:cs typeface="Segoe UI" panose="020B0502040204020203" pitchFamily="34" charset="0"/>
                </a:rPr>
                <a:t>월별</a:t>
              </a:r>
              <a:endParaRPr lang="en-US" sz="800" dirty="0">
                <a:solidFill>
                  <a:schemeClr val="tx1">
                    <a:lumMod val="75000"/>
                    <a:lumOff val="25000"/>
                  </a:schemeClr>
                </a:solidFill>
                <a:latin typeface="Segoe UI" panose="020B0502040204020203" pitchFamily="34" charset="0"/>
                <a:cs typeface="Segoe UI" panose="020B0502040204020203" pitchFamily="34" charset="0"/>
              </a:endParaRPr>
            </a:p>
          </p:txBody>
        </p:sp>
        <p:sp>
          <p:nvSpPr>
            <p:cNvPr id="212" name="Segment"/>
            <p:cNvSpPr/>
            <p:nvPr/>
          </p:nvSpPr>
          <p:spPr>
            <a:xfrm rot="5400000">
              <a:off x="7141854" y="2096873"/>
              <a:ext cx="180000" cy="540000"/>
            </a:xfrm>
            <a:prstGeom prst="round2SameRect">
              <a:avLst>
                <a:gd name="adj1" fmla="val 0"/>
                <a:gd name="adj2" fmla="val 12122"/>
              </a:avLst>
            </a:prstGeom>
            <a:solidFill>
              <a:srgbClr val="6786AD"/>
            </a:solidFill>
            <a:ln w="6350">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vert="vert270" wrap="square" lIns="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err="1" smtClean="0">
                  <a:solidFill>
                    <a:schemeClr val="bg1"/>
                  </a:solidFill>
                  <a:latin typeface="Segoe UI" panose="020B0502040204020203" pitchFamily="34" charset="0"/>
                  <a:cs typeface="Segoe UI" panose="020B0502040204020203" pitchFamily="34" charset="0"/>
                </a:rPr>
                <a:t>주별</a:t>
              </a:r>
              <a:endParaRPr lang="en-US" sz="800" dirty="0">
                <a:solidFill>
                  <a:schemeClr val="bg1"/>
                </a:solidFill>
                <a:latin typeface="Segoe UI" panose="020B0502040204020203" pitchFamily="34" charset="0"/>
                <a:cs typeface="Segoe UI" panose="020B0502040204020203" pitchFamily="34" charset="0"/>
              </a:endParaRPr>
            </a:p>
          </p:txBody>
        </p:sp>
      </p:grpSp>
      <p:graphicFrame>
        <p:nvGraphicFramePr>
          <p:cNvPr id="213" name="표 212"/>
          <p:cNvGraphicFramePr>
            <a:graphicFrameLocks noGrp="1"/>
          </p:cNvGraphicFramePr>
          <p:nvPr>
            <p:extLst>
              <p:ext uri="{D42A27DB-BD31-4B8C-83A1-F6EECF244321}">
                <p14:modId xmlns:p14="http://schemas.microsoft.com/office/powerpoint/2010/main" val="3554521451"/>
              </p:ext>
            </p:extLst>
          </p:nvPr>
        </p:nvGraphicFramePr>
        <p:xfrm>
          <a:off x="2538306" y="4139555"/>
          <a:ext cx="6322176" cy="4906069"/>
        </p:xfrm>
        <a:graphic>
          <a:graphicData uri="http://schemas.openxmlformats.org/drawingml/2006/table">
            <a:tbl>
              <a:tblPr firstRow="1" bandRow="1">
                <a:tableStyleId>{5C22544A-7EE6-4342-B048-85BDC9FD1C3A}</a:tableStyleId>
              </a:tblPr>
              <a:tblGrid>
                <a:gridCol w="903168"/>
                <a:gridCol w="5419008"/>
              </a:tblGrid>
              <a:tr h="700867">
                <a:tc>
                  <a:txBody>
                    <a:bodyPr/>
                    <a:lstStyle/>
                    <a:p>
                      <a:pPr algn="l" latinLnBrk="1"/>
                      <a:r>
                        <a:rPr lang="en-US" altLang="ko-KR" sz="800" b="0" dirty="0" smtClean="0">
                          <a:solidFill>
                            <a:srgbClr val="C00000"/>
                          </a:solidFill>
                          <a:latin typeface="+mn-ea"/>
                          <a:ea typeface="+mn-ea"/>
                        </a:rPr>
                        <a:t>7 (</a:t>
                      </a:r>
                      <a:r>
                        <a:rPr lang="ko-KR" altLang="en-US" sz="800" b="0" dirty="0" smtClean="0">
                          <a:solidFill>
                            <a:srgbClr val="C00000"/>
                          </a:solidFill>
                          <a:latin typeface="+mn-ea"/>
                          <a:ea typeface="+mn-ea"/>
                        </a:rPr>
                        <a:t>일</a:t>
                      </a:r>
                      <a:r>
                        <a:rPr lang="en-US" altLang="ko-KR" sz="800" b="0" dirty="0" smtClean="0">
                          <a:solidFill>
                            <a:srgbClr val="C00000"/>
                          </a:solidFill>
                          <a:latin typeface="+mn-ea"/>
                          <a:ea typeface="+mn-ea"/>
                        </a:rPr>
                        <a:t>)</a:t>
                      </a:r>
                      <a:endParaRPr lang="ko-KR" altLang="en-US" sz="800" b="0" dirty="0">
                        <a:solidFill>
                          <a:srgbClr val="C00000"/>
                        </a:solidFill>
                        <a:latin typeface="+mn-ea"/>
                        <a:ea typeface="+mn-ea"/>
                      </a:endParaRPr>
                    </a:p>
                  </a:txBody>
                  <a:tcPr marL="36000">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700867">
                <a:tc>
                  <a:txBody>
                    <a:bodyPr/>
                    <a:lstStyle/>
                    <a:p>
                      <a:pPr algn="l" latinLnBrk="1"/>
                      <a:r>
                        <a:rPr lang="en-US" altLang="ko-KR" sz="800" b="0" dirty="0" smtClean="0">
                          <a:solidFill>
                            <a:schemeClr val="tx1">
                              <a:lumMod val="75000"/>
                              <a:lumOff val="25000"/>
                            </a:schemeClr>
                          </a:solidFill>
                          <a:latin typeface="+mn-ea"/>
                          <a:ea typeface="+mn-ea"/>
                        </a:rPr>
                        <a:t>8  (</a:t>
                      </a:r>
                      <a:r>
                        <a:rPr lang="ko-KR" altLang="en-US" sz="800" b="0" dirty="0" smtClean="0">
                          <a:solidFill>
                            <a:schemeClr val="tx1">
                              <a:lumMod val="75000"/>
                              <a:lumOff val="25000"/>
                            </a:schemeClr>
                          </a:solidFill>
                          <a:latin typeface="+mn-ea"/>
                          <a:ea typeface="+mn-ea"/>
                        </a:rPr>
                        <a:t>월</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700867">
                <a:tc>
                  <a:txBody>
                    <a:bodyPr/>
                    <a:lstStyle/>
                    <a:p>
                      <a:pPr algn="l" latinLnBrk="1"/>
                      <a:r>
                        <a:rPr lang="en-US" altLang="ko-KR" sz="800" b="0" dirty="0" smtClean="0">
                          <a:solidFill>
                            <a:schemeClr val="tx1">
                              <a:lumMod val="75000"/>
                              <a:lumOff val="25000"/>
                            </a:schemeClr>
                          </a:solidFill>
                          <a:latin typeface="+mn-ea"/>
                          <a:ea typeface="+mn-ea"/>
                        </a:rPr>
                        <a:t>9  (</a:t>
                      </a:r>
                      <a:r>
                        <a:rPr lang="ko-KR" altLang="en-US" sz="800" b="0" dirty="0" smtClean="0">
                          <a:solidFill>
                            <a:schemeClr val="tx1">
                              <a:lumMod val="75000"/>
                              <a:lumOff val="25000"/>
                            </a:schemeClr>
                          </a:solidFill>
                          <a:latin typeface="+mn-ea"/>
                          <a:ea typeface="+mn-ea"/>
                        </a:rPr>
                        <a:t>화</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700867">
                <a:tc>
                  <a:txBody>
                    <a:bodyPr/>
                    <a:lstStyle/>
                    <a:p>
                      <a:pPr algn="l" latinLnBrk="1"/>
                      <a:r>
                        <a:rPr lang="en-US" altLang="ko-KR" sz="800" b="0" dirty="0" smtClean="0">
                          <a:solidFill>
                            <a:schemeClr val="tx1">
                              <a:lumMod val="75000"/>
                              <a:lumOff val="25000"/>
                            </a:schemeClr>
                          </a:solidFill>
                          <a:latin typeface="+mn-ea"/>
                          <a:ea typeface="+mn-ea"/>
                        </a:rPr>
                        <a:t>10  (</a:t>
                      </a:r>
                      <a:r>
                        <a:rPr lang="ko-KR" altLang="en-US" sz="800" b="0" dirty="0" smtClean="0">
                          <a:solidFill>
                            <a:schemeClr val="tx1">
                              <a:lumMod val="75000"/>
                              <a:lumOff val="25000"/>
                            </a:schemeClr>
                          </a:solidFill>
                          <a:latin typeface="+mn-ea"/>
                          <a:ea typeface="+mn-ea"/>
                        </a:rPr>
                        <a:t>수</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700867">
                <a:tc>
                  <a:txBody>
                    <a:bodyPr/>
                    <a:lstStyle/>
                    <a:p>
                      <a:pPr algn="l" latinLnBrk="1"/>
                      <a:r>
                        <a:rPr lang="en-US" altLang="ko-KR" sz="800" b="0" dirty="0" smtClean="0">
                          <a:solidFill>
                            <a:schemeClr val="tx1">
                              <a:lumMod val="75000"/>
                              <a:lumOff val="25000"/>
                            </a:schemeClr>
                          </a:solidFill>
                          <a:latin typeface="+mn-ea"/>
                          <a:ea typeface="+mn-ea"/>
                        </a:rPr>
                        <a:t>11  (</a:t>
                      </a:r>
                      <a:r>
                        <a:rPr lang="ko-KR" altLang="en-US" sz="800" b="0" dirty="0" smtClean="0">
                          <a:solidFill>
                            <a:schemeClr val="tx1">
                              <a:lumMod val="75000"/>
                              <a:lumOff val="25000"/>
                            </a:schemeClr>
                          </a:solidFill>
                          <a:latin typeface="+mn-ea"/>
                          <a:ea typeface="+mn-ea"/>
                        </a:rPr>
                        <a:t>목</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700867">
                <a:tc>
                  <a:txBody>
                    <a:bodyPr/>
                    <a:lstStyle/>
                    <a:p>
                      <a:pPr algn="l" latinLnBrk="1"/>
                      <a:r>
                        <a:rPr lang="en-US" altLang="ko-KR" sz="800" b="0" dirty="0" smtClean="0">
                          <a:solidFill>
                            <a:schemeClr val="tx1">
                              <a:lumMod val="75000"/>
                              <a:lumOff val="25000"/>
                            </a:schemeClr>
                          </a:solidFill>
                          <a:latin typeface="+mn-ea"/>
                          <a:ea typeface="+mn-ea"/>
                        </a:rPr>
                        <a:t>12  (</a:t>
                      </a:r>
                      <a:r>
                        <a:rPr lang="ko-KR" altLang="en-US" sz="800" b="0" dirty="0" smtClean="0">
                          <a:solidFill>
                            <a:schemeClr val="tx1">
                              <a:lumMod val="75000"/>
                              <a:lumOff val="25000"/>
                            </a:schemeClr>
                          </a:solidFill>
                          <a:latin typeface="+mn-ea"/>
                          <a:ea typeface="+mn-ea"/>
                        </a:rPr>
                        <a:t>금</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marL="36000">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r h="700867">
                <a:tc>
                  <a:txBody>
                    <a:bodyPr/>
                    <a:lstStyle/>
                    <a:p>
                      <a:pPr algn="l" latinLnBrk="1"/>
                      <a:r>
                        <a:rPr lang="en-US" altLang="ko-KR" sz="800" b="0" dirty="0" smtClean="0">
                          <a:solidFill>
                            <a:srgbClr val="0070C0"/>
                          </a:solidFill>
                          <a:latin typeface="+mn-ea"/>
                          <a:ea typeface="+mn-ea"/>
                        </a:rPr>
                        <a:t>13  (</a:t>
                      </a:r>
                      <a:r>
                        <a:rPr lang="ko-KR" altLang="en-US" sz="800" b="0" dirty="0" smtClean="0">
                          <a:solidFill>
                            <a:srgbClr val="0070C0"/>
                          </a:solidFill>
                          <a:latin typeface="+mn-ea"/>
                          <a:ea typeface="+mn-ea"/>
                        </a:rPr>
                        <a:t>토</a:t>
                      </a:r>
                      <a:r>
                        <a:rPr lang="en-US" altLang="ko-KR" sz="800" b="0" dirty="0" smtClean="0">
                          <a:solidFill>
                            <a:srgbClr val="0070C0"/>
                          </a:solidFill>
                          <a:latin typeface="+mn-ea"/>
                          <a:ea typeface="+mn-ea"/>
                        </a:rPr>
                        <a:t>)</a:t>
                      </a:r>
                      <a:endParaRPr lang="ko-KR" altLang="en-US" sz="800" b="0" dirty="0">
                        <a:solidFill>
                          <a:srgbClr val="0070C0"/>
                        </a:solidFill>
                        <a:latin typeface="+mn-ea"/>
                        <a:ea typeface="+mn-ea"/>
                      </a:endParaRPr>
                    </a:p>
                  </a:txBody>
                  <a:tcPr marL="36000">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rgbClr val="E0E6EE"/>
                    </a:solidFill>
                  </a:tcPr>
                </a:tc>
                <a:tc>
                  <a:txBody>
                    <a:bodyPr/>
                    <a:lstStyle/>
                    <a:p>
                      <a:pPr algn="l" latinLnBrk="1"/>
                      <a:endParaRPr lang="ko-KR" altLang="en-US" sz="800" dirty="0">
                        <a:latin typeface="+mn-ea"/>
                        <a:ea typeface="+mn-ea"/>
                      </a:endParaRPr>
                    </a:p>
                  </a:txBody>
                  <a:tcPr>
                    <a:lnL w="12700" cap="flat" cmpd="sng" algn="ctr">
                      <a:solidFill>
                        <a:srgbClr val="B1C1D5"/>
                      </a:solidFill>
                      <a:prstDash val="solid"/>
                      <a:round/>
                      <a:headEnd type="none" w="med" len="med"/>
                      <a:tailEnd type="none" w="med" len="med"/>
                    </a:lnL>
                    <a:lnR w="12700" cap="flat" cmpd="sng" algn="ctr">
                      <a:solidFill>
                        <a:srgbClr val="B1C1D5"/>
                      </a:solidFill>
                      <a:prstDash val="solid"/>
                      <a:round/>
                      <a:headEnd type="none" w="med" len="med"/>
                      <a:tailEnd type="none" w="med" len="med"/>
                    </a:lnR>
                    <a:lnT w="12700" cap="flat" cmpd="sng" algn="ctr">
                      <a:solidFill>
                        <a:srgbClr val="B1C1D5"/>
                      </a:solidFill>
                      <a:prstDash val="solid"/>
                      <a:round/>
                      <a:headEnd type="none" w="med" len="med"/>
                      <a:tailEnd type="none" w="med" len="med"/>
                    </a:lnT>
                    <a:lnB w="12700" cap="flat" cmpd="sng" algn="ctr">
                      <a:solidFill>
                        <a:srgbClr val="B1C1D5"/>
                      </a:solidFill>
                      <a:prstDash val="solid"/>
                      <a:round/>
                      <a:headEnd type="none" w="med" len="med"/>
                      <a:tailEnd type="none" w="med" len="med"/>
                    </a:lnB>
                    <a:solidFill>
                      <a:schemeClr val="bg1"/>
                    </a:solidFill>
                  </a:tcPr>
                </a:tc>
              </a:tr>
            </a:tbl>
          </a:graphicData>
        </a:graphic>
      </p:graphicFrame>
      <p:sp>
        <p:nvSpPr>
          <p:cNvPr id="214" name="모서리가 둥근 직사각형 213"/>
          <p:cNvSpPr/>
          <p:nvPr/>
        </p:nvSpPr>
        <p:spPr>
          <a:xfrm>
            <a:off x="2539155" y="3893218"/>
            <a:ext cx="54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오늘</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5" name="그룹 214"/>
          <p:cNvGrpSpPr/>
          <p:nvPr/>
        </p:nvGrpSpPr>
        <p:grpSpPr>
          <a:xfrm>
            <a:off x="2482200" y="3721738"/>
            <a:ext cx="234360" cy="200055"/>
            <a:chOff x="1152270" y="11706839"/>
            <a:chExt cx="234360" cy="200055"/>
          </a:xfrm>
        </p:grpSpPr>
        <p:sp>
          <p:nvSpPr>
            <p:cNvPr id="216" name="모서리가 둥근 직사각형 21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27" name="직사각형 32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366" name="타원 365"/>
          <p:cNvSpPr>
            <a:spLocks noChangeAspect="1"/>
          </p:cNvSpPr>
          <p:nvPr/>
        </p:nvSpPr>
        <p:spPr>
          <a:xfrm>
            <a:off x="2549179" y="6256362"/>
            <a:ext cx="180000" cy="180000"/>
          </a:xfrm>
          <a:prstGeom prst="ellipse">
            <a:avLst/>
          </a:prstGeom>
          <a:solidFill>
            <a:srgbClr val="009BE5">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nvGrpSpPr>
          <p:cNvPr id="367" name="그룹 366"/>
          <p:cNvGrpSpPr/>
          <p:nvPr/>
        </p:nvGrpSpPr>
        <p:grpSpPr>
          <a:xfrm>
            <a:off x="4592960" y="6957972"/>
            <a:ext cx="948790" cy="215444"/>
            <a:chOff x="4052912" y="3158502"/>
            <a:chExt cx="948790" cy="215444"/>
          </a:xfrm>
        </p:grpSpPr>
        <p:sp>
          <p:nvSpPr>
            <p:cNvPr id="368" name="직사각형 367"/>
            <p:cNvSpPr/>
            <p:nvPr/>
          </p:nvSpPr>
          <p:spPr>
            <a:xfrm>
              <a:off x="4100493" y="3158502"/>
              <a:ext cx="901209"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개별</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과제등록</a:t>
              </a:r>
              <a:endParaRPr lang="en-US" altLang="ko-KR" sz="800" dirty="0">
                <a:solidFill>
                  <a:schemeClr val="tx1">
                    <a:lumMod val="65000"/>
                    <a:lumOff val="35000"/>
                  </a:schemeClr>
                </a:solidFill>
                <a:latin typeface="+mn-ea"/>
                <a:ea typeface="+mn-ea"/>
              </a:endParaRPr>
            </a:p>
          </p:txBody>
        </p:sp>
        <p:sp>
          <p:nvSpPr>
            <p:cNvPr id="369" name="타원 368"/>
            <p:cNvSpPr>
              <a:spLocks noChangeAspect="1"/>
            </p:cNvSpPr>
            <p:nvPr/>
          </p:nvSpPr>
          <p:spPr>
            <a:xfrm>
              <a:off x="4052912" y="3212976"/>
              <a:ext cx="108000" cy="108000"/>
            </a:xfrm>
            <a:prstGeom prst="ellipse">
              <a:avLst/>
            </a:prstGeom>
            <a:solidFill>
              <a:schemeClr val="tx1">
                <a:lumMod val="50000"/>
                <a:lumOff val="50000"/>
                <a:alpha val="7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pSp>
        <p:nvGrpSpPr>
          <p:cNvPr id="370" name="그룹 369"/>
          <p:cNvGrpSpPr/>
          <p:nvPr/>
        </p:nvGrpSpPr>
        <p:grpSpPr>
          <a:xfrm>
            <a:off x="3474740" y="4840585"/>
            <a:ext cx="1006072" cy="215444"/>
            <a:chOff x="2730289" y="4176718"/>
            <a:chExt cx="1006072" cy="215444"/>
          </a:xfrm>
        </p:grpSpPr>
        <p:sp>
          <p:nvSpPr>
            <p:cNvPr id="371" name="직사각형 370"/>
            <p:cNvSpPr/>
            <p:nvPr/>
          </p:nvSpPr>
          <p:spPr>
            <a:xfrm>
              <a:off x="2769430" y="4176718"/>
              <a:ext cx="966931"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과제</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과제명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372" name="타원 371"/>
            <p:cNvSpPr>
              <a:spLocks noChangeAspect="1"/>
            </p:cNvSpPr>
            <p:nvPr/>
          </p:nvSpPr>
          <p:spPr>
            <a:xfrm>
              <a:off x="2730289" y="4229676"/>
              <a:ext cx="108000" cy="108000"/>
            </a:xfrm>
            <a:prstGeom prst="ellipse">
              <a:avLst/>
            </a:prstGeom>
            <a:solidFill>
              <a:srgbClr val="C00000">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sp>
        <p:nvSpPr>
          <p:cNvPr id="380" name="모서리가 둥근 직사각형 379"/>
          <p:cNvSpPr/>
          <p:nvPr/>
        </p:nvSpPr>
        <p:spPr>
          <a:xfrm>
            <a:off x="2072728" y="4136719"/>
            <a:ext cx="432000" cy="180000"/>
          </a:xfrm>
          <a:prstGeom prst="roundRect">
            <a:avLst/>
          </a:prstGeom>
          <a:solidFill>
            <a:schemeClr val="bg1"/>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1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주</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81" name="모서리가 둥근 직사각형 380"/>
          <p:cNvSpPr/>
          <p:nvPr/>
        </p:nvSpPr>
        <p:spPr>
          <a:xfrm>
            <a:off x="2072680" y="4348170"/>
            <a:ext cx="432000" cy="180000"/>
          </a:xfrm>
          <a:prstGeom prst="roundRect">
            <a:avLst/>
          </a:prstGeom>
          <a:solidFill>
            <a:srgbClr val="B1C1D5"/>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주</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82" name="모서리가 둥근 직사각형 381"/>
          <p:cNvSpPr/>
          <p:nvPr/>
        </p:nvSpPr>
        <p:spPr>
          <a:xfrm>
            <a:off x="2072728" y="4562078"/>
            <a:ext cx="432000" cy="180000"/>
          </a:xfrm>
          <a:prstGeom prst="roundRect">
            <a:avLst/>
          </a:prstGeom>
          <a:solidFill>
            <a:schemeClr val="bg1"/>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3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주</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90" name="모서리가 둥근 직사각형 389"/>
          <p:cNvSpPr/>
          <p:nvPr/>
        </p:nvSpPr>
        <p:spPr>
          <a:xfrm>
            <a:off x="2072680" y="4783054"/>
            <a:ext cx="432000" cy="180000"/>
          </a:xfrm>
          <a:prstGeom prst="roundRect">
            <a:avLst/>
          </a:prstGeom>
          <a:solidFill>
            <a:schemeClr val="bg1"/>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4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주</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sp>
        <p:nvSpPr>
          <p:cNvPr id="391" name="모서리가 둥근 직사각형 390"/>
          <p:cNvSpPr/>
          <p:nvPr/>
        </p:nvSpPr>
        <p:spPr>
          <a:xfrm>
            <a:off x="2072680" y="4996242"/>
            <a:ext cx="432000" cy="180000"/>
          </a:xfrm>
          <a:prstGeom prst="roundRect">
            <a:avLst/>
          </a:prstGeom>
          <a:solidFill>
            <a:schemeClr val="bg1"/>
          </a:solidFill>
          <a:ln w="3175">
            <a:solidFill>
              <a:srgbClr val="B1C1D5"/>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5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주</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92" name="그룹 391"/>
          <p:cNvGrpSpPr/>
          <p:nvPr/>
        </p:nvGrpSpPr>
        <p:grpSpPr>
          <a:xfrm>
            <a:off x="1881753" y="4309705"/>
            <a:ext cx="234360" cy="200055"/>
            <a:chOff x="1152270" y="11706839"/>
            <a:chExt cx="234360" cy="200055"/>
          </a:xfrm>
        </p:grpSpPr>
        <p:sp>
          <p:nvSpPr>
            <p:cNvPr id="397" name="모서리가 둥근 직사각형 39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8" name="직사각형 39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399" name="그룹 398"/>
          <p:cNvGrpSpPr/>
          <p:nvPr/>
        </p:nvGrpSpPr>
        <p:grpSpPr>
          <a:xfrm>
            <a:off x="2341662" y="6244727"/>
            <a:ext cx="234360" cy="200055"/>
            <a:chOff x="1152270" y="11706839"/>
            <a:chExt cx="234360" cy="200055"/>
          </a:xfrm>
        </p:grpSpPr>
        <p:sp>
          <p:nvSpPr>
            <p:cNvPr id="400" name="모서리가 둥근 직사각형 39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01" name="직사각형 40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402" name="그룹 401"/>
          <p:cNvGrpSpPr/>
          <p:nvPr/>
        </p:nvGrpSpPr>
        <p:grpSpPr>
          <a:xfrm>
            <a:off x="4616499" y="7119000"/>
            <a:ext cx="2372128" cy="1244633"/>
            <a:chOff x="2726024" y="6119775"/>
            <a:chExt cx="2372128" cy="1244633"/>
          </a:xfrm>
        </p:grpSpPr>
        <p:grpSp>
          <p:nvGrpSpPr>
            <p:cNvPr id="403" name="그룹 402"/>
            <p:cNvGrpSpPr/>
            <p:nvPr/>
          </p:nvGrpSpPr>
          <p:grpSpPr>
            <a:xfrm>
              <a:off x="2726024" y="6138825"/>
              <a:ext cx="2370992" cy="1225583"/>
              <a:chOff x="2411513" y="7417553"/>
              <a:chExt cx="2370992" cy="1225583"/>
            </a:xfrm>
          </p:grpSpPr>
          <p:grpSp>
            <p:nvGrpSpPr>
              <p:cNvPr id="405" name="그룹 404"/>
              <p:cNvGrpSpPr/>
              <p:nvPr/>
            </p:nvGrpSpPr>
            <p:grpSpPr>
              <a:xfrm>
                <a:off x="2411513" y="7417553"/>
                <a:ext cx="2370992" cy="1025528"/>
                <a:chOff x="1223381" y="4969281"/>
                <a:chExt cx="2370992" cy="1025528"/>
              </a:xfrm>
            </p:grpSpPr>
            <p:sp>
              <p:nvSpPr>
                <p:cNvPr id="409" name="직사각형 408"/>
                <p:cNvSpPr/>
                <p:nvPr/>
              </p:nvSpPr>
              <p:spPr>
                <a:xfrm>
                  <a:off x="1223381" y="4976130"/>
                  <a:ext cx="2340000" cy="1018679"/>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10" name="직사각형 409"/>
                <p:cNvSpPr/>
                <p:nvPr/>
              </p:nvSpPr>
              <p:spPr>
                <a:xfrm>
                  <a:off x="1246945" y="5149641"/>
                  <a:ext cx="2347428" cy="276999"/>
                </a:xfrm>
                <a:prstGeom prst="rect">
                  <a:avLst/>
                </a:prstGeom>
              </p:spPr>
              <p:txBody>
                <a:bodyPr wrap="square">
                  <a:spAutoFit/>
                </a:bodyPr>
                <a:lstStyle/>
                <a:p>
                  <a:pPr>
                    <a:lnSpc>
                      <a:spcPct val="150000"/>
                    </a:lnSpc>
                  </a:pPr>
                  <a:r>
                    <a:rPr lang="en-US" altLang="ko-KR" sz="800" dirty="0" smtClean="0">
                      <a:solidFill>
                        <a:schemeClr val="tx1">
                          <a:lumMod val="65000"/>
                          <a:lumOff val="35000"/>
                        </a:schemeClr>
                      </a:solidFill>
                      <a:latin typeface="+mn-ea"/>
                      <a:ea typeface="+mn-ea"/>
                    </a:rPr>
                    <a:t>[2026.03.11 09:00 ~ 2026.03.11 19:00)</a:t>
                  </a:r>
                  <a:endParaRPr lang="en-US" altLang="ko-KR" sz="800" dirty="0">
                    <a:solidFill>
                      <a:schemeClr val="tx1">
                        <a:lumMod val="65000"/>
                        <a:lumOff val="35000"/>
                      </a:schemeClr>
                    </a:solidFill>
                    <a:latin typeface="+mn-ea"/>
                    <a:ea typeface="+mn-ea"/>
                  </a:endParaRPr>
                </a:p>
              </p:txBody>
            </p:sp>
            <p:sp>
              <p:nvSpPr>
                <p:cNvPr id="411" name="직사각형 410"/>
                <p:cNvSpPr/>
                <p:nvPr/>
              </p:nvSpPr>
              <p:spPr>
                <a:xfrm>
                  <a:off x="1223382" y="4976971"/>
                  <a:ext cx="2340000" cy="180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412" name="직사각형 411"/>
                <p:cNvSpPr/>
                <p:nvPr/>
              </p:nvSpPr>
              <p:spPr>
                <a:xfrm>
                  <a:off x="2095665" y="4969281"/>
                  <a:ext cx="595035" cy="215444"/>
                </a:xfrm>
                <a:prstGeom prst="rect">
                  <a:avLst/>
                </a:prstGeom>
              </p:spPr>
              <p:txBody>
                <a:bodyPr wrap="none">
                  <a:spAutoFit/>
                </a:bodyPr>
                <a:lstStyle/>
                <a:p>
                  <a:pPr algn="ctr"/>
                  <a:r>
                    <a:rPr lang="ko-KR" altLang="en-US" sz="800" b="1" dirty="0" smtClean="0">
                      <a:solidFill>
                        <a:schemeClr val="bg1"/>
                      </a:solidFill>
                      <a:latin typeface="+mn-ea"/>
                      <a:ea typeface="+mn-ea"/>
                    </a:rPr>
                    <a:t>과제등록</a:t>
                  </a:r>
                  <a:endParaRPr lang="ko-KR" altLang="en-US" sz="800" b="1" dirty="0">
                    <a:solidFill>
                      <a:schemeClr val="bg1"/>
                    </a:solidFill>
                    <a:latin typeface="+mn-ea"/>
                    <a:ea typeface="+mn-ea"/>
                  </a:endParaRPr>
                </a:p>
              </p:txBody>
            </p:sp>
            <p:sp>
              <p:nvSpPr>
                <p:cNvPr id="413" name="직사각형 412"/>
                <p:cNvSpPr/>
                <p:nvPr/>
              </p:nvSpPr>
              <p:spPr>
                <a:xfrm>
                  <a:off x="1343075" y="5409220"/>
                  <a:ext cx="2088232" cy="466524"/>
                </a:xfrm>
                <a:prstGeom prst="rect">
                  <a:avLst/>
                </a:prstGeom>
                <a:solidFill>
                  <a:schemeClr val="bg1"/>
                </a:solidFill>
                <a:ln w="3175">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설명</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설명 설명설명</a:t>
                  </a:r>
                  <a:r>
                    <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rPr>
                    <a:t>설명</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설명 설명설명</a:t>
                  </a:r>
                </a:p>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설명</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설명 </a:t>
                  </a:r>
                  <a:r>
                    <a:rPr lang="ko-KR" altLang="en-US" sz="800" b="1" dirty="0">
                      <a:solidFill>
                        <a:schemeClr val="tx1">
                          <a:lumMod val="65000"/>
                          <a:lumOff val="35000"/>
                        </a:schemeClr>
                      </a:solidFill>
                      <a:latin typeface="맑은 고딕" panose="020B0503020000020004" pitchFamily="50" charset="-127"/>
                      <a:ea typeface="맑은 고딕" panose="020B0503020000020004" pitchFamily="50" charset="-127"/>
                    </a:rPr>
                    <a:t>설명설명</a:t>
                  </a:r>
                </a:p>
                <a:p>
                  <a:endParaRPr lang="ko-KR" altLang="en-US" sz="800" dirty="0">
                    <a:solidFill>
                      <a:schemeClr val="tx1">
                        <a:lumMod val="65000"/>
                        <a:lumOff val="35000"/>
                      </a:schemeClr>
                    </a:solidFill>
                    <a:latin typeface="맑은 고딕" panose="020B0503020000020004" pitchFamily="50" charset="-127"/>
                    <a:ea typeface="맑은 고딕" panose="020B0503020000020004" pitchFamily="50" charset="-127"/>
                  </a:endParaRPr>
                </a:p>
                <a:p>
                  <a:endPar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sp>
            <p:nvSpPr>
              <p:cNvPr id="406" name="직사각형 405"/>
              <p:cNvSpPr/>
              <p:nvPr/>
            </p:nvSpPr>
            <p:spPr>
              <a:xfrm>
                <a:off x="2900772" y="8443081"/>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404" name="직사각형 403"/>
            <p:cNvSpPr/>
            <p:nvPr/>
          </p:nvSpPr>
          <p:spPr>
            <a:xfrm>
              <a:off x="4830130" y="6119775"/>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414" name="그룹 413"/>
          <p:cNvGrpSpPr/>
          <p:nvPr/>
        </p:nvGrpSpPr>
        <p:grpSpPr>
          <a:xfrm>
            <a:off x="7492330" y="3729470"/>
            <a:ext cx="234360" cy="200055"/>
            <a:chOff x="1152270" y="11706839"/>
            <a:chExt cx="234360" cy="200055"/>
          </a:xfrm>
        </p:grpSpPr>
        <p:sp>
          <p:nvSpPr>
            <p:cNvPr id="415" name="모서리가 둥근 직사각형 41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16" name="직사각형 415"/>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420" name="그룹 419"/>
          <p:cNvGrpSpPr/>
          <p:nvPr/>
        </p:nvGrpSpPr>
        <p:grpSpPr>
          <a:xfrm>
            <a:off x="5426309" y="6956893"/>
            <a:ext cx="234360" cy="200055"/>
            <a:chOff x="1152270" y="11706839"/>
            <a:chExt cx="234360" cy="200055"/>
          </a:xfrm>
        </p:grpSpPr>
        <p:sp>
          <p:nvSpPr>
            <p:cNvPr id="421" name="모서리가 둥근 직사각형 42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22" name="직사각형 42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grpSp>
        <p:nvGrpSpPr>
          <p:cNvPr id="426" name="그룹 425"/>
          <p:cNvGrpSpPr/>
          <p:nvPr/>
        </p:nvGrpSpPr>
        <p:grpSpPr>
          <a:xfrm>
            <a:off x="3484265" y="5542195"/>
            <a:ext cx="1006072" cy="215444"/>
            <a:chOff x="2730289" y="4176718"/>
            <a:chExt cx="1006072" cy="215444"/>
          </a:xfrm>
        </p:grpSpPr>
        <p:sp>
          <p:nvSpPr>
            <p:cNvPr id="427" name="직사각형 426"/>
            <p:cNvSpPr/>
            <p:nvPr/>
          </p:nvSpPr>
          <p:spPr>
            <a:xfrm>
              <a:off x="2769430" y="4176718"/>
              <a:ext cx="966931"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과제</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과제명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428" name="타원 427"/>
            <p:cNvSpPr>
              <a:spLocks noChangeAspect="1"/>
            </p:cNvSpPr>
            <p:nvPr/>
          </p:nvSpPr>
          <p:spPr>
            <a:xfrm>
              <a:off x="2730289" y="4229676"/>
              <a:ext cx="108000" cy="108000"/>
            </a:xfrm>
            <a:prstGeom prst="ellipse">
              <a:avLst/>
            </a:prstGeom>
            <a:solidFill>
              <a:srgbClr val="C00000">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pSp>
        <p:nvGrpSpPr>
          <p:cNvPr id="429" name="그룹 428"/>
          <p:cNvGrpSpPr/>
          <p:nvPr/>
        </p:nvGrpSpPr>
        <p:grpSpPr>
          <a:xfrm>
            <a:off x="3493790" y="6237892"/>
            <a:ext cx="1006072" cy="215444"/>
            <a:chOff x="2730289" y="4176718"/>
            <a:chExt cx="1006072" cy="215444"/>
          </a:xfrm>
        </p:grpSpPr>
        <p:sp>
          <p:nvSpPr>
            <p:cNvPr id="430" name="직사각형 429"/>
            <p:cNvSpPr/>
            <p:nvPr/>
          </p:nvSpPr>
          <p:spPr>
            <a:xfrm>
              <a:off x="2769430" y="4176718"/>
              <a:ext cx="966931"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과제</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과제명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431" name="타원 430"/>
            <p:cNvSpPr>
              <a:spLocks noChangeAspect="1"/>
            </p:cNvSpPr>
            <p:nvPr/>
          </p:nvSpPr>
          <p:spPr>
            <a:xfrm>
              <a:off x="2730289" y="4229676"/>
              <a:ext cx="108000" cy="108000"/>
            </a:xfrm>
            <a:prstGeom prst="ellipse">
              <a:avLst/>
            </a:prstGeom>
            <a:solidFill>
              <a:srgbClr val="C00000">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pSp>
        <p:nvGrpSpPr>
          <p:cNvPr id="432" name="그룹 431"/>
          <p:cNvGrpSpPr/>
          <p:nvPr/>
        </p:nvGrpSpPr>
        <p:grpSpPr>
          <a:xfrm>
            <a:off x="3493790" y="6957972"/>
            <a:ext cx="1006072" cy="215444"/>
            <a:chOff x="2730289" y="4176718"/>
            <a:chExt cx="1006072" cy="215444"/>
          </a:xfrm>
        </p:grpSpPr>
        <p:sp>
          <p:nvSpPr>
            <p:cNvPr id="433" name="직사각형 432"/>
            <p:cNvSpPr/>
            <p:nvPr/>
          </p:nvSpPr>
          <p:spPr>
            <a:xfrm>
              <a:off x="2769430" y="4176718"/>
              <a:ext cx="966931"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과제</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과제명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434" name="타원 433"/>
            <p:cNvSpPr>
              <a:spLocks noChangeAspect="1"/>
            </p:cNvSpPr>
            <p:nvPr/>
          </p:nvSpPr>
          <p:spPr>
            <a:xfrm>
              <a:off x="2730289" y="4229676"/>
              <a:ext cx="108000" cy="108000"/>
            </a:xfrm>
            <a:prstGeom prst="ellipse">
              <a:avLst/>
            </a:prstGeom>
            <a:solidFill>
              <a:srgbClr val="C00000">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pSp>
        <p:nvGrpSpPr>
          <p:cNvPr id="435" name="그룹 434"/>
          <p:cNvGrpSpPr/>
          <p:nvPr/>
        </p:nvGrpSpPr>
        <p:grpSpPr>
          <a:xfrm>
            <a:off x="3493790" y="7639952"/>
            <a:ext cx="1006072" cy="215444"/>
            <a:chOff x="2730289" y="4176718"/>
            <a:chExt cx="1006072" cy="215444"/>
          </a:xfrm>
        </p:grpSpPr>
        <p:sp>
          <p:nvSpPr>
            <p:cNvPr id="436" name="직사각형 435"/>
            <p:cNvSpPr/>
            <p:nvPr/>
          </p:nvSpPr>
          <p:spPr>
            <a:xfrm>
              <a:off x="2769430" y="4176718"/>
              <a:ext cx="966931"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과제</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과제명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437" name="타원 436"/>
            <p:cNvSpPr>
              <a:spLocks noChangeAspect="1"/>
            </p:cNvSpPr>
            <p:nvPr/>
          </p:nvSpPr>
          <p:spPr>
            <a:xfrm>
              <a:off x="2730289" y="4229676"/>
              <a:ext cx="108000" cy="108000"/>
            </a:xfrm>
            <a:prstGeom prst="ellipse">
              <a:avLst/>
            </a:prstGeom>
            <a:solidFill>
              <a:srgbClr val="C00000">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pSp>
        <p:nvGrpSpPr>
          <p:cNvPr id="438" name="그룹 437"/>
          <p:cNvGrpSpPr/>
          <p:nvPr/>
        </p:nvGrpSpPr>
        <p:grpSpPr>
          <a:xfrm>
            <a:off x="3493790" y="8360032"/>
            <a:ext cx="1006072" cy="215444"/>
            <a:chOff x="2730289" y="4176718"/>
            <a:chExt cx="1006072" cy="215444"/>
          </a:xfrm>
        </p:grpSpPr>
        <p:sp>
          <p:nvSpPr>
            <p:cNvPr id="439" name="직사각형 438"/>
            <p:cNvSpPr/>
            <p:nvPr/>
          </p:nvSpPr>
          <p:spPr>
            <a:xfrm>
              <a:off x="2769430" y="4176718"/>
              <a:ext cx="966931" cy="215444"/>
            </a:xfrm>
            <a:prstGeom prst="rect">
              <a:avLst/>
            </a:prstGeom>
          </p:spPr>
          <p:txBody>
            <a:bodyPr wrap="none">
              <a:spAutoFit/>
            </a:bodyPr>
            <a:lstStyle/>
            <a:p>
              <a:r>
                <a:rPr lang="en-US" altLang="ko-KR" sz="800" dirty="0" smtClean="0">
                  <a:solidFill>
                    <a:schemeClr val="tx1">
                      <a:lumMod val="65000"/>
                      <a:lumOff val="35000"/>
                    </a:schemeClr>
                  </a:solidFill>
                  <a:latin typeface="+mn-ea"/>
                  <a:ea typeface="+mn-ea"/>
                </a:rPr>
                <a:t>[</a:t>
              </a:r>
              <a:r>
                <a:rPr lang="ko-KR" altLang="en-US" sz="800" dirty="0" smtClean="0">
                  <a:solidFill>
                    <a:schemeClr val="tx1">
                      <a:lumMod val="65000"/>
                      <a:lumOff val="35000"/>
                    </a:schemeClr>
                  </a:solidFill>
                  <a:latin typeface="+mn-ea"/>
                  <a:ea typeface="+mn-ea"/>
                </a:rPr>
                <a:t>과제</a:t>
              </a:r>
              <a:r>
                <a:rPr lang="en-US" altLang="ko-KR" sz="800" dirty="0" smtClean="0">
                  <a:solidFill>
                    <a:schemeClr val="tx1">
                      <a:lumMod val="65000"/>
                      <a:lumOff val="35000"/>
                    </a:schemeClr>
                  </a:solidFill>
                  <a:latin typeface="+mn-ea"/>
                  <a:ea typeface="+mn-ea"/>
                </a:rPr>
                <a:t>] </a:t>
              </a:r>
              <a:r>
                <a:rPr lang="ko-KR" altLang="en-US" sz="800" dirty="0" err="1" smtClean="0">
                  <a:solidFill>
                    <a:schemeClr val="tx1">
                      <a:lumMod val="65000"/>
                      <a:lumOff val="35000"/>
                    </a:schemeClr>
                  </a:solidFill>
                  <a:latin typeface="+mn-ea"/>
                  <a:ea typeface="+mn-ea"/>
                </a:rPr>
                <a:t>과제명</a:t>
              </a:r>
              <a:r>
                <a:rPr lang="en-US" altLang="ko-KR" sz="800" dirty="0" smtClean="0">
                  <a:solidFill>
                    <a:schemeClr val="tx1">
                      <a:lumMod val="65000"/>
                      <a:lumOff val="35000"/>
                    </a:schemeClr>
                  </a:solidFill>
                  <a:latin typeface="+mn-ea"/>
                  <a:ea typeface="+mn-ea"/>
                </a:rPr>
                <a:t>001</a:t>
              </a:r>
              <a:endParaRPr lang="en-US" altLang="ko-KR" sz="800" dirty="0">
                <a:solidFill>
                  <a:schemeClr val="tx1">
                    <a:lumMod val="65000"/>
                    <a:lumOff val="35000"/>
                  </a:schemeClr>
                </a:solidFill>
                <a:latin typeface="+mn-ea"/>
                <a:ea typeface="+mn-ea"/>
              </a:endParaRPr>
            </a:p>
          </p:txBody>
        </p:sp>
        <p:sp>
          <p:nvSpPr>
            <p:cNvPr id="440" name="타원 439"/>
            <p:cNvSpPr>
              <a:spLocks noChangeAspect="1"/>
            </p:cNvSpPr>
            <p:nvPr/>
          </p:nvSpPr>
          <p:spPr>
            <a:xfrm>
              <a:off x="2730289" y="4229676"/>
              <a:ext cx="108000" cy="108000"/>
            </a:xfrm>
            <a:prstGeom prst="ellipse">
              <a:avLst/>
            </a:prstGeom>
            <a:solidFill>
              <a:srgbClr val="C00000">
                <a:alpha val="7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800" dirty="0"/>
            </a:p>
          </p:txBody>
        </p:sp>
      </p:grpSp>
      <p:graphicFrame>
        <p:nvGraphicFramePr>
          <p:cNvPr id="441" name="Group 175"/>
          <p:cNvGraphicFramePr>
            <a:graphicFrameLocks noGrp="1"/>
          </p:cNvGraphicFramePr>
          <p:nvPr>
            <p:extLst>
              <p:ext uri="{D42A27DB-BD31-4B8C-83A1-F6EECF244321}">
                <p14:modId xmlns:p14="http://schemas.microsoft.com/office/powerpoint/2010/main" val="2724031372"/>
              </p:ext>
            </p:extLst>
          </p:nvPr>
        </p:nvGraphicFramePr>
        <p:xfrm>
          <a:off x="9499029" y="3141649"/>
          <a:ext cx="1404156" cy="49290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오늘 </a:t>
                      </a:r>
                      <a:r>
                        <a:rPr lang="ko-KR" altLang="en-US" sz="800" kern="1200" dirty="0" err="1" smtClean="0">
                          <a:solidFill>
                            <a:schemeClr val="tx1">
                              <a:lumMod val="75000"/>
                              <a:lumOff val="25000"/>
                            </a:schemeClr>
                          </a:solidFill>
                          <a:latin typeface="+mn-ea"/>
                          <a:ea typeface="+mn-ea"/>
                          <a:cs typeface="+mn-cs"/>
                        </a:rPr>
                        <a:t>날자로</a:t>
                      </a:r>
                      <a:r>
                        <a:rPr lang="ko-KR" altLang="en-US" sz="800" kern="1200" dirty="0" smtClean="0">
                          <a:solidFill>
                            <a:schemeClr val="tx1">
                              <a:lumMod val="75000"/>
                              <a:lumOff val="25000"/>
                            </a:schemeClr>
                          </a:solidFill>
                          <a:latin typeface="+mn-ea"/>
                          <a:ea typeface="+mn-ea"/>
                          <a:cs typeface="+mn-cs"/>
                        </a:rPr>
                        <a:t> 이동</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주별</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월별 화면링크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해당 </a:t>
                      </a:r>
                      <a:r>
                        <a:rPr lang="ko-KR" altLang="en-US" sz="800" kern="1200" dirty="0" err="1" smtClean="0">
                          <a:solidFill>
                            <a:schemeClr val="tx1">
                              <a:lumMod val="75000"/>
                              <a:lumOff val="25000"/>
                            </a:schemeClr>
                          </a:solidFill>
                          <a:latin typeface="+mn-ea"/>
                          <a:ea typeface="+mn-ea"/>
                          <a:cs typeface="+mn-cs"/>
                        </a:rPr>
                        <a:t>주별</a:t>
                      </a:r>
                      <a:r>
                        <a:rPr lang="ko-KR" altLang="en-US" sz="800" kern="1200" dirty="0" smtClean="0">
                          <a:solidFill>
                            <a:schemeClr val="tx1">
                              <a:lumMod val="75000"/>
                              <a:lumOff val="25000"/>
                            </a:schemeClr>
                          </a:solidFill>
                          <a:latin typeface="+mn-ea"/>
                          <a:ea typeface="+mn-ea"/>
                          <a:cs typeface="+mn-cs"/>
                        </a:rPr>
                        <a:t> 일정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오늘 날자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제목 </a:t>
                      </a: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일정</a:t>
                      </a:r>
                      <a:r>
                        <a:rPr lang="ko-KR" altLang="en-US" sz="800" kern="1200" baseline="0" dirty="0" smtClean="0">
                          <a:solidFill>
                            <a:schemeClr val="tx1">
                              <a:lumMod val="75000"/>
                              <a:lumOff val="25000"/>
                            </a:schemeClr>
                          </a:solidFill>
                          <a:latin typeface="+mn-ea"/>
                          <a:ea typeface="+mn-ea"/>
                          <a:cs typeface="+mn-cs"/>
                        </a:rPr>
                        <a:t> 상세 </a:t>
                      </a:r>
                      <a:r>
                        <a:rPr lang="ko-KR" altLang="en-US" sz="800" kern="1200" baseline="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Tree>
    <p:extLst>
      <p:ext uri="{BB962C8B-B14F-4D97-AF65-F5344CB8AC3E}">
        <p14:creationId xmlns:p14="http://schemas.microsoft.com/office/powerpoint/2010/main" val="880672359"/>
      </p:ext>
    </p:extLst>
  </p:cSld>
  <p:clrMapOvr>
    <a:masterClrMapping/>
  </p:clrMapOvr>
  <p:transition>
    <p:wipe dir="r"/>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수강현황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err="1" smtClean="0">
                <a:latin typeface="맑은 고딕" panose="020B0503020000020004" pitchFamily="50" charset="-127"/>
                <a:ea typeface="맑은 고딕" panose="020B0503020000020004" pitchFamily="50" charset="-127"/>
                <a:cs typeface="+mj-cs"/>
              </a:rPr>
              <a:t>나의학습</a:t>
            </a:r>
            <a:r>
              <a:rPr lang="en-US" altLang="ko-KR" sz="2957" b="1" dirty="0" smtClean="0">
                <a:latin typeface="맑은 고딕" panose="020B0503020000020004" pitchFamily="50" charset="-127"/>
                <a:ea typeface="맑은 고딕" panose="020B0503020000020004" pitchFamily="50" charset="-127"/>
                <a:cs typeface="+mj-cs"/>
              </a:rPr>
              <a:t>/</a:t>
            </a:r>
            <a:r>
              <a:rPr lang="ko-KR" altLang="en-US" sz="2957" b="1" dirty="0" smtClean="0">
                <a:latin typeface="맑은 고딕" panose="020B0503020000020004" pitchFamily="50" charset="-127"/>
                <a:ea typeface="맑은 고딕" panose="020B0503020000020004" pitchFamily="50" charset="-127"/>
                <a:cs typeface="+mj-cs"/>
              </a:rPr>
              <a:t>출결현황</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3812351007"/>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수강현황 </a:t>
            </a:r>
            <a:r>
              <a:rPr lang="en-US" altLang="ko-KR" sz="800" spc="-60" dirty="0" smtClean="0">
                <a:latin typeface="+mn-ea"/>
                <a:ea typeface="+mn-ea"/>
              </a:rPr>
              <a:t>&gt; </a:t>
            </a:r>
            <a:r>
              <a:rPr lang="ko-KR" altLang="en-US" sz="800" spc="-60" dirty="0" smtClean="0">
                <a:latin typeface="+mn-ea"/>
                <a:ea typeface="+mn-ea"/>
              </a:rPr>
              <a:t>나의 학습</a:t>
            </a:r>
            <a:r>
              <a:rPr lang="en-US" altLang="ko-KR" sz="800" spc="-60" dirty="0" smtClean="0">
                <a:latin typeface="+mn-ea"/>
                <a:ea typeface="+mn-ea"/>
              </a:rPr>
              <a:t>/</a:t>
            </a:r>
            <a:r>
              <a:rPr lang="ko-KR" altLang="en-US" sz="800" spc="-60" dirty="0" smtClean="0">
                <a:latin typeface="+mn-ea"/>
                <a:ea typeface="+mn-ea"/>
              </a:rPr>
              <a:t>출결현황</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KNOU_UI_C02160000_01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수강현황 </a:t>
            </a:r>
            <a:r>
              <a:rPr lang="en-US" altLang="ko-KR" sz="800" spc="-60" dirty="0" smtClean="0">
                <a:latin typeface="+mn-ea"/>
                <a:ea typeface="+mn-ea"/>
              </a:rPr>
              <a:t>&gt; </a:t>
            </a:r>
            <a:r>
              <a:rPr lang="ko-KR" altLang="en-US" sz="800" spc="-60" dirty="0" smtClean="0">
                <a:latin typeface="+mn-ea"/>
                <a:ea typeface="+mn-ea"/>
              </a:rPr>
              <a:t>나의 학습</a:t>
            </a:r>
            <a:r>
              <a:rPr lang="en-US" altLang="ko-KR" sz="800" spc="-60" dirty="0" smtClean="0">
                <a:latin typeface="+mn-ea"/>
                <a:ea typeface="+mn-ea"/>
              </a:rPr>
              <a:t>/</a:t>
            </a:r>
            <a:r>
              <a:rPr lang="ko-KR" altLang="en-US" sz="800" spc="-60" dirty="0" smtClean="0">
                <a:latin typeface="+mn-ea"/>
                <a:ea typeface="+mn-ea"/>
              </a:rPr>
              <a:t>출결현황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63808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수강현황 </a:t>
            </a:r>
            <a:r>
              <a:rPr lang="en-US" altLang="ko-KR" sz="800" spc="-60" dirty="0" smtClean="0">
                <a:latin typeface="+mn-ea"/>
                <a:ea typeface="+mn-ea"/>
              </a:rPr>
              <a:t>&gt; </a:t>
            </a:r>
            <a:r>
              <a:rPr lang="ko-KR" altLang="en-US" sz="800" spc="-60" dirty="0" smtClean="0">
                <a:latin typeface="+mn-ea"/>
                <a:ea typeface="+mn-ea"/>
              </a:rPr>
              <a:t>나의 학습</a:t>
            </a:r>
            <a:r>
              <a:rPr lang="en-US" altLang="ko-KR" sz="800" spc="-60" dirty="0" smtClean="0">
                <a:latin typeface="+mn-ea"/>
                <a:ea typeface="+mn-ea"/>
              </a:rPr>
              <a:t>/</a:t>
            </a:r>
            <a:r>
              <a:rPr lang="ko-KR" altLang="en-US" sz="800" spc="-60" dirty="0" smtClean="0">
                <a:latin typeface="+mn-ea"/>
                <a:ea typeface="+mn-ea"/>
              </a:rPr>
              <a:t>출결현황</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861270" cy="246221"/>
            <a:chOff x="4290070" y="1958643"/>
            <a:chExt cx="286127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263323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lumMod val="85000"/>
                    </a:schemeClr>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수강현황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err="1" smtClean="0">
                  <a:solidFill>
                    <a:schemeClr val="bg1"/>
                  </a:solidFill>
                  <a:latin typeface="맑은 고딕" panose="020B0503020000020004" pitchFamily="50" charset="-127"/>
                  <a:ea typeface="맑은 고딕" panose="020B0503020000020004" pitchFamily="50" charset="-127"/>
                </a:rPr>
                <a:t>나의학습</a:t>
              </a:r>
              <a:r>
                <a:rPr lang="en-US" altLang="ko-KR" sz="750" b="1" dirty="0" smtClean="0">
                  <a:solidFill>
                    <a:schemeClr val="bg1"/>
                  </a:solidFill>
                  <a:latin typeface="맑은 고딕" panose="020B0503020000020004" pitchFamily="50" charset="-127"/>
                  <a:ea typeface="맑은 고딕" panose="020B0503020000020004" pitchFamily="50" charset="-127"/>
                </a:rPr>
                <a:t>/</a:t>
              </a:r>
              <a:r>
                <a:rPr lang="ko-KR" altLang="en-US" sz="750" b="1" dirty="0" smtClean="0">
                  <a:solidFill>
                    <a:schemeClr val="bg1"/>
                  </a:solidFill>
                  <a:latin typeface="맑은 고딕" panose="020B0503020000020004" pitchFamily="50" charset="-127"/>
                  <a:ea typeface="맑은 고딕" panose="020B0503020000020004" pitchFamily="50" charset="-127"/>
                </a:rPr>
                <a:t>출결현황</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a:r>
                  <a:rPr kumimoji="1" lang="ko-KR" altLang="en-US" sz="800" dirty="0" smtClean="0">
                    <a:solidFill>
                      <a:schemeClr val="tx1">
                        <a:lumMod val="75000"/>
                        <a:lumOff val="25000"/>
                      </a:schemeClr>
                    </a:solidFill>
                    <a:latin typeface="+mn-ea"/>
                    <a:ea typeface="+mn-ea"/>
                    <a:cs typeface="Calibri" pitchFamily="34" charset="0"/>
                  </a:rPr>
                  <a:t>   </a:t>
                </a:r>
                <a:r>
                  <a:rPr lang="ko-KR" altLang="en-US" sz="800" dirty="0" err="1">
                    <a:solidFill>
                      <a:schemeClr val="tx1">
                        <a:lumMod val="75000"/>
                        <a:lumOff val="25000"/>
                      </a:schemeClr>
                    </a:solidFill>
                    <a:latin typeface="+mn-ea"/>
                    <a:ea typeface="+mn-ea"/>
                    <a:cs typeface="Calibri" pitchFamily="34" charset="0"/>
                  </a:rPr>
                  <a:t>나의학습</a:t>
                </a:r>
                <a:r>
                  <a:rPr lang="en-US" altLang="ko-KR" sz="800" dirty="0">
                    <a:solidFill>
                      <a:schemeClr val="tx1">
                        <a:lumMod val="75000"/>
                        <a:lumOff val="25000"/>
                      </a:schemeClr>
                    </a:solidFill>
                    <a:latin typeface="+mn-ea"/>
                    <a:ea typeface="+mn-ea"/>
                    <a:cs typeface="Calibri" pitchFamily="34" charset="0"/>
                  </a:rPr>
                  <a:t>/</a:t>
                </a:r>
                <a:r>
                  <a:rPr lang="ko-KR" altLang="en-US" sz="800" dirty="0">
                    <a:solidFill>
                      <a:schemeClr val="tx1">
                        <a:lumMod val="75000"/>
                        <a:lumOff val="25000"/>
                      </a:schemeClr>
                    </a:solidFill>
                    <a:latin typeface="+mn-ea"/>
                    <a:ea typeface="+mn-ea"/>
                    <a:cs typeface="Calibri" pitchFamily="34" charset="0"/>
                  </a:rPr>
                  <a:t>출결현황</a:t>
                </a:r>
              </a:p>
            </p:txBody>
          </p:sp>
          <p:pic>
            <p:nvPicPr>
              <p:cNvPr id="27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7" y="2295922"/>
                <a:ext cx="1511985" cy="180000"/>
                <a:chOff x="524639" y="2286397"/>
                <a:chExt cx="1511985" cy="180000"/>
              </a:xfrm>
            </p:grpSpPr>
            <p:sp>
              <p:nvSpPr>
                <p:cNvPr id="845" name="모서리가 둥근 직사각형 844"/>
                <p:cNvSpPr/>
                <p:nvPr/>
              </p:nvSpPr>
              <p:spPr bwMode="auto">
                <a:xfrm>
                  <a:off x="524639" y="2286397"/>
                  <a:ext cx="1511985"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나의 학습</a:t>
                  </a:r>
                  <a:r>
                    <a:rPr kumimoji="1" lang="en-US" altLang="ko-KR" sz="800" b="1" dirty="0" smtClean="0">
                      <a:solidFill>
                        <a:schemeClr val="tx1">
                          <a:lumMod val="75000"/>
                          <a:lumOff val="25000"/>
                        </a:schemeClr>
                      </a:solidFill>
                      <a:latin typeface="+mn-ea"/>
                      <a:ea typeface="+mn-ea"/>
                      <a:cs typeface="Calibri" pitchFamily="34" charset="0"/>
                    </a:rPr>
                    <a:t>/</a:t>
                  </a:r>
                  <a:r>
                    <a:rPr kumimoji="1" lang="ko-KR" altLang="en-US" sz="800" b="1" dirty="0" smtClean="0">
                      <a:solidFill>
                        <a:schemeClr val="tx1">
                          <a:lumMod val="75000"/>
                          <a:lumOff val="25000"/>
                        </a:schemeClr>
                      </a:solidFill>
                      <a:latin typeface="+mn-ea"/>
                      <a:ea typeface="+mn-ea"/>
                      <a:cs typeface="Calibri" pitchFamily="34" charset="0"/>
                    </a:rPr>
                    <a:t>출결현황</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1"/>
            <a:ext cx="7470000" cy="1204167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502228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396" name="Group 175"/>
          <p:cNvGraphicFramePr>
            <a:graphicFrameLocks noGrp="1"/>
          </p:cNvGraphicFramePr>
          <p:nvPr>
            <p:extLst>
              <p:ext uri="{D42A27DB-BD31-4B8C-83A1-F6EECF244321}">
                <p14:modId xmlns:p14="http://schemas.microsoft.com/office/powerpoint/2010/main" val="821106366"/>
              </p:ext>
            </p:extLst>
          </p:nvPr>
        </p:nvGraphicFramePr>
        <p:xfrm>
          <a:off x="9499029" y="3150493"/>
          <a:ext cx="1404156" cy="49290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주차별</a:t>
                      </a:r>
                      <a:r>
                        <a:rPr lang="ko-KR" altLang="en-US" sz="800" kern="1200" dirty="0" smtClean="0">
                          <a:solidFill>
                            <a:schemeClr val="tx1">
                              <a:lumMod val="75000"/>
                              <a:lumOff val="25000"/>
                            </a:schemeClr>
                          </a:solidFill>
                          <a:latin typeface="+mn-ea"/>
                          <a:ea typeface="+mn-ea"/>
                          <a:cs typeface="+mn-cs"/>
                        </a:rPr>
                        <a:t> 학습현황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grpSp>
        <p:nvGrpSpPr>
          <p:cNvPr id="201" name="그룹 200"/>
          <p:cNvGrpSpPr/>
          <p:nvPr/>
        </p:nvGrpSpPr>
        <p:grpSpPr>
          <a:xfrm>
            <a:off x="1968821" y="3419475"/>
            <a:ext cx="7479527" cy="1719545"/>
            <a:chOff x="726804" y="3033536"/>
            <a:chExt cx="7479527" cy="1719545"/>
          </a:xfrm>
        </p:grpSpPr>
        <p:sp>
          <p:nvSpPr>
            <p:cNvPr id="202" name="직사각형 201"/>
            <p:cNvSpPr/>
            <p:nvPr/>
          </p:nvSpPr>
          <p:spPr>
            <a:xfrm>
              <a:off x="726804" y="3033536"/>
              <a:ext cx="7470000" cy="1719545"/>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04" name="그룹 203"/>
            <p:cNvGrpSpPr/>
            <p:nvPr/>
          </p:nvGrpSpPr>
          <p:grpSpPr>
            <a:xfrm>
              <a:off x="736331" y="3122498"/>
              <a:ext cx="7470000" cy="254124"/>
              <a:chOff x="1254113" y="4211563"/>
              <a:chExt cx="7470000" cy="254124"/>
            </a:xfrm>
          </p:grpSpPr>
          <p:sp>
            <p:nvSpPr>
              <p:cNvPr id="208" name="직사각형 207"/>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수강생 정보</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209" name="직선 연결선 208"/>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210" name="Group 37"/>
          <p:cNvGraphicFramePr>
            <a:graphicFrameLocks noGrp="1"/>
          </p:cNvGraphicFramePr>
          <p:nvPr>
            <p:extLst>
              <p:ext uri="{D42A27DB-BD31-4B8C-83A1-F6EECF244321}">
                <p14:modId xmlns:p14="http://schemas.microsoft.com/office/powerpoint/2010/main" val="3298316847"/>
              </p:ext>
            </p:extLst>
          </p:nvPr>
        </p:nvGraphicFramePr>
        <p:xfrm>
          <a:off x="2970145" y="3829030"/>
          <a:ext cx="5797150" cy="1285820"/>
        </p:xfrm>
        <a:graphic>
          <a:graphicData uri="http://schemas.openxmlformats.org/drawingml/2006/table">
            <a:tbl>
              <a:tblPr/>
              <a:tblGrid>
                <a:gridCol w="900605"/>
                <a:gridCol w="4896545"/>
              </a:tblGrid>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평생교육원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학위과정</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홍*동</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grpSp>
        <p:nvGrpSpPr>
          <p:cNvPr id="211" name="그룹 210"/>
          <p:cNvGrpSpPr/>
          <p:nvPr/>
        </p:nvGrpSpPr>
        <p:grpSpPr>
          <a:xfrm>
            <a:off x="2152084" y="4093526"/>
            <a:ext cx="720000" cy="720000"/>
            <a:chOff x="2887095" y="2655961"/>
            <a:chExt cx="720000" cy="720000"/>
          </a:xfrm>
        </p:grpSpPr>
        <p:sp>
          <p:nvSpPr>
            <p:cNvPr id="212" name="직사각형 211"/>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213" name="Picture 2"/>
            <p:cNvPicPr preferRelativeResize="0">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14" name="그룹 213"/>
          <p:cNvGrpSpPr/>
          <p:nvPr/>
        </p:nvGrpSpPr>
        <p:grpSpPr>
          <a:xfrm>
            <a:off x="1968821" y="5246154"/>
            <a:ext cx="7479527" cy="2556284"/>
            <a:chOff x="726804" y="3033536"/>
            <a:chExt cx="7479527" cy="2556284"/>
          </a:xfrm>
        </p:grpSpPr>
        <p:sp>
          <p:nvSpPr>
            <p:cNvPr id="215" name="직사각형 214"/>
            <p:cNvSpPr/>
            <p:nvPr/>
          </p:nvSpPr>
          <p:spPr>
            <a:xfrm>
              <a:off x="726804" y="3033536"/>
              <a:ext cx="7470000" cy="255628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16" name="그룹 215"/>
            <p:cNvGrpSpPr/>
            <p:nvPr/>
          </p:nvGrpSpPr>
          <p:grpSpPr>
            <a:xfrm>
              <a:off x="736331" y="3122498"/>
              <a:ext cx="7470000" cy="254124"/>
              <a:chOff x="1254113" y="4211563"/>
              <a:chExt cx="7470000" cy="254124"/>
            </a:xfrm>
          </p:grpSpPr>
          <p:sp>
            <p:nvSpPr>
              <p:cNvPr id="327" name="직사각형 326"/>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학습 현황</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66" name="직선 연결선 365"/>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67" name="직사각형 366"/>
          <p:cNvSpPr/>
          <p:nvPr/>
        </p:nvSpPr>
        <p:spPr>
          <a:xfrm>
            <a:off x="7955333" y="5326372"/>
            <a:ext cx="1543696" cy="217339"/>
          </a:xfrm>
          <a:prstGeom prst="rect">
            <a:avLst/>
          </a:prstGeom>
        </p:spPr>
        <p:txBody>
          <a:bodyPr wrap="square">
            <a:spAutoFit/>
          </a:bodyPr>
          <a:lstStyle/>
          <a:p>
            <a:r>
              <a:rPr lang="en-US" altLang="ko-KR" sz="800" b="1" dirty="0" smtClean="0">
                <a:solidFill>
                  <a:srgbClr val="0070C0"/>
                </a:solidFill>
                <a:latin typeface="+mn-ea"/>
                <a:ea typeface="+mn-ea"/>
              </a:rPr>
              <a:t>O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출석</a:t>
            </a:r>
            <a:r>
              <a:rPr lang="en-US" altLang="ko-KR" sz="800" b="1" dirty="0" smtClean="0">
                <a:solidFill>
                  <a:srgbClr val="0070C0"/>
                </a:solidFill>
                <a:latin typeface="+mn-ea"/>
                <a:ea typeface="+mn-ea"/>
              </a:rPr>
              <a:t>, </a:t>
            </a:r>
            <a:r>
              <a:rPr lang="ko-KR" altLang="en-US" sz="800" b="1" dirty="0" smtClean="0">
                <a:solidFill>
                  <a:srgbClr val="ED8013"/>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지각</a:t>
            </a:r>
            <a:r>
              <a:rPr lang="en-US" altLang="ko-KR" sz="800" b="1" dirty="0" smtClean="0">
                <a:solidFill>
                  <a:srgbClr val="ED8013"/>
                </a:solidFill>
                <a:latin typeface="+mn-ea"/>
                <a:ea typeface="+mn-ea"/>
              </a:rPr>
              <a:t>, </a:t>
            </a:r>
            <a:r>
              <a:rPr lang="en-US" altLang="ko-KR" sz="800" b="1" dirty="0" smtClean="0">
                <a:solidFill>
                  <a:srgbClr val="FF0000"/>
                </a:solidFill>
                <a:latin typeface="+mn-ea"/>
                <a:ea typeface="+mn-ea"/>
              </a:rPr>
              <a:t>X</a:t>
            </a:r>
            <a:r>
              <a:rPr lang="ko-KR" altLang="en-US" sz="800" b="1" dirty="0">
                <a:solidFill>
                  <a:srgbClr val="FF0000"/>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결석</a:t>
            </a:r>
            <a:endParaRPr lang="ko-KR" altLang="en-US" sz="800" dirty="0">
              <a:solidFill>
                <a:schemeClr val="tx1">
                  <a:lumMod val="75000"/>
                  <a:lumOff val="25000"/>
                </a:schemeClr>
              </a:solidFill>
              <a:latin typeface="+mn-ea"/>
              <a:ea typeface="+mn-ea"/>
            </a:endParaRPr>
          </a:p>
        </p:txBody>
      </p:sp>
      <p:graphicFrame>
        <p:nvGraphicFramePr>
          <p:cNvPr id="368" name="표 367"/>
          <p:cNvGraphicFramePr>
            <a:graphicFrameLocks noGrp="1"/>
          </p:cNvGraphicFramePr>
          <p:nvPr>
            <p:extLst>
              <p:ext uri="{D42A27DB-BD31-4B8C-83A1-F6EECF244321}">
                <p14:modId xmlns:p14="http://schemas.microsoft.com/office/powerpoint/2010/main" val="353392547"/>
              </p:ext>
            </p:extLst>
          </p:nvPr>
        </p:nvGraphicFramePr>
        <p:xfrm>
          <a:off x="2026151" y="5966234"/>
          <a:ext cx="7363307" cy="462908"/>
        </p:xfrm>
        <a:graphic>
          <a:graphicData uri="http://schemas.openxmlformats.org/drawingml/2006/table">
            <a:tbl>
              <a:tblPr firstRow="1" bandRow="1">
                <a:tableStyleId>{5C22544A-7EE6-4342-B048-85BDC9FD1C3A}</a:tableStyleId>
              </a:tblPr>
              <a:tblGrid>
                <a:gridCol w="918060"/>
                <a:gridCol w="364826"/>
                <a:gridCol w="364826"/>
                <a:gridCol w="364826"/>
                <a:gridCol w="364826"/>
                <a:gridCol w="364826"/>
                <a:gridCol w="364826"/>
                <a:gridCol w="364826"/>
                <a:gridCol w="364826"/>
                <a:gridCol w="364826"/>
                <a:gridCol w="364826"/>
                <a:gridCol w="364826"/>
                <a:gridCol w="364826"/>
                <a:gridCol w="364826"/>
                <a:gridCol w="364826"/>
                <a:gridCol w="364826"/>
                <a:gridCol w="972857"/>
              </a:tblGrid>
              <a:tr h="231454">
                <a:tc rowSpan="2">
                  <a:txBody>
                    <a:bodyPr/>
                    <a:lstStyle/>
                    <a:p>
                      <a:pPr algn="ctr" latinLnBrk="1"/>
                      <a:r>
                        <a:rPr lang="ko-KR" altLang="en-US" sz="800" b="1" dirty="0" smtClean="0">
                          <a:solidFill>
                            <a:schemeClr val="tx1">
                              <a:lumMod val="75000"/>
                              <a:lumOff val="25000"/>
                            </a:schemeClr>
                          </a:solidFill>
                          <a:latin typeface="+mn-ea"/>
                          <a:ea typeface="+mn-ea"/>
                        </a:rPr>
                        <a:t>주차</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5</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6</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7</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8</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9</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10</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11</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15</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출석</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지각</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결석</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X</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1" dirty="0" smtClean="0">
                          <a:solidFill>
                            <a:srgbClr val="ED8013"/>
                          </a:solidFill>
                          <a:latin typeface="+mn-ea"/>
                          <a:ea typeface="+mn-ea"/>
                        </a:rPr>
                        <a:t>△</a:t>
                      </a:r>
                      <a:endParaRPr lang="ko-KR" altLang="en-US" sz="800" b="1" dirty="0">
                        <a:solidFill>
                          <a:srgbClr val="ED8013"/>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rgbClr val="0070C0"/>
                          </a:solidFill>
                          <a:latin typeface="+mn-ea"/>
                          <a:ea typeface="+mn-ea"/>
                        </a:rPr>
                        <a:t>-</a:t>
                      </a:r>
                      <a:endParaRPr lang="ko-KR" altLang="en-US" sz="800" b="1" dirty="0" smtClean="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aphicFrame>
        <p:nvGraphicFramePr>
          <p:cNvPr id="369" name="표 368"/>
          <p:cNvGraphicFramePr>
            <a:graphicFrameLocks noGrp="1"/>
          </p:cNvGraphicFramePr>
          <p:nvPr>
            <p:extLst>
              <p:ext uri="{D42A27DB-BD31-4B8C-83A1-F6EECF244321}">
                <p14:modId xmlns:p14="http://schemas.microsoft.com/office/powerpoint/2010/main" val="3701727232"/>
              </p:ext>
            </p:extLst>
          </p:nvPr>
        </p:nvGraphicFramePr>
        <p:xfrm>
          <a:off x="2028246" y="6485148"/>
          <a:ext cx="7352618" cy="566734"/>
        </p:xfrm>
        <a:graphic>
          <a:graphicData uri="http://schemas.openxmlformats.org/drawingml/2006/table">
            <a:tbl>
              <a:tblPr firstRow="1" bandRow="1">
                <a:tableStyleId>{5C22544A-7EE6-4342-B048-85BDC9FD1C3A}</a:tableStyleId>
              </a:tblPr>
              <a:tblGrid>
                <a:gridCol w="887168"/>
                <a:gridCol w="1077575"/>
                <a:gridCol w="1077575"/>
                <a:gridCol w="1077575"/>
                <a:gridCol w="1077575"/>
                <a:gridCol w="1077575"/>
                <a:gridCol w="1077575"/>
              </a:tblGrid>
              <a:tr h="231454">
                <a:tc rowSpan="2">
                  <a:txBody>
                    <a:bodyPr/>
                    <a:lstStyle/>
                    <a:p>
                      <a:pPr algn="ctr" latinLnBrk="1"/>
                      <a:r>
                        <a:rPr lang="ko-KR" altLang="en-US" sz="800" b="1" dirty="0" smtClean="0">
                          <a:solidFill>
                            <a:schemeClr val="tx1">
                              <a:lumMod val="75000"/>
                              <a:lumOff val="25000"/>
                            </a:schemeClr>
                          </a:solidFill>
                          <a:latin typeface="+mn-ea"/>
                          <a:ea typeface="+mn-ea"/>
                        </a:rPr>
                        <a:t>학습요소</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0" dirty="0" smtClean="0">
                          <a:solidFill>
                            <a:schemeClr val="tx1">
                              <a:lumMod val="75000"/>
                              <a:lumOff val="25000"/>
                            </a:schemeClr>
                          </a:solidFill>
                          <a:latin typeface="+mn-ea"/>
                          <a:ea typeface="+mn-ea"/>
                        </a:rPr>
                        <a:t>Q&amp;A</a:t>
                      </a: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답변</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등록</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토론방</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댓글수</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과제</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퀴즈</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설문</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370" name="직사각형 369"/>
          <p:cNvSpPr/>
          <p:nvPr/>
        </p:nvSpPr>
        <p:spPr>
          <a:xfrm>
            <a:off x="1944705" y="5679361"/>
            <a:ext cx="2193229"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학번 </a:t>
            </a:r>
            <a:r>
              <a:rPr lang="en-US" altLang="ko-KR" sz="800" dirty="0" smtClean="0">
                <a:solidFill>
                  <a:schemeClr val="tx1">
                    <a:lumMod val="75000"/>
                    <a:lumOff val="25000"/>
                  </a:schemeClr>
                </a:solidFill>
                <a:latin typeface="+mn-ea"/>
                <a:ea typeface="+mn-ea"/>
              </a:rPr>
              <a:t>90***82 / </a:t>
            </a:r>
            <a:r>
              <a:rPr lang="ko-KR" altLang="en-US" sz="800" dirty="0" err="1" smtClean="0">
                <a:solidFill>
                  <a:schemeClr val="tx1">
                    <a:lumMod val="75000"/>
                    <a:lumOff val="25000"/>
                  </a:schemeClr>
                </a:solidFill>
                <a:latin typeface="+mn-ea"/>
                <a:ea typeface="+mn-ea"/>
              </a:rPr>
              <a:t>입학년도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a:t>
            </a:r>
            <a:r>
              <a:rPr lang="ko-KR" altLang="en-US" sz="800" dirty="0" smtClean="0">
                <a:solidFill>
                  <a:schemeClr val="tx1">
                    <a:lumMod val="75000"/>
                    <a:lumOff val="25000"/>
                  </a:schemeClr>
                </a:solidFill>
                <a:latin typeface="+mn-ea"/>
                <a:ea typeface="+mn-ea"/>
              </a:rPr>
              <a:t>년 </a:t>
            </a:r>
            <a:r>
              <a:rPr lang="en-US" altLang="ko-KR" sz="800" dirty="0" smtClean="0">
                <a:solidFill>
                  <a:schemeClr val="tx1">
                    <a:lumMod val="75000"/>
                    <a:lumOff val="25000"/>
                  </a:schemeClr>
                </a:solidFill>
                <a:latin typeface="+mn-ea"/>
                <a:ea typeface="+mn-ea"/>
              </a:rPr>
              <a:t>/ 3</a:t>
            </a:r>
            <a:r>
              <a:rPr lang="ko-KR" altLang="en-US" sz="800" dirty="0" smtClean="0">
                <a:solidFill>
                  <a:schemeClr val="tx1">
                    <a:lumMod val="75000"/>
                    <a:lumOff val="25000"/>
                  </a:schemeClr>
                </a:solidFill>
                <a:latin typeface="+mn-ea"/>
                <a:ea typeface="+mn-ea"/>
              </a:rPr>
              <a:t>학년</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aphicFrame>
        <p:nvGraphicFramePr>
          <p:cNvPr id="371" name="표 370"/>
          <p:cNvGraphicFramePr>
            <a:graphicFrameLocks noGrp="1"/>
          </p:cNvGraphicFramePr>
          <p:nvPr>
            <p:extLst>
              <p:ext uri="{D42A27DB-BD31-4B8C-83A1-F6EECF244321}">
                <p14:modId xmlns:p14="http://schemas.microsoft.com/office/powerpoint/2010/main" val="968741260"/>
              </p:ext>
            </p:extLst>
          </p:nvPr>
        </p:nvGraphicFramePr>
        <p:xfrm>
          <a:off x="2028246" y="7106546"/>
          <a:ext cx="7352615" cy="566734"/>
        </p:xfrm>
        <a:graphic>
          <a:graphicData uri="http://schemas.openxmlformats.org/drawingml/2006/table">
            <a:tbl>
              <a:tblPr firstRow="1" bandRow="1">
                <a:tableStyleId>{5C22544A-7EE6-4342-B048-85BDC9FD1C3A}</a:tableStyleId>
              </a:tblPr>
              <a:tblGrid>
                <a:gridCol w="914315"/>
                <a:gridCol w="1073050"/>
                <a:gridCol w="1073050"/>
                <a:gridCol w="1073050"/>
                <a:gridCol w="1073050"/>
                <a:gridCol w="1073050"/>
                <a:gridCol w="1073050"/>
              </a:tblGrid>
              <a:tr h="231454">
                <a:tc rowSpan="2">
                  <a:txBody>
                    <a:bodyPr/>
                    <a:lstStyle/>
                    <a:p>
                      <a:pPr algn="ctr" latinLnBrk="1"/>
                      <a:r>
                        <a:rPr lang="ko-KR" altLang="en-US" sz="800" b="1" dirty="0" smtClean="0">
                          <a:solidFill>
                            <a:schemeClr val="tx1">
                              <a:lumMod val="75000"/>
                              <a:lumOff val="25000"/>
                            </a:schemeClr>
                          </a:solidFill>
                          <a:latin typeface="+mn-ea"/>
                          <a:ea typeface="+mn-ea"/>
                        </a:rPr>
                        <a:t>중간</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기말</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42</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372" name="그룹 371"/>
          <p:cNvGrpSpPr/>
          <p:nvPr/>
        </p:nvGrpSpPr>
        <p:grpSpPr>
          <a:xfrm>
            <a:off x="8589424" y="6227807"/>
            <a:ext cx="621573" cy="182096"/>
            <a:chOff x="9777536" y="7387344"/>
            <a:chExt cx="621573" cy="182096"/>
          </a:xfrm>
        </p:grpSpPr>
        <p:sp>
          <p:nvSpPr>
            <p:cNvPr id="380" name="타원 379"/>
            <p:cNvSpPr/>
            <p:nvPr/>
          </p:nvSpPr>
          <p:spPr>
            <a:xfrm>
              <a:off x="9777536" y="7389440"/>
              <a:ext cx="180000" cy="180000"/>
            </a:xfrm>
            <a:prstGeom prst="ellipse">
              <a:avLst/>
            </a:prstGeom>
            <a:solidFill>
              <a:srgbClr val="0070C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4</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81" name="타원 380"/>
            <p:cNvSpPr/>
            <p:nvPr/>
          </p:nvSpPr>
          <p:spPr>
            <a:xfrm>
              <a:off x="10003105" y="7389440"/>
              <a:ext cx="180000" cy="180000"/>
            </a:xfrm>
            <a:prstGeom prst="ellipse">
              <a:avLst/>
            </a:prstGeom>
            <a:solidFill>
              <a:srgbClr val="ED8013"/>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82" name="타원 381"/>
            <p:cNvSpPr/>
            <p:nvPr/>
          </p:nvSpPr>
          <p:spPr>
            <a:xfrm>
              <a:off x="10219109" y="7387344"/>
              <a:ext cx="180000" cy="180000"/>
            </a:xfrm>
            <a:prstGeom prst="ellipse">
              <a:avLst/>
            </a:prstGeom>
            <a:solidFill>
              <a:srgbClr val="FF0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pSp>
      <p:grpSp>
        <p:nvGrpSpPr>
          <p:cNvPr id="390" name="그룹 389"/>
          <p:cNvGrpSpPr/>
          <p:nvPr/>
        </p:nvGrpSpPr>
        <p:grpSpPr>
          <a:xfrm>
            <a:off x="1967763" y="7912546"/>
            <a:ext cx="7489316" cy="3672408"/>
            <a:chOff x="723578" y="4869160"/>
            <a:chExt cx="8377039" cy="3672408"/>
          </a:xfrm>
        </p:grpSpPr>
        <p:grpSp>
          <p:nvGrpSpPr>
            <p:cNvPr id="391" name="그룹 390"/>
            <p:cNvGrpSpPr/>
            <p:nvPr/>
          </p:nvGrpSpPr>
          <p:grpSpPr>
            <a:xfrm>
              <a:off x="723578" y="4869160"/>
              <a:ext cx="8377039" cy="3672408"/>
              <a:chOff x="726805" y="3033536"/>
              <a:chExt cx="8377039" cy="3672408"/>
            </a:xfrm>
          </p:grpSpPr>
          <p:sp>
            <p:nvSpPr>
              <p:cNvPr id="397" name="직사각형 396"/>
              <p:cNvSpPr/>
              <p:nvPr/>
            </p:nvSpPr>
            <p:spPr>
              <a:xfrm>
                <a:off x="726805" y="3033536"/>
                <a:ext cx="8368994" cy="3672408"/>
              </a:xfrm>
              <a:prstGeom prst="rect">
                <a:avLst/>
              </a:prstGeom>
              <a:solidFill>
                <a:schemeClr val="accent4">
                  <a:lumMod val="20000"/>
                  <a:lumOff val="80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736331" y="3122498"/>
                <a:ext cx="8367513" cy="254124"/>
                <a:chOff x="1254113" y="4211563"/>
                <a:chExt cx="8367513" cy="254124"/>
              </a:xfrm>
            </p:grpSpPr>
            <p:sp>
              <p:nvSpPr>
                <p:cNvPr id="399" name="직사각형 39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접속 현황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( 2026.06.01 ~ 2026.06.25)</a:t>
                  </a:r>
                </a:p>
              </p:txBody>
            </p:sp>
            <p:cxnSp>
              <p:nvCxnSpPr>
                <p:cNvPr id="400" name="직선 연결선 399"/>
                <p:cNvCxnSpPr/>
                <p:nvPr/>
              </p:nvCxnSpPr>
              <p:spPr>
                <a:xfrm>
                  <a:off x="1254113" y="4465687"/>
                  <a:ext cx="836751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pic>
          <p:nvPicPr>
            <p:cNvPr id="392"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85680" y="5292734"/>
              <a:ext cx="8048695" cy="3176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01" name="그룹 400"/>
          <p:cNvGrpSpPr/>
          <p:nvPr/>
        </p:nvGrpSpPr>
        <p:grpSpPr>
          <a:xfrm>
            <a:off x="1959296" y="11700395"/>
            <a:ext cx="7479527" cy="2836888"/>
            <a:chOff x="726804" y="3033535"/>
            <a:chExt cx="7479527" cy="2836888"/>
          </a:xfrm>
        </p:grpSpPr>
        <p:sp>
          <p:nvSpPr>
            <p:cNvPr id="402" name="직사각형 401"/>
            <p:cNvSpPr/>
            <p:nvPr/>
          </p:nvSpPr>
          <p:spPr>
            <a:xfrm>
              <a:off x="726804" y="3033535"/>
              <a:ext cx="7470000" cy="283688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3" name="그룹 402"/>
            <p:cNvGrpSpPr/>
            <p:nvPr/>
          </p:nvGrpSpPr>
          <p:grpSpPr>
            <a:xfrm>
              <a:off x="736331" y="3122498"/>
              <a:ext cx="7470000" cy="254124"/>
              <a:chOff x="1254113" y="4211563"/>
              <a:chExt cx="7470000" cy="254124"/>
            </a:xfrm>
          </p:grpSpPr>
          <p:sp>
            <p:nvSpPr>
              <p:cNvPr id="404" name="직사각형 403"/>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활동기록</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05" name="직선 연결선 404"/>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406" name="그룹 405"/>
          <p:cNvGrpSpPr/>
          <p:nvPr/>
        </p:nvGrpSpPr>
        <p:grpSpPr>
          <a:xfrm>
            <a:off x="2050355" y="12154068"/>
            <a:ext cx="2010388" cy="194400"/>
            <a:chOff x="6363052" y="391134"/>
            <a:chExt cx="2010388" cy="194400"/>
          </a:xfrm>
        </p:grpSpPr>
        <p:sp>
          <p:nvSpPr>
            <p:cNvPr id="407" name="직사각형 406"/>
            <p:cNvSpPr/>
            <p:nvPr/>
          </p:nvSpPr>
          <p:spPr>
            <a:xfrm>
              <a:off x="6363052" y="395519"/>
              <a:ext cx="1800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이름</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학번</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학과 입력</a:t>
              </a:r>
              <a:endParaRPr lang="en-US" altLang="ko-KR" sz="800" dirty="0">
                <a:solidFill>
                  <a:schemeClr val="tx1">
                    <a:lumMod val="50000"/>
                    <a:lumOff val="50000"/>
                  </a:schemeClr>
                </a:solidFill>
                <a:latin typeface="+mn-ea"/>
              </a:endParaRPr>
            </a:p>
          </p:txBody>
        </p:sp>
        <p:pic>
          <p:nvPicPr>
            <p:cNvPr id="408" name="Picture 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160525" y="391134"/>
              <a:ext cx="212915" cy="194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09" name="Rectangle 122"/>
          <p:cNvSpPr>
            <a:spLocks noChangeArrowheads="1"/>
          </p:cNvSpPr>
          <p:nvPr/>
        </p:nvSpPr>
        <p:spPr bwMode="auto">
          <a:xfrm>
            <a:off x="8949488" y="12151972"/>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410" name="그룹 409"/>
          <p:cNvGrpSpPr/>
          <p:nvPr/>
        </p:nvGrpSpPr>
        <p:grpSpPr>
          <a:xfrm>
            <a:off x="2040830" y="12420476"/>
            <a:ext cx="7272000" cy="259457"/>
            <a:chOff x="803015" y="9369660"/>
            <a:chExt cx="6883200" cy="259457"/>
          </a:xfrm>
        </p:grpSpPr>
        <p:cxnSp>
          <p:nvCxnSpPr>
            <p:cNvPr id="411" name="직선 연결선 410"/>
            <p:cNvCxnSpPr/>
            <p:nvPr/>
          </p:nvCxnSpPr>
          <p:spPr>
            <a:xfrm>
              <a:off x="803015" y="9369660"/>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2" name="직사각형 411"/>
            <p:cNvSpPr/>
            <p:nvPr/>
          </p:nvSpPr>
          <p:spPr>
            <a:xfrm>
              <a:off x="803015" y="9386614"/>
              <a:ext cx="6883200" cy="240407"/>
            </a:xfrm>
            <a:prstGeom prst="rect">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No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일시                                           활동 내용                               접근 장비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IP</a:t>
              </a:r>
            </a:p>
          </p:txBody>
        </p:sp>
        <p:cxnSp>
          <p:nvCxnSpPr>
            <p:cNvPr id="413" name="직선 연결선 412"/>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14" name="그룹 413"/>
          <p:cNvGrpSpPr/>
          <p:nvPr/>
        </p:nvGrpSpPr>
        <p:grpSpPr>
          <a:xfrm>
            <a:off x="2050355" y="12718033"/>
            <a:ext cx="7272000" cy="242503"/>
            <a:chOff x="803015" y="9386614"/>
            <a:chExt cx="6883200" cy="242503"/>
          </a:xfrm>
        </p:grpSpPr>
        <p:sp>
          <p:nvSpPr>
            <p:cNvPr id="415" name="직사각형 414"/>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5        2026.02.18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16" name="직선 연결선 415"/>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17" name="그룹 416"/>
          <p:cNvGrpSpPr/>
          <p:nvPr/>
        </p:nvGrpSpPr>
        <p:grpSpPr>
          <a:xfrm>
            <a:off x="2050355" y="12996540"/>
            <a:ext cx="7272000" cy="242503"/>
            <a:chOff x="803015" y="9386614"/>
            <a:chExt cx="6883200" cy="242503"/>
          </a:xfrm>
        </p:grpSpPr>
        <p:sp>
          <p:nvSpPr>
            <p:cNvPr id="418" name="직사각형 417"/>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4        2026.03.18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과제 제출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19" name="직선 연결선 418"/>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0" name="그룹 419"/>
          <p:cNvGrpSpPr/>
          <p:nvPr/>
        </p:nvGrpSpPr>
        <p:grpSpPr>
          <a:xfrm>
            <a:off x="2050355" y="13294097"/>
            <a:ext cx="7272000" cy="242503"/>
            <a:chOff x="803015" y="9386614"/>
            <a:chExt cx="6883200" cy="242503"/>
          </a:xfrm>
        </p:grpSpPr>
        <p:sp>
          <p:nvSpPr>
            <p:cNvPr id="421" name="직사각형 420"/>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3        2026.04.18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토론 참여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22" name="직선 연결선 421"/>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3" name="그룹 422"/>
          <p:cNvGrpSpPr/>
          <p:nvPr/>
        </p:nvGrpSpPr>
        <p:grpSpPr>
          <a:xfrm>
            <a:off x="2050355" y="13582129"/>
            <a:ext cx="7272000" cy="242503"/>
            <a:chOff x="803015" y="9386614"/>
            <a:chExt cx="6883200" cy="242503"/>
          </a:xfrm>
        </p:grpSpPr>
        <p:sp>
          <p:nvSpPr>
            <p:cNvPr id="424" name="직사각형 423"/>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        2026.05.18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25" name="직선 연결선 424"/>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6" name="그룹 425"/>
          <p:cNvGrpSpPr/>
          <p:nvPr/>
        </p:nvGrpSpPr>
        <p:grpSpPr>
          <a:xfrm>
            <a:off x="2050355" y="13853207"/>
            <a:ext cx="7272000" cy="242503"/>
            <a:chOff x="803015" y="9386614"/>
            <a:chExt cx="6883200" cy="242503"/>
          </a:xfrm>
        </p:grpSpPr>
        <p:sp>
          <p:nvSpPr>
            <p:cNvPr id="427" name="직사각형 426"/>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1        2026.06.13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28" name="직선 연결선 427"/>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29" name="Rectangle 122"/>
          <p:cNvSpPr>
            <a:spLocks noChangeArrowheads="1"/>
          </p:cNvSpPr>
          <p:nvPr/>
        </p:nvSpPr>
        <p:spPr bwMode="auto">
          <a:xfrm>
            <a:off x="7977436" y="12159247"/>
            <a:ext cx="900000" cy="172800"/>
          </a:xfrm>
          <a:prstGeom prst="rect">
            <a:avLst/>
          </a:prstGeom>
          <a:solidFill>
            <a:schemeClr val="bg1"/>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엑셀 다운로드</a:t>
            </a:r>
            <a:endParaRPr lang="ko-KR" altLang="en-US" sz="800" kern="0" dirty="0">
              <a:solidFill>
                <a:schemeClr val="tx1">
                  <a:lumMod val="75000"/>
                  <a:lumOff val="25000"/>
                </a:schemeClr>
              </a:solidFill>
              <a:latin typeface="+mn-ea"/>
              <a:ea typeface="+mn-ea"/>
            </a:endParaRPr>
          </a:p>
        </p:txBody>
      </p:sp>
      <p:grpSp>
        <p:nvGrpSpPr>
          <p:cNvPr id="430" name="그룹 74"/>
          <p:cNvGrpSpPr>
            <a:grpSpLocks/>
          </p:cNvGrpSpPr>
          <p:nvPr/>
        </p:nvGrpSpPr>
        <p:grpSpPr bwMode="auto">
          <a:xfrm>
            <a:off x="4858228" y="14177243"/>
            <a:ext cx="1678948" cy="215444"/>
            <a:chOff x="5843761" y="3953547"/>
            <a:chExt cx="1769478" cy="256728"/>
          </a:xfrm>
        </p:grpSpPr>
        <p:sp>
          <p:nvSpPr>
            <p:cNvPr id="431"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432" name="그룹 86"/>
            <p:cNvGrpSpPr>
              <a:grpSpLocks/>
            </p:cNvGrpSpPr>
            <p:nvPr/>
          </p:nvGrpSpPr>
          <p:grpSpPr bwMode="auto">
            <a:xfrm>
              <a:off x="5889794" y="3953547"/>
              <a:ext cx="1723445" cy="256728"/>
              <a:chOff x="5889794" y="3953547"/>
              <a:chExt cx="1723445" cy="256728"/>
            </a:xfrm>
          </p:grpSpPr>
          <p:sp>
            <p:nvSpPr>
              <p:cNvPr id="433"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4"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435"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6"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7"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8"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439" name="그룹 438"/>
          <p:cNvGrpSpPr/>
          <p:nvPr/>
        </p:nvGrpSpPr>
        <p:grpSpPr>
          <a:xfrm>
            <a:off x="3287000" y="6106988"/>
            <a:ext cx="234360" cy="200055"/>
            <a:chOff x="1152270" y="11716364"/>
            <a:chExt cx="234360" cy="200055"/>
          </a:xfrm>
        </p:grpSpPr>
        <p:sp>
          <p:nvSpPr>
            <p:cNvPr id="440" name="모서리가 둥근 직사각형 43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1" name="직사각형 44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373127882"/>
      </p:ext>
    </p:extLst>
  </p:cSld>
  <p:clrMapOvr>
    <a:masterClrMapping/>
  </p:clrMapOvr>
  <p:transition>
    <p:wipe dir="r"/>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5" name="Group 175"/>
          <p:cNvGraphicFramePr>
            <a:graphicFrameLocks noGrp="1"/>
          </p:cNvGraphicFramePr>
          <p:nvPr>
            <p:extLst>
              <p:ext uri="{D42A27DB-BD31-4B8C-83A1-F6EECF244321}">
                <p14:modId xmlns:p14="http://schemas.microsoft.com/office/powerpoint/2010/main" val="2639168208"/>
              </p:ext>
            </p:extLst>
          </p:nvPr>
        </p:nvGraphicFramePr>
        <p:xfrm>
          <a:off x="9499029" y="2492896"/>
          <a:ext cx="1404156" cy="5843407"/>
        </p:xfrm>
        <a:graphic>
          <a:graphicData uri="http://schemas.openxmlformats.org/drawingml/2006/table">
            <a:tbl>
              <a:tblPr/>
              <a:tblGrid>
                <a:gridCol w="187221">
                  <a:extLst>
                    <a:ext uri="{9D8B030D-6E8A-4147-A177-3AD203B41FA5}">
                      <a16:colId xmlns="" xmlns:a16="http://schemas.microsoft.com/office/drawing/2014/main" val="20000"/>
                    </a:ext>
                  </a:extLst>
                </a:gridCol>
                <a:gridCol w="1216935">
                  <a:extLst>
                    <a:ext uri="{9D8B030D-6E8A-4147-A177-3AD203B41FA5}">
                      <a16:colId xmlns="" xmlns:a16="http://schemas.microsoft.com/office/drawing/2014/main"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학생의 해당 주차의 학습현황 상세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출결관리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메시지보내기 레이어 팝업</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주차 선택</a:t>
                      </a:r>
                      <a:endParaRPr lang="en-US" altLang="ko-KR" sz="800" kern="1200" dirty="0" smtClean="0">
                        <a:solidFill>
                          <a:schemeClr val="tx1">
                            <a:lumMod val="75000"/>
                            <a:lumOff val="25000"/>
                          </a:schemeClr>
                        </a:solidFill>
                        <a:latin typeface="+mn-lt"/>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해당 주차 학습기록 정보</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펼침</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접힘</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lt"/>
                          <a:ea typeface="+mn-ea"/>
                          <a:cs typeface="+mn-cs"/>
                        </a:rPr>
                        <a:t>3</a:t>
                      </a:r>
                      <a:r>
                        <a:rPr lang="ko-KR" altLang="en-US" sz="800" kern="1200" dirty="0" smtClean="0">
                          <a:solidFill>
                            <a:schemeClr val="tx1">
                              <a:lumMod val="75000"/>
                              <a:lumOff val="25000"/>
                            </a:schemeClr>
                          </a:solidFill>
                          <a:latin typeface="+mn-lt"/>
                          <a:ea typeface="+mn-ea"/>
                          <a:cs typeface="+mn-cs"/>
                        </a:rPr>
                        <a:t>분 단위 학습 기록</a:t>
                      </a: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FF000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 xmlns:a16="http://schemas.microsoft.com/office/drawing/2014/main" val="10009"/>
                  </a:ext>
                </a:extLst>
              </a:tr>
            </a:tbl>
          </a:graphicData>
        </a:graphic>
      </p:graphicFrame>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수강현황 </a:t>
            </a:r>
            <a:r>
              <a:rPr lang="en-US" altLang="ko-KR" sz="800" spc="-60" dirty="0" smtClean="0">
                <a:latin typeface="+mn-ea"/>
                <a:ea typeface="+mn-ea"/>
              </a:rPr>
              <a:t>&gt; </a:t>
            </a:r>
            <a:r>
              <a:rPr lang="ko-KR" altLang="en-US" sz="800" spc="-60" dirty="0" smtClean="0">
                <a:latin typeface="+mn-ea"/>
                <a:ea typeface="+mn-ea"/>
              </a:rPr>
              <a:t>나의 학습현황</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KNOU_UI_C02160000_02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수강현황 </a:t>
            </a:r>
            <a:r>
              <a:rPr lang="en-US" altLang="ko-KR" sz="800" spc="-60" dirty="0" smtClean="0">
                <a:latin typeface="+mn-ea"/>
                <a:ea typeface="+mn-ea"/>
              </a:rPr>
              <a:t>&gt; </a:t>
            </a:r>
            <a:r>
              <a:rPr lang="ko-KR" altLang="en-US" sz="800" spc="-60" dirty="0" smtClean="0">
                <a:latin typeface="+mn-ea"/>
                <a:ea typeface="+mn-ea"/>
              </a:rPr>
              <a:t>나의 학습현황 </a:t>
            </a:r>
            <a:r>
              <a:rPr lang="en-US" altLang="ko-KR" sz="800" spc="-60" dirty="0" smtClean="0">
                <a:latin typeface="+mn-ea"/>
                <a:ea typeface="+mn-ea"/>
              </a:rPr>
              <a:t>: </a:t>
            </a:r>
            <a:r>
              <a:rPr lang="ko-KR" altLang="en-US" sz="800" spc="-60" dirty="0" err="1" smtClean="0">
                <a:latin typeface="+mn-ea"/>
                <a:ea typeface="+mn-ea"/>
              </a:rPr>
              <a:t>주차별</a:t>
            </a:r>
            <a:r>
              <a:rPr lang="ko-KR" altLang="en-US" sz="800" spc="-60" dirty="0" smtClean="0">
                <a:latin typeface="+mn-ea"/>
                <a:ea typeface="+mn-ea"/>
              </a:rPr>
              <a:t> 학습현황 </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13638086"/>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수강현황 </a:t>
            </a:r>
            <a:r>
              <a:rPr lang="en-US" altLang="ko-KR" sz="800" spc="-60" dirty="0" smtClean="0">
                <a:latin typeface="+mn-ea"/>
                <a:ea typeface="+mn-ea"/>
              </a:rPr>
              <a:t>&gt; </a:t>
            </a:r>
            <a:r>
              <a:rPr lang="ko-KR" altLang="en-US" sz="800" spc="-60" dirty="0" smtClean="0">
                <a:latin typeface="+mn-ea"/>
                <a:ea typeface="+mn-ea"/>
              </a:rPr>
              <a:t>나의 학습현황</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755354" cy="246221"/>
            <a:chOff x="4290070" y="1958643"/>
            <a:chExt cx="2755354"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2527318"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lumMod val="85000"/>
                    </a:schemeClr>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수강현황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err="1" smtClean="0">
                  <a:solidFill>
                    <a:schemeClr val="bg1"/>
                  </a:solidFill>
                  <a:latin typeface="맑은 고딕" panose="020B0503020000020004" pitchFamily="50" charset="-127"/>
                  <a:ea typeface="맑은 고딕" panose="020B0503020000020004" pitchFamily="50" charset="-127"/>
                </a:rPr>
                <a:t>나의학습현황</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36" name="그룹 235"/>
          <p:cNvGrpSpPr/>
          <p:nvPr/>
        </p:nvGrpSpPr>
        <p:grpSpPr>
          <a:xfrm>
            <a:off x="579562" y="2166658"/>
            <a:ext cx="1386586" cy="5317057"/>
            <a:chOff x="579562" y="2166658"/>
            <a:chExt cx="1386586" cy="5317057"/>
          </a:xfrm>
        </p:grpSpPr>
        <p:grpSp>
          <p:nvGrpSpPr>
            <p:cNvPr id="237" name="그룹 236"/>
            <p:cNvGrpSpPr/>
            <p:nvPr/>
          </p:nvGrpSpPr>
          <p:grpSpPr>
            <a:xfrm>
              <a:off x="629956" y="3318264"/>
              <a:ext cx="1332000" cy="180000"/>
              <a:chOff x="666428" y="3785432"/>
              <a:chExt cx="1332000" cy="180000"/>
            </a:xfrm>
          </p:grpSpPr>
          <p:sp>
            <p:nvSpPr>
              <p:cNvPr id="301" name="모서리가 둥근 직사각형 30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0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 name="그룹 237"/>
            <p:cNvGrpSpPr/>
            <p:nvPr/>
          </p:nvGrpSpPr>
          <p:grpSpPr>
            <a:xfrm>
              <a:off x="629956" y="3568824"/>
              <a:ext cx="1332000" cy="180000"/>
              <a:chOff x="666428" y="4310612"/>
              <a:chExt cx="1332000" cy="180000"/>
            </a:xfrm>
          </p:grpSpPr>
          <p:sp>
            <p:nvSpPr>
              <p:cNvPr id="299" name="모서리가 둥근 직사각형 298"/>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00"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2" name="그룹 241"/>
            <p:cNvGrpSpPr/>
            <p:nvPr/>
          </p:nvGrpSpPr>
          <p:grpSpPr>
            <a:xfrm>
              <a:off x="629955" y="3042501"/>
              <a:ext cx="1332000" cy="180000"/>
              <a:chOff x="666427" y="3266516"/>
              <a:chExt cx="1332000" cy="180000"/>
            </a:xfrm>
          </p:grpSpPr>
          <p:sp>
            <p:nvSpPr>
              <p:cNvPr id="297" name="모서리가 둥근 직사각형 29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3" name="그룹 242"/>
            <p:cNvGrpSpPr/>
            <p:nvPr/>
          </p:nvGrpSpPr>
          <p:grpSpPr>
            <a:xfrm>
              <a:off x="629956" y="3854780"/>
              <a:ext cx="1332000" cy="180000"/>
              <a:chOff x="666428" y="4570824"/>
              <a:chExt cx="1332000" cy="180000"/>
            </a:xfrm>
          </p:grpSpPr>
          <p:sp>
            <p:nvSpPr>
              <p:cNvPr id="295" name="모서리가 둥근 직사각형 29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4" name="그룹 243"/>
            <p:cNvGrpSpPr/>
            <p:nvPr/>
          </p:nvGrpSpPr>
          <p:grpSpPr>
            <a:xfrm>
              <a:off x="629956" y="5316875"/>
              <a:ext cx="1332000" cy="180000"/>
              <a:chOff x="666428" y="5096004"/>
              <a:chExt cx="1332000" cy="180000"/>
            </a:xfrm>
          </p:grpSpPr>
          <p:sp>
            <p:nvSpPr>
              <p:cNvPr id="293" name="모서리가 둥근 직사각형 292"/>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4"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5" name="그룹 244"/>
            <p:cNvGrpSpPr/>
            <p:nvPr/>
          </p:nvGrpSpPr>
          <p:grpSpPr>
            <a:xfrm>
              <a:off x="634148" y="5634789"/>
              <a:ext cx="1332000" cy="180000"/>
              <a:chOff x="666428" y="3785432"/>
              <a:chExt cx="1332000" cy="180000"/>
            </a:xfrm>
          </p:grpSpPr>
          <p:sp>
            <p:nvSpPr>
              <p:cNvPr id="291" name="모서리가 둥근 직사각형 290"/>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6" name="그룹 245"/>
            <p:cNvGrpSpPr/>
            <p:nvPr/>
          </p:nvGrpSpPr>
          <p:grpSpPr>
            <a:xfrm>
              <a:off x="631150" y="4135825"/>
              <a:ext cx="1332000" cy="180000"/>
              <a:chOff x="666428" y="4570824"/>
              <a:chExt cx="1332000" cy="180000"/>
            </a:xfrm>
          </p:grpSpPr>
          <p:sp>
            <p:nvSpPr>
              <p:cNvPr id="289" name="모서리가 둥근 직사각형 28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90"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29956" y="4423395"/>
              <a:ext cx="1332000" cy="180000"/>
              <a:chOff x="666428" y="4310612"/>
              <a:chExt cx="1332000" cy="180000"/>
            </a:xfrm>
          </p:grpSpPr>
          <p:sp>
            <p:nvSpPr>
              <p:cNvPr id="287" name="모서리가 둥근 직사각형 28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48" name="TextBox 247"/>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49" name="그룹 248"/>
            <p:cNvGrpSpPr/>
            <p:nvPr/>
          </p:nvGrpSpPr>
          <p:grpSpPr>
            <a:xfrm>
              <a:off x="632520" y="4723068"/>
              <a:ext cx="1332000" cy="180000"/>
              <a:chOff x="666428" y="4310612"/>
              <a:chExt cx="1332000" cy="180000"/>
            </a:xfrm>
          </p:grpSpPr>
          <p:sp>
            <p:nvSpPr>
              <p:cNvPr id="285" name="모서리가 둥근 직사각형 28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0" name="그룹 249"/>
            <p:cNvGrpSpPr/>
            <p:nvPr/>
          </p:nvGrpSpPr>
          <p:grpSpPr>
            <a:xfrm>
              <a:off x="632520" y="2752353"/>
              <a:ext cx="1332000" cy="180000"/>
              <a:chOff x="666427" y="3266516"/>
              <a:chExt cx="1332000" cy="180000"/>
            </a:xfrm>
          </p:grpSpPr>
          <p:sp>
            <p:nvSpPr>
              <p:cNvPr id="283" name="모서리가 둥근 직사각형 28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1" name="그룹 250"/>
            <p:cNvGrpSpPr/>
            <p:nvPr/>
          </p:nvGrpSpPr>
          <p:grpSpPr>
            <a:xfrm>
              <a:off x="632520" y="5005767"/>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6227787"/>
              <a:ext cx="1332000" cy="180000"/>
              <a:chOff x="666428" y="3785432"/>
              <a:chExt cx="1332000" cy="180000"/>
            </a:xfrm>
          </p:grpSpPr>
          <p:sp>
            <p:nvSpPr>
              <p:cNvPr id="279" name="모서리가 둥근 직사각형 27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6487872"/>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a:t>
                </a:r>
                <a:r>
                  <a:rPr kumimoji="1" lang="ko-KR" altLang="en-US" sz="800" dirty="0" err="1" smtClean="0">
                    <a:solidFill>
                      <a:schemeClr val="tx1">
                        <a:lumMod val="75000"/>
                        <a:lumOff val="25000"/>
                      </a:schemeClr>
                    </a:solidFill>
                    <a:latin typeface="+mn-ea"/>
                    <a:ea typeface="+mn-ea"/>
                    <a:cs typeface="Calibri" pitchFamily="34" charset="0"/>
                  </a:rPr>
                  <a:t>나의학습</a:t>
                </a:r>
                <a:r>
                  <a:rPr kumimoji="1" lang="en-US" altLang="ko-KR" sz="800" dirty="0" smtClean="0">
                    <a:solidFill>
                      <a:schemeClr val="tx1">
                        <a:lumMod val="75000"/>
                        <a:lumOff val="25000"/>
                      </a:schemeClr>
                    </a:solidFill>
                    <a:latin typeface="+mn-ea"/>
                    <a:ea typeface="+mn-ea"/>
                    <a:cs typeface="Calibri" pitchFamily="34" charset="0"/>
                  </a:rPr>
                  <a:t>/</a:t>
                </a:r>
                <a:r>
                  <a:rPr kumimoji="1" lang="ko-KR" altLang="en-US" sz="800" dirty="0" smtClean="0">
                    <a:solidFill>
                      <a:schemeClr val="tx1">
                        <a:lumMod val="75000"/>
                        <a:lumOff val="25000"/>
                      </a:schemeClr>
                    </a:solidFill>
                    <a:latin typeface="+mn-ea"/>
                    <a:ea typeface="+mn-ea"/>
                    <a:cs typeface="Calibri" pitchFamily="34" charset="0"/>
                  </a:rPr>
                  <a:t>출결현황</a:t>
                </a:r>
                <a:endParaRPr kumimoji="1" lang="ko-KR" altLang="en-US" sz="800" dirty="0">
                  <a:solidFill>
                    <a:schemeClr val="tx1">
                      <a:lumMod val="75000"/>
                      <a:lumOff val="25000"/>
                    </a:schemeClr>
                  </a:solidFill>
                  <a:latin typeface="+mn-ea"/>
                  <a:ea typeface="+mn-ea"/>
                  <a:cs typeface="Calibri" pitchFamily="34" charset="0"/>
                </a:endParaRPr>
              </a:p>
            </p:txBody>
          </p:sp>
          <p:pic>
            <p:nvPicPr>
              <p:cNvPr id="278"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32520" y="6773828"/>
              <a:ext cx="1332000" cy="180000"/>
              <a:chOff x="666428" y="4570824"/>
              <a:chExt cx="1332000" cy="180000"/>
            </a:xfrm>
          </p:grpSpPr>
          <p:sp>
            <p:nvSpPr>
              <p:cNvPr id="275" name="모서리가 둥근 직사각형 27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76"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3" name="그룹 262"/>
            <p:cNvGrpSpPr/>
            <p:nvPr/>
          </p:nvGrpSpPr>
          <p:grpSpPr>
            <a:xfrm>
              <a:off x="632520" y="7053155"/>
              <a:ext cx="1332000" cy="180000"/>
              <a:chOff x="666428" y="3785432"/>
              <a:chExt cx="1332000" cy="180000"/>
            </a:xfrm>
          </p:grpSpPr>
          <p:sp>
            <p:nvSpPr>
              <p:cNvPr id="273" name="모서리가 둥근 직사각형 272"/>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4" name="그룹 263"/>
            <p:cNvGrpSpPr/>
            <p:nvPr/>
          </p:nvGrpSpPr>
          <p:grpSpPr>
            <a:xfrm>
              <a:off x="632520" y="7303715"/>
              <a:ext cx="1332000" cy="180000"/>
              <a:chOff x="666428" y="4310612"/>
              <a:chExt cx="1332000" cy="180000"/>
            </a:xfrm>
          </p:grpSpPr>
          <p:sp>
            <p:nvSpPr>
              <p:cNvPr id="271" name="모서리가 둥근 직사각형 27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72"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6" name="그룹 265"/>
            <p:cNvGrpSpPr/>
            <p:nvPr/>
          </p:nvGrpSpPr>
          <p:grpSpPr>
            <a:xfrm>
              <a:off x="622995" y="5922821"/>
              <a:ext cx="1332000" cy="180000"/>
              <a:chOff x="666427" y="3266516"/>
              <a:chExt cx="1332000" cy="180000"/>
            </a:xfrm>
          </p:grpSpPr>
          <p:sp>
            <p:nvSpPr>
              <p:cNvPr id="267" name="모서리가 둥근 직사각형 266"/>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나의 학습현황</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1"/>
            <a:ext cx="7470000" cy="1204167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502228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1" name="그룹 200"/>
          <p:cNvGrpSpPr/>
          <p:nvPr/>
        </p:nvGrpSpPr>
        <p:grpSpPr>
          <a:xfrm>
            <a:off x="1968821" y="3419475"/>
            <a:ext cx="7479527" cy="1719545"/>
            <a:chOff x="726804" y="3033536"/>
            <a:chExt cx="7479527" cy="1719545"/>
          </a:xfrm>
        </p:grpSpPr>
        <p:sp>
          <p:nvSpPr>
            <p:cNvPr id="202" name="직사각형 201"/>
            <p:cNvSpPr/>
            <p:nvPr/>
          </p:nvSpPr>
          <p:spPr>
            <a:xfrm>
              <a:off x="726804" y="3033536"/>
              <a:ext cx="7470000" cy="1719545"/>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04" name="그룹 203"/>
            <p:cNvGrpSpPr/>
            <p:nvPr/>
          </p:nvGrpSpPr>
          <p:grpSpPr>
            <a:xfrm>
              <a:off x="736331" y="3122498"/>
              <a:ext cx="7470000" cy="254124"/>
              <a:chOff x="1254113" y="4211563"/>
              <a:chExt cx="7470000" cy="254124"/>
            </a:xfrm>
          </p:grpSpPr>
          <p:sp>
            <p:nvSpPr>
              <p:cNvPr id="208" name="직사각형 207"/>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수강생 정보</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209" name="직선 연결선 208"/>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210" name="Group 37"/>
          <p:cNvGraphicFramePr>
            <a:graphicFrameLocks noGrp="1"/>
          </p:cNvGraphicFramePr>
          <p:nvPr>
            <p:extLst>
              <p:ext uri="{D42A27DB-BD31-4B8C-83A1-F6EECF244321}">
                <p14:modId xmlns:p14="http://schemas.microsoft.com/office/powerpoint/2010/main" val="416003856"/>
              </p:ext>
            </p:extLst>
          </p:nvPr>
        </p:nvGraphicFramePr>
        <p:xfrm>
          <a:off x="2970145" y="3829030"/>
          <a:ext cx="5797150" cy="1285820"/>
        </p:xfrm>
        <a:graphic>
          <a:graphicData uri="http://schemas.openxmlformats.org/drawingml/2006/table">
            <a:tbl>
              <a:tblPr/>
              <a:tblGrid>
                <a:gridCol w="900605"/>
                <a:gridCol w="4896545"/>
              </a:tblGrid>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평생교육원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학위과정</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홍*동</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grpSp>
        <p:nvGrpSpPr>
          <p:cNvPr id="211" name="그룹 210"/>
          <p:cNvGrpSpPr/>
          <p:nvPr/>
        </p:nvGrpSpPr>
        <p:grpSpPr>
          <a:xfrm>
            <a:off x="2152084" y="4093526"/>
            <a:ext cx="720000" cy="720000"/>
            <a:chOff x="2887095" y="2655961"/>
            <a:chExt cx="720000" cy="720000"/>
          </a:xfrm>
        </p:grpSpPr>
        <p:sp>
          <p:nvSpPr>
            <p:cNvPr id="212" name="직사각형 211"/>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213" name="Picture 2"/>
            <p:cNvPicPr preferRelativeResize="0">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14" name="그룹 213"/>
          <p:cNvGrpSpPr/>
          <p:nvPr/>
        </p:nvGrpSpPr>
        <p:grpSpPr>
          <a:xfrm>
            <a:off x="1968821" y="5246154"/>
            <a:ext cx="7479527" cy="2556284"/>
            <a:chOff x="726804" y="3033536"/>
            <a:chExt cx="7479527" cy="2556284"/>
          </a:xfrm>
        </p:grpSpPr>
        <p:sp>
          <p:nvSpPr>
            <p:cNvPr id="215" name="직사각형 214"/>
            <p:cNvSpPr/>
            <p:nvPr/>
          </p:nvSpPr>
          <p:spPr>
            <a:xfrm>
              <a:off x="726804" y="3033536"/>
              <a:ext cx="7470000" cy="255628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16" name="그룹 215"/>
            <p:cNvGrpSpPr/>
            <p:nvPr/>
          </p:nvGrpSpPr>
          <p:grpSpPr>
            <a:xfrm>
              <a:off x="736331" y="3122498"/>
              <a:ext cx="7470000" cy="254124"/>
              <a:chOff x="1254113" y="4211563"/>
              <a:chExt cx="7470000" cy="254124"/>
            </a:xfrm>
          </p:grpSpPr>
          <p:sp>
            <p:nvSpPr>
              <p:cNvPr id="327" name="직사각형 326"/>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학습 현황</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66" name="직선 연결선 365"/>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67" name="직사각형 366"/>
          <p:cNvSpPr/>
          <p:nvPr/>
        </p:nvSpPr>
        <p:spPr>
          <a:xfrm>
            <a:off x="7955333" y="5326372"/>
            <a:ext cx="1543696" cy="217339"/>
          </a:xfrm>
          <a:prstGeom prst="rect">
            <a:avLst/>
          </a:prstGeom>
        </p:spPr>
        <p:txBody>
          <a:bodyPr wrap="square">
            <a:spAutoFit/>
          </a:bodyPr>
          <a:lstStyle/>
          <a:p>
            <a:r>
              <a:rPr lang="en-US" altLang="ko-KR" sz="800" b="1" dirty="0" smtClean="0">
                <a:solidFill>
                  <a:srgbClr val="0070C0"/>
                </a:solidFill>
                <a:latin typeface="+mn-ea"/>
                <a:ea typeface="+mn-ea"/>
              </a:rPr>
              <a:t>O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출석</a:t>
            </a:r>
            <a:r>
              <a:rPr lang="en-US" altLang="ko-KR" sz="800" b="1" dirty="0" smtClean="0">
                <a:solidFill>
                  <a:srgbClr val="0070C0"/>
                </a:solidFill>
                <a:latin typeface="+mn-ea"/>
                <a:ea typeface="+mn-ea"/>
              </a:rPr>
              <a:t>, </a:t>
            </a:r>
            <a:r>
              <a:rPr lang="ko-KR" altLang="en-US" sz="800" b="1" dirty="0" smtClean="0">
                <a:solidFill>
                  <a:srgbClr val="ED8013"/>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지각</a:t>
            </a:r>
            <a:r>
              <a:rPr lang="en-US" altLang="ko-KR" sz="800" b="1" dirty="0" smtClean="0">
                <a:solidFill>
                  <a:srgbClr val="ED8013"/>
                </a:solidFill>
                <a:latin typeface="+mn-ea"/>
                <a:ea typeface="+mn-ea"/>
              </a:rPr>
              <a:t>, </a:t>
            </a:r>
            <a:r>
              <a:rPr lang="en-US" altLang="ko-KR" sz="800" b="1" dirty="0" smtClean="0">
                <a:solidFill>
                  <a:srgbClr val="FF0000"/>
                </a:solidFill>
                <a:latin typeface="+mn-ea"/>
                <a:ea typeface="+mn-ea"/>
              </a:rPr>
              <a:t>X</a:t>
            </a:r>
            <a:r>
              <a:rPr lang="ko-KR" altLang="en-US" sz="800" b="1" dirty="0">
                <a:solidFill>
                  <a:srgbClr val="FF0000"/>
                </a:solidFill>
                <a:latin typeface="+mn-ea"/>
                <a:ea typeface="+mn-ea"/>
              </a:rPr>
              <a:t> </a:t>
            </a:r>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결석</a:t>
            </a:r>
            <a:endParaRPr lang="ko-KR" altLang="en-US" sz="800" dirty="0">
              <a:solidFill>
                <a:schemeClr val="tx1">
                  <a:lumMod val="75000"/>
                  <a:lumOff val="25000"/>
                </a:schemeClr>
              </a:solidFill>
              <a:latin typeface="+mn-ea"/>
              <a:ea typeface="+mn-ea"/>
            </a:endParaRPr>
          </a:p>
        </p:txBody>
      </p:sp>
      <p:graphicFrame>
        <p:nvGraphicFramePr>
          <p:cNvPr id="368" name="표 367"/>
          <p:cNvGraphicFramePr>
            <a:graphicFrameLocks noGrp="1"/>
          </p:cNvGraphicFramePr>
          <p:nvPr>
            <p:extLst>
              <p:ext uri="{D42A27DB-BD31-4B8C-83A1-F6EECF244321}">
                <p14:modId xmlns:p14="http://schemas.microsoft.com/office/powerpoint/2010/main" val="3021602200"/>
              </p:ext>
            </p:extLst>
          </p:nvPr>
        </p:nvGraphicFramePr>
        <p:xfrm>
          <a:off x="2026151" y="5966234"/>
          <a:ext cx="7363307" cy="462908"/>
        </p:xfrm>
        <a:graphic>
          <a:graphicData uri="http://schemas.openxmlformats.org/drawingml/2006/table">
            <a:tbl>
              <a:tblPr firstRow="1" bandRow="1">
                <a:tableStyleId>{5C22544A-7EE6-4342-B048-85BDC9FD1C3A}</a:tableStyleId>
              </a:tblPr>
              <a:tblGrid>
                <a:gridCol w="918060"/>
                <a:gridCol w="364826"/>
                <a:gridCol w="364826"/>
                <a:gridCol w="364826"/>
                <a:gridCol w="364826"/>
                <a:gridCol w="364826"/>
                <a:gridCol w="364826"/>
                <a:gridCol w="364826"/>
                <a:gridCol w="364826"/>
                <a:gridCol w="364826"/>
                <a:gridCol w="364826"/>
                <a:gridCol w="364826"/>
                <a:gridCol w="364826"/>
                <a:gridCol w="364826"/>
                <a:gridCol w="364826"/>
                <a:gridCol w="364826"/>
                <a:gridCol w="972857"/>
              </a:tblGrid>
              <a:tr h="231454">
                <a:tc rowSpan="2">
                  <a:txBody>
                    <a:bodyPr/>
                    <a:lstStyle/>
                    <a:p>
                      <a:pPr algn="ctr" latinLnBrk="1"/>
                      <a:r>
                        <a:rPr lang="ko-KR" altLang="en-US" sz="800" b="1" dirty="0" smtClean="0">
                          <a:solidFill>
                            <a:schemeClr val="tx1">
                              <a:lumMod val="75000"/>
                              <a:lumOff val="25000"/>
                            </a:schemeClr>
                          </a:solidFill>
                          <a:latin typeface="+mn-ea"/>
                          <a:ea typeface="+mn-ea"/>
                        </a:rPr>
                        <a:t>주차</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5</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6</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7</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8</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9</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10</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11</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12</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13</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chemeClr val="tx1">
                              <a:lumMod val="75000"/>
                              <a:lumOff val="25000"/>
                            </a:schemeClr>
                          </a:solidFill>
                          <a:latin typeface="+mn-ea"/>
                          <a:ea typeface="+mn-ea"/>
                        </a:rPr>
                        <a:t>14</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1" dirty="0" smtClean="0">
                          <a:solidFill>
                            <a:srgbClr val="FF0000"/>
                          </a:solidFill>
                          <a:latin typeface="+mn-ea"/>
                          <a:ea typeface="+mn-ea"/>
                        </a:rPr>
                        <a:t>15</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출석</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지각</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결석</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X</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0070C0"/>
                          </a:solidFill>
                          <a:latin typeface="+mn-ea"/>
                          <a:ea typeface="+mn-ea"/>
                        </a:rPr>
                        <a:t>O</a:t>
                      </a:r>
                      <a:endParaRPr lang="ko-KR" altLang="en-US" sz="800" b="1" dirty="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ko-KR" altLang="en-US" sz="800" b="1" dirty="0" smtClean="0">
                          <a:solidFill>
                            <a:srgbClr val="ED8013"/>
                          </a:solidFill>
                          <a:latin typeface="+mn-ea"/>
                          <a:ea typeface="+mn-ea"/>
                        </a:rPr>
                        <a:t>△</a:t>
                      </a:r>
                      <a:endParaRPr lang="ko-KR" altLang="en-US" sz="800" b="1" dirty="0">
                        <a:solidFill>
                          <a:srgbClr val="ED8013"/>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1" dirty="0" smtClean="0">
                          <a:solidFill>
                            <a:srgbClr val="0070C0"/>
                          </a:solidFill>
                          <a:latin typeface="+mn-ea"/>
                          <a:ea typeface="+mn-ea"/>
                        </a:rPr>
                        <a:t>-</a:t>
                      </a:r>
                      <a:endParaRPr lang="ko-KR" altLang="en-US" sz="800" b="1" dirty="0" smtClean="0">
                        <a:solidFill>
                          <a:srgbClr val="0070C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rgbClr val="FF0000"/>
                          </a:solidFill>
                          <a:latin typeface="+mn-ea"/>
                          <a:ea typeface="+mn-ea"/>
                        </a:rPr>
                        <a:t>-</a:t>
                      </a:r>
                      <a:endParaRPr lang="ko-KR" altLang="en-US" sz="800" b="1"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aphicFrame>
        <p:nvGraphicFramePr>
          <p:cNvPr id="369" name="표 368"/>
          <p:cNvGraphicFramePr>
            <a:graphicFrameLocks noGrp="1"/>
          </p:cNvGraphicFramePr>
          <p:nvPr>
            <p:extLst>
              <p:ext uri="{D42A27DB-BD31-4B8C-83A1-F6EECF244321}">
                <p14:modId xmlns:p14="http://schemas.microsoft.com/office/powerpoint/2010/main" val="3546616989"/>
              </p:ext>
            </p:extLst>
          </p:nvPr>
        </p:nvGraphicFramePr>
        <p:xfrm>
          <a:off x="2028246" y="6485148"/>
          <a:ext cx="7352618" cy="566734"/>
        </p:xfrm>
        <a:graphic>
          <a:graphicData uri="http://schemas.openxmlformats.org/drawingml/2006/table">
            <a:tbl>
              <a:tblPr firstRow="1" bandRow="1">
                <a:tableStyleId>{5C22544A-7EE6-4342-B048-85BDC9FD1C3A}</a:tableStyleId>
              </a:tblPr>
              <a:tblGrid>
                <a:gridCol w="887168"/>
                <a:gridCol w="1077575"/>
                <a:gridCol w="1077575"/>
                <a:gridCol w="1077575"/>
                <a:gridCol w="1077575"/>
                <a:gridCol w="1077575"/>
                <a:gridCol w="1077575"/>
              </a:tblGrid>
              <a:tr h="231454">
                <a:tc rowSpan="2">
                  <a:txBody>
                    <a:bodyPr/>
                    <a:lstStyle/>
                    <a:p>
                      <a:pPr algn="ctr" latinLnBrk="1"/>
                      <a:r>
                        <a:rPr lang="ko-KR" altLang="en-US" sz="800" b="1" dirty="0" smtClean="0">
                          <a:solidFill>
                            <a:schemeClr val="tx1">
                              <a:lumMod val="75000"/>
                              <a:lumOff val="25000"/>
                            </a:schemeClr>
                          </a:solidFill>
                          <a:latin typeface="+mn-ea"/>
                          <a:ea typeface="+mn-ea"/>
                        </a:rPr>
                        <a:t>학습요소</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en-US" altLang="ko-KR" sz="800" b="0" dirty="0" smtClean="0">
                          <a:solidFill>
                            <a:schemeClr val="tx1">
                              <a:lumMod val="75000"/>
                              <a:lumOff val="25000"/>
                            </a:schemeClr>
                          </a:solidFill>
                          <a:latin typeface="+mn-ea"/>
                          <a:ea typeface="+mn-ea"/>
                        </a:rPr>
                        <a:t>Q&amp;A</a:t>
                      </a: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답변</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등록</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토론방</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댓글수</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과제</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퀴즈</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설문</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토론</a:t>
                      </a:r>
                      <a:endParaRPr lang="en-US" altLang="ko-KR" sz="800" b="0" dirty="0" smtClean="0">
                        <a:solidFill>
                          <a:schemeClr val="tx1">
                            <a:lumMod val="75000"/>
                            <a:lumOff val="25000"/>
                          </a:schemeClr>
                        </a:solidFill>
                        <a:latin typeface="+mn-ea"/>
                        <a:ea typeface="+mn-ea"/>
                      </a:endParaRPr>
                    </a:p>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제출</a:t>
                      </a:r>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전체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15</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2/2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370" name="직사각형 369"/>
          <p:cNvSpPr/>
          <p:nvPr/>
        </p:nvSpPr>
        <p:spPr>
          <a:xfrm>
            <a:off x="1944705" y="5679361"/>
            <a:ext cx="2193229"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학번 </a:t>
            </a:r>
            <a:r>
              <a:rPr lang="en-US" altLang="ko-KR" sz="800" dirty="0" smtClean="0">
                <a:solidFill>
                  <a:schemeClr val="tx1">
                    <a:lumMod val="75000"/>
                    <a:lumOff val="25000"/>
                  </a:schemeClr>
                </a:solidFill>
                <a:latin typeface="+mn-ea"/>
                <a:ea typeface="+mn-ea"/>
              </a:rPr>
              <a:t>90***82 / </a:t>
            </a:r>
            <a:r>
              <a:rPr lang="ko-KR" altLang="en-US" sz="800" dirty="0" err="1" smtClean="0">
                <a:solidFill>
                  <a:schemeClr val="tx1">
                    <a:lumMod val="75000"/>
                    <a:lumOff val="25000"/>
                  </a:schemeClr>
                </a:solidFill>
                <a:latin typeface="+mn-ea"/>
                <a:ea typeface="+mn-ea"/>
              </a:rPr>
              <a:t>입학년도</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a:t>
            </a:r>
            <a:r>
              <a:rPr lang="ko-KR" altLang="en-US" sz="800" dirty="0" smtClean="0">
                <a:solidFill>
                  <a:schemeClr val="tx1">
                    <a:lumMod val="75000"/>
                    <a:lumOff val="25000"/>
                  </a:schemeClr>
                </a:solidFill>
                <a:latin typeface="+mn-ea"/>
                <a:ea typeface="+mn-ea"/>
              </a:rPr>
              <a:t>년 </a:t>
            </a:r>
            <a:r>
              <a:rPr lang="en-US" altLang="ko-KR" sz="800" dirty="0" smtClean="0">
                <a:solidFill>
                  <a:schemeClr val="tx1">
                    <a:lumMod val="75000"/>
                    <a:lumOff val="25000"/>
                  </a:schemeClr>
                </a:solidFill>
                <a:latin typeface="+mn-ea"/>
                <a:ea typeface="+mn-ea"/>
              </a:rPr>
              <a:t>/ 3</a:t>
            </a:r>
            <a:r>
              <a:rPr lang="ko-KR" altLang="en-US" sz="800" dirty="0" smtClean="0">
                <a:solidFill>
                  <a:schemeClr val="tx1">
                    <a:lumMod val="75000"/>
                    <a:lumOff val="25000"/>
                  </a:schemeClr>
                </a:solidFill>
                <a:latin typeface="+mn-ea"/>
                <a:ea typeface="+mn-ea"/>
              </a:rPr>
              <a:t>학년</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graphicFrame>
        <p:nvGraphicFramePr>
          <p:cNvPr id="371" name="표 370"/>
          <p:cNvGraphicFramePr>
            <a:graphicFrameLocks noGrp="1"/>
          </p:cNvGraphicFramePr>
          <p:nvPr>
            <p:extLst>
              <p:ext uri="{D42A27DB-BD31-4B8C-83A1-F6EECF244321}">
                <p14:modId xmlns:p14="http://schemas.microsoft.com/office/powerpoint/2010/main" val="2179193989"/>
              </p:ext>
            </p:extLst>
          </p:nvPr>
        </p:nvGraphicFramePr>
        <p:xfrm>
          <a:off x="2028246" y="7106546"/>
          <a:ext cx="7352615" cy="566734"/>
        </p:xfrm>
        <a:graphic>
          <a:graphicData uri="http://schemas.openxmlformats.org/drawingml/2006/table">
            <a:tbl>
              <a:tblPr firstRow="1" bandRow="1">
                <a:tableStyleId>{5C22544A-7EE6-4342-B048-85BDC9FD1C3A}</a:tableStyleId>
              </a:tblPr>
              <a:tblGrid>
                <a:gridCol w="914315"/>
                <a:gridCol w="1073050"/>
                <a:gridCol w="1073050"/>
                <a:gridCol w="1073050"/>
                <a:gridCol w="1073050"/>
                <a:gridCol w="1073050"/>
                <a:gridCol w="1073050"/>
              </a:tblGrid>
              <a:tr h="231454">
                <a:tc rowSpan="2">
                  <a:txBody>
                    <a:bodyPr/>
                    <a:lstStyle/>
                    <a:p>
                      <a:pPr algn="ctr" latinLnBrk="1"/>
                      <a:r>
                        <a:rPr lang="ko-KR" altLang="en-US" sz="800" b="1" dirty="0" smtClean="0">
                          <a:solidFill>
                            <a:schemeClr val="tx1">
                              <a:lumMod val="75000"/>
                              <a:lumOff val="25000"/>
                            </a:schemeClr>
                          </a:solidFill>
                          <a:latin typeface="+mn-ea"/>
                          <a:ea typeface="+mn-ea"/>
                        </a:rPr>
                        <a:t>중간</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기말</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중간고사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실시간</a:t>
                      </a:r>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대체</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0" dirty="0" smtClean="0">
                          <a:solidFill>
                            <a:schemeClr val="tx1">
                              <a:lumMod val="75000"/>
                              <a:lumOff val="25000"/>
                            </a:schemeClr>
                          </a:solidFill>
                          <a:latin typeface="+mn-ea"/>
                          <a:ea typeface="+mn-ea"/>
                        </a:rPr>
                        <a:t>기말고사</a:t>
                      </a:r>
                      <a:endParaRPr lang="en-US" altLang="ko-KR" sz="800" b="0" dirty="0" smtClean="0">
                        <a:solidFill>
                          <a:schemeClr val="tx1">
                            <a:lumMod val="75000"/>
                            <a:lumOff val="25000"/>
                          </a:schemeClr>
                        </a:solidFill>
                        <a:latin typeface="+mn-ea"/>
                        <a:ea typeface="+mn-ea"/>
                      </a:endParaRPr>
                    </a:p>
                    <a:p>
                      <a:pPr algn="ctr" latinLnBrk="1"/>
                      <a:r>
                        <a:rPr lang="en-US" altLang="ko-KR" sz="800" b="0" dirty="0" smtClean="0">
                          <a:solidFill>
                            <a:schemeClr val="tx1">
                              <a:lumMod val="75000"/>
                              <a:lumOff val="25000"/>
                            </a:schemeClr>
                          </a:solidFill>
                          <a:latin typeface="+mn-ea"/>
                          <a:ea typeface="+mn-ea"/>
                        </a:rPr>
                        <a:t>(</a:t>
                      </a:r>
                      <a:r>
                        <a:rPr lang="ko-KR" altLang="en-US" sz="800" b="0" dirty="0" smtClean="0">
                          <a:solidFill>
                            <a:schemeClr val="tx1">
                              <a:lumMod val="75000"/>
                              <a:lumOff val="25000"/>
                            </a:schemeClr>
                          </a:solidFill>
                          <a:latin typeface="+mn-ea"/>
                          <a:ea typeface="+mn-ea"/>
                        </a:rPr>
                        <a:t>기타</a:t>
                      </a: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vMerge="1">
                  <a:txBody>
                    <a:bodyPr/>
                    <a:lstStyle/>
                    <a:p>
                      <a:pPr algn="ctr" latinLnBrk="1"/>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42</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b="0" dirty="0" smtClean="0">
                          <a:solidFill>
                            <a:schemeClr val="tx1">
                              <a:lumMod val="75000"/>
                              <a:lumOff val="25000"/>
                            </a:schemeClr>
                          </a:solidFill>
                          <a:latin typeface="+mn-ea"/>
                          <a:ea typeface="+mn-ea"/>
                        </a:rPr>
                        <a:t>-</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372" name="그룹 371"/>
          <p:cNvGrpSpPr/>
          <p:nvPr/>
        </p:nvGrpSpPr>
        <p:grpSpPr>
          <a:xfrm>
            <a:off x="8589424" y="6227807"/>
            <a:ext cx="621573" cy="182096"/>
            <a:chOff x="9777536" y="7387344"/>
            <a:chExt cx="621573" cy="182096"/>
          </a:xfrm>
        </p:grpSpPr>
        <p:sp>
          <p:nvSpPr>
            <p:cNvPr id="380" name="타원 379"/>
            <p:cNvSpPr/>
            <p:nvPr/>
          </p:nvSpPr>
          <p:spPr>
            <a:xfrm>
              <a:off x="9777536" y="7389440"/>
              <a:ext cx="180000" cy="180000"/>
            </a:xfrm>
            <a:prstGeom prst="ellipse">
              <a:avLst/>
            </a:prstGeom>
            <a:solidFill>
              <a:srgbClr val="0070C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4</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81" name="타원 380"/>
            <p:cNvSpPr/>
            <p:nvPr/>
          </p:nvSpPr>
          <p:spPr>
            <a:xfrm>
              <a:off x="10003105" y="7389440"/>
              <a:ext cx="180000" cy="180000"/>
            </a:xfrm>
            <a:prstGeom prst="ellipse">
              <a:avLst/>
            </a:prstGeom>
            <a:solidFill>
              <a:srgbClr val="ED8013"/>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sp>
          <p:nvSpPr>
            <p:cNvPr id="382" name="타원 381"/>
            <p:cNvSpPr/>
            <p:nvPr/>
          </p:nvSpPr>
          <p:spPr>
            <a:xfrm>
              <a:off x="10219109" y="7387344"/>
              <a:ext cx="180000" cy="180000"/>
            </a:xfrm>
            <a:prstGeom prst="ellipse">
              <a:avLst/>
            </a:prstGeom>
            <a:solidFill>
              <a:srgbClr val="FF0000"/>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bg1"/>
                  </a:solidFill>
                  <a:latin typeface="맑은 고딕" panose="020B0503020000020004" pitchFamily="50" charset="-127"/>
                  <a:ea typeface="맑은 고딕" panose="020B0503020000020004" pitchFamily="50" charset="-127"/>
                </a:rPr>
                <a:t>1</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grpSp>
      <p:grpSp>
        <p:nvGrpSpPr>
          <p:cNvPr id="390" name="그룹 389"/>
          <p:cNvGrpSpPr/>
          <p:nvPr/>
        </p:nvGrpSpPr>
        <p:grpSpPr>
          <a:xfrm>
            <a:off x="1967763" y="7912546"/>
            <a:ext cx="7489316" cy="3672408"/>
            <a:chOff x="723578" y="4869160"/>
            <a:chExt cx="8377039" cy="3672408"/>
          </a:xfrm>
        </p:grpSpPr>
        <p:grpSp>
          <p:nvGrpSpPr>
            <p:cNvPr id="391" name="그룹 390"/>
            <p:cNvGrpSpPr/>
            <p:nvPr/>
          </p:nvGrpSpPr>
          <p:grpSpPr>
            <a:xfrm>
              <a:off x="723578" y="4869160"/>
              <a:ext cx="8377039" cy="3672408"/>
              <a:chOff x="726805" y="3033536"/>
              <a:chExt cx="8377039" cy="3672408"/>
            </a:xfrm>
          </p:grpSpPr>
          <p:sp>
            <p:nvSpPr>
              <p:cNvPr id="397" name="직사각형 396"/>
              <p:cNvSpPr/>
              <p:nvPr/>
            </p:nvSpPr>
            <p:spPr>
              <a:xfrm>
                <a:off x="726805" y="3033536"/>
                <a:ext cx="8368994" cy="3672408"/>
              </a:xfrm>
              <a:prstGeom prst="rect">
                <a:avLst/>
              </a:prstGeom>
              <a:solidFill>
                <a:schemeClr val="accent4">
                  <a:lumMod val="20000"/>
                  <a:lumOff val="80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8" name="그룹 397"/>
              <p:cNvGrpSpPr/>
              <p:nvPr/>
            </p:nvGrpSpPr>
            <p:grpSpPr>
              <a:xfrm>
                <a:off x="736331" y="3122498"/>
                <a:ext cx="8367513" cy="254124"/>
                <a:chOff x="1254113" y="4211563"/>
                <a:chExt cx="8367513" cy="254124"/>
              </a:xfrm>
            </p:grpSpPr>
            <p:sp>
              <p:nvSpPr>
                <p:cNvPr id="399" name="직사각형 398"/>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접속 현황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( 2026.06.01 ~ 2026.06.25)</a:t>
                  </a:r>
                </a:p>
              </p:txBody>
            </p:sp>
            <p:cxnSp>
              <p:nvCxnSpPr>
                <p:cNvPr id="400" name="직선 연결선 399"/>
                <p:cNvCxnSpPr/>
                <p:nvPr/>
              </p:nvCxnSpPr>
              <p:spPr>
                <a:xfrm>
                  <a:off x="1254113" y="4465687"/>
                  <a:ext cx="836751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pic>
          <p:nvPicPr>
            <p:cNvPr id="392"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85680" y="5292734"/>
              <a:ext cx="8048695" cy="3176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01" name="그룹 400"/>
          <p:cNvGrpSpPr/>
          <p:nvPr/>
        </p:nvGrpSpPr>
        <p:grpSpPr>
          <a:xfrm>
            <a:off x="1959296" y="11700395"/>
            <a:ext cx="7479527" cy="2836888"/>
            <a:chOff x="726804" y="3033535"/>
            <a:chExt cx="7479527" cy="2836888"/>
          </a:xfrm>
        </p:grpSpPr>
        <p:sp>
          <p:nvSpPr>
            <p:cNvPr id="402" name="직사각형 401"/>
            <p:cNvSpPr/>
            <p:nvPr/>
          </p:nvSpPr>
          <p:spPr>
            <a:xfrm>
              <a:off x="726804" y="3033535"/>
              <a:ext cx="7470000" cy="2836888"/>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3" name="그룹 402"/>
            <p:cNvGrpSpPr/>
            <p:nvPr/>
          </p:nvGrpSpPr>
          <p:grpSpPr>
            <a:xfrm>
              <a:off x="736331" y="3122498"/>
              <a:ext cx="7470000" cy="254124"/>
              <a:chOff x="1254113" y="4211563"/>
              <a:chExt cx="7470000" cy="254124"/>
            </a:xfrm>
          </p:grpSpPr>
          <p:sp>
            <p:nvSpPr>
              <p:cNvPr id="404" name="직사각형 403"/>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강의실 활동기록</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405" name="직선 연결선 404"/>
              <p:cNvCxnSpPr/>
              <p:nvPr/>
            </p:nvCxnSpPr>
            <p:spPr>
              <a:xfrm>
                <a:off x="1254113" y="4465687"/>
                <a:ext cx="7470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406" name="그룹 405"/>
          <p:cNvGrpSpPr/>
          <p:nvPr/>
        </p:nvGrpSpPr>
        <p:grpSpPr>
          <a:xfrm>
            <a:off x="2050355" y="12154068"/>
            <a:ext cx="2010388" cy="194400"/>
            <a:chOff x="6363052" y="391134"/>
            <a:chExt cx="2010388" cy="194400"/>
          </a:xfrm>
        </p:grpSpPr>
        <p:sp>
          <p:nvSpPr>
            <p:cNvPr id="407" name="직사각형 406"/>
            <p:cNvSpPr/>
            <p:nvPr/>
          </p:nvSpPr>
          <p:spPr>
            <a:xfrm>
              <a:off x="6363052" y="395519"/>
              <a:ext cx="1800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50000"/>
                      <a:lumOff val="50000"/>
                    </a:schemeClr>
                  </a:solidFill>
                  <a:latin typeface="+mn-ea"/>
                </a:rPr>
                <a:t>이름</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학번</a:t>
              </a:r>
              <a:r>
                <a:rPr lang="en-US" altLang="ko-KR" sz="800" dirty="0" smtClean="0">
                  <a:solidFill>
                    <a:schemeClr val="tx1">
                      <a:lumMod val="50000"/>
                      <a:lumOff val="50000"/>
                    </a:schemeClr>
                  </a:solidFill>
                  <a:latin typeface="+mn-ea"/>
                </a:rPr>
                <a:t>/</a:t>
              </a:r>
              <a:r>
                <a:rPr lang="ko-KR" altLang="en-US" sz="800" dirty="0" smtClean="0">
                  <a:solidFill>
                    <a:schemeClr val="tx1">
                      <a:lumMod val="50000"/>
                      <a:lumOff val="50000"/>
                    </a:schemeClr>
                  </a:solidFill>
                  <a:latin typeface="+mn-ea"/>
                </a:rPr>
                <a:t>학과 입력</a:t>
              </a:r>
              <a:endParaRPr lang="en-US" altLang="ko-KR" sz="800" dirty="0">
                <a:solidFill>
                  <a:schemeClr val="tx1">
                    <a:lumMod val="50000"/>
                    <a:lumOff val="50000"/>
                  </a:schemeClr>
                </a:solidFill>
                <a:latin typeface="+mn-ea"/>
              </a:endParaRPr>
            </a:p>
          </p:txBody>
        </p:sp>
        <p:pic>
          <p:nvPicPr>
            <p:cNvPr id="408" name="Picture 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160525" y="391134"/>
              <a:ext cx="212915" cy="194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09" name="Rectangle 122"/>
          <p:cNvSpPr>
            <a:spLocks noChangeArrowheads="1"/>
          </p:cNvSpPr>
          <p:nvPr/>
        </p:nvSpPr>
        <p:spPr bwMode="auto">
          <a:xfrm>
            <a:off x="8949488" y="12151972"/>
            <a:ext cx="396000" cy="180000"/>
          </a:xfrm>
          <a:prstGeom prst="rect">
            <a:avLst/>
          </a:prstGeom>
          <a:solidFill>
            <a:srgbClr val="FFFFFF"/>
          </a:solidFill>
          <a:ln w="9525" algn="ctr">
            <a:solidFill>
              <a:schemeClr val="bg1">
                <a:lumMod val="6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grpSp>
        <p:nvGrpSpPr>
          <p:cNvPr id="410" name="그룹 409"/>
          <p:cNvGrpSpPr/>
          <p:nvPr/>
        </p:nvGrpSpPr>
        <p:grpSpPr>
          <a:xfrm>
            <a:off x="2040830" y="12420476"/>
            <a:ext cx="7272000" cy="259457"/>
            <a:chOff x="803015" y="9369660"/>
            <a:chExt cx="6883200" cy="259457"/>
          </a:xfrm>
        </p:grpSpPr>
        <p:cxnSp>
          <p:nvCxnSpPr>
            <p:cNvPr id="411" name="직선 연결선 410"/>
            <p:cNvCxnSpPr/>
            <p:nvPr/>
          </p:nvCxnSpPr>
          <p:spPr>
            <a:xfrm>
              <a:off x="803015" y="9369660"/>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2" name="직사각형 411"/>
            <p:cNvSpPr/>
            <p:nvPr/>
          </p:nvSpPr>
          <p:spPr>
            <a:xfrm>
              <a:off x="803015" y="9386614"/>
              <a:ext cx="6883200" cy="240407"/>
            </a:xfrm>
            <a:prstGeom prst="rect">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No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일시                                           활동 내용                               접근 장비                     </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IP</a:t>
              </a:r>
            </a:p>
          </p:txBody>
        </p:sp>
        <p:cxnSp>
          <p:nvCxnSpPr>
            <p:cNvPr id="413" name="직선 연결선 412"/>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14" name="그룹 413"/>
          <p:cNvGrpSpPr/>
          <p:nvPr/>
        </p:nvGrpSpPr>
        <p:grpSpPr>
          <a:xfrm>
            <a:off x="2050355" y="12718033"/>
            <a:ext cx="7272000" cy="242503"/>
            <a:chOff x="803015" y="9386614"/>
            <a:chExt cx="6883200" cy="242503"/>
          </a:xfrm>
        </p:grpSpPr>
        <p:sp>
          <p:nvSpPr>
            <p:cNvPr id="415" name="직사각형 414"/>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5        2026.02.18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16" name="직선 연결선 415"/>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17" name="그룹 416"/>
          <p:cNvGrpSpPr/>
          <p:nvPr/>
        </p:nvGrpSpPr>
        <p:grpSpPr>
          <a:xfrm>
            <a:off x="2050355" y="12996540"/>
            <a:ext cx="7272000" cy="242503"/>
            <a:chOff x="803015" y="9386614"/>
            <a:chExt cx="6883200" cy="242503"/>
          </a:xfrm>
        </p:grpSpPr>
        <p:sp>
          <p:nvSpPr>
            <p:cNvPr id="418" name="직사각형 417"/>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4        2026.03.18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과제 제출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19" name="직선 연결선 418"/>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0" name="그룹 419"/>
          <p:cNvGrpSpPr/>
          <p:nvPr/>
        </p:nvGrpSpPr>
        <p:grpSpPr>
          <a:xfrm>
            <a:off x="2050355" y="13294097"/>
            <a:ext cx="7272000" cy="242503"/>
            <a:chOff x="803015" y="9386614"/>
            <a:chExt cx="6883200" cy="242503"/>
          </a:xfrm>
        </p:grpSpPr>
        <p:sp>
          <p:nvSpPr>
            <p:cNvPr id="421" name="직사각형 420"/>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3        2026.04.18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토론 참여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22" name="직선 연결선 421"/>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3" name="그룹 422"/>
          <p:cNvGrpSpPr/>
          <p:nvPr/>
        </p:nvGrpSpPr>
        <p:grpSpPr>
          <a:xfrm>
            <a:off x="2050355" y="13582129"/>
            <a:ext cx="7272000" cy="242503"/>
            <a:chOff x="803015" y="9386614"/>
            <a:chExt cx="6883200" cy="242503"/>
          </a:xfrm>
        </p:grpSpPr>
        <p:sp>
          <p:nvSpPr>
            <p:cNvPr id="424" name="직사각형 423"/>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2        2026.05.18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25" name="직선 연결선 424"/>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6" name="그룹 425"/>
          <p:cNvGrpSpPr/>
          <p:nvPr/>
        </p:nvGrpSpPr>
        <p:grpSpPr>
          <a:xfrm>
            <a:off x="2050355" y="13853207"/>
            <a:ext cx="7272000" cy="242503"/>
            <a:chOff x="803015" y="9386614"/>
            <a:chExt cx="6883200" cy="242503"/>
          </a:xfrm>
        </p:grpSpPr>
        <p:sp>
          <p:nvSpPr>
            <p:cNvPr id="427" name="직사각형 426"/>
            <p:cNvSpPr/>
            <p:nvPr/>
          </p:nvSpPr>
          <p:spPr>
            <a:xfrm>
              <a:off x="803015" y="9386614"/>
              <a:ext cx="6883200"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 1        2026.06.13 15:23</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강의실 입장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PC</a:t>
              </a:r>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210.122.125.254</a:t>
              </a:r>
            </a:p>
          </p:txBody>
        </p:sp>
        <p:cxnSp>
          <p:nvCxnSpPr>
            <p:cNvPr id="428" name="직선 연결선 427"/>
            <p:cNvCxnSpPr/>
            <p:nvPr/>
          </p:nvCxnSpPr>
          <p:spPr>
            <a:xfrm>
              <a:off x="803015" y="9629117"/>
              <a:ext cx="6876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29" name="Rectangle 122"/>
          <p:cNvSpPr>
            <a:spLocks noChangeArrowheads="1"/>
          </p:cNvSpPr>
          <p:nvPr/>
        </p:nvSpPr>
        <p:spPr bwMode="auto">
          <a:xfrm>
            <a:off x="7977436" y="12159247"/>
            <a:ext cx="900000" cy="172800"/>
          </a:xfrm>
          <a:prstGeom prst="rect">
            <a:avLst/>
          </a:prstGeom>
          <a:solidFill>
            <a:schemeClr val="bg1"/>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엑셀 다운로드</a:t>
            </a:r>
            <a:endParaRPr lang="ko-KR" altLang="en-US" sz="800" kern="0" dirty="0">
              <a:solidFill>
                <a:schemeClr val="tx1">
                  <a:lumMod val="75000"/>
                  <a:lumOff val="25000"/>
                </a:schemeClr>
              </a:solidFill>
              <a:latin typeface="+mn-ea"/>
              <a:ea typeface="+mn-ea"/>
            </a:endParaRPr>
          </a:p>
        </p:txBody>
      </p:sp>
      <p:grpSp>
        <p:nvGrpSpPr>
          <p:cNvPr id="430" name="그룹 74"/>
          <p:cNvGrpSpPr>
            <a:grpSpLocks/>
          </p:cNvGrpSpPr>
          <p:nvPr/>
        </p:nvGrpSpPr>
        <p:grpSpPr bwMode="auto">
          <a:xfrm>
            <a:off x="4858228" y="14177243"/>
            <a:ext cx="1678948" cy="215444"/>
            <a:chOff x="5843761" y="3953547"/>
            <a:chExt cx="1769478" cy="256728"/>
          </a:xfrm>
        </p:grpSpPr>
        <p:sp>
          <p:nvSpPr>
            <p:cNvPr id="431"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432" name="그룹 86"/>
            <p:cNvGrpSpPr>
              <a:grpSpLocks/>
            </p:cNvGrpSpPr>
            <p:nvPr/>
          </p:nvGrpSpPr>
          <p:grpSpPr bwMode="auto">
            <a:xfrm>
              <a:off x="5889794" y="3953547"/>
              <a:ext cx="1723445" cy="256728"/>
              <a:chOff x="5889794" y="3953547"/>
              <a:chExt cx="1723445" cy="256728"/>
            </a:xfrm>
          </p:grpSpPr>
          <p:sp>
            <p:nvSpPr>
              <p:cNvPr id="433"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4"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435"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6"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7"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438"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439" name="그룹 438"/>
          <p:cNvGrpSpPr/>
          <p:nvPr/>
        </p:nvGrpSpPr>
        <p:grpSpPr>
          <a:xfrm>
            <a:off x="3287000" y="6106988"/>
            <a:ext cx="234360" cy="200055"/>
            <a:chOff x="1152270" y="11716364"/>
            <a:chExt cx="234360" cy="200055"/>
          </a:xfrm>
        </p:grpSpPr>
        <p:sp>
          <p:nvSpPr>
            <p:cNvPr id="440" name="모서리가 둥근 직사각형 43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1" name="직사각형 44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7" name="그룹 216"/>
          <p:cNvGrpSpPr/>
          <p:nvPr/>
        </p:nvGrpSpPr>
        <p:grpSpPr>
          <a:xfrm>
            <a:off x="3794402" y="5587618"/>
            <a:ext cx="7423294" cy="7130414"/>
            <a:chOff x="1100571" y="3031334"/>
            <a:chExt cx="7423294" cy="7130414"/>
          </a:xfrm>
        </p:grpSpPr>
        <p:sp>
          <p:nvSpPr>
            <p:cNvPr id="218" name="직사각형 217"/>
            <p:cNvSpPr/>
            <p:nvPr/>
          </p:nvSpPr>
          <p:spPr>
            <a:xfrm>
              <a:off x="1100571" y="3176972"/>
              <a:ext cx="7419573" cy="6984776"/>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19" name="직사각형 218"/>
            <p:cNvSpPr/>
            <p:nvPr/>
          </p:nvSpPr>
          <p:spPr>
            <a:xfrm>
              <a:off x="1100572" y="3031733"/>
              <a:ext cx="74196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20" name="직사각형 219"/>
            <p:cNvSpPr/>
            <p:nvPr/>
          </p:nvSpPr>
          <p:spPr>
            <a:xfrm>
              <a:off x="1109761" y="3064677"/>
              <a:ext cx="1181734" cy="215444"/>
            </a:xfrm>
            <a:prstGeom prst="rect">
              <a:avLst/>
            </a:prstGeom>
          </p:spPr>
          <p:txBody>
            <a:bodyPr wrap="none">
              <a:spAutoFit/>
            </a:bodyPr>
            <a:lstStyle/>
            <a:p>
              <a:r>
                <a:rPr lang="ko-KR" altLang="en-US" sz="800" b="1" dirty="0" smtClean="0">
                  <a:solidFill>
                    <a:schemeClr val="bg1"/>
                  </a:solidFill>
                  <a:latin typeface="+mn-ea"/>
                  <a:ea typeface="+mn-ea"/>
                </a:rPr>
                <a:t>학습자 주차 학습현황</a:t>
              </a:r>
              <a:endParaRPr lang="ko-KR" altLang="en-US" sz="800" b="1" dirty="0">
                <a:solidFill>
                  <a:schemeClr val="bg1"/>
                </a:solidFill>
                <a:latin typeface="+mn-ea"/>
                <a:ea typeface="+mn-ea"/>
              </a:endParaRPr>
            </a:p>
          </p:txBody>
        </p:sp>
        <p:sp>
          <p:nvSpPr>
            <p:cNvPr id="221" name="직사각형 220"/>
            <p:cNvSpPr/>
            <p:nvPr/>
          </p:nvSpPr>
          <p:spPr>
            <a:xfrm>
              <a:off x="8255843" y="303133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222" name="그룹 221"/>
          <p:cNvGrpSpPr/>
          <p:nvPr/>
        </p:nvGrpSpPr>
        <p:grpSpPr>
          <a:xfrm>
            <a:off x="3987175" y="6245321"/>
            <a:ext cx="7054726" cy="2046959"/>
            <a:chOff x="726805" y="3033536"/>
            <a:chExt cx="7054726" cy="2046959"/>
          </a:xfrm>
        </p:grpSpPr>
        <p:sp>
          <p:nvSpPr>
            <p:cNvPr id="223" name="직사각형 222"/>
            <p:cNvSpPr/>
            <p:nvPr/>
          </p:nvSpPr>
          <p:spPr>
            <a:xfrm>
              <a:off x="726805" y="3033536"/>
              <a:ext cx="7051461" cy="2046959"/>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24" name="그룹 223"/>
            <p:cNvGrpSpPr/>
            <p:nvPr/>
          </p:nvGrpSpPr>
          <p:grpSpPr>
            <a:xfrm>
              <a:off x="736331" y="3122498"/>
              <a:ext cx="7045200" cy="254124"/>
              <a:chOff x="1254113" y="4211563"/>
              <a:chExt cx="7045200" cy="254124"/>
            </a:xfrm>
          </p:grpSpPr>
          <p:sp>
            <p:nvSpPr>
              <p:cNvPr id="225" name="직사각형 224"/>
              <p:cNvSpPr/>
              <p:nvPr/>
            </p:nvSpPr>
            <p:spPr>
              <a:xfrm>
                <a:off x="128643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수강생 정보</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226" name="직선 연결선 225"/>
              <p:cNvCxnSpPr/>
              <p:nvPr/>
            </p:nvCxnSpPr>
            <p:spPr>
              <a:xfrm>
                <a:off x="1254113" y="4465687"/>
                <a:ext cx="70452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227" name="Group 37"/>
          <p:cNvGraphicFramePr>
            <a:graphicFrameLocks noGrp="1"/>
          </p:cNvGraphicFramePr>
          <p:nvPr>
            <p:extLst>
              <p:ext uri="{D42A27DB-BD31-4B8C-83A1-F6EECF244321}">
                <p14:modId xmlns:p14="http://schemas.microsoft.com/office/powerpoint/2010/main" val="1598405895"/>
              </p:ext>
            </p:extLst>
          </p:nvPr>
        </p:nvGraphicFramePr>
        <p:xfrm>
          <a:off x="4988498" y="6654876"/>
          <a:ext cx="5797150" cy="1542984"/>
        </p:xfrm>
        <a:graphic>
          <a:graphicData uri="http://schemas.openxmlformats.org/drawingml/2006/table">
            <a:tbl>
              <a:tblPr/>
              <a:tblGrid>
                <a:gridCol w="900605"/>
                <a:gridCol w="4896545"/>
              </a:tblGrid>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기관</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대학원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평생교육원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학위과정</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이름 </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홍*생</a:t>
                      </a:r>
                      <a:endParaRPr lang="en-US" altLang="ko-KR" sz="800" b="0" dirty="0" smtClean="0">
                        <a:solidFill>
                          <a:schemeClr val="tx1">
                            <a:lumMod val="75000"/>
                            <a:lumOff val="25000"/>
                          </a:schemeClr>
                        </a:solidFill>
                        <a:latin typeface="+mn-ea"/>
                      </a:endParaRP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학번</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K2023***47</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아이디</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hfdong1**4</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휴대폰번호</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010-1254-95**</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5716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사용 이메일</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rPr>
                        <a:t>testh**g@naver.com (</a:t>
                      </a:r>
                      <a:r>
                        <a:rPr lang="ko-KR" altLang="en-US" sz="800" b="0" dirty="0" smtClean="0">
                          <a:solidFill>
                            <a:schemeClr val="tx1">
                              <a:lumMod val="75000"/>
                              <a:lumOff val="25000"/>
                            </a:schemeClr>
                          </a:solidFill>
                          <a:latin typeface="+mn-ea"/>
                        </a:rPr>
                        <a:t>연계 이메일</a:t>
                      </a:r>
                      <a:r>
                        <a:rPr lang="en-US" altLang="ko-KR" sz="800" b="0" dirty="0" smtClean="0">
                          <a:solidFill>
                            <a:schemeClr val="tx1">
                              <a:lumMod val="75000"/>
                              <a:lumOff val="25000"/>
                            </a:schemeClr>
                          </a:solidFill>
                          <a:latin typeface="+mn-ea"/>
                        </a:rPr>
                        <a:t>)</a:t>
                      </a:r>
                    </a:p>
                  </a:txBody>
                  <a:tcPr marL="86752" marR="86752" marT="38249" marB="3824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grpSp>
        <p:nvGrpSpPr>
          <p:cNvPr id="228" name="그룹 227"/>
          <p:cNvGrpSpPr/>
          <p:nvPr/>
        </p:nvGrpSpPr>
        <p:grpSpPr>
          <a:xfrm>
            <a:off x="4170437" y="6919372"/>
            <a:ext cx="720000" cy="720000"/>
            <a:chOff x="2887095" y="2655961"/>
            <a:chExt cx="720000" cy="720000"/>
          </a:xfrm>
        </p:grpSpPr>
        <p:sp>
          <p:nvSpPr>
            <p:cNvPr id="229" name="직사각형 228"/>
            <p:cNvSpPr/>
            <p:nvPr/>
          </p:nvSpPr>
          <p:spPr>
            <a:xfrm>
              <a:off x="2887095" y="2655961"/>
              <a:ext cx="720000" cy="720000"/>
            </a:xfrm>
            <a:prstGeom prst="rect">
              <a:avLst/>
            </a:prstGeom>
            <a:noFill/>
            <a:ln>
              <a:solidFill>
                <a:srgbClr val="B1C1D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pic>
          <p:nvPicPr>
            <p:cNvPr id="230" name="Picture 2"/>
            <p:cNvPicPr preferRelativeResize="0">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05583" y="2675012"/>
              <a:ext cx="691200" cy="684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31" name="그룹 230"/>
          <p:cNvGrpSpPr/>
          <p:nvPr/>
        </p:nvGrpSpPr>
        <p:grpSpPr>
          <a:xfrm>
            <a:off x="10062989" y="6271220"/>
            <a:ext cx="900583" cy="293031"/>
            <a:chOff x="7617296" y="4029603"/>
            <a:chExt cx="900583" cy="293031"/>
          </a:xfrm>
        </p:grpSpPr>
        <p:sp>
          <p:nvSpPr>
            <p:cNvPr id="232" name="Rectangle 122"/>
            <p:cNvSpPr>
              <a:spLocks noChangeArrowheads="1"/>
            </p:cNvSpPr>
            <p:nvPr/>
          </p:nvSpPr>
          <p:spPr bwMode="auto">
            <a:xfrm>
              <a:off x="7617296" y="4081264"/>
              <a:ext cx="900000" cy="180000"/>
            </a:xfrm>
            <a:prstGeom prst="rect">
              <a:avLst/>
            </a:prstGeom>
            <a:solidFill>
              <a:schemeClr val="bg1"/>
            </a:solidFill>
            <a:ln w="9525" algn="ctr">
              <a:solidFill>
                <a:schemeClr val="bg1">
                  <a:lumMod val="65000"/>
                </a:schemeClr>
              </a:solidFill>
              <a:miter lim="800000"/>
              <a:headEnd/>
              <a:tailEnd/>
            </a:ln>
            <a:effectLst/>
          </p:spPr>
          <p:txBody>
            <a:bodyPr wrap="none" anchor="ctr"/>
            <a:lstStyle/>
            <a:p>
              <a:pPr algn="ctr" defTabSz="739248" eaLnBrk="1" fontAlgn="auto" hangingPunct="1">
                <a:spcBef>
                  <a:spcPts val="0"/>
                </a:spcBef>
                <a:spcAft>
                  <a:spcPts val="0"/>
                </a:spcAft>
                <a:defRPr/>
              </a:pPr>
              <a:endParaRPr lang="ko-KR" altLang="en-US" sz="800" kern="0" dirty="0">
                <a:solidFill>
                  <a:sysClr val="windowText" lastClr="000000"/>
                </a:solidFill>
                <a:latin typeface="+mn-ea"/>
                <a:ea typeface="+mn-ea"/>
              </a:endParaRPr>
            </a:p>
          </p:txBody>
        </p:sp>
        <p:grpSp>
          <p:nvGrpSpPr>
            <p:cNvPr id="233" name="그룹 232"/>
            <p:cNvGrpSpPr/>
            <p:nvPr/>
          </p:nvGrpSpPr>
          <p:grpSpPr>
            <a:xfrm>
              <a:off x="7668208" y="4110106"/>
              <a:ext cx="300486" cy="126000"/>
              <a:chOff x="2348608" y="8587709"/>
              <a:chExt cx="300486" cy="162000"/>
            </a:xfrm>
          </p:grpSpPr>
          <p:pic>
            <p:nvPicPr>
              <p:cNvPr id="239"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48608" y="8587709"/>
                <a:ext cx="142875" cy="16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0" name="Picture 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521199" y="8587709"/>
                <a:ext cx="127895" cy="1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34" name="직사각형 233"/>
            <p:cNvSpPr/>
            <p:nvPr/>
          </p:nvSpPr>
          <p:spPr>
            <a:xfrm>
              <a:off x="7948761" y="4029603"/>
              <a:ext cx="569118" cy="293031"/>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dirty="0" smtClean="0">
                  <a:solidFill>
                    <a:schemeClr val="tx1">
                      <a:lumMod val="75000"/>
                      <a:lumOff val="25000"/>
                    </a:schemeClr>
                  </a:solidFill>
                  <a:latin typeface="+mn-ea"/>
                </a:rPr>
                <a:t>보내기</a:t>
              </a:r>
              <a:endParaRPr lang="ko-KR" altLang="en-US" sz="900" dirty="0">
                <a:solidFill>
                  <a:schemeClr val="tx1">
                    <a:lumMod val="75000"/>
                    <a:lumOff val="25000"/>
                  </a:schemeClr>
                </a:solidFill>
                <a:latin typeface="+mn-ea"/>
              </a:endParaRPr>
            </a:p>
          </p:txBody>
        </p:sp>
      </p:grpSp>
      <p:sp>
        <p:nvSpPr>
          <p:cNvPr id="241" name="TextBox 240"/>
          <p:cNvSpPr txBox="1"/>
          <p:nvPr/>
        </p:nvSpPr>
        <p:spPr>
          <a:xfrm>
            <a:off x="3901455" y="5903694"/>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254" name="모서리가 둥근 직사각형 253"/>
          <p:cNvSpPr/>
          <p:nvPr/>
        </p:nvSpPr>
        <p:spPr>
          <a:xfrm>
            <a:off x="7074037" y="12357992"/>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55" name="그룹 254"/>
          <p:cNvGrpSpPr/>
          <p:nvPr/>
        </p:nvGrpSpPr>
        <p:grpSpPr>
          <a:xfrm>
            <a:off x="10003085" y="6161112"/>
            <a:ext cx="235962" cy="200055"/>
            <a:chOff x="1152270" y="11716364"/>
            <a:chExt cx="235962" cy="200055"/>
          </a:xfrm>
        </p:grpSpPr>
        <p:sp>
          <p:nvSpPr>
            <p:cNvPr id="256" name="모서리가 둥근 직사각형 25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7" name="직사각형 256"/>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2</a:t>
              </a:r>
              <a:endParaRPr lang="ko-KR" altLang="en-US" sz="700" b="1" dirty="0">
                <a:solidFill>
                  <a:schemeClr val="bg1"/>
                </a:solidFill>
                <a:latin typeface="+mn-ea"/>
                <a:ea typeface="+mn-ea"/>
              </a:endParaRPr>
            </a:p>
          </p:txBody>
        </p:sp>
      </p:grpSp>
      <p:grpSp>
        <p:nvGrpSpPr>
          <p:cNvPr id="258" name="그룹 257"/>
          <p:cNvGrpSpPr/>
          <p:nvPr/>
        </p:nvGrpSpPr>
        <p:grpSpPr>
          <a:xfrm>
            <a:off x="3986144" y="8368976"/>
            <a:ext cx="7054726" cy="3836874"/>
            <a:chOff x="726805" y="3033535"/>
            <a:chExt cx="7054726" cy="3836874"/>
          </a:xfrm>
        </p:grpSpPr>
        <p:sp>
          <p:nvSpPr>
            <p:cNvPr id="259" name="직사각형 258"/>
            <p:cNvSpPr/>
            <p:nvPr/>
          </p:nvSpPr>
          <p:spPr>
            <a:xfrm>
              <a:off x="726805" y="3033535"/>
              <a:ext cx="7051461" cy="3836874"/>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60" name="그룹 259"/>
            <p:cNvGrpSpPr/>
            <p:nvPr/>
          </p:nvGrpSpPr>
          <p:grpSpPr>
            <a:xfrm>
              <a:off x="736331" y="3112973"/>
              <a:ext cx="7045200" cy="263649"/>
              <a:chOff x="1254113" y="4202038"/>
              <a:chExt cx="7045200" cy="263649"/>
            </a:xfrm>
          </p:grpSpPr>
          <p:sp>
            <p:nvSpPr>
              <p:cNvPr id="261" name="직사각형 260"/>
              <p:cNvSpPr/>
              <p:nvPr/>
            </p:nvSpPr>
            <p:spPr>
              <a:xfrm>
                <a:off x="1286430" y="4202038"/>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주차별 학습기록</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cxnSp>
            <p:nvCxnSpPr>
              <p:cNvPr id="303" name="직선 연결선 302"/>
              <p:cNvCxnSpPr/>
              <p:nvPr/>
            </p:nvCxnSpPr>
            <p:spPr>
              <a:xfrm>
                <a:off x="1254113" y="4465687"/>
                <a:ext cx="70452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aphicFrame>
        <p:nvGraphicFramePr>
          <p:cNvPr id="304" name="표 303"/>
          <p:cNvGraphicFramePr>
            <a:graphicFrameLocks noGrp="1"/>
          </p:cNvGraphicFramePr>
          <p:nvPr>
            <p:extLst>
              <p:ext uri="{D42A27DB-BD31-4B8C-83A1-F6EECF244321}">
                <p14:modId xmlns:p14="http://schemas.microsoft.com/office/powerpoint/2010/main" val="234170439"/>
              </p:ext>
            </p:extLst>
          </p:nvPr>
        </p:nvGraphicFramePr>
        <p:xfrm>
          <a:off x="4043473" y="8791499"/>
          <a:ext cx="6947295" cy="3278461"/>
        </p:xfrm>
        <a:graphic>
          <a:graphicData uri="http://schemas.openxmlformats.org/drawingml/2006/table">
            <a:tbl>
              <a:tblPr firstRow="1" bandRow="1">
                <a:tableStyleId>{5C22544A-7EE6-4342-B048-85BDC9FD1C3A}</a:tableStyleId>
              </a:tblPr>
              <a:tblGrid>
                <a:gridCol w="6947295"/>
              </a:tblGrid>
              <a:tr h="256429">
                <a:tc>
                  <a:txBody>
                    <a:bodyPr/>
                    <a:lstStyle/>
                    <a:p>
                      <a:pPr algn="l" latinLnBrk="1"/>
                      <a:r>
                        <a:rPr lang="en-US" altLang="ko-KR" sz="800" b="0" dirty="0" smtClean="0">
                          <a:solidFill>
                            <a:schemeClr val="tx1">
                              <a:lumMod val="75000"/>
                              <a:lumOff val="25000"/>
                            </a:schemeClr>
                          </a:solidFill>
                          <a:latin typeface="+mn-ea"/>
                          <a:ea typeface="+mn-ea"/>
                        </a:rPr>
                        <a:t>3</a:t>
                      </a:r>
                      <a:r>
                        <a:rPr lang="ko-KR" altLang="en-US" sz="800" b="0" dirty="0" smtClean="0">
                          <a:solidFill>
                            <a:schemeClr val="tx1">
                              <a:lumMod val="75000"/>
                              <a:lumOff val="25000"/>
                            </a:schemeClr>
                          </a:solidFill>
                          <a:latin typeface="+mn-ea"/>
                          <a:ea typeface="+mn-ea"/>
                        </a:rPr>
                        <a:t>주차 학습기록</a:t>
                      </a:r>
                      <a:endParaRPr lang="en-US" altLang="ko-KR" sz="800" b="0" dirty="0" smtClean="0">
                        <a:solidFill>
                          <a:schemeClr val="tx1">
                            <a:lumMod val="75000"/>
                            <a:lumOff val="25000"/>
                          </a:schemeClr>
                        </a:solidFill>
                        <a:latin typeface="+mn-ea"/>
                        <a:ea typeface="+mn-ea"/>
                      </a:endParaRPr>
                    </a:p>
                    <a:p>
                      <a:pPr algn="l" latinLnBrk="1"/>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tx2">
                        <a:lumMod val="10000"/>
                        <a:lumOff val="90000"/>
                      </a:schemeClr>
                    </a:solidFill>
                  </a:tcPr>
                </a:tc>
              </a:tr>
              <a:tr h="2943181">
                <a:tc>
                  <a:txBody>
                    <a:bodyPr/>
                    <a:lstStyle/>
                    <a:p>
                      <a:pPr algn="l" latinLnBrk="1"/>
                      <a:endParaRPr lang="ko-KR" altLang="en-US" sz="800" b="0" dirty="0">
                        <a:solidFill>
                          <a:schemeClr val="tx1">
                            <a:lumMod val="75000"/>
                            <a:lumOff val="25000"/>
                          </a:schemeClr>
                        </a:solidFill>
                        <a:latin typeface="+mn-ea"/>
                        <a:ea typeface="+mn-ea"/>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325" name="직사각형 324"/>
          <p:cNvSpPr/>
          <p:nvPr/>
        </p:nvSpPr>
        <p:spPr>
          <a:xfrm>
            <a:off x="7992642" y="8867700"/>
            <a:ext cx="2937022" cy="180000"/>
          </a:xfrm>
          <a:prstGeom prst="rect">
            <a:avLst/>
          </a:prstGeom>
          <a:solidFill>
            <a:schemeClr val="bg1"/>
          </a:solidFill>
          <a:ln>
            <a:solidFill>
              <a:schemeClr val="bg1">
                <a:lumMod val="75000"/>
              </a:schemeClr>
            </a:solidFill>
          </a:ln>
        </p:spPr>
        <p:txBody>
          <a:bodyPr wrap="none">
            <a:spAutoFit/>
          </a:bodyPr>
          <a:lstStyle/>
          <a:p>
            <a:r>
              <a:rPr lang="en-US" altLang="ko-KR" sz="800" b="1" dirty="0">
                <a:solidFill>
                  <a:srgbClr val="FF0000"/>
                </a:solidFill>
                <a:latin typeface="+mn-ea"/>
                <a:ea typeface="+mn-ea"/>
              </a:rPr>
              <a:t>X</a:t>
            </a:r>
            <a:r>
              <a:rPr lang="ko-KR" altLang="en-US" sz="800" b="1" dirty="0">
                <a:solidFill>
                  <a:srgbClr val="FF0000"/>
                </a:solidFill>
                <a:latin typeface="+mn-ea"/>
                <a:ea typeface="+mn-ea"/>
              </a:rPr>
              <a:t> </a:t>
            </a:r>
            <a:r>
              <a:rPr lang="ko-KR" altLang="en-US" sz="800" dirty="0" smtClean="0">
                <a:solidFill>
                  <a:schemeClr val="tx1">
                    <a:lumMod val="75000"/>
                    <a:lumOff val="25000"/>
                  </a:schemeClr>
                </a:solidFill>
                <a:latin typeface="+mn-ea"/>
                <a:ea typeface="+mn-ea"/>
              </a:rPr>
              <a:t>결석</a:t>
            </a:r>
            <a:r>
              <a:rPr lang="ko-KR" altLang="en-US" sz="800" b="1" dirty="0" smtClean="0">
                <a:solidFill>
                  <a:schemeClr val="tx1">
                    <a:lumMod val="75000"/>
                    <a:lumOff val="25000"/>
                  </a:schemeClr>
                </a:solidFill>
                <a:latin typeface="+mn-ea"/>
                <a:ea typeface="+mn-ea"/>
              </a:rPr>
              <a:t> </a:t>
            </a:r>
            <a:r>
              <a:rPr lang="en-US" altLang="ko-KR" sz="800" b="1" dirty="0" smtClean="0">
                <a:solidFill>
                  <a:schemeClr val="tx1">
                    <a:lumMod val="75000"/>
                    <a:lumOff val="25000"/>
                  </a:schemeClr>
                </a:solidFill>
                <a:latin typeface="+mn-ea"/>
                <a:ea typeface="+mn-ea"/>
              </a:rPr>
              <a:t>/</a:t>
            </a:r>
            <a:r>
              <a:rPr lang="en-US" altLang="ko-KR" sz="800" dirty="0" smtClean="0">
                <a:solidFill>
                  <a:schemeClr val="tx1">
                    <a:lumMod val="75000"/>
                    <a:lumOff val="25000"/>
                  </a:schemeClr>
                </a:solidFill>
                <a:latin typeface="+mn-ea"/>
                <a:ea typeface="+mn-ea"/>
              </a:rPr>
              <a:t> 106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학습시간 </a:t>
            </a:r>
            <a:r>
              <a:rPr lang="en-US" altLang="ko-KR" sz="800" dirty="0" smtClean="0">
                <a:solidFill>
                  <a:schemeClr val="tx1">
                    <a:lumMod val="75000"/>
                    <a:lumOff val="25000"/>
                  </a:schemeClr>
                </a:solidFill>
                <a:latin typeface="+mn-ea"/>
                <a:ea typeface="+mn-ea"/>
              </a:rPr>
              <a:t>10</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30</a:t>
            </a:r>
            <a:r>
              <a:rPr lang="ko-KR" altLang="en-US" sz="800" dirty="0" smtClean="0">
                <a:solidFill>
                  <a:schemeClr val="tx1">
                    <a:lumMod val="75000"/>
                    <a:lumOff val="25000"/>
                  </a:schemeClr>
                </a:solidFill>
                <a:latin typeface="+mn-ea"/>
                <a:ea typeface="+mn-ea"/>
              </a:rPr>
              <a:t>초</a:t>
            </a:r>
            <a:r>
              <a:rPr lang="en-US" altLang="ko-KR" sz="800" dirty="0" smtClean="0">
                <a:solidFill>
                  <a:schemeClr val="tx1">
                    <a:lumMod val="75000"/>
                    <a:lumOff val="25000"/>
                  </a:schemeClr>
                </a:solidFill>
                <a:latin typeface="+mn-ea"/>
                <a:ea typeface="+mn-ea"/>
              </a:rPr>
              <a:t> ( </a:t>
            </a:r>
            <a:r>
              <a:rPr lang="ko-KR" altLang="en-US" sz="800" dirty="0" smtClean="0">
                <a:solidFill>
                  <a:schemeClr val="tx1">
                    <a:lumMod val="75000"/>
                    <a:lumOff val="25000"/>
                  </a:schemeClr>
                </a:solidFill>
                <a:latin typeface="+mn-ea"/>
                <a:ea typeface="+mn-ea"/>
              </a:rPr>
              <a:t>기간 후 </a:t>
            </a:r>
            <a:r>
              <a:rPr lang="en-US" altLang="ko-KR" sz="800" dirty="0" smtClean="0">
                <a:solidFill>
                  <a:schemeClr val="tx1">
                    <a:lumMod val="75000"/>
                    <a:lumOff val="25000"/>
                  </a:schemeClr>
                </a:solidFill>
                <a:latin typeface="+mn-ea"/>
                <a:ea typeface="+mn-ea"/>
              </a:rPr>
              <a:t>: 5</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30</a:t>
            </a:r>
            <a:r>
              <a:rPr lang="ko-KR" altLang="en-US" sz="800" dirty="0" smtClean="0">
                <a:solidFill>
                  <a:schemeClr val="tx1">
                    <a:lumMod val="75000"/>
                    <a:lumOff val="25000"/>
                  </a:schemeClr>
                </a:solidFill>
                <a:latin typeface="+mn-ea"/>
                <a:ea typeface="+mn-ea"/>
              </a:rPr>
              <a:t>초</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46" name="TextBox 345"/>
          <p:cNvSpPr txBox="1"/>
          <p:nvPr/>
        </p:nvSpPr>
        <p:spPr>
          <a:xfrm>
            <a:off x="4129200" y="8930183"/>
            <a:ext cx="2880000" cy="215444"/>
          </a:xfrm>
          <a:prstGeom prst="rect">
            <a:avLst/>
          </a:prstGeom>
          <a:noFill/>
        </p:spPr>
        <p:txBody>
          <a:bodyPr wrap="square" lIns="0" rIns="0" rtlCol="0">
            <a:spAutoFit/>
          </a:bodyPr>
          <a:lstStyle/>
          <a:p>
            <a:r>
              <a:rPr lang="ko-KR" altLang="en-US" sz="750" dirty="0" smtClean="0">
                <a:solidFill>
                  <a:schemeClr val="tx1">
                    <a:lumMod val="75000"/>
                    <a:lumOff val="25000"/>
                  </a:schemeClr>
                </a:solidFill>
                <a:latin typeface="맑은 고딕" panose="020B0503020000020004" pitchFamily="50" charset="-127"/>
                <a:ea typeface="맑은 고딕" panose="020B0503020000020004" pitchFamily="50" charset="-127"/>
              </a:rPr>
              <a:t>학습기간</a:t>
            </a: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2026.03.05 ~ 2026.03.16 / 106</a:t>
            </a:r>
            <a:r>
              <a:rPr lang="ko-KR" altLang="en-US" sz="750" b="1" dirty="0" smtClean="0">
                <a:solidFill>
                  <a:schemeClr val="tx1">
                    <a:lumMod val="75000"/>
                    <a:lumOff val="25000"/>
                  </a:schemeClr>
                </a:solidFill>
                <a:latin typeface="맑은 고딕" panose="020B0503020000020004" pitchFamily="50" charset="-127"/>
                <a:ea typeface="맑은 고딕" panose="020B0503020000020004" pitchFamily="50" charset="-127"/>
              </a:rPr>
              <a:t>분 </a:t>
            </a:r>
            <a:endParaRPr lang="ko-KR" altLang="en-US" sz="75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aphicFrame>
        <p:nvGraphicFramePr>
          <p:cNvPr id="347" name="표 346"/>
          <p:cNvGraphicFramePr>
            <a:graphicFrameLocks noGrp="1"/>
          </p:cNvGraphicFramePr>
          <p:nvPr>
            <p:extLst>
              <p:ext uri="{D42A27DB-BD31-4B8C-83A1-F6EECF244321}">
                <p14:modId xmlns:p14="http://schemas.microsoft.com/office/powerpoint/2010/main" val="440645649"/>
              </p:ext>
            </p:extLst>
          </p:nvPr>
        </p:nvGraphicFramePr>
        <p:xfrm>
          <a:off x="4105958" y="9261648"/>
          <a:ext cx="6813655" cy="1958712"/>
        </p:xfrm>
        <a:graphic>
          <a:graphicData uri="http://schemas.openxmlformats.org/drawingml/2006/table">
            <a:tbl>
              <a:tblPr firstRow="1" bandRow="1">
                <a:tableStyleId>{5C22544A-7EE6-4342-B048-85BDC9FD1C3A}</a:tableStyleId>
              </a:tblPr>
              <a:tblGrid>
                <a:gridCol w="6813655"/>
              </a:tblGrid>
              <a:tr h="262181">
                <a:tc>
                  <a:txBody>
                    <a:bodyPr/>
                    <a:lstStyle/>
                    <a:p>
                      <a:pPr algn="l" latinLnBrk="1"/>
                      <a:r>
                        <a:rPr lang="en-US" altLang="ko-KR" sz="800" b="0" dirty="0" smtClean="0">
                          <a:solidFill>
                            <a:schemeClr val="tx1">
                              <a:lumMod val="75000"/>
                              <a:lumOff val="25000"/>
                            </a:schemeClr>
                          </a:solidFill>
                          <a:latin typeface="+mn-ea"/>
                          <a:ea typeface="+mn-ea"/>
                        </a:rPr>
                        <a:t>[ 1</a:t>
                      </a:r>
                      <a:r>
                        <a:rPr lang="ko-KR" altLang="en-US" sz="800" b="0" dirty="0" smtClean="0">
                          <a:solidFill>
                            <a:schemeClr val="tx1">
                              <a:lumMod val="75000"/>
                              <a:lumOff val="25000"/>
                            </a:schemeClr>
                          </a:solidFill>
                          <a:latin typeface="+mn-ea"/>
                          <a:ea typeface="+mn-ea"/>
                        </a:rPr>
                        <a:t>차시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차시제목</a:t>
                      </a:r>
                      <a:r>
                        <a:rPr lang="en-US" altLang="ko-KR" sz="800" b="0" dirty="0" smtClean="0">
                          <a:solidFill>
                            <a:schemeClr val="tx1">
                              <a:lumMod val="75000"/>
                              <a:lumOff val="25000"/>
                            </a:schemeClr>
                          </a:solidFill>
                          <a:latin typeface="+mn-ea"/>
                          <a:ea typeface="+mn-ea"/>
                        </a:rPr>
                        <a:t>1</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385891">
                <a:tc>
                  <a:txBody>
                    <a:bodyPr/>
                    <a:lstStyle/>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533400">
                <a:tc>
                  <a:txBody>
                    <a:bodyPr/>
                    <a:lstStyle/>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en-US" altLang="ko-KR" sz="800" b="1" dirty="0" smtClean="0">
                        <a:solidFill>
                          <a:schemeClr val="tx1">
                            <a:lumMod val="75000"/>
                            <a:lumOff val="25000"/>
                          </a:schemeClr>
                        </a:solidFill>
                        <a:latin typeface="+mn-ea"/>
                        <a:ea typeface="+mn-ea"/>
                      </a:endParaRPr>
                    </a:p>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aphicFrame>
        <p:nvGraphicFramePr>
          <p:cNvPr id="354" name="표 353"/>
          <p:cNvGraphicFramePr>
            <a:graphicFrameLocks noGrp="1"/>
          </p:cNvGraphicFramePr>
          <p:nvPr>
            <p:extLst>
              <p:ext uri="{D42A27DB-BD31-4B8C-83A1-F6EECF244321}">
                <p14:modId xmlns:p14="http://schemas.microsoft.com/office/powerpoint/2010/main" val="2420291773"/>
              </p:ext>
            </p:extLst>
          </p:nvPr>
        </p:nvGraphicFramePr>
        <p:xfrm>
          <a:off x="4172633" y="9993857"/>
          <a:ext cx="6677333" cy="1148170"/>
        </p:xfrm>
        <a:graphic>
          <a:graphicData uri="http://schemas.openxmlformats.org/drawingml/2006/table">
            <a:tbl>
              <a:tblPr firstRow="1" bandRow="1">
                <a:tableStyleId>{5C22544A-7EE6-4342-B048-85BDC9FD1C3A}</a:tableStyleId>
              </a:tblPr>
              <a:tblGrid>
                <a:gridCol w="6677333"/>
              </a:tblGrid>
              <a:tr h="229634">
                <a:tc>
                  <a:txBody>
                    <a:bodyPr/>
                    <a:lstStyle/>
                    <a:p>
                      <a:pPr algn="l" latinLnBrk="1"/>
                      <a:r>
                        <a:rPr lang="ko-KR" altLang="en-US" sz="800" b="0" dirty="0" smtClean="0">
                          <a:solidFill>
                            <a:schemeClr val="tx1">
                              <a:lumMod val="75000"/>
                              <a:lumOff val="25000"/>
                            </a:schemeClr>
                          </a:solidFill>
                          <a:latin typeface="+mn-ea"/>
                          <a:ea typeface="+mn-ea"/>
                        </a:rPr>
                        <a:t>학습기록</a:t>
                      </a:r>
                      <a:endParaRPr lang="ko-KR" altLang="en-US" sz="800" b="0" dirty="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0E6EE"/>
                    </a:solidFill>
                  </a:tcPr>
                </a:tc>
              </a:tr>
              <a:tr h="229634">
                <a:tc>
                  <a:txBody>
                    <a:bodyPr/>
                    <a:lstStyle/>
                    <a:p>
                      <a:pPr algn="l" latinLnBrk="1"/>
                      <a:r>
                        <a:rPr lang="en-US" altLang="ko-KR" sz="800" b="0" dirty="0" smtClean="0">
                          <a:solidFill>
                            <a:schemeClr val="tx1">
                              <a:lumMod val="75000"/>
                              <a:lumOff val="25000"/>
                            </a:schemeClr>
                          </a:solidFill>
                          <a:latin typeface="+mn-ea"/>
                          <a:ea typeface="+mn-ea"/>
                        </a:rPr>
                        <a:t>316         2026.03.15 16:28:32         [1] 25:34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315         2026.03.15 16:25:32         [1] 22:33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314         2026.03.15 16:22:32         [1] 19:35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2963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313         2026.03.15 16:19:32         [1] 16:34         Window10</a:t>
                      </a:r>
                      <a:r>
                        <a:rPr lang="en-US" altLang="ko-KR" sz="800" b="0" baseline="0" dirty="0" smtClean="0">
                          <a:solidFill>
                            <a:schemeClr val="tx1">
                              <a:lumMod val="75000"/>
                              <a:lumOff val="25000"/>
                            </a:schemeClr>
                          </a:solidFill>
                          <a:latin typeface="+mn-ea"/>
                          <a:ea typeface="+mn-ea"/>
                        </a:rPr>
                        <a:t>         chome, Play, 1.2X (PAGE:3, start 16:13:02)         125.207.131.148</a:t>
                      </a:r>
                      <a:endParaRPr lang="ko-KR" altLang="en-US" sz="800" b="0" dirty="0" smtClean="0">
                        <a:solidFill>
                          <a:schemeClr val="tx1">
                            <a:lumMod val="75000"/>
                            <a:lumOff val="25000"/>
                          </a:schemeClr>
                        </a:solidFill>
                        <a:latin typeface="+mn-ea"/>
                        <a:ea typeface="+mn-ea"/>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grpSp>
        <p:nvGrpSpPr>
          <p:cNvPr id="3" name="그룹 2"/>
          <p:cNvGrpSpPr/>
          <p:nvPr/>
        </p:nvGrpSpPr>
        <p:grpSpPr>
          <a:xfrm>
            <a:off x="4166348" y="9455541"/>
            <a:ext cx="6700833" cy="372646"/>
            <a:chOff x="1678932" y="9455541"/>
            <a:chExt cx="6700833" cy="372646"/>
          </a:xfrm>
        </p:grpSpPr>
        <p:sp>
          <p:nvSpPr>
            <p:cNvPr id="362" name="직사각형 361"/>
            <p:cNvSpPr/>
            <p:nvPr/>
          </p:nvSpPr>
          <p:spPr>
            <a:xfrm>
              <a:off x="2010397" y="9603218"/>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a:t>
              </a:r>
              <a:r>
                <a:rPr lang="en-US" altLang="ko-KR" sz="800" dirty="0" smtClean="0">
                  <a:solidFill>
                    <a:schemeClr val="tx1">
                      <a:lumMod val="75000"/>
                      <a:lumOff val="25000"/>
                    </a:schemeClr>
                  </a:solidFill>
                  <a:latin typeface="+mn-ea"/>
                  <a:ea typeface="+mn-ea"/>
                </a:rPr>
                <a:t>1</a:t>
              </a:r>
              <a:endParaRPr lang="ko-KR" altLang="en-US" sz="800" dirty="0">
                <a:solidFill>
                  <a:schemeClr val="tx1">
                    <a:lumMod val="75000"/>
                    <a:lumOff val="25000"/>
                  </a:schemeClr>
                </a:solidFill>
                <a:latin typeface="+mn-ea"/>
                <a:ea typeface="+mn-ea"/>
              </a:endParaRPr>
            </a:p>
          </p:txBody>
        </p:sp>
        <p:sp>
          <p:nvSpPr>
            <p:cNvPr id="363" name="직사각형 362"/>
            <p:cNvSpPr/>
            <p:nvPr/>
          </p:nvSpPr>
          <p:spPr>
            <a:xfrm>
              <a:off x="7626821" y="9612743"/>
              <a:ext cx="595035" cy="215444"/>
            </a:xfrm>
            <a:prstGeom prst="rect">
              <a:avLst/>
            </a:prstGeom>
          </p:spPr>
          <p:txBody>
            <a:bodyPr wrap="none">
              <a:spAutoFit/>
            </a:bodyPr>
            <a:lstStyle/>
            <a:p>
              <a:r>
                <a:rPr lang="ko-KR" altLang="en-US" sz="800" dirty="0" smtClean="0">
                  <a:solidFill>
                    <a:srgbClr val="0070C0"/>
                  </a:solidFill>
                  <a:latin typeface="+mn-ea"/>
                  <a:ea typeface="+mn-ea"/>
                  <a:sym typeface="Wingdings" pitchFamily="2" charset="2"/>
                </a:rPr>
                <a:t>학습완료</a:t>
              </a:r>
              <a:endParaRPr lang="ko-KR" altLang="en-US" sz="800" dirty="0">
                <a:solidFill>
                  <a:srgbClr val="0070C0"/>
                </a:solidFill>
                <a:latin typeface="+mn-ea"/>
                <a:ea typeface="+mn-ea"/>
              </a:endParaRPr>
            </a:p>
          </p:txBody>
        </p:sp>
        <p:sp>
          <p:nvSpPr>
            <p:cNvPr id="364" name="직사각형 363"/>
            <p:cNvSpPr/>
            <p:nvPr/>
          </p:nvSpPr>
          <p:spPr>
            <a:xfrm>
              <a:off x="2792760" y="9602638"/>
              <a:ext cx="2659702" cy="215444"/>
            </a:xfrm>
            <a:prstGeom prst="rect">
              <a:avLst/>
            </a:prstGeom>
          </p:spPr>
          <p:txBody>
            <a:bodyPr wrap="none">
              <a:spAutoFit/>
            </a:bodyPr>
            <a:lstStyle/>
            <a:p>
              <a:r>
                <a:rPr lang="ko-KR" altLang="en-US" sz="800" dirty="0" smtClean="0">
                  <a:solidFill>
                    <a:schemeClr val="tx1">
                      <a:lumMod val="65000"/>
                      <a:lumOff val="35000"/>
                    </a:schemeClr>
                  </a:solidFill>
                  <a:latin typeface="+mn-ea"/>
                  <a:ea typeface="+mn-ea"/>
                </a:rPr>
                <a:t>학습기간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2026.03.05 </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2026.03.16</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 </a:t>
              </a:r>
              <a:r>
                <a:rPr lang="en-US" altLang="ko-KR" sz="800" dirty="0" smtClean="0">
                  <a:solidFill>
                    <a:schemeClr val="tx1">
                      <a:lumMod val="65000"/>
                      <a:lumOff val="35000"/>
                    </a:schemeClr>
                  </a:solidFill>
                  <a:latin typeface="+mn-ea"/>
                  <a:ea typeface="+mn-ea"/>
                </a:rPr>
                <a:t>20</a:t>
              </a:r>
              <a:r>
                <a:rPr lang="ko-KR" altLang="en-US" sz="800" dirty="0" smtClean="0">
                  <a:solidFill>
                    <a:schemeClr val="tx1">
                      <a:lumMod val="65000"/>
                      <a:lumOff val="35000"/>
                    </a:schemeClr>
                  </a:solidFill>
                  <a:latin typeface="+mn-ea"/>
                  <a:ea typeface="+mn-ea"/>
                  <a:sym typeface="Wingdings" pitchFamily="2" charset="2"/>
                </a:rPr>
                <a:t>분 </a:t>
              </a:r>
              <a:r>
                <a:rPr lang="en-US" altLang="ko-KR" sz="800" dirty="0" smtClean="0">
                  <a:solidFill>
                    <a:schemeClr val="tx1">
                      <a:lumMod val="65000"/>
                      <a:lumOff val="35000"/>
                    </a:schemeClr>
                  </a:solidFill>
                  <a:latin typeface="+mn-ea"/>
                  <a:ea typeface="+mn-ea"/>
                  <a:sym typeface="Wingdings" pitchFamily="2" charset="2"/>
                </a:rPr>
                <a:t>/ </a:t>
              </a:r>
              <a:r>
                <a:rPr lang="ko-KR" altLang="en-US" sz="800" dirty="0" smtClean="0">
                  <a:solidFill>
                    <a:schemeClr val="tx1">
                      <a:lumMod val="65000"/>
                      <a:lumOff val="35000"/>
                    </a:schemeClr>
                  </a:solidFill>
                  <a:latin typeface="+mn-ea"/>
                  <a:ea typeface="+mn-ea"/>
                  <a:sym typeface="Wingdings" pitchFamily="2" charset="2"/>
                </a:rPr>
                <a:t>출결대상 </a:t>
              </a:r>
              <a:endParaRPr lang="ko-KR" altLang="en-US" sz="800" dirty="0">
                <a:solidFill>
                  <a:srgbClr val="0070C0"/>
                </a:solidFill>
                <a:latin typeface="+mn-ea"/>
                <a:ea typeface="+mn-ea"/>
              </a:endParaRPr>
            </a:p>
          </p:txBody>
        </p:sp>
        <p:grpSp>
          <p:nvGrpSpPr>
            <p:cNvPr id="375" name="그룹 374"/>
            <p:cNvGrpSpPr/>
            <p:nvPr/>
          </p:nvGrpSpPr>
          <p:grpSpPr>
            <a:xfrm>
              <a:off x="8143803" y="9455541"/>
              <a:ext cx="235962" cy="200055"/>
              <a:chOff x="1152270" y="11716364"/>
              <a:chExt cx="235962" cy="200055"/>
            </a:xfrm>
          </p:grpSpPr>
          <p:sp>
            <p:nvSpPr>
              <p:cNvPr id="376" name="모서리가 둥근 직사각형 3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7" name="직사각형 376"/>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4</a:t>
                </a:r>
                <a:endParaRPr lang="ko-KR" altLang="en-US" sz="700" b="1" dirty="0">
                  <a:solidFill>
                    <a:schemeClr val="bg1"/>
                  </a:solidFill>
                  <a:latin typeface="+mn-ea"/>
                  <a:ea typeface="+mn-ea"/>
                </a:endParaRPr>
              </a:p>
            </p:txBody>
          </p:sp>
        </p:grpSp>
        <p:sp>
          <p:nvSpPr>
            <p:cNvPr id="378" name="순서도: 대체 처리 377"/>
            <p:cNvSpPr/>
            <p:nvPr/>
          </p:nvSpPr>
          <p:spPr bwMode="auto">
            <a:xfrm>
              <a:off x="1678932" y="9641848"/>
              <a:ext cx="360000" cy="126000"/>
            </a:xfrm>
            <a:prstGeom prst="flowChartAlternateProcess">
              <a:avLst/>
            </a:prstGeom>
            <a:solidFill>
              <a:schemeClr val="bg1"/>
            </a:solid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pic>
          <p:nvPicPr>
            <p:cNvPr id="379" name="Picture 11"/>
            <p:cNvPicPr preferRelativeResize="0">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217743" y="9674654"/>
              <a:ext cx="84000" cy="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383" name="표 382"/>
          <p:cNvGraphicFramePr>
            <a:graphicFrameLocks noGrp="1"/>
          </p:cNvGraphicFramePr>
          <p:nvPr>
            <p:extLst>
              <p:ext uri="{D42A27DB-BD31-4B8C-83A1-F6EECF244321}">
                <p14:modId xmlns:p14="http://schemas.microsoft.com/office/powerpoint/2010/main" val="517977394"/>
              </p:ext>
            </p:extLst>
          </p:nvPr>
        </p:nvGraphicFramePr>
        <p:xfrm>
          <a:off x="4106484" y="11311780"/>
          <a:ext cx="6813655" cy="648072"/>
        </p:xfrm>
        <a:graphic>
          <a:graphicData uri="http://schemas.openxmlformats.org/drawingml/2006/table">
            <a:tbl>
              <a:tblPr firstRow="1" bandRow="1">
                <a:tableStyleId>{5C22544A-7EE6-4342-B048-85BDC9FD1C3A}</a:tableStyleId>
              </a:tblPr>
              <a:tblGrid>
                <a:gridCol w="6813655"/>
              </a:tblGrid>
              <a:tr h="262181">
                <a:tc>
                  <a:txBody>
                    <a:bodyPr/>
                    <a:lstStyle/>
                    <a:p>
                      <a:pPr algn="l" latinLnBrk="1"/>
                      <a:r>
                        <a:rPr lang="en-US" altLang="ko-KR" sz="800" b="0" dirty="0" smtClean="0">
                          <a:solidFill>
                            <a:schemeClr val="tx1">
                              <a:lumMod val="75000"/>
                              <a:lumOff val="25000"/>
                            </a:schemeClr>
                          </a:solidFill>
                          <a:latin typeface="+mn-ea"/>
                          <a:ea typeface="+mn-ea"/>
                        </a:rPr>
                        <a:t>[ 2</a:t>
                      </a:r>
                      <a:r>
                        <a:rPr lang="ko-KR" altLang="en-US" sz="800" b="0" dirty="0" smtClean="0">
                          <a:solidFill>
                            <a:schemeClr val="tx1">
                              <a:lumMod val="75000"/>
                              <a:lumOff val="25000"/>
                            </a:schemeClr>
                          </a:solidFill>
                          <a:latin typeface="+mn-ea"/>
                          <a:ea typeface="+mn-ea"/>
                        </a:rPr>
                        <a:t>차시 </a:t>
                      </a: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차시제목</a:t>
                      </a:r>
                      <a:r>
                        <a:rPr lang="en-US" altLang="ko-KR" sz="800" b="0" dirty="0" smtClean="0">
                          <a:solidFill>
                            <a:schemeClr val="tx1">
                              <a:lumMod val="75000"/>
                              <a:lumOff val="25000"/>
                            </a:schemeClr>
                          </a:solidFill>
                          <a:latin typeface="+mn-ea"/>
                          <a:ea typeface="+mn-ea"/>
                        </a:rPr>
                        <a:t>2</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385891">
                <a:tc>
                  <a:txBody>
                    <a:bodyPr/>
                    <a:lstStyle/>
                    <a:p>
                      <a:pPr algn="ctr" latinLnBrk="1"/>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384" name="직사각형 383"/>
          <p:cNvSpPr/>
          <p:nvPr/>
        </p:nvSpPr>
        <p:spPr>
          <a:xfrm>
            <a:off x="10248302" y="11662875"/>
            <a:ext cx="492443" cy="215444"/>
          </a:xfrm>
          <a:prstGeom prst="rect">
            <a:avLst/>
          </a:prstGeom>
        </p:spPr>
        <p:txBody>
          <a:bodyPr wrap="none">
            <a:spAutoFit/>
          </a:bodyPr>
          <a:lstStyle/>
          <a:p>
            <a:r>
              <a:rPr lang="ko-KR" altLang="en-US" sz="800" dirty="0" smtClean="0">
                <a:solidFill>
                  <a:srgbClr val="0070C0"/>
                </a:solidFill>
                <a:latin typeface="+mn-ea"/>
                <a:ea typeface="+mn-ea"/>
                <a:sym typeface="Wingdings" pitchFamily="2" charset="2"/>
              </a:rPr>
              <a:t>학습</a:t>
            </a:r>
            <a:r>
              <a:rPr lang="ko-KR" altLang="en-US" sz="800" dirty="0">
                <a:solidFill>
                  <a:srgbClr val="0070C0"/>
                </a:solidFill>
                <a:latin typeface="+mn-ea"/>
                <a:ea typeface="+mn-ea"/>
                <a:sym typeface="Wingdings" pitchFamily="2" charset="2"/>
              </a:rPr>
              <a:t>중</a:t>
            </a:r>
            <a:endParaRPr lang="ko-KR" altLang="en-US" sz="800" dirty="0">
              <a:solidFill>
                <a:srgbClr val="0070C0"/>
              </a:solidFill>
              <a:latin typeface="+mn-ea"/>
              <a:ea typeface="+mn-ea"/>
            </a:endParaRPr>
          </a:p>
        </p:txBody>
      </p:sp>
      <p:pic>
        <p:nvPicPr>
          <p:cNvPr id="385"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0736553" y="11730111"/>
            <a:ext cx="76200" cy="7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6" name="직사각형 385"/>
          <p:cNvSpPr/>
          <p:nvPr/>
        </p:nvSpPr>
        <p:spPr>
          <a:xfrm>
            <a:off x="4533399" y="11657542"/>
            <a:ext cx="1800000" cy="215444"/>
          </a:xfrm>
          <a:prstGeom prst="rect">
            <a:avLst/>
          </a:prstGeom>
        </p:spPr>
        <p:txBody>
          <a:bodyPr wrap="square">
            <a:spAutoFit/>
          </a:bodyPr>
          <a:lstStyle/>
          <a:p>
            <a:r>
              <a:rPr lang="ko-KR" altLang="en-US" sz="800" dirty="0" smtClean="0">
                <a:solidFill>
                  <a:schemeClr val="tx1">
                    <a:lumMod val="75000"/>
                    <a:lumOff val="25000"/>
                  </a:schemeClr>
                </a:solidFill>
                <a:latin typeface="+mn-ea"/>
                <a:ea typeface="+mn-ea"/>
              </a:rPr>
              <a:t>콘텐츠제목</a:t>
            </a:r>
            <a:r>
              <a:rPr lang="en-US" altLang="ko-KR" sz="800" dirty="0" smtClean="0">
                <a:solidFill>
                  <a:schemeClr val="tx1">
                    <a:lumMod val="75000"/>
                    <a:lumOff val="25000"/>
                  </a:schemeClr>
                </a:solidFill>
                <a:latin typeface="+mn-ea"/>
                <a:ea typeface="+mn-ea"/>
              </a:rPr>
              <a:t>2</a:t>
            </a:r>
            <a:endParaRPr lang="ko-KR" altLang="en-US" sz="800" dirty="0">
              <a:solidFill>
                <a:schemeClr val="tx1">
                  <a:lumMod val="75000"/>
                  <a:lumOff val="25000"/>
                </a:schemeClr>
              </a:solidFill>
              <a:latin typeface="+mn-ea"/>
              <a:ea typeface="+mn-ea"/>
            </a:endParaRPr>
          </a:p>
        </p:txBody>
      </p:sp>
      <p:sp>
        <p:nvSpPr>
          <p:cNvPr id="387" name="직사각형 386"/>
          <p:cNvSpPr/>
          <p:nvPr/>
        </p:nvSpPr>
        <p:spPr>
          <a:xfrm>
            <a:off x="5315762" y="11656962"/>
            <a:ext cx="2659702" cy="215444"/>
          </a:xfrm>
          <a:prstGeom prst="rect">
            <a:avLst/>
          </a:prstGeom>
        </p:spPr>
        <p:txBody>
          <a:bodyPr wrap="none">
            <a:spAutoFit/>
          </a:bodyPr>
          <a:lstStyle/>
          <a:p>
            <a:r>
              <a:rPr lang="ko-KR" altLang="en-US" sz="800" dirty="0" smtClean="0">
                <a:solidFill>
                  <a:schemeClr val="tx1">
                    <a:lumMod val="65000"/>
                    <a:lumOff val="35000"/>
                  </a:schemeClr>
                </a:solidFill>
                <a:latin typeface="+mn-ea"/>
                <a:ea typeface="+mn-ea"/>
              </a:rPr>
              <a:t>학습기간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2026.03.05 </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2026.03.16</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 / </a:t>
            </a:r>
            <a:r>
              <a:rPr lang="en-US" altLang="ko-KR" sz="800" dirty="0" smtClean="0">
                <a:solidFill>
                  <a:schemeClr val="tx1">
                    <a:lumMod val="65000"/>
                    <a:lumOff val="35000"/>
                  </a:schemeClr>
                </a:solidFill>
                <a:latin typeface="+mn-ea"/>
                <a:ea typeface="+mn-ea"/>
              </a:rPr>
              <a:t>37</a:t>
            </a:r>
            <a:r>
              <a:rPr lang="ko-KR" altLang="en-US" sz="800" dirty="0" smtClean="0">
                <a:solidFill>
                  <a:schemeClr val="tx1">
                    <a:lumMod val="65000"/>
                    <a:lumOff val="35000"/>
                  </a:schemeClr>
                </a:solidFill>
                <a:latin typeface="+mn-ea"/>
                <a:ea typeface="+mn-ea"/>
                <a:sym typeface="Wingdings" pitchFamily="2" charset="2"/>
              </a:rPr>
              <a:t>분 </a:t>
            </a:r>
            <a:r>
              <a:rPr lang="en-US" altLang="ko-KR" sz="800" dirty="0" smtClean="0">
                <a:solidFill>
                  <a:schemeClr val="tx1">
                    <a:lumMod val="65000"/>
                    <a:lumOff val="35000"/>
                  </a:schemeClr>
                </a:solidFill>
                <a:latin typeface="+mn-ea"/>
                <a:ea typeface="+mn-ea"/>
                <a:sym typeface="Wingdings" pitchFamily="2" charset="2"/>
              </a:rPr>
              <a:t>/ </a:t>
            </a:r>
            <a:r>
              <a:rPr lang="ko-KR" altLang="en-US" sz="800" dirty="0" smtClean="0">
                <a:solidFill>
                  <a:schemeClr val="tx1">
                    <a:lumMod val="65000"/>
                    <a:lumOff val="35000"/>
                  </a:schemeClr>
                </a:solidFill>
                <a:latin typeface="+mn-ea"/>
                <a:ea typeface="+mn-ea"/>
                <a:sym typeface="Wingdings" pitchFamily="2" charset="2"/>
              </a:rPr>
              <a:t>출결대상 </a:t>
            </a:r>
            <a:endParaRPr lang="ko-KR" altLang="en-US" sz="800" dirty="0">
              <a:solidFill>
                <a:srgbClr val="0070C0"/>
              </a:solidFill>
              <a:latin typeface="+mn-ea"/>
              <a:ea typeface="+mn-ea"/>
            </a:endParaRPr>
          </a:p>
        </p:txBody>
      </p:sp>
      <p:sp>
        <p:nvSpPr>
          <p:cNvPr id="388" name="순서도: 대체 처리 387"/>
          <p:cNvSpPr/>
          <p:nvPr/>
        </p:nvSpPr>
        <p:spPr bwMode="auto">
          <a:xfrm>
            <a:off x="4201934" y="11696172"/>
            <a:ext cx="360000" cy="126000"/>
          </a:xfrm>
          <a:prstGeom prst="flowChartAlternateProcess">
            <a:avLst/>
          </a:prstGeom>
          <a:solidFill>
            <a:schemeClr val="bg1"/>
          </a:solidFill>
          <a:ln w="6350" cap="flat" cmpd="sng" algn="ctr">
            <a:solidFill>
              <a:schemeClr val="bg1">
                <a:lumMod val="65000"/>
              </a:schemeClr>
            </a:solidFill>
            <a:prstDash val="solid"/>
            <a:round/>
            <a:headEnd type="none" w="med" len="med"/>
            <a:tailEnd type="none" w="med" len="med"/>
          </a:ln>
          <a:effectLst/>
        </p:spPr>
        <p:txBody>
          <a:bodyPr lIns="0" rIns="0" bIns="36000" rtlCol="0" anchor="ctr"/>
          <a:lstStyle/>
          <a:p>
            <a:pPr algn="ctr" defTabSz="851489" fontAlgn="base">
              <a:spcBef>
                <a:spcPct val="0"/>
              </a:spcBef>
              <a:spcAft>
                <a:spcPct val="0"/>
              </a:spcAft>
            </a:pPr>
            <a:r>
              <a:rPr kumimoji="1" lang="ko-KR" altLang="en-US" sz="750" dirty="0" smtClean="0">
                <a:solidFill>
                  <a:schemeClr val="tx1">
                    <a:lumMod val="75000"/>
                    <a:lumOff val="25000"/>
                  </a:schemeClr>
                </a:solidFill>
                <a:latin typeface="+mn-ea"/>
                <a:ea typeface="+mn-ea"/>
                <a:cs typeface="Calibri" pitchFamily="34" charset="0"/>
              </a:rPr>
              <a:t>동영상</a:t>
            </a:r>
            <a:endParaRPr kumimoji="1" lang="ko-KR" altLang="en-US" sz="750" dirty="0">
              <a:solidFill>
                <a:schemeClr val="tx1">
                  <a:lumMod val="75000"/>
                  <a:lumOff val="25000"/>
                </a:schemeClr>
              </a:solidFill>
              <a:latin typeface="+mn-ea"/>
              <a:ea typeface="+mn-ea"/>
              <a:cs typeface="Calibri" pitchFamily="34" charset="0"/>
            </a:endParaRPr>
          </a:p>
        </p:txBody>
      </p:sp>
      <p:sp>
        <p:nvSpPr>
          <p:cNvPr id="389" name="직사각형 388"/>
          <p:cNvSpPr/>
          <p:nvPr/>
        </p:nvSpPr>
        <p:spPr>
          <a:xfrm>
            <a:off x="9630567" y="8449195"/>
            <a:ext cx="1543696" cy="217339"/>
          </a:xfrm>
          <a:prstGeom prst="rect">
            <a:avLst/>
          </a:prstGeom>
        </p:spPr>
        <p:txBody>
          <a:bodyPr wrap="square">
            <a:spAutoFit/>
          </a:bodyPr>
          <a:lstStyle/>
          <a:p>
            <a:r>
              <a:rPr lang="en-US" altLang="ko-KR" sz="800" dirty="0" smtClean="0">
                <a:solidFill>
                  <a:srgbClr val="0070C0"/>
                </a:solidFill>
                <a:latin typeface="+mn-ea"/>
                <a:ea typeface="+mn-ea"/>
              </a:rPr>
              <a:t>O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출석</a:t>
            </a:r>
            <a:r>
              <a:rPr lang="en-US" altLang="ko-KR" sz="800" dirty="0" smtClean="0">
                <a:solidFill>
                  <a:srgbClr val="0070C0"/>
                </a:solidFill>
                <a:latin typeface="+mn-ea"/>
                <a:ea typeface="+mn-ea"/>
              </a:rPr>
              <a:t>, </a:t>
            </a:r>
            <a:r>
              <a:rPr lang="ko-KR" altLang="en-US" sz="800" dirty="0" smtClean="0">
                <a:solidFill>
                  <a:srgbClr val="ED8013"/>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지각</a:t>
            </a:r>
            <a:r>
              <a:rPr lang="en-US" altLang="ko-KR" sz="800" dirty="0" smtClean="0">
                <a:solidFill>
                  <a:srgbClr val="ED8013"/>
                </a:solidFill>
                <a:latin typeface="+mn-ea"/>
                <a:ea typeface="+mn-ea"/>
              </a:rPr>
              <a:t>, </a:t>
            </a:r>
            <a:r>
              <a:rPr lang="en-US" altLang="ko-KR" sz="800" dirty="0" smtClean="0">
                <a:solidFill>
                  <a:srgbClr val="FF0000"/>
                </a:solidFill>
                <a:latin typeface="+mn-ea"/>
                <a:ea typeface="+mn-ea"/>
              </a:rPr>
              <a:t>X</a:t>
            </a:r>
            <a:r>
              <a:rPr lang="ko-KR" altLang="en-US" sz="800" dirty="0">
                <a:solidFill>
                  <a:srgbClr val="FF0000"/>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결석</a:t>
            </a:r>
            <a:endParaRPr lang="ko-KR" altLang="en-US" sz="800" dirty="0">
              <a:solidFill>
                <a:schemeClr val="tx1">
                  <a:lumMod val="75000"/>
                  <a:lumOff val="25000"/>
                </a:schemeClr>
              </a:solidFill>
              <a:latin typeface="+mn-ea"/>
              <a:ea typeface="+mn-ea"/>
            </a:endParaRPr>
          </a:p>
        </p:txBody>
      </p:sp>
      <p:sp>
        <p:nvSpPr>
          <p:cNvPr id="393" name="Rectangle 122"/>
          <p:cNvSpPr>
            <a:spLocks noChangeArrowheads="1"/>
          </p:cNvSpPr>
          <p:nvPr/>
        </p:nvSpPr>
        <p:spPr bwMode="auto">
          <a:xfrm>
            <a:off x="4890517" y="8460035"/>
            <a:ext cx="900000" cy="180000"/>
          </a:xfrm>
          <a:prstGeom prst="rect">
            <a:avLst/>
          </a:prstGeom>
          <a:solidFill>
            <a:srgbClr val="FFFFFF"/>
          </a:solidFill>
          <a:ln w="9525" algn="ctr">
            <a:solidFill>
              <a:schemeClr val="bg1">
                <a:lumMod val="75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a:solidFill>
                  <a:schemeClr val="tx1">
                    <a:lumMod val="75000"/>
                    <a:lumOff val="25000"/>
                  </a:schemeClr>
                </a:solidFill>
                <a:latin typeface="+mn-ea"/>
                <a:ea typeface="+mn-ea"/>
              </a:rPr>
              <a:t>3</a:t>
            </a:r>
            <a:r>
              <a:rPr lang="ko-KR" altLang="en-US" sz="800" kern="0" dirty="0" smtClean="0">
                <a:solidFill>
                  <a:schemeClr val="tx1">
                    <a:lumMod val="75000"/>
                    <a:lumOff val="25000"/>
                  </a:schemeClr>
                </a:solidFill>
                <a:latin typeface="+mn-ea"/>
                <a:ea typeface="+mn-ea"/>
              </a:rPr>
              <a:t>주차          ▼ </a:t>
            </a:r>
            <a:endParaRPr lang="ko-KR" altLang="en-US" sz="800" kern="0" dirty="0">
              <a:solidFill>
                <a:schemeClr val="tx1">
                  <a:lumMod val="75000"/>
                  <a:lumOff val="25000"/>
                </a:schemeClr>
              </a:solidFill>
              <a:latin typeface="+mn-ea"/>
              <a:ea typeface="+mn-ea"/>
            </a:endParaRPr>
          </a:p>
        </p:txBody>
      </p:sp>
      <p:grpSp>
        <p:nvGrpSpPr>
          <p:cNvPr id="394" name="그룹 393"/>
          <p:cNvGrpSpPr/>
          <p:nvPr/>
        </p:nvGrpSpPr>
        <p:grpSpPr>
          <a:xfrm>
            <a:off x="5689046" y="8397552"/>
            <a:ext cx="235962" cy="200055"/>
            <a:chOff x="1152270" y="11716364"/>
            <a:chExt cx="235962" cy="200055"/>
          </a:xfrm>
        </p:grpSpPr>
        <p:sp>
          <p:nvSpPr>
            <p:cNvPr id="395" name="모서리가 둥근 직사각형 394"/>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2" name="직사각형 441"/>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3</a:t>
              </a:r>
              <a:endParaRPr lang="ko-KR" altLang="en-US" sz="700" b="1" dirty="0">
                <a:solidFill>
                  <a:schemeClr val="bg1"/>
                </a:solidFill>
                <a:latin typeface="+mn-ea"/>
                <a:ea typeface="+mn-ea"/>
              </a:endParaRPr>
            </a:p>
          </p:txBody>
        </p:sp>
      </p:grpSp>
      <p:cxnSp>
        <p:nvCxnSpPr>
          <p:cNvPr id="443" name="꺾인 연결선 442"/>
          <p:cNvCxnSpPr>
            <a:stCxn id="440" idx="0"/>
            <a:endCxn id="219" idx="0"/>
          </p:cNvCxnSpPr>
          <p:nvPr/>
        </p:nvCxnSpPr>
        <p:spPr>
          <a:xfrm rot="5400000" flipH="1" flipV="1">
            <a:off x="5174916" y="3815645"/>
            <a:ext cx="556915" cy="4101660"/>
          </a:xfrm>
          <a:prstGeom prst="bentConnector3">
            <a:avLst>
              <a:gd name="adj1" fmla="val 141048"/>
            </a:avLst>
          </a:prstGeom>
          <a:ln>
            <a:tailEnd type="arrow"/>
          </a:ln>
        </p:spPr>
        <p:style>
          <a:lnRef idx="1">
            <a:schemeClr val="accent1"/>
          </a:lnRef>
          <a:fillRef idx="0">
            <a:schemeClr val="accent1"/>
          </a:fillRef>
          <a:effectRef idx="0">
            <a:schemeClr val="accent1"/>
          </a:effectRef>
          <a:fontRef idx="minor">
            <a:schemeClr val="tx1"/>
          </a:fontRef>
        </p:style>
      </p:cxnSp>
      <p:grpSp>
        <p:nvGrpSpPr>
          <p:cNvPr id="446" name="그룹 445"/>
          <p:cNvGrpSpPr/>
          <p:nvPr/>
        </p:nvGrpSpPr>
        <p:grpSpPr>
          <a:xfrm>
            <a:off x="4457581" y="10240228"/>
            <a:ext cx="235962" cy="200055"/>
            <a:chOff x="1152270" y="11716364"/>
            <a:chExt cx="235962" cy="200055"/>
          </a:xfrm>
        </p:grpSpPr>
        <p:sp>
          <p:nvSpPr>
            <p:cNvPr id="447" name="모서리가 둥근 직사각형 44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48" name="직사각형 447"/>
            <p:cNvSpPr/>
            <p:nvPr/>
          </p:nvSpPr>
          <p:spPr>
            <a:xfrm>
              <a:off x="1152270" y="11716364"/>
              <a:ext cx="235962" cy="200055"/>
            </a:xfrm>
            <a:prstGeom prst="rect">
              <a:avLst/>
            </a:prstGeom>
          </p:spPr>
          <p:txBody>
            <a:bodyPr wrap="none">
              <a:spAutoFit/>
            </a:bodyPr>
            <a:lstStyle/>
            <a:p>
              <a:r>
                <a:rPr lang="en-US" altLang="ko-KR" sz="700" b="1" dirty="0" smtClean="0">
                  <a:solidFill>
                    <a:schemeClr val="bg1"/>
                  </a:solidFill>
                  <a:latin typeface="+mn-ea"/>
                  <a:ea typeface="+mn-ea"/>
                </a:rPr>
                <a:t>5</a:t>
              </a:r>
              <a:endParaRPr lang="ko-KR" altLang="en-US" sz="700" b="1" dirty="0">
                <a:solidFill>
                  <a:schemeClr val="bg1"/>
                </a:solidFill>
                <a:latin typeface="+mn-ea"/>
                <a:ea typeface="+mn-ea"/>
              </a:endParaRPr>
            </a:p>
          </p:txBody>
        </p:sp>
      </p:grpSp>
    </p:spTree>
    <p:extLst>
      <p:ext uri="{BB962C8B-B14F-4D97-AF65-F5344CB8AC3E}">
        <p14:creationId xmlns:p14="http://schemas.microsoft.com/office/powerpoint/2010/main" val="3767978046"/>
      </p:ext>
    </p:extLst>
  </p:cSld>
  <p:clrMapOvr>
    <a:masterClrMapping/>
  </p:clrMapOvr>
  <p:transition>
    <p:wipe dir="r"/>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강의평가</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813418618"/>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리스트형</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129642459"/>
              </p:ext>
            </p:extLst>
          </p:nvPr>
        </p:nvGraphicFramePr>
        <p:xfrm>
          <a:off x="9499029" y="1484784"/>
          <a:ext cx="1404156" cy="71235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상세보기 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강의평가 후 성적조회</a:t>
                      </a:r>
                      <a:r>
                        <a:rPr lang="en-US" altLang="ko-KR" sz="800" kern="1200" dirty="0" smtClean="0">
                          <a:solidFill>
                            <a:srgbClr val="0070C0"/>
                          </a:solidFill>
                          <a:latin typeface="+mn-ea"/>
                          <a:ea typeface="+mn-ea"/>
                          <a:cs typeface="+mn-cs"/>
                        </a:rPr>
                        <a:t>=Y : </a:t>
                      </a:r>
                      <a:r>
                        <a:rPr lang="ko-KR" altLang="en-US" sz="800" kern="1200" dirty="0" smtClean="0">
                          <a:solidFill>
                            <a:srgbClr val="0070C0"/>
                          </a:solidFill>
                          <a:latin typeface="+mn-ea"/>
                          <a:ea typeface="+mn-ea"/>
                          <a:cs typeface="+mn-cs"/>
                        </a:rPr>
                        <a:t>강의평가  후 성적 확인 가능</a:t>
                      </a:r>
                      <a:endParaRPr lang="en-US" altLang="ko-KR" sz="800" kern="1200" dirty="0" smtClean="0">
                        <a:solidFill>
                          <a:srgbClr val="0070C0"/>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rgbClr val="0070C0"/>
                          </a:solidFill>
                          <a:latin typeface="+mn-ea"/>
                          <a:ea typeface="+mn-ea"/>
                          <a:cs typeface="+mn-cs"/>
                        </a:rPr>
                        <a:t>강의평가 후 성적공개</a:t>
                      </a:r>
                      <a:r>
                        <a:rPr lang="en-US" altLang="ko-KR" sz="800" kern="1200" dirty="0" smtClean="0">
                          <a:solidFill>
                            <a:srgbClr val="0070C0"/>
                          </a:solidFill>
                          <a:latin typeface="+mn-ea"/>
                          <a:ea typeface="+mn-ea"/>
                          <a:cs typeface="+mn-cs"/>
                        </a:rPr>
                        <a:t>=N : </a:t>
                      </a:r>
                      <a:r>
                        <a:rPr lang="ko-KR" altLang="en-US" sz="800" kern="1200" dirty="0" smtClean="0">
                          <a:solidFill>
                            <a:srgbClr val="0070C0"/>
                          </a:solidFill>
                          <a:latin typeface="+mn-ea"/>
                          <a:ea typeface="+mn-ea"/>
                          <a:cs typeface="+mn-cs"/>
                        </a:rPr>
                        <a:t>강의평가</a:t>
                      </a:r>
                      <a:r>
                        <a:rPr lang="ko-KR" altLang="en-US" sz="800" kern="1200" baseline="0" dirty="0" smtClean="0">
                          <a:solidFill>
                            <a:srgbClr val="0070C0"/>
                          </a:solidFill>
                          <a:latin typeface="+mn-ea"/>
                          <a:ea typeface="+mn-ea"/>
                          <a:cs typeface="+mn-cs"/>
                        </a:rPr>
                        <a:t> 참여와 상관없이 </a:t>
                      </a:r>
                      <a:r>
                        <a:rPr lang="ko-KR" altLang="en-US" sz="800" kern="1200" dirty="0" smtClean="0">
                          <a:solidFill>
                            <a:srgbClr val="0070C0"/>
                          </a:solidFill>
                          <a:latin typeface="+mn-ea"/>
                          <a:ea typeface="+mn-ea"/>
                          <a:cs typeface="+mn-cs"/>
                        </a:rPr>
                        <a:t>성적 확인 가능</a:t>
                      </a: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진행 전 </a:t>
                      </a:r>
                      <a:r>
                        <a:rPr lang="en-US" altLang="ko-KR" sz="800" kern="1200" dirty="0" smtClean="0">
                          <a:solidFill>
                            <a:schemeClr val="tx1">
                              <a:lumMod val="75000"/>
                              <a:lumOff val="25000"/>
                            </a:schemeClr>
                          </a:solidFill>
                          <a:latin typeface="+mn-ea"/>
                          <a:ea typeface="+mn-ea"/>
                          <a:cs typeface="+mn-cs"/>
                        </a:rPr>
                        <a:t>: </a:t>
                      </a:r>
                      <a:r>
                        <a:rPr lang="en-US" altLang="ko-KR" sz="800" kern="1200" dirty="0" smtClean="0">
                          <a:solidFill>
                            <a:srgbClr val="0070C0"/>
                          </a:solidFill>
                          <a:latin typeface="+mn-ea"/>
                          <a:ea typeface="+mn-ea"/>
                          <a:cs typeface="+mn-cs"/>
                        </a:rPr>
                        <a:t>alert</a:t>
                      </a:r>
                      <a:r>
                        <a:rPr lang="en-US" altLang="ko-KR" sz="800" kern="1200" baseline="0" dirty="0" smtClean="0">
                          <a:solidFill>
                            <a:srgbClr val="0070C0"/>
                          </a:solidFill>
                          <a:latin typeface="+mn-ea"/>
                          <a:ea typeface="+mn-ea"/>
                          <a:cs typeface="+mn-cs"/>
                        </a:rPr>
                        <a:t> “</a:t>
                      </a:r>
                      <a:r>
                        <a:rPr lang="ko-KR" altLang="en-US" sz="800" kern="1200" baseline="0" dirty="0" smtClean="0">
                          <a:solidFill>
                            <a:srgbClr val="0070C0"/>
                          </a:solidFill>
                          <a:latin typeface="+mn-ea"/>
                          <a:ea typeface="+mn-ea"/>
                          <a:cs typeface="+mn-cs"/>
                        </a:rPr>
                        <a:t>강의평가 기간이 아닙니다</a:t>
                      </a:r>
                      <a:r>
                        <a:rPr lang="en-US" altLang="ko-KR" sz="800" kern="1200" baseline="0" dirty="0" smtClean="0">
                          <a:solidFill>
                            <a:srgbClr val="0070C0"/>
                          </a:solidFill>
                          <a:latin typeface="+mn-ea"/>
                          <a:ea typeface="+mn-ea"/>
                          <a:cs typeface="+mn-cs"/>
                        </a:rPr>
                        <a:t>.”</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경의평가 결과조회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a:t>
                      </a:r>
                      <a:r>
                        <a:rPr lang="ko-KR" altLang="en-US" sz="800" kern="1200" baseline="0" dirty="0" smtClean="0">
                          <a:solidFill>
                            <a:schemeClr val="tx1">
                              <a:lumMod val="75000"/>
                              <a:lumOff val="25000"/>
                            </a:schemeClr>
                          </a:solidFill>
                          <a:latin typeface="+mn-ea"/>
                          <a:ea typeface="+mn-ea"/>
                          <a:cs typeface="+mn-cs"/>
                        </a:rPr>
                        <a:t> 경우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3416387021"/>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강의평가명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1538457359"/>
              </p:ext>
            </p:extLst>
          </p:nvPr>
        </p:nvGraphicFramePr>
        <p:xfrm>
          <a:off x="1975898" y="4120856"/>
          <a:ext cx="7484563" cy="921463"/>
        </p:xfrm>
        <a:graphic>
          <a:graphicData uri="http://schemas.openxmlformats.org/drawingml/2006/table">
            <a:tbl>
              <a:tblPr/>
              <a:tblGrid>
                <a:gridCol w="252112">
                  <a:extLst>
                    <a:ext uri="{9D8B030D-6E8A-4147-A177-3AD203B41FA5}">
                      <a16:colId xmlns:a16="http://schemas.microsoft.com/office/drawing/2014/main" xmlns="" val="20001"/>
                    </a:ext>
                  </a:extLst>
                </a:gridCol>
                <a:gridCol w="852782"/>
                <a:gridCol w="1512168"/>
                <a:gridCol w="1944216"/>
                <a:gridCol w="1162417"/>
                <a:gridCol w="586353"/>
                <a:gridCol w="586353"/>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 후 성적조회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smtClean="0">
                          <a:solidFill>
                            <a:schemeClr val="tx1">
                              <a:lumMod val="75000"/>
                              <a:lumOff val="25000"/>
                            </a:schemeClr>
                          </a:solidFill>
                          <a:latin typeface="+mn-ea"/>
                          <a:ea typeface="+mn-ea"/>
                        </a:rPr>
                        <a:t>기말 강의평가</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강의평가</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 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 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강의평가</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 강의평가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수식시험 강의평가</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129197"/>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187" name="그룹 186"/>
          <p:cNvGrpSpPr/>
          <p:nvPr/>
        </p:nvGrpSpPr>
        <p:grpSpPr>
          <a:xfrm>
            <a:off x="3081506" y="4197595"/>
            <a:ext cx="234360" cy="200055"/>
            <a:chOff x="1152270" y="11706839"/>
            <a:chExt cx="234360" cy="200055"/>
          </a:xfrm>
        </p:grpSpPr>
        <p:sp>
          <p:nvSpPr>
            <p:cNvPr id="188" name="모서리가 둥근 직사각형 18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9" name="직사각형 18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09" name="그룹 208"/>
          <p:cNvGrpSpPr/>
          <p:nvPr/>
        </p:nvGrpSpPr>
        <p:grpSpPr>
          <a:xfrm>
            <a:off x="8535064" y="3654549"/>
            <a:ext cx="234360" cy="200055"/>
            <a:chOff x="1152270" y="11706839"/>
            <a:chExt cx="234360" cy="200055"/>
          </a:xfrm>
        </p:grpSpPr>
        <p:sp>
          <p:nvSpPr>
            <p:cNvPr id="210" name="모서리가 둥근 직사각형 20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1" name="직사각형 210"/>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2" name="그룹 211"/>
          <p:cNvGrpSpPr/>
          <p:nvPr/>
        </p:nvGrpSpPr>
        <p:grpSpPr>
          <a:xfrm>
            <a:off x="8741563" y="3654549"/>
            <a:ext cx="234360" cy="200055"/>
            <a:chOff x="1152270" y="11706839"/>
            <a:chExt cx="234360" cy="200055"/>
          </a:xfrm>
        </p:grpSpPr>
        <p:sp>
          <p:nvSpPr>
            <p:cNvPr id="213" name="모서리가 둥근 직사각형 21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4" name="직사각형 21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결과확</a:t>
            </a:r>
            <a:r>
              <a:rPr lang="ko-KR" altLang="en-US" sz="800" kern="0" dirty="0">
                <a:solidFill>
                  <a:schemeClr val="tx1">
                    <a:lumMod val="75000"/>
                    <a:lumOff val="25000"/>
                  </a:schemeClr>
                </a:solidFill>
                <a:latin typeface="+mn-ea"/>
                <a:ea typeface="+mn-ea"/>
              </a:rPr>
              <a:t>인</a:t>
            </a:r>
          </a:p>
        </p:txBody>
      </p:sp>
      <p:grpSp>
        <p:nvGrpSpPr>
          <p:cNvPr id="197" name="그룹 196"/>
          <p:cNvGrpSpPr/>
          <p:nvPr/>
        </p:nvGrpSpPr>
        <p:grpSpPr>
          <a:xfrm>
            <a:off x="9380110" y="4556745"/>
            <a:ext cx="234360" cy="200055"/>
            <a:chOff x="1152270" y="11706839"/>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grpSp>
        <p:nvGrpSpPr>
          <p:cNvPr id="200" name="그룹 199"/>
          <p:cNvGrpSpPr/>
          <p:nvPr/>
        </p:nvGrpSpPr>
        <p:grpSpPr>
          <a:xfrm>
            <a:off x="9383588" y="4803596"/>
            <a:ext cx="234360" cy="200055"/>
            <a:chOff x="1152270" y="11706839"/>
            <a:chExt cx="234360" cy="200055"/>
          </a:xfrm>
        </p:grpSpPr>
        <p:sp>
          <p:nvSpPr>
            <p:cNvPr id="201" name="모서리가 둥근 직사각형 20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3" name="직사각형 202"/>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7</a:t>
              </a:r>
              <a:endParaRPr lang="ko-KR" altLang="en-US" sz="700" dirty="0">
                <a:solidFill>
                  <a:schemeClr val="bg1"/>
                </a:solidFill>
                <a:latin typeface="+mn-ea"/>
                <a:ea typeface="+mn-ea"/>
              </a:endParaRPr>
            </a:p>
          </p:txBody>
        </p:sp>
      </p:grpSp>
      <p:sp>
        <p:nvSpPr>
          <p:cNvPr id="204" name="Rectangle 122"/>
          <p:cNvSpPr>
            <a:spLocks noChangeArrowheads="1"/>
          </p:cNvSpPr>
          <p:nvPr/>
        </p:nvSpPr>
        <p:spPr bwMode="auto">
          <a:xfrm>
            <a:off x="890014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grpSp>
        <p:nvGrpSpPr>
          <p:cNvPr id="205" name="그룹 204"/>
          <p:cNvGrpSpPr/>
          <p:nvPr/>
        </p:nvGrpSpPr>
        <p:grpSpPr>
          <a:xfrm>
            <a:off x="9380110" y="4302621"/>
            <a:ext cx="234360" cy="200055"/>
            <a:chOff x="1152270" y="11706839"/>
            <a:chExt cx="234360" cy="200055"/>
          </a:xfrm>
        </p:grpSpPr>
        <p:sp>
          <p:nvSpPr>
            <p:cNvPr id="206" name="모서리가 둥근 직사각형 20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7" name="직사각형 20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208" name="사각형 설명선 207"/>
          <p:cNvSpPr/>
          <p:nvPr/>
        </p:nvSpPr>
        <p:spPr bwMode="auto">
          <a:xfrm>
            <a:off x="5567156" y="5651723"/>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6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6" name="직사각형 235"/>
          <p:cNvSpPr/>
          <p:nvPr/>
        </p:nvSpPr>
        <p:spPr>
          <a:xfrm>
            <a:off x="-889173" y="4070127"/>
            <a:ext cx="1328152" cy="686674"/>
          </a:xfrm>
          <a:prstGeom prst="rect">
            <a:avLst/>
          </a:prstGeom>
          <a:solidFill>
            <a:srgbClr val="FF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강의평가 구분</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중간 강의평가</a:t>
            </a:r>
            <a:endParaRPr lang="en-US" altLang="ko-KR" sz="800" dirty="0" smtClean="0">
              <a:solidFill>
                <a:schemeClr val="tx1">
                  <a:lumMod val="75000"/>
                  <a:lumOff val="25000"/>
                </a:schemeClr>
              </a:solidFill>
              <a:latin typeface="+mn-ea"/>
            </a:endParaRPr>
          </a:p>
          <a:p>
            <a:pPr>
              <a:lnSpc>
                <a:spcPct val="150000"/>
              </a:lnSpc>
            </a:pPr>
            <a:r>
              <a:rPr lang="en-US" altLang="ko-KR" sz="800" dirty="0" smtClean="0">
                <a:solidFill>
                  <a:schemeClr val="tx1">
                    <a:lumMod val="75000"/>
                    <a:lumOff val="25000"/>
                  </a:schemeClr>
                </a:solidFill>
                <a:latin typeface="+mn-ea"/>
              </a:rPr>
              <a:t>- </a:t>
            </a:r>
            <a:r>
              <a:rPr lang="ko-KR" altLang="en-US" sz="800" dirty="0" smtClean="0">
                <a:solidFill>
                  <a:schemeClr val="tx1">
                    <a:lumMod val="75000"/>
                    <a:lumOff val="25000"/>
                  </a:schemeClr>
                </a:solidFill>
                <a:latin typeface="+mn-ea"/>
              </a:rPr>
              <a:t>기말 강의평가</a:t>
            </a:r>
            <a:endParaRPr lang="en-US" altLang="ko-KR" sz="800" dirty="0" smtClean="0">
              <a:solidFill>
                <a:schemeClr val="tx1">
                  <a:lumMod val="75000"/>
                  <a:lumOff val="25000"/>
                </a:schemeClr>
              </a:solidFill>
              <a:latin typeface="+mn-ea"/>
            </a:endParaRPr>
          </a:p>
        </p:txBody>
      </p:sp>
      <p:grpSp>
        <p:nvGrpSpPr>
          <p:cNvPr id="237" name="그룹 236"/>
          <p:cNvGrpSpPr/>
          <p:nvPr/>
        </p:nvGrpSpPr>
        <p:grpSpPr>
          <a:xfrm>
            <a:off x="7176437" y="4331285"/>
            <a:ext cx="234360" cy="200055"/>
            <a:chOff x="1152270" y="11706839"/>
            <a:chExt cx="234360" cy="200055"/>
          </a:xfrm>
        </p:grpSpPr>
        <p:sp>
          <p:nvSpPr>
            <p:cNvPr id="238" name="모서리가 둥근 직사각형 23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2" name="직사각형 24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4250492565"/>
      </p:ext>
    </p:extLst>
  </p:cSld>
  <p:clrMapOvr>
    <a:masterClrMapping/>
  </p:clrMapOvr>
  <p:transition>
    <p:wipe dir="r"/>
  </p:transition>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5"/>
            <a:ext cx="9082533" cy="8939975"/>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69449997"/>
              </p:ext>
            </p:extLst>
          </p:nvPr>
        </p:nvGraphicFramePr>
        <p:xfrm>
          <a:off x="9499029" y="3191817"/>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리스트형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목록 </a:t>
                      </a:r>
                      <a:r>
                        <a:rPr lang="ko-KR" altLang="en-US" sz="800" kern="1200" dirty="0" err="1" smtClean="0">
                          <a:solidFill>
                            <a:schemeClr val="tx1">
                              <a:lumMod val="75000"/>
                              <a:lumOff val="25000"/>
                            </a:schemeClr>
                          </a:solidFill>
                          <a:latin typeface="+mn-ea"/>
                          <a:ea typeface="+mn-ea"/>
                          <a:cs typeface="+mn-cs"/>
                        </a:rPr>
                        <a:t>카드형</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강의평가명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상세화면 링크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en-US" altLang="ko-KR" sz="800" kern="1200" dirty="0" smtClean="0">
                          <a:solidFill>
                            <a:schemeClr val="tx1">
                              <a:lumMod val="75000"/>
                              <a:lumOff val="25000"/>
                            </a:schemeClr>
                          </a:solidFill>
                          <a:latin typeface="+mn-ea"/>
                          <a:ea typeface="+mn-ea"/>
                          <a:cs typeface="+mn-cs"/>
                        </a:rPr>
                        <a:t>Alert “</a:t>
                      </a:r>
                      <a:r>
                        <a:rPr lang="ko-KR" altLang="en-US" sz="800" kern="1200" dirty="0" smtClean="0">
                          <a:solidFill>
                            <a:schemeClr val="tx1">
                              <a:lumMod val="75000"/>
                              <a:lumOff val="25000"/>
                            </a:schemeClr>
                          </a:solidFill>
                          <a:latin typeface="+mn-ea"/>
                          <a:ea typeface="+mn-ea"/>
                          <a:cs typeface="+mn-cs"/>
                        </a:rPr>
                        <a:t>강의평가 기간이 아닙니다</a:t>
                      </a:r>
                      <a:r>
                        <a:rPr lang="en-US" altLang="ko-KR" sz="800" kern="1200" dirty="0" smtClean="0">
                          <a:solidFill>
                            <a:schemeClr val="tx1">
                              <a:lumMod val="75000"/>
                              <a:lumOff val="25000"/>
                            </a:schemeClr>
                          </a:solidFill>
                          <a:latin typeface="+mn-ea"/>
                          <a:ea typeface="+mn-ea"/>
                          <a:cs typeface="+mn-cs"/>
                        </a:rPr>
                        <a:t>.”</a:t>
                      </a: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a:t>
                      </a:r>
                      <a:r>
                        <a:rPr lang="ko-KR" altLang="en-US" sz="800" kern="1200" dirty="0" err="1" smtClean="0">
                          <a:solidFill>
                            <a:schemeClr val="tx1">
                              <a:lumMod val="75000"/>
                              <a:lumOff val="25000"/>
                            </a:schemeClr>
                          </a:solidFill>
                          <a:latin typeface="+mn-ea"/>
                          <a:ea typeface="+mn-ea"/>
                          <a:cs typeface="+mn-cs"/>
                        </a:rPr>
                        <a:t>미참여</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&amp; </a:t>
                      </a:r>
                      <a:r>
                        <a:rPr lang="ko-KR" altLang="en-US" sz="800" kern="1200" dirty="0" smtClean="0">
                          <a:solidFill>
                            <a:schemeClr val="tx1">
                              <a:lumMod val="75000"/>
                              <a:lumOff val="25000"/>
                            </a:schemeClr>
                          </a:solidFill>
                          <a:latin typeface="+mn-ea"/>
                          <a:ea typeface="+mn-ea"/>
                          <a:cs typeface="+mn-cs"/>
                        </a:rPr>
                        <a:t>강의평가 기간내인 경우</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기간 마감인 경우</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경의평가 결과조회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a:t>
                      </a:r>
                      <a:r>
                        <a:rPr lang="ko-KR" altLang="en-US" sz="800" kern="1200" baseline="0" dirty="0" smtClean="0">
                          <a:solidFill>
                            <a:schemeClr val="tx1">
                              <a:lumMod val="75000"/>
                              <a:lumOff val="25000"/>
                            </a:schemeClr>
                          </a:solidFill>
                          <a:latin typeface="+mn-ea"/>
                          <a:ea typeface="+mn-ea"/>
                          <a:cs typeface="+mn-cs"/>
                        </a:rPr>
                        <a:t> 경우 버튼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설문결과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1682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406965"/>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174" name="Group 37"/>
          <p:cNvGraphicFramePr>
            <a:graphicFrameLocks noGrp="1"/>
          </p:cNvGraphicFramePr>
          <p:nvPr>
            <p:extLst>
              <p:ext uri="{D42A27DB-BD31-4B8C-83A1-F6EECF244321}">
                <p14:modId xmlns:p14="http://schemas.microsoft.com/office/powerpoint/2010/main" val="1328928172"/>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강의평가명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08" name="직사각형 207"/>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sp>
        <p:nvSpPr>
          <p:cNvPr id="215" name="직사각형 214"/>
          <p:cNvSpPr/>
          <p:nvPr/>
        </p:nvSpPr>
        <p:spPr>
          <a:xfrm>
            <a:off x="1968256" y="4110979"/>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16" name="직사각형 215"/>
          <p:cNvSpPr/>
          <p:nvPr/>
        </p:nvSpPr>
        <p:spPr>
          <a:xfrm>
            <a:off x="2037959" y="4543146"/>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18" name="모서리가 둥근 직사각형 217"/>
          <p:cNvSpPr/>
          <p:nvPr/>
        </p:nvSpPr>
        <p:spPr>
          <a:xfrm>
            <a:off x="2042520" y="4180555"/>
            <a:ext cx="540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
        <p:nvSpPr>
          <p:cNvPr id="219" name="직사각형 218"/>
          <p:cNvSpPr/>
          <p:nvPr/>
        </p:nvSpPr>
        <p:spPr>
          <a:xfrm>
            <a:off x="2047833" y="4327584"/>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중간고사 강의평가</a:t>
            </a:r>
            <a:r>
              <a:rPr lang="en-US" altLang="ko-KR" sz="800" b="1" dirty="0" smtClean="0">
                <a:solidFill>
                  <a:schemeClr val="tx1">
                    <a:lumMod val="75000"/>
                    <a:lumOff val="25000"/>
                  </a:schemeClr>
                </a:solidFill>
                <a:latin typeface="+mn-ea"/>
                <a:ea typeface="+mn-ea"/>
              </a:rPr>
              <a:t>01</a:t>
            </a:r>
            <a:endParaRPr lang="ko-KR" altLang="en-US" sz="800" b="1" dirty="0">
              <a:solidFill>
                <a:schemeClr val="tx1">
                  <a:lumMod val="75000"/>
                  <a:lumOff val="25000"/>
                </a:schemeClr>
              </a:solidFill>
              <a:latin typeface="+mn-ea"/>
              <a:ea typeface="+mn-ea"/>
            </a:endParaRPr>
          </a:p>
        </p:txBody>
      </p:sp>
      <p:sp>
        <p:nvSpPr>
          <p:cNvPr id="220" name="직사각형 219"/>
          <p:cNvSpPr/>
          <p:nvPr/>
        </p:nvSpPr>
        <p:spPr>
          <a:xfrm>
            <a:off x="2044105" y="4778667"/>
            <a:ext cx="3542109" cy="442035"/>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강의평</a:t>
            </a:r>
            <a:r>
              <a:rPr lang="ko-KR" altLang="en-US" sz="800" dirty="0">
                <a:solidFill>
                  <a:schemeClr val="tx1">
                    <a:lumMod val="75000"/>
                    <a:lumOff val="25000"/>
                  </a:schemeClr>
                </a:solidFill>
                <a:latin typeface="+mn-ea"/>
                <a:ea typeface="+mn-ea"/>
              </a:rPr>
              <a:t>가</a:t>
            </a:r>
            <a:r>
              <a:rPr lang="ko-KR" altLang="en-US" sz="800" dirty="0" smtClean="0">
                <a:solidFill>
                  <a:schemeClr val="tx1">
                    <a:lumMod val="75000"/>
                    <a:lumOff val="25000"/>
                  </a:schemeClr>
                </a:solidFill>
                <a:latin typeface="+mn-ea"/>
                <a:ea typeface="+mn-ea"/>
              </a:rPr>
              <a:t>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강의평가 후 성적조회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endParaRPr lang="en-US" altLang="ko-KR" sz="800" dirty="0">
              <a:solidFill>
                <a:schemeClr val="tx1">
                  <a:lumMod val="75000"/>
                  <a:lumOff val="25000"/>
                </a:schemeClr>
              </a:solidFill>
              <a:latin typeface="+mn-ea"/>
              <a:ea typeface="+mn-ea"/>
            </a:endParaRPr>
          </a:p>
        </p:txBody>
      </p:sp>
      <p:sp>
        <p:nvSpPr>
          <p:cNvPr id="223" name="직사각형 222"/>
          <p:cNvSpPr/>
          <p:nvPr/>
        </p:nvSpPr>
        <p:spPr>
          <a:xfrm>
            <a:off x="5728546" y="4110980"/>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24" name="직사각형 223"/>
          <p:cNvSpPr/>
          <p:nvPr/>
        </p:nvSpPr>
        <p:spPr>
          <a:xfrm>
            <a:off x="5798249" y="4543147"/>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sp>
        <p:nvSpPr>
          <p:cNvPr id="226" name="모서리가 둥근 직사각형 225"/>
          <p:cNvSpPr/>
          <p:nvPr/>
        </p:nvSpPr>
        <p:spPr>
          <a:xfrm>
            <a:off x="5802810" y="4180556"/>
            <a:ext cx="540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
        <p:nvSpPr>
          <p:cNvPr id="227" name="직사각형 226"/>
          <p:cNvSpPr/>
          <p:nvPr/>
        </p:nvSpPr>
        <p:spPr>
          <a:xfrm>
            <a:off x="5808123" y="4327585"/>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기말고사 강의평가</a:t>
            </a:r>
            <a:r>
              <a:rPr lang="en-US" altLang="ko-KR" sz="800" b="1" dirty="0" smtClean="0">
                <a:solidFill>
                  <a:schemeClr val="tx1">
                    <a:lumMod val="75000"/>
                    <a:lumOff val="25000"/>
                  </a:schemeClr>
                </a:solidFill>
                <a:latin typeface="+mn-ea"/>
                <a:ea typeface="+mn-ea"/>
              </a:rPr>
              <a:t>02</a:t>
            </a:r>
            <a:endParaRPr lang="ko-KR" altLang="en-US" sz="800" b="1" dirty="0">
              <a:solidFill>
                <a:schemeClr val="tx1">
                  <a:lumMod val="75000"/>
                  <a:lumOff val="25000"/>
                </a:schemeClr>
              </a:solidFill>
              <a:latin typeface="+mn-ea"/>
              <a:ea typeface="+mn-ea"/>
            </a:endParaRPr>
          </a:p>
        </p:txBody>
      </p:sp>
      <p:sp>
        <p:nvSpPr>
          <p:cNvPr id="228" name="직사각형 227"/>
          <p:cNvSpPr/>
          <p:nvPr/>
        </p:nvSpPr>
        <p:spPr>
          <a:xfrm>
            <a:off x="5804395" y="4778668"/>
            <a:ext cx="3542109" cy="442035"/>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강의평가기간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강의평가 후 성적조회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Y</a:t>
            </a:r>
            <a:endParaRPr lang="en-US" altLang="ko-KR" sz="800" dirty="0">
              <a:solidFill>
                <a:schemeClr val="tx1">
                  <a:lumMod val="75000"/>
                  <a:lumOff val="25000"/>
                </a:schemeClr>
              </a:solidFill>
              <a:latin typeface="+mn-ea"/>
              <a:ea typeface="+mn-ea"/>
            </a:endParaRPr>
          </a:p>
        </p:txBody>
      </p:sp>
      <p:sp>
        <p:nvSpPr>
          <p:cNvPr id="231" name="직사각형 230"/>
          <p:cNvSpPr/>
          <p:nvPr/>
        </p:nvSpPr>
        <p:spPr>
          <a:xfrm>
            <a:off x="1962572" y="6120606"/>
            <a:ext cx="3708000" cy="1916905"/>
          </a:xfrm>
          <a:prstGeom prst="rect">
            <a:avLst/>
          </a:prstGeom>
          <a:solidFill>
            <a:srgbClr val="B1C1D5"/>
          </a:soli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232" name="직사각형 231"/>
          <p:cNvSpPr/>
          <p:nvPr/>
        </p:nvSpPr>
        <p:spPr>
          <a:xfrm>
            <a:off x="2032275" y="6552773"/>
            <a:ext cx="3585600" cy="1422000"/>
          </a:xfrm>
          <a:prstGeom prst="rect">
            <a:avLst/>
          </a:prstGeom>
          <a:solidFill>
            <a:schemeClr val="bg1">
              <a:lumMod val="9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700" dirty="0">
              <a:solidFill>
                <a:schemeClr val="tx1">
                  <a:lumMod val="75000"/>
                  <a:lumOff val="25000"/>
                </a:schemeClr>
              </a:solidFill>
              <a:latin typeface="+mn-ea"/>
            </a:endParaRPr>
          </a:p>
        </p:txBody>
      </p:sp>
      <p:pic>
        <p:nvPicPr>
          <p:cNvPr id="233"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80530" y="6200572"/>
            <a:ext cx="405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4" name="모서리가 둥근 직사각형 233"/>
          <p:cNvSpPr/>
          <p:nvPr/>
        </p:nvSpPr>
        <p:spPr>
          <a:xfrm>
            <a:off x="2036836" y="6190182"/>
            <a:ext cx="540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sp>
        <p:nvSpPr>
          <p:cNvPr id="239" name="직사각형 238"/>
          <p:cNvSpPr/>
          <p:nvPr/>
        </p:nvSpPr>
        <p:spPr>
          <a:xfrm>
            <a:off x="2042149" y="6337211"/>
            <a:ext cx="2914692" cy="215444"/>
          </a:xfrm>
          <a:prstGeom prst="rect">
            <a:avLst/>
          </a:prstGeom>
        </p:spPr>
        <p:txBody>
          <a:bodyPr wrap="square" lIns="0">
            <a:spAutoFit/>
          </a:bodyPr>
          <a:lstStyle/>
          <a:p>
            <a:r>
              <a:rPr lang="ko-KR" altLang="en-US" sz="800" b="1" dirty="0" smtClean="0">
                <a:solidFill>
                  <a:schemeClr val="tx1">
                    <a:lumMod val="75000"/>
                    <a:lumOff val="25000"/>
                  </a:schemeClr>
                </a:solidFill>
                <a:latin typeface="+mn-ea"/>
                <a:ea typeface="+mn-ea"/>
              </a:rPr>
              <a:t>수시시험 강의평가</a:t>
            </a:r>
            <a:r>
              <a:rPr lang="en-US" altLang="ko-KR" sz="800" b="1" dirty="0" smtClean="0">
                <a:solidFill>
                  <a:schemeClr val="tx1">
                    <a:lumMod val="75000"/>
                    <a:lumOff val="25000"/>
                  </a:schemeClr>
                </a:solidFill>
                <a:latin typeface="+mn-ea"/>
                <a:ea typeface="+mn-ea"/>
              </a:rPr>
              <a:t>03</a:t>
            </a:r>
            <a:endParaRPr lang="ko-KR" altLang="en-US" sz="800" b="1" dirty="0">
              <a:solidFill>
                <a:schemeClr val="tx1">
                  <a:lumMod val="75000"/>
                  <a:lumOff val="25000"/>
                </a:schemeClr>
              </a:solidFill>
              <a:latin typeface="+mn-ea"/>
              <a:ea typeface="+mn-ea"/>
            </a:endParaRPr>
          </a:p>
        </p:txBody>
      </p:sp>
      <p:sp>
        <p:nvSpPr>
          <p:cNvPr id="240" name="직사각형 239"/>
          <p:cNvSpPr/>
          <p:nvPr/>
        </p:nvSpPr>
        <p:spPr>
          <a:xfrm>
            <a:off x="2038421" y="6788294"/>
            <a:ext cx="3542109" cy="442035"/>
          </a:xfrm>
          <a:prstGeom prst="rect">
            <a:avLst/>
          </a:prstGeom>
        </p:spPr>
        <p:txBody>
          <a:bodyPr wrap="square" tIns="36000" bIns="36000">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강의평가기간 </a:t>
            </a:r>
            <a:r>
              <a:rPr lang="en-US" altLang="ko-KR" sz="800" dirty="0">
                <a:solidFill>
                  <a:schemeClr val="tx1">
                    <a:lumMod val="75000"/>
                    <a:lumOff val="25000"/>
                  </a:schemeClr>
                </a:solidFill>
                <a:latin typeface="+mn-ea"/>
                <a:ea typeface="+mn-ea"/>
              </a:rPr>
              <a:t>: 2026.06.13 18:00 ~ 2026.06.17 22:00</a:t>
            </a:r>
          </a:p>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강의평가 후 성적조회 </a:t>
            </a:r>
            <a:r>
              <a:rPr lang="en-US" altLang="ko-KR" sz="800" dirty="0" smtClean="0">
                <a:solidFill>
                  <a:schemeClr val="tx1">
                    <a:lumMod val="75000"/>
                    <a:lumOff val="25000"/>
                  </a:schemeClr>
                </a:solidFill>
                <a:latin typeface="+mn-ea"/>
                <a:ea typeface="+mn-ea"/>
              </a:rPr>
              <a:t>: N</a:t>
            </a:r>
            <a:endParaRPr lang="ko-KR" altLang="en-US" sz="800" dirty="0">
              <a:solidFill>
                <a:schemeClr val="tx1">
                  <a:lumMod val="75000"/>
                  <a:lumOff val="25000"/>
                </a:schemeClr>
              </a:solidFill>
              <a:latin typeface="+mn-ea"/>
              <a:ea typeface="+mn-ea"/>
            </a:endParaRPr>
          </a:p>
        </p:txBody>
      </p:sp>
      <p:grpSp>
        <p:nvGrpSpPr>
          <p:cNvPr id="375" name="그룹 374"/>
          <p:cNvGrpSpPr/>
          <p:nvPr/>
        </p:nvGrpSpPr>
        <p:grpSpPr>
          <a:xfrm>
            <a:off x="2985510" y="4321760"/>
            <a:ext cx="234360" cy="200055"/>
            <a:chOff x="1152270" y="11706839"/>
            <a:chExt cx="234360" cy="200055"/>
          </a:xfrm>
        </p:grpSpPr>
        <p:sp>
          <p:nvSpPr>
            <p:cNvPr id="376" name="모서리가 둥근 직사각형 3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77" name="직사각형 37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sp>
        <p:nvSpPr>
          <p:cNvPr id="38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b="1" kern="0" dirty="0" smtClean="0">
                <a:solidFill>
                  <a:schemeClr val="tx1">
                    <a:lumMod val="75000"/>
                    <a:lumOff val="25000"/>
                  </a:schemeClr>
                </a:solidFill>
                <a:latin typeface="+mn-ea"/>
                <a:ea typeface="+mn-ea"/>
              </a:rPr>
              <a:t>10 </a:t>
            </a:r>
            <a:r>
              <a:rPr lang="ko-KR" altLang="en-US" sz="800" b="1" kern="0" dirty="0" smtClean="0">
                <a:solidFill>
                  <a:schemeClr val="tx1">
                    <a:lumMod val="75000"/>
                    <a:lumOff val="25000"/>
                  </a:schemeClr>
                </a:solidFill>
                <a:latin typeface="+mn-ea"/>
                <a:ea typeface="+mn-ea"/>
              </a:rPr>
              <a:t>▼ </a:t>
            </a:r>
            <a:endParaRPr lang="ko-KR" altLang="en-US" sz="800" b="1" kern="0" dirty="0">
              <a:solidFill>
                <a:schemeClr val="tx1">
                  <a:lumMod val="75000"/>
                  <a:lumOff val="25000"/>
                </a:schemeClr>
              </a:solidFill>
              <a:latin typeface="+mn-ea"/>
              <a:ea typeface="+mn-ea"/>
            </a:endParaRPr>
          </a:p>
        </p:txBody>
      </p:sp>
      <p:pic>
        <p:nvPicPr>
          <p:cNvPr id="383"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4" name="Picture 3"/>
          <p:cNvPicPr preferRelativeResize="0">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88" name="그룹 387"/>
          <p:cNvGrpSpPr/>
          <p:nvPr/>
        </p:nvGrpSpPr>
        <p:grpSpPr>
          <a:xfrm>
            <a:off x="8535064" y="3654549"/>
            <a:ext cx="235962" cy="200055"/>
            <a:chOff x="1152270" y="11706839"/>
            <a:chExt cx="235962" cy="200055"/>
          </a:xfrm>
        </p:grpSpPr>
        <p:sp>
          <p:nvSpPr>
            <p:cNvPr id="389" name="모서리가 둥근 직사각형 38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0" name="직사각형 389"/>
            <p:cNvSpPr/>
            <p:nvPr/>
          </p:nvSpPr>
          <p:spPr>
            <a:xfrm>
              <a:off x="1152270" y="11706839"/>
              <a:ext cx="235962" cy="200055"/>
            </a:xfrm>
            <a:prstGeom prst="rect">
              <a:avLst/>
            </a:prstGeom>
          </p:spPr>
          <p:txBody>
            <a:bodyPr wrap="none">
              <a:spAutoFit/>
            </a:bodyPr>
            <a:lstStyle/>
            <a:p>
              <a:r>
                <a:rPr lang="en-US" altLang="ko-KR" sz="700" b="1" dirty="0" smtClean="0">
                  <a:solidFill>
                    <a:schemeClr val="bg1"/>
                  </a:solidFill>
                  <a:latin typeface="+mn-ea"/>
                  <a:ea typeface="+mn-ea"/>
                </a:rPr>
                <a:t>1</a:t>
              </a:r>
              <a:endParaRPr lang="ko-KR" altLang="en-US" sz="700" b="1" dirty="0">
                <a:solidFill>
                  <a:schemeClr val="bg1"/>
                </a:solidFill>
                <a:latin typeface="+mn-ea"/>
                <a:ea typeface="+mn-ea"/>
              </a:endParaRPr>
            </a:p>
          </p:txBody>
        </p:sp>
      </p:grpSp>
      <p:grpSp>
        <p:nvGrpSpPr>
          <p:cNvPr id="391" name="그룹 390"/>
          <p:cNvGrpSpPr/>
          <p:nvPr/>
        </p:nvGrpSpPr>
        <p:grpSpPr>
          <a:xfrm>
            <a:off x="8741563" y="3654549"/>
            <a:ext cx="235962" cy="200055"/>
            <a:chOff x="1152270" y="11706839"/>
            <a:chExt cx="235962" cy="200055"/>
          </a:xfrm>
        </p:grpSpPr>
        <p:sp>
          <p:nvSpPr>
            <p:cNvPr id="392" name="모서리가 둥근 직사각형 39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3" name="직사각형 392"/>
            <p:cNvSpPr/>
            <p:nvPr/>
          </p:nvSpPr>
          <p:spPr>
            <a:xfrm>
              <a:off x="1152270" y="11706839"/>
              <a:ext cx="235962" cy="200055"/>
            </a:xfrm>
            <a:prstGeom prst="rect">
              <a:avLst/>
            </a:prstGeom>
          </p:spPr>
          <p:txBody>
            <a:bodyPr wrap="none">
              <a:spAutoFit/>
            </a:bodyPr>
            <a:lstStyle/>
            <a:p>
              <a:r>
                <a:rPr lang="en-US" altLang="ko-KR" sz="700" b="1" dirty="0" smtClean="0">
                  <a:solidFill>
                    <a:schemeClr val="bg1"/>
                  </a:solidFill>
                  <a:latin typeface="+mn-ea"/>
                  <a:ea typeface="+mn-ea"/>
                </a:rPr>
                <a:t>2</a:t>
              </a:r>
              <a:endParaRPr lang="ko-KR" altLang="en-US" sz="700" b="1" dirty="0">
                <a:solidFill>
                  <a:schemeClr val="bg1"/>
                </a:solidFill>
                <a:latin typeface="+mn-ea"/>
                <a:ea typeface="+mn-ea"/>
              </a:endParaRPr>
            </a:p>
          </p:txBody>
        </p:sp>
      </p:grpSp>
      <p:sp>
        <p:nvSpPr>
          <p:cNvPr id="413" name="모서리가 둥근 직사각형 412"/>
          <p:cNvSpPr/>
          <p:nvPr/>
        </p:nvSpPr>
        <p:spPr>
          <a:xfrm>
            <a:off x="8436979" y="573431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참여하기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419" name="Group 37"/>
          <p:cNvGraphicFramePr>
            <a:graphicFrameLocks noGrp="1"/>
          </p:cNvGraphicFramePr>
          <p:nvPr>
            <p:extLst>
              <p:ext uri="{D42A27DB-BD31-4B8C-83A1-F6EECF244321}">
                <p14:modId xmlns:p14="http://schemas.microsoft.com/office/powerpoint/2010/main" val="2173749652"/>
              </p:ext>
            </p:extLst>
          </p:nvPr>
        </p:nvGraphicFramePr>
        <p:xfrm>
          <a:off x="2079329" y="4600210"/>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전 </a:t>
                      </a:r>
                      <a:r>
                        <a:rPr lang="en-US" altLang="ko-KR" sz="800" b="0" dirty="0" smtClean="0">
                          <a:solidFill>
                            <a:schemeClr val="bg1"/>
                          </a:solidFill>
                          <a:latin typeface="+mn-ea"/>
                          <a:ea typeface="+mn-ea"/>
                        </a:rPr>
                        <a:t>/ -</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0" name="Group 37"/>
          <p:cNvGraphicFramePr>
            <a:graphicFrameLocks noGrp="1"/>
          </p:cNvGraphicFramePr>
          <p:nvPr>
            <p:extLst>
              <p:ext uri="{D42A27DB-BD31-4B8C-83A1-F6EECF244321}">
                <p14:modId xmlns:p14="http://schemas.microsoft.com/office/powerpoint/2010/main" val="2756915973"/>
              </p:ext>
            </p:extLst>
          </p:nvPr>
        </p:nvGraphicFramePr>
        <p:xfrm>
          <a:off x="5839619" y="4600211"/>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진행 중 </a:t>
                      </a:r>
                      <a:r>
                        <a:rPr lang="en-US" altLang="ko-KR" sz="800" b="0" dirty="0" smtClean="0">
                          <a:solidFill>
                            <a:schemeClr val="bg1"/>
                          </a:solidFill>
                          <a:latin typeface="+mn-ea"/>
                          <a:ea typeface="+mn-ea"/>
                        </a:rPr>
                        <a:t>/ </a:t>
                      </a:r>
                      <a:r>
                        <a:rPr lang="ko-KR" altLang="en-US" sz="800" b="0" dirty="0" err="1" smtClean="0">
                          <a:solidFill>
                            <a:srgbClr val="FF0000"/>
                          </a:solidFill>
                          <a:latin typeface="+mn-ea"/>
                          <a:ea typeface="+mn-ea"/>
                        </a:rPr>
                        <a:t>미참여</a:t>
                      </a:r>
                      <a:endParaRPr lang="ko-KR" altLang="en-US" sz="800" b="0" dirty="0">
                        <a:solidFill>
                          <a:srgbClr val="FF0000"/>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5DC4E9"/>
                    </a:solidFill>
                  </a:tcPr>
                </a:tc>
              </a:tr>
            </a:tbl>
          </a:graphicData>
        </a:graphic>
      </p:graphicFrame>
      <p:graphicFrame>
        <p:nvGraphicFramePr>
          <p:cNvPr id="421" name="Group 37"/>
          <p:cNvGraphicFramePr>
            <a:graphicFrameLocks noGrp="1"/>
          </p:cNvGraphicFramePr>
          <p:nvPr>
            <p:extLst>
              <p:ext uri="{D42A27DB-BD31-4B8C-83A1-F6EECF244321}">
                <p14:modId xmlns:p14="http://schemas.microsoft.com/office/powerpoint/2010/main" val="2686553779"/>
              </p:ext>
            </p:extLst>
          </p:nvPr>
        </p:nvGraphicFramePr>
        <p:xfrm>
          <a:off x="2073645" y="6609837"/>
          <a:ext cx="3506885" cy="198418"/>
        </p:xfrm>
        <a:graphic>
          <a:graphicData uri="http://schemas.openxmlformats.org/drawingml/2006/table">
            <a:tbl>
              <a:tblPr/>
              <a:tblGrid>
                <a:gridCol w="3506885"/>
              </a:tblGrid>
              <a:tr h="130534">
                <a:tc>
                  <a:txBody>
                    <a:bodyPr/>
                    <a:lstStyle/>
                    <a:p>
                      <a:pPr algn="ctr"/>
                      <a:r>
                        <a:rPr lang="ko-KR" altLang="en-US" sz="800" b="0" dirty="0" smtClean="0">
                          <a:solidFill>
                            <a:schemeClr val="bg1"/>
                          </a:solidFill>
                          <a:latin typeface="+mn-ea"/>
                          <a:ea typeface="+mn-ea"/>
                        </a:rPr>
                        <a:t>마감 </a:t>
                      </a:r>
                      <a:r>
                        <a:rPr lang="en-US" altLang="ko-KR" sz="800" b="0" dirty="0" smtClean="0">
                          <a:solidFill>
                            <a:schemeClr val="bg1"/>
                          </a:solidFill>
                          <a:latin typeface="+mn-ea"/>
                          <a:ea typeface="+mn-ea"/>
                        </a:rPr>
                        <a:t>/ </a:t>
                      </a:r>
                      <a:r>
                        <a:rPr lang="ko-KR" altLang="en-US" sz="800" b="0" dirty="0" smtClean="0">
                          <a:solidFill>
                            <a:schemeClr val="bg1"/>
                          </a:solidFill>
                          <a:latin typeface="+mn-ea"/>
                          <a:ea typeface="+mn-ea"/>
                        </a:rPr>
                        <a:t>참여</a:t>
                      </a:r>
                      <a:endParaRPr lang="ko-KR" altLang="en-US" sz="800" b="0" dirty="0">
                        <a:solidFill>
                          <a:schemeClr val="bg1"/>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65000"/>
                      </a:schemeClr>
                    </a:solidFill>
                  </a:tcPr>
                </a:tc>
              </a:tr>
            </a:tbl>
          </a:graphicData>
        </a:graphic>
      </p:graphicFrame>
      <p:grpSp>
        <p:nvGrpSpPr>
          <p:cNvPr id="428" name="그룹 427"/>
          <p:cNvGrpSpPr/>
          <p:nvPr/>
        </p:nvGrpSpPr>
        <p:grpSpPr>
          <a:xfrm>
            <a:off x="8769424" y="5563336"/>
            <a:ext cx="234360" cy="200055"/>
            <a:chOff x="1152270" y="11706839"/>
            <a:chExt cx="234360" cy="200055"/>
          </a:xfrm>
        </p:grpSpPr>
        <p:sp>
          <p:nvSpPr>
            <p:cNvPr id="429" name="모서리가 둥근 직사각형 428"/>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430" name="직사각형 429"/>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5</a:t>
              </a:r>
              <a:endParaRPr lang="ko-KR" altLang="en-US" sz="700" dirty="0">
                <a:solidFill>
                  <a:schemeClr val="bg1"/>
                </a:solidFill>
                <a:latin typeface="+mn-ea"/>
                <a:ea typeface="+mn-ea"/>
              </a:endParaRPr>
            </a:p>
          </p:txBody>
        </p:sp>
      </p:grpSp>
      <p:sp>
        <p:nvSpPr>
          <p:cNvPr id="435" name="모서리가 둥근 직사각형 434"/>
          <p:cNvSpPr/>
          <p:nvPr/>
        </p:nvSpPr>
        <p:spPr>
          <a:xfrm>
            <a:off x="4668663" y="7742071"/>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결과확인</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36" name="모서리가 둥근 직사각형 235"/>
          <p:cNvSpPr/>
          <p:nvPr/>
        </p:nvSpPr>
        <p:spPr>
          <a:xfrm>
            <a:off x="32113" y="4221088"/>
            <a:ext cx="360000" cy="144000"/>
          </a:xfrm>
          <a:prstGeom prst="round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강의</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7" name="모서리가 둥근 직사각형 236"/>
          <p:cNvSpPr/>
          <p:nvPr/>
        </p:nvSpPr>
        <p:spPr>
          <a:xfrm>
            <a:off x="22744" y="4408749"/>
            <a:ext cx="360000" cy="144000"/>
          </a:xfrm>
          <a:prstGeom prst="round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과제</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38" name="모서리가 둥근 직사각형 237"/>
          <p:cNvSpPr/>
          <p:nvPr/>
        </p:nvSpPr>
        <p:spPr>
          <a:xfrm>
            <a:off x="22744" y="4597450"/>
            <a:ext cx="360000" cy="144000"/>
          </a:xfrm>
          <a:prstGeom prst="roundRect">
            <a:avLst/>
          </a:prstGeom>
          <a:solidFill>
            <a:srgbClr val="F89108"/>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토론</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2" name="모서리가 둥근 직사각형 241"/>
          <p:cNvSpPr/>
          <p:nvPr/>
        </p:nvSpPr>
        <p:spPr>
          <a:xfrm>
            <a:off x="22684" y="4789091"/>
            <a:ext cx="360000" cy="144000"/>
          </a:xfrm>
          <a:prstGeom prst="roundRect">
            <a:avLst/>
          </a:prstGeom>
          <a:solidFill>
            <a:srgbClr val="8439BD"/>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퀴즈</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3" name="모서리가 둥근 직사각형 242"/>
          <p:cNvSpPr/>
          <p:nvPr/>
        </p:nvSpPr>
        <p:spPr>
          <a:xfrm>
            <a:off x="18709" y="4979032"/>
            <a:ext cx="360000" cy="144000"/>
          </a:xfrm>
          <a:prstGeom prst="roundRect">
            <a:avLst/>
          </a:prstGeom>
          <a:solidFill>
            <a:srgbClr val="D6D1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smtClean="0">
                <a:solidFill>
                  <a:schemeClr val="bg1"/>
                </a:solidFill>
                <a:latin typeface="맑은 고딕" panose="020B0503020000020004" pitchFamily="50" charset="-127"/>
                <a:ea typeface="맑은 고딕" panose="020B0503020000020004" pitchFamily="50" charset="-127"/>
              </a:rPr>
              <a:t>설문</a:t>
            </a:r>
            <a:endParaRPr lang="ko-KR" altLang="en-US" sz="800" dirty="0" smtClean="0">
              <a:solidFill>
                <a:schemeClr val="bg1"/>
              </a:solidFill>
              <a:latin typeface="맑은 고딕" panose="020B0503020000020004" pitchFamily="50" charset="-127"/>
              <a:ea typeface="맑은 고딕" panose="020B0503020000020004" pitchFamily="50" charset="-127"/>
            </a:endParaRPr>
          </a:p>
        </p:txBody>
      </p:sp>
      <p:sp>
        <p:nvSpPr>
          <p:cNvPr id="244" name="모서리가 둥근 직사각형 243"/>
          <p:cNvSpPr/>
          <p:nvPr/>
        </p:nvSpPr>
        <p:spPr>
          <a:xfrm>
            <a:off x="22684" y="5168838"/>
            <a:ext cx="360000" cy="144000"/>
          </a:xfrm>
          <a:prstGeom prst="roundRect">
            <a:avLst/>
          </a:prstGeom>
          <a:solidFill>
            <a:srgbClr val="0070C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세미나</a:t>
            </a:r>
          </a:p>
        </p:txBody>
      </p:sp>
      <p:sp>
        <p:nvSpPr>
          <p:cNvPr id="245" name="모서리가 둥근 직사각형 244"/>
          <p:cNvSpPr/>
          <p:nvPr/>
        </p:nvSpPr>
        <p:spPr>
          <a:xfrm>
            <a:off x="18356" y="5354182"/>
            <a:ext cx="360000" cy="144000"/>
          </a:xfrm>
          <a:prstGeom prst="roundRect">
            <a:avLst/>
          </a:prstGeom>
          <a:solidFill>
            <a:srgbClr val="1E04BC"/>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시험</a:t>
            </a:r>
          </a:p>
        </p:txBody>
      </p:sp>
      <p:sp>
        <p:nvSpPr>
          <p:cNvPr id="246" name="모서리가 둥근 직사각형 245"/>
          <p:cNvSpPr/>
          <p:nvPr/>
        </p:nvSpPr>
        <p:spPr>
          <a:xfrm>
            <a:off x="-58937" y="5529660"/>
            <a:ext cx="432000" cy="144000"/>
          </a:xfrm>
          <a:prstGeom prst="roundRect">
            <a:avLst/>
          </a:prstGeom>
          <a:solidFill>
            <a:srgbClr val="C89800"/>
          </a:solidFill>
          <a:ln w="3175">
            <a:solidFill>
              <a:srgbClr val="C898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a:t>
            </a:r>
          </a:p>
        </p:txBody>
      </p:sp>
      <p:grpSp>
        <p:nvGrpSpPr>
          <p:cNvPr id="193" name="그룹 192"/>
          <p:cNvGrpSpPr/>
          <p:nvPr/>
        </p:nvGrpSpPr>
        <p:grpSpPr>
          <a:xfrm>
            <a:off x="4621038" y="7564630"/>
            <a:ext cx="234360" cy="200055"/>
            <a:chOff x="1152270" y="11706839"/>
            <a:chExt cx="234360" cy="200055"/>
          </a:xfrm>
        </p:grpSpPr>
        <p:sp>
          <p:nvSpPr>
            <p:cNvPr id="194" name="모서리가 둥근 직사각형 1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5" name="직사각형 19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6</a:t>
              </a:r>
              <a:endParaRPr lang="ko-KR" altLang="en-US" sz="700" dirty="0">
                <a:solidFill>
                  <a:schemeClr val="bg1"/>
                </a:solidFill>
                <a:latin typeface="+mn-ea"/>
                <a:ea typeface="+mn-ea"/>
              </a:endParaRPr>
            </a:p>
          </p:txBody>
        </p:sp>
      </p:grpSp>
      <p:sp>
        <p:nvSpPr>
          <p:cNvPr id="196" name="모서리가 둥근 직사각형 195"/>
          <p:cNvSpPr/>
          <p:nvPr/>
        </p:nvSpPr>
        <p:spPr>
          <a:xfrm>
            <a:off x="4667728" y="573431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참여하기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97" name="그룹 196"/>
          <p:cNvGrpSpPr/>
          <p:nvPr/>
        </p:nvGrpSpPr>
        <p:grpSpPr>
          <a:xfrm>
            <a:off x="4628372" y="5553811"/>
            <a:ext cx="234360" cy="200055"/>
            <a:chOff x="1152270" y="11706839"/>
            <a:chExt cx="234360" cy="200055"/>
          </a:xfrm>
        </p:grpSpPr>
        <p:sp>
          <p:nvSpPr>
            <p:cNvPr id="198" name="모서리가 둥근 직사각형 197"/>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99" name="직사각형 198"/>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
        <p:nvSpPr>
          <p:cNvPr id="200" name="TextBox 199"/>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201" name="TextBox 200"/>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KNOU_UI_C02170000_02</a:t>
            </a:r>
            <a:endParaRPr lang="ko-KR" altLang="en-US" sz="800" spc="-60" dirty="0">
              <a:latin typeface="+mn-ea"/>
            </a:endParaRPr>
          </a:p>
        </p:txBody>
      </p:sp>
      <p:sp>
        <p:nvSpPr>
          <p:cNvPr id="202" name="TextBox 201"/>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목록 </a:t>
            </a:r>
            <a:r>
              <a:rPr lang="en-US" altLang="ko-KR" sz="800" spc="-60" dirty="0" smtClean="0">
                <a:latin typeface="+mn-ea"/>
                <a:ea typeface="+mn-ea"/>
              </a:rPr>
              <a:t>: </a:t>
            </a:r>
            <a:r>
              <a:rPr lang="ko-KR" altLang="en-US" sz="800" spc="-60" dirty="0" err="1" smtClean="0">
                <a:latin typeface="+mn-ea"/>
                <a:ea typeface="+mn-ea"/>
              </a:rPr>
              <a:t>카드형</a:t>
            </a:r>
            <a:endParaRPr lang="ko-KR" altLang="en-US" sz="800" spc="-60" dirty="0">
              <a:latin typeface="+mn-ea"/>
              <a:ea typeface="+mn-ea"/>
            </a:endParaRPr>
          </a:p>
        </p:txBody>
      </p:sp>
      <p:sp>
        <p:nvSpPr>
          <p:cNvPr id="203" name="TextBox 202"/>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pSp>
        <p:nvGrpSpPr>
          <p:cNvPr id="204" name="그룹 203"/>
          <p:cNvGrpSpPr/>
          <p:nvPr/>
        </p:nvGrpSpPr>
        <p:grpSpPr>
          <a:xfrm>
            <a:off x="579562" y="2166658"/>
            <a:ext cx="1386586" cy="5317057"/>
            <a:chOff x="579562" y="2166658"/>
            <a:chExt cx="1386586" cy="5317057"/>
          </a:xfrm>
        </p:grpSpPr>
        <p:grpSp>
          <p:nvGrpSpPr>
            <p:cNvPr id="205" name="그룹 204"/>
            <p:cNvGrpSpPr/>
            <p:nvPr/>
          </p:nvGrpSpPr>
          <p:grpSpPr>
            <a:xfrm>
              <a:off x="629956" y="3318264"/>
              <a:ext cx="1332000" cy="180000"/>
              <a:chOff x="666428" y="3785432"/>
              <a:chExt cx="1332000" cy="180000"/>
            </a:xfrm>
          </p:grpSpPr>
          <p:sp>
            <p:nvSpPr>
              <p:cNvPr id="297" name="모서리가 둥근 직사각형 29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3568824"/>
              <a:ext cx="1332000" cy="180000"/>
              <a:chOff x="666428" y="4310612"/>
              <a:chExt cx="1332000" cy="180000"/>
            </a:xfrm>
          </p:grpSpPr>
          <p:sp>
            <p:nvSpPr>
              <p:cNvPr id="295" name="모서리가 둥근 직사각형 29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9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5" y="3042501"/>
              <a:ext cx="1332000" cy="180000"/>
              <a:chOff x="666427" y="3266516"/>
              <a:chExt cx="1332000" cy="180000"/>
            </a:xfrm>
          </p:grpSpPr>
          <p:sp>
            <p:nvSpPr>
              <p:cNvPr id="293" name="모서리가 둥근 직사각형 29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9956" y="3854780"/>
              <a:ext cx="1332000" cy="180000"/>
              <a:chOff x="666428" y="4570824"/>
              <a:chExt cx="1332000" cy="180000"/>
            </a:xfrm>
          </p:grpSpPr>
          <p:sp>
            <p:nvSpPr>
              <p:cNvPr id="291" name="모서리가 둥근 직사각형 2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2"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29956" y="5316875"/>
              <a:ext cx="1332000" cy="180000"/>
              <a:chOff x="666428" y="5096004"/>
              <a:chExt cx="1332000" cy="180000"/>
            </a:xfrm>
          </p:grpSpPr>
          <p:sp>
            <p:nvSpPr>
              <p:cNvPr id="289" name="모서리가 둥근 직사각형 28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0" name="Picture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4148" y="5634789"/>
              <a:ext cx="1332000" cy="180000"/>
              <a:chOff x="666428" y="3785432"/>
              <a:chExt cx="1332000" cy="180000"/>
            </a:xfrm>
          </p:grpSpPr>
          <p:sp>
            <p:nvSpPr>
              <p:cNvPr id="287" name="모서리가 둥근 직사각형 28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8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31150" y="4135825"/>
              <a:ext cx="1332000" cy="180000"/>
              <a:chOff x="666428" y="4570824"/>
              <a:chExt cx="1332000" cy="180000"/>
            </a:xfrm>
          </p:grpSpPr>
          <p:sp>
            <p:nvSpPr>
              <p:cNvPr id="285" name="모서리가 둥근 직사각형 28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86"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9" name="그룹 248"/>
            <p:cNvGrpSpPr/>
            <p:nvPr/>
          </p:nvGrpSpPr>
          <p:grpSpPr>
            <a:xfrm>
              <a:off x="629956" y="4423395"/>
              <a:ext cx="1332000" cy="180000"/>
              <a:chOff x="666428" y="4310612"/>
              <a:chExt cx="1332000" cy="180000"/>
            </a:xfrm>
          </p:grpSpPr>
          <p:sp>
            <p:nvSpPr>
              <p:cNvPr id="283" name="모서리가 둥근 직사각형 2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0" name="TextBox 24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1" name="그룹 250"/>
            <p:cNvGrpSpPr/>
            <p:nvPr/>
          </p:nvGrpSpPr>
          <p:grpSpPr>
            <a:xfrm>
              <a:off x="632520" y="4723068"/>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2752353"/>
              <a:ext cx="1332000" cy="180000"/>
              <a:chOff x="666427" y="3266516"/>
              <a:chExt cx="1332000" cy="180000"/>
            </a:xfrm>
          </p:grpSpPr>
          <p:sp>
            <p:nvSpPr>
              <p:cNvPr id="279" name="모서리가 둥근 직사각형 27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5005767"/>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32520" y="6227787"/>
              <a:ext cx="1332000" cy="180000"/>
              <a:chOff x="666428" y="3785432"/>
              <a:chExt cx="1332000" cy="180000"/>
            </a:xfrm>
          </p:grpSpPr>
          <p:sp>
            <p:nvSpPr>
              <p:cNvPr id="275" name="모서리가 둥근 직사각형 2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6487872"/>
              <a:ext cx="1332000" cy="180000"/>
              <a:chOff x="666428" y="4310612"/>
              <a:chExt cx="1332000" cy="180000"/>
            </a:xfrm>
          </p:grpSpPr>
          <p:sp>
            <p:nvSpPr>
              <p:cNvPr id="273" name="모서리가 둥근 직사각형 27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4"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6773828"/>
              <a:ext cx="1332000" cy="180000"/>
              <a:chOff x="666428" y="4570824"/>
              <a:chExt cx="1332000" cy="180000"/>
            </a:xfrm>
          </p:grpSpPr>
          <p:sp>
            <p:nvSpPr>
              <p:cNvPr id="271" name="모서리가 둥근 직사각형 270"/>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72" name="Picture 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7053155"/>
              <a:ext cx="1332000" cy="180000"/>
              <a:chOff x="666428" y="3785432"/>
              <a:chExt cx="1332000" cy="180000"/>
            </a:xfrm>
          </p:grpSpPr>
          <p:sp>
            <p:nvSpPr>
              <p:cNvPr id="269" name="모서리가 둥근 직사각형 26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2520" y="7303715"/>
              <a:ext cx="1332000" cy="180000"/>
              <a:chOff x="666428" y="4310612"/>
              <a:chExt cx="1332000" cy="180000"/>
            </a:xfrm>
          </p:grpSpPr>
          <p:sp>
            <p:nvSpPr>
              <p:cNvPr id="267" name="모서리가 둥근 직사각형 26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2995" y="5922821"/>
              <a:ext cx="1332000" cy="180000"/>
              <a:chOff x="666427" y="3266516"/>
              <a:chExt cx="1332000" cy="180000"/>
            </a:xfrm>
          </p:grpSpPr>
          <p:sp>
            <p:nvSpPr>
              <p:cNvPr id="263" name="모서리가 둥근 직사각형 26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1679386382"/>
      </p:ext>
    </p:extLst>
  </p:cSld>
  <p:clrMapOvr>
    <a:masterClrMapping/>
  </p:clrMapOvr>
  <p:transition>
    <p:wipe dir="r"/>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66012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034132914"/>
              </p:ext>
            </p:extLst>
          </p:nvPr>
        </p:nvGraphicFramePr>
        <p:xfrm>
          <a:off x="9499029" y="3191817"/>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강의평가정보 및 참여 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강의평가명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클릭시</a:t>
                      </a:r>
                      <a:r>
                        <a:rPr lang="ko-KR" altLang="en-US" sz="800" kern="1200" dirty="0" smtClean="0">
                          <a:solidFill>
                            <a:schemeClr val="tx1">
                              <a:lumMod val="75000"/>
                              <a:lumOff val="25000"/>
                            </a:schemeClr>
                          </a:solidFill>
                          <a:latin typeface="+mn-ea"/>
                          <a:ea typeface="+mn-ea"/>
                          <a:cs typeface="+mn-cs"/>
                        </a:rPr>
                        <a:t> 펼침</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접음</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err="1" smtClean="0">
                          <a:solidFill>
                            <a:schemeClr val="tx1">
                              <a:lumMod val="75000"/>
                              <a:lumOff val="25000"/>
                            </a:schemeClr>
                          </a:solidFill>
                          <a:latin typeface="+mn-ea"/>
                          <a:ea typeface="+mn-ea"/>
                          <a:cs typeface="+mn-cs"/>
                        </a:rPr>
                        <a:t>미참여</a:t>
                      </a:r>
                      <a:r>
                        <a:rPr lang="ko-KR" altLang="en-US" sz="800" kern="1200" dirty="0" smtClean="0">
                          <a:solidFill>
                            <a:schemeClr val="tx1">
                              <a:lumMod val="75000"/>
                              <a:lumOff val="25000"/>
                            </a:schemeClr>
                          </a:solidFill>
                          <a:latin typeface="+mn-ea"/>
                          <a:ea typeface="+mn-ea"/>
                          <a:cs typeface="+mn-cs"/>
                        </a:rPr>
                        <a:t>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참여하기</a:t>
                      </a:r>
                      <a:r>
                        <a:rPr lang="en-US" altLang="ko-KR" sz="800" kern="1200" dirty="0" smtClean="0">
                          <a:solidFill>
                            <a:schemeClr val="tx1">
                              <a:lumMod val="75000"/>
                              <a:lumOff val="25000"/>
                            </a:schemeClr>
                          </a:solidFill>
                          <a:latin typeface="+mn-ea"/>
                          <a:ea typeface="+mn-ea"/>
                          <a:cs typeface="+mn-cs"/>
                        </a:rPr>
                        <a:t>”</a:t>
                      </a:r>
                      <a:r>
                        <a:rPr lang="ko-KR" altLang="en-US" sz="800" kern="1200" dirty="0" smtClean="0">
                          <a:solidFill>
                            <a:schemeClr val="tx1">
                              <a:lumMod val="75000"/>
                              <a:lumOff val="25000"/>
                            </a:schemeClr>
                          </a:solidFill>
                          <a:latin typeface="+mn-ea"/>
                          <a:ea typeface="+mn-ea"/>
                          <a:cs typeface="+mn-cs"/>
                        </a:rPr>
                        <a:t> 버튼</a:t>
                      </a:r>
                      <a:r>
                        <a:rPr lang="en-US" altLang="ko-KR" sz="800" kern="1200" baseline="0" dirty="0" smtClean="0">
                          <a:solidFill>
                            <a:schemeClr val="tx1">
                              <a:lumMod val="75000"/>
                              <a:lumOff val="25000"/>
                            </a:schemeClr>
                          </a:solidFill>
                          <a:latin typeface="+mn-ea"/>
                          <a:ea typeface="+mn-ea"/>
                          <a:cs typeface="+mn-cs"/>
                        </a:rPr>
                        <a:t> </a:t>
                      </a:r>
                      <a:r>
                        <a:rPr lang="ko-KR" altLang="en-US" sz="800" kern="1200" baseline="0" dirty="0" smtClean="0">
                          <a:solidFill>
                            <a:schemeClr val="tx1">
                              <a:lumMod val="75000"/>
                              <a:lumOff val="25000"/>
                            </a:schemeClr>
                          </a:solidFill>
                          <a:latin typeface="+mn-ea"/>
                          <a:ea typeface="+mn-ea"/>
                          <a:cs typeface="+mn-cs"/>
                        </a:rPr>
                        <a:t>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11937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10952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0" name="TextBox 199"/>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201" name="TextBox 200"/>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KNOU_UI_C02170000_03</a:t>
            </a:r>
            <a:endParaRPr lang="ko-KR" altLang="en-US" sz="800" spc="-60" dirty="0">
              <a:latin typeface="+mn-ea"/>
            </a:endParaRPr>
          </a:p>
        </p:txBody>
      </p:sp>
      <p:sp>
        <p:nvSpPr>
          <p:cNvPr id="202" name="TextBox 201"/>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강의평가정보 및 참여</a:t>
            </a:r>
            <a:endParaRPr lang="ko-KR" altLang="en-US" sz="800" spc="-60" dirty="0">
              <a:latin typeface="+mn-ea"/>
              <a:ea typeface="+mn-ea"/>
            </a:endParaRPr>
          </a:p>
        </p:txBody>
      </p:sp>
      <p:sp>
        <p:nvSpPr>
          <p:cNvPr id="203" name="TextBox 202"/>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pSp>
        <p:nvGrpSpPr>
          <p:cNvPr id="204" name="그룹 203"/>
          <p:cNvGrpSpPr/>
          <p:nvPr/>
        </p:nvGrpSpPr>
        <p:grpSpPr>
          <a:xfrm>
            <a:off x="579562" y="2166658"/>
            <a:ext cx="1386586" cy="5317057"/>
            <a:chOff x="579562" y="2166658"/>
            <a:chExt cx="1386586" cy="5317057"/>
          </a:xfrm>
        </p:grpSpPr>
        <p:grpSp>
          <p:nvGrpSpPr>
            <p:cNvPr id="205" name="그룹 204"/>
            <p:cNvGrpSpPr/>
            <p:nvPr/>
          </p:nvGrpSpPr>
          <p:grpSpPr>
            <a:xfrm>
              <a:off x="629956" y="3318264"/>
              <a:ext cx="1332000" cy="180000"/>
              <a:chOff x="666428" y="3785432"/>
              <a:chExt cx="1332000" cy="180000"/>
            </a:xfrm>
          </p:grpSpPr>
          <p:sp>
            <p:nvSpPr>
              <p:cNvPr id="297" name="모서리가 둥근 직사각형 29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9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3568824"/>
              <a:ext cx="1332000" cy="180000"/>
              <a:chOff x="666428" y="4310612"/>
              <a:chExt cx="1332000" cy="180000"/>
            </a:xfrm>
          </p:grpSpPr>
          <p:sp>
            <p:nvSpPr>
              <p:cNvPr id="295" name="모서리가 둥근 직사각형 29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9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5" y="3042501"/>
              <a:ext cx="1332000" cy="180000"/>
              <a:chOff x="666427" y="3266516"/>
              <a:chExt cx="1332000" cy="180000"/>
            </a:xfrm>
          </p:grpSpPr>
          <p:sp>
            <p:nvSpPr>
              <p:cNvPr id="293" name="모서리가 둥근 직사각형 29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9956" y="3854780"/>
              <a:ext cx="1332000" cy="180000"/>
              <a:chOff x="666428" y="4570824"/>
              <a:chExt cx="1332000" cy="180000"/>
            </a:xfrm>
          </p:grpSpPr>
          <p:sp>
            <p:nvSpPr>
              <p:cNvPr id="291" name="모서리가 둥근 직사각형 2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29956" y="5316875"/>
              <a:ext cx="1332000" cy="180000"/>
              <a:chOff x="666428" y="5096004"/>
              <a:chExt cx="1332000" cy="180000"/>
            </a:xfrm>
          </p:grpSpPr>
          <p:sp>
            <p:nvSpPr>
              <p:cNvPr id="289" name="모서리가 둥근 직사각형 28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0"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4148" y="5634789"/>
              <a:ext cx="1332000" cy="180000"/>
              <a:chOff x="666428" y="3785432"/>
              <a:chExt cx="1332000" cy="180000"/>
            </a:xfrm>
          </p:grpSpPr>
          <p:sp>
            <p:nvSpPr>
              <p:cNvPr id="287" name="모서리가 둥근 직사각형 28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8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31150" y="4135825"/>
              <a:ext cx="1332000" cy="180000"/>
              <a:chOff x="666428" y="4570824"/>
              <a:chExt cx="1332000" cy="180000"/>
            </a:xfrm>
          </p:grpSpPr>
          <p:sp>
            <p:nvSpPr>
              <p:cNvPr id="285" name="모서리가 둥근 직사각형 28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8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9" name="그룹 248"/>
            <p:cNvGrpSpPr/>
            <p:nvPr/>
          </p:nvGrpSpPr>
          <p:grpSpPr>
            <a:xfrm>
              <a:off x="629956" y="4423395"/>
              <a:ext cx="1332000" cy="180000"/>
              <a:chOff x="666428" y="4310612"/>
              <a:chExt cx="1332000" cy="180000"/>
            </a:xfrm>
          </p:grpSpPr>
          <p:sp>
            <p:nvSpPr>
              <p:cNvPr id="283" name="모서리가 둥근 직사각형 2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0" name="TextBox 24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1" name="그룹 250"/>
            <p:cNvGrpSpPr/>
            <p:nvPr/>
          </p:nvGrpSpPr>
          <p:grpSpPr>
            <a:xfrm>
              <a:off x="632520" y="4723068"/>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2752353"/>
              <a:ext cx="1332000" cy="180000"/>
              <a:chOff x="666427" y="3266516"/>
              <a:chExt cx="1332000" cy="180000"/>
            </a:xfrm>
          </p:grpSpPr>
          <p:sp>
            <p:nvSpPr>
              <p:cNvPr id="279" name="모서리가 둥근 직사각형 27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5005767"/>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32520" y="6227787"/>
              <a:ext cx="1332000" cy="180000"/>
              <a:chOff x="666428" y="3785432"/>
              <a:chExt cx="1332000" cy="180000"/>
            </a:xfrm>
          </p:grpSpPr>
          <p:sp>
            <p:nvSpPr>
              <p:cNvPr id="275" name="모서리가 둥근 직사각형 2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7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6487872"/>
              <a:ext cx="1332000" cy="180000"/>
              <a:chOff x="666428" y="4310612"/>
              <a:chExt cx="1332000" cy="180000"/>
            </a:xfrm>
          </p:grpSpPr>
          <p:sp>
            <p:nvSpPr>
              <p:cNvPr id="273" name="모서리가 둥근 직사각형 27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6773828"/>
              <a:ext cx="1332000" cy="180000"/>
              <a:chOff x="666428" y="4570824"/>
              <a:chExt cx="1332000" cy="180000"/>
            </a:xfrm>
          </p:grpSpPr>
          <p:sp>
            <p:nvSpPr>
              <p:cNvPr id="271" name="모서리가 둥근 직사각형 270"/>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7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7053155"/>
              <a:ext cx="1332000" cy="180000"/>
              <a:chOff x="666428" y="3785432"/>
              <a:chExt cx="1332000" cy="180000"/>
            </a:xfrm>
          </p:grpSpPr>
          <p:sp>
            <p:nvSpPr>
              <p:cNvPr id="269" name="모서리가 둥근 직사각형 26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2520" y="7303715"/>
              <a:ext cx="1332000" cy="180000"/>
              <a:chOff x="666428" y="4310612"/>
              <a:chExt cx="1332000" cy="180000"/>
            </a:xfrm>
          </p:grpSpPr>
          <p:sp>
            <p:nvSpPr>
              <p:cNvPr id="267" name="모서리가 둥근 직사각형 26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2995" y="5922821"/>
              <a:ext cx="1332000" cy="180000"/>
              <a:chOff x="666427" y="3266516"/>
              <a:chExt cx="1332000" cy="180000"/>
            </a:xfrm>
          </p:grpSpPr>
          <p:sp>
            <p:nvSpPr>
              <p:cNvPr id="263" name="모서리가 둥근 직사각형 26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21" name="모서리가 둥근 직사각형 22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225" name="직선 연결선 22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29" name="직사각형 228"/>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강의평가정보 및 참여</a:t>
            </a:r>
          </a:p>
        </p:txBody>
      </p:sp>
      <p:grpSp>
        <p:nvGrpSpPr>
          <p:cNvPr id="230" name="그룹 229"/>
          <p:cNvGrpSpPr/>
          <p:nvPr/>
        </p:nvGrpSpPr>
        <p:grpSpPr>
          <a:xfrm>
            <a:off x="1919139" y="3347467"/>
            <a:ext cx="234360" cy="200055"/>
            <a:chOff x="1152270" y="11716364"/>
            <a:chExt cx="234360" cy="200055"/>
          </a:xfrm>
        </p:grpSpPr>
        <p:sp>
          <p:nvSpPr>
            <p:cNvPr id="241" name="모서리가 둥근 직사각형 240"/>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56" name="직사각형 255"/>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aphicFrame>
        <p:nvGraphicFramePr>
          <p:cNvPr id="260" name="Group 37"/>
          <p:cNvGraphicFramePr>
            <a:graphicFrameLocks noGrp="1"/>
          </p:cNvGraphicFramePr>
          <p:nvPr>
            <p:extLst>
              <p:ext uri="{D42A27DB-BD31-4B8C-83A1-F6EECF244321}">
                <p14:modId xmlns:p14="http://schemas.microsoft.com/office/powerpoint/2010/main" val="386044969"/>
              </p:ext>
            </p:extLst>
          </p:nvPr>
        </p:nvGraphicFramePr>
        <p:xfrm>
          <a:off x="1972097" y="4065463"/>
          <a:ext cx="7470353" cy="282686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중간고사 강의평가</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750" b="0" dirty="0" smtClean="0">
                          <a:solidFill>
                            <a:schemeClr val="tx1">
                              <a:lumMod val="75000"/>
                              <a:lumOff val="25000"/>
                            </a:schemeClr>
                          </a:solidFill>
                          <a:latin typeface="+mn-ea"/>
                          <a:ea typeface="+mn-ea"/>
                        </a:rPr>
                        <a:t>강의평가 후 성적조회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결과조회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99" name="직사각형 29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00" name="그룹 299"/>
          <p:cNvGrpSpPr/>
          <p:nvPr/>
        </p:nvGrpSpPr>
        <p:grpSpPr>
          <a:xfrm>
            <a:off x="3219475" y="4543465"/>
            <a:ext cx="6151862" cy="1148064"/>
            <a:chOff x="3229000" y="4452549"/>
            <a:chExt cx="6151862" cy="1148064"/>
          </a:xfrm>
        </p:grpSpPr>
        <p:sp>
          <p:nvSpPr>
            <p:cNvPr id="3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 강의평가 설명 강의평가 설명</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 강의평가 설명</a:t>
              </a:r>
              <a:endParaRPr lang="en-US" altLang="ko-KR" sz="800" dirty="0">
                <a:solidFill>
                  <a:schemeClr val="tx1">
                    <a:lumMod val="75000"/>
                    <a:lumOff val="25000"/>
                  </a:schemeClr>
                </a:solidFill>
                <a:latin typeface="+mn-ea"/>
                <a:ea typeface="+mn-ea"/>
              </a:endParaRPr>
            </a:p>
          </p:txBody>
        </p:sp>
        <p:sp>
          <p:nvSpPr>
            <p:cNvPr id="30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03" name="직사각형 302"/>
          <p:cNvSpPr/>
          <p:nvPr/>
        </p:nvSpPr>
        <p:spPr>
          <a:xfrm>
            <a:off x="1966764" y="4276734"/>
            <a:ext cx="4091185"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강의평가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강의평가 후 성적조회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endParaRPr lang="ko-KR" altLang="en-US" sz="800" dirty="0">
              <a:solidFill>
                <a:schemeClr val="tx1">
                  <a:lumMod val="75000"/>
                  <a:lumOff val="25000"/>
                </a:schemeClr>
              </a:solidFill>
              <a:latin typeface="+mn-ea"/>
              <a:ea typeface="+mn-ea"/>
            </a:endParaRPr>
          </a:p>
        </p:txBody>
      </p:sp>
      <p:grpSp>
        <p:nvGrpSpPr>
          <p:cNvPr id="325" name="그룹 324"/>
          <p:cNvGrpSpPr/>
          <p:nvPr/>
        </p:nvGrpSpPr>
        <p:grpSpPr>
          <a:xfrm>
            <a:off x="1872228" y="4110380"/>
            <a:ext cx="234360" cy="200055"/>
            <a:chOff x="1152270" y="11716364"/>
            <a:chExt cx="234360" cy="200055"/>
          </a:xfrm>
        </p:grpSpPr>
        <p:sp>
          <p:nvSpPr>
            <p:cNvPr id="327" name="모서리가 둥근 직사각형 32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3" name="직사각형 34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345" name="그룹 344"/>
          <p:cNvGrpSpPr/>
          <p:nvPr/>
        </p:nvGrpSpPr>
        <p:grpSpPr>
          <a:xfrm>
            <a:off x="5069155" y="7568395"/>
            <a:ext cx="234360" cy="200055"/>
            <a:chOff x="1152270" y="11716364"/>
            <a:chExt cx="234360" cy="200055"/>
          </a:xfrm>
        </p:grpSpPr>
        <p:sp>
          <p:nvSpPr>
            <p:cNvPr id="346" name="모서리가 둥근 직사각형 34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47" name="직사각형 34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aphicFrame>
        <p:nvGraphicFramePr>
          <p:cNvPr id="354" name="Group 37"/>
          <p:cNvGraphicFramePr>
            <a:graphicFrameLocks noGrp="1"/>
          </p:cNvGraphicFramePr>
          <p:nvPr>
            <p:extLst>
              <p:ext uri="{D42A27DB-BD31-4B8C-83A1-F6EECF244321}">
                <p14:modId xmlns:p14="http://schemas.microsoft.com/office/powerpoint/2010/main" val="3115257519"/>
              </p:ext>
            </p:extLst>
          </p:nvPr>
        </p:nvGraphicFramePr>
        <p:xfrm>
          <a:off x="1972097" y="6976442"/>
          <a:ext cx="7470353" cy="532633"/>
        </p:xfrm>
        <a:graphic>
          <a:graphicData uri="http://schemas.openxmlformats.org/drawingml/2006/table">
            <a:tbl>
              <a:tblPr/>
              <a:tblGrid>
                <a:gridCol w="7470353"/>
              </a:tblGrid>
              <a:tr h="24872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강의평가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강의평가 참여 전입니다</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강의평가 참여하시기 바랍니다</a:t>
                      </a:r>
                      <a:r>
                        <a:rPr lang="en-US" altLang="ko-KR" sz="800" dirty="0" smtClean="0">
                          <a:solidFill>
                            <a:schemeClr val="tx1">
                              <a:lumMod val="75000"/>
                              <a:lumOff val="25000"/>
                            </a:schemeClr>
                          </a:solidFill>
                          <a:latin typeface="+mn-ea"/>
                          <a:ea typeface="+mn-ea"/>
                        </a:rPr>
                        <a:t>.</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363" name="모서리가 둥근 직사각형 362"/>
          <p:cNvSpPr/>
          <p:nvPr/>
        </p:nvSpPr>
        <p:spPr>
          <a:xfrm>
            <a:off x="5263312" y="7600133"/>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참</a:t>
            </a:r>
            <a:r>
              <a:rPr lang="ko-KR" altLang="en-US" sz="800" dirty="0">
                <a:solidFill>
                  <a:schemeClr val="bg1"/>
                </a:solidFill>
                <a:latin typeface="맑은 고딕" panose="020B0503020000020004" pitchFamily="50" charset="-127"/>
                <a:ea typeface="맑은 고딕" panose="020B0503020000020004" pitchFamily="50" charset="-127"/>
              </a:rPr>
              <a:t>여</a:t>
            </a:r>
            <a:r>
              <a:rPr lang="ko-KR" altLang="en-US" sz="800" dirty="0" smtClean="0">
                <a:solidFill>
                  <a:schemeClr val="bg1"/>
                </a:solidFill>
                <a:latin typeface="맑은 고딕" panose="020B0503020000020004" pitchFamily="50" charset="-127"/>
                <a:ea typeface="맑은 고딕" panose="020B0503020000020004" pitchFamily="50" charset="-127"/>
              </a:rPr>
              <a:t>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Tree>
    <p:extLst>
      <p:ext uri="{BB962C8B-B14F-4D97-AF65-F5344CB8AC3E}">
        <p14:creationId xmlns:p14="http://schemas.microsoft.com/office/powerpoint/2010/main" val="2897664745"/>
      </p:ext>
    </p:extLst>
  </p:cSld>
  <p:clrMapOvr>
    <a:masterClrMapping/>
  </p:clrMapOvr>
  <p:transition>
    <p:wipe dir="r"/>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209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66012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411247167"/>
              </p:ext>
            </p:extLst>
          </p:nvPr>
        </p:nvGraphicFramePr>
        <p:xfrm>
          <a:off x="9499029" y="3191817"/>
          <a:ext cx="1404156" cy="511188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참여 기록</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마감 전</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수정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11937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10952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0" name="TextBox 199"/>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201" name="TextBox 200"/>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KNOU_UI_C02170000_04</a:t>
            </a:r>
            <a:endParaRPr lang="ko-KR" altLang="en-US" sz="800" spc="-60" dirty="0">
              <a:latin typeface="+mn-ea"/>
            </a:endParaRPr>
          </a:p>
        </p:txBody>
      </p:sp>
      <p:sp>
        <p:nvSpPr>
          <p:cNvPr id="203" name="TextBox 202"/>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pSp>
        <p:nvGrpSpPr>
          <p:cNvPr id="204" name="그룹 203"/>
          <p:cNvGrpSpPr/>
          <p:nvPr/>
        </p:nvGrpSpPr>
        <p:grpSpPr>
          <a:xfrm>
            <a:off x="579562" y="2166658"/>
            <a:ext cx="1386586" cy="5317057"/>
            <a:chOff x="579562" y="2166658"/>
            <a:chExt cx="1386586" cy="5317057"/>
          </a:xfrm>
        </p:grpSpPr>
        <p:grpSp>
          <p:nvGrpSpPr>
            <p:cNvPr id="205" name="그룹 204"/>
            <p:cNvGrpSpPr/>
            <p:nvPr/>
          </p:nvGrpSpPr>
          <p:grpSpPr>
            <a:xfrm>
              <a:off x="629956" y="3318264"/>
              <a:ext cx="1332000" cy="180000"/>
              <a:chOff x="666428" y="3785432"/>
              <a:chExt cx="1332000" cy="180000"/>
            </a:xfrm>
          </p:grpSpPr>
          <p:sp>
            <p:nvSpPr>
              <p:cNvPr id="297" name="모서리가 둥근 직사각형 29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9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3568824"/>
              <a:ext cx="1332000" cy="180000"/>
              <a:chOff x="666428" y="4310612"/>
              <a:chExt cx="1332000" cy="180000"/>
            </a:xfrm>
          </p:grpSpPr>
          <p:sp>
            <p:nvSpPr>
              <p:cNvPr id="295" name="모서리가 둥근 직사각형 29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9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5" y="3042501"/>
              <a:ext cx="1332000" cy="180000"/>
              <a:chOff x="666427" y="3266516"/>
              <a:chExt cx="1332000" cy="180000"/>
            </a:xfrm>
          </p:grpSpPr>
          <p:sp>
            <p:nvSpPr>
              <p:cNvPr id="293" name="모서리가 둥근 직사각형 29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9956" y="3854780"/>
              <a:ext cx="1332000" cy="180000"/>
              <a:chOff x="666428" y="4570824"/>
              <a:chExt cx="1332000" cy="180000"/>
            </a:xfrm>
          </p:grpSpPr>
          <p:sp>
            <p:nvSpPr>
              <p:cNvPr id="291" name="모서리가 둥근 직사각형 2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29956" y="5316875"/>
              <a:ext cx="1332000" cy="180000"/>
              <a:chOff x="666428" y="5096004"/>
              <a:chExt cx="1332000" cy="180000"/>
            </a:xfrm>
          </p:grpSpPr>
          <p:sp>
            <p:nvSpPr>
              <p:cNvPr id="289" name="모서리가 둥근 직사각형 28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0"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4148" y="5634789"/>
              <a:ext cx="1332000" cy="180000"/>
              <a:chOff x="666428" y="3785432"/>
              <a:chExt cx="1332000" cy="180000"/>
            </a:xfrm>
          </p:grpSpPr>
          <p:sp>
            <p:nvSpPr>
              <p:cNvPr id="287" name="모서리가 둥근 직사각형 28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8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31150" y="4135825"/>
              <a:ext cx="1332000" cy="180000"/>
              <a:chOff x="666428" y="4570824"/>
              <a:chExt cx="1332000" cy="180000"/>
            </a:xfrm>
          </p:grpSpPr>
          <p:sp>
            <p:nvSpPr>
              <p:cNvPr id="285" name="모서리가 둥근 직사각형 28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8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9" name="그룹 248"/>
            <p:cNvGrpSpPr/>
            <p:nvPr/>
          </p:nvGrpSpPr>
          <p:grpSpPr>
            <a:xfrm>
              <a:off x="629956" y="4423395"/>
              <a:ext cx="1332000" cy="180000"/>
              <a:chOff x="666428" y="4310612"/>
              <a:chExt cx="1332000" cy="180000"/>
            </a:xfrm>
          </p:grpSpPr>
          <p:sp>
            <p:nvSpPr>
              <p:cNvPr id="283" name="모서리가 둥근 직사각형 2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0" name="TextBox 24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1" name="그룹 250"/>
            <p:cNvGrpSpPr/>
            <p:nvPr/>
          </p:nvGrpSpPr>
          <p:grpSpPr>
            <a:xfrm>
              <a:off x="632520" y="4723068"/>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2752353"/>
              <a:ext cx="1332000" cy="180000"/>
              <a:chOff x="666427" y="3266516"/>
              <a:chExt cx="1332000" cy="180000"/>
            </a:xfrm>
          </p:grpSpPr>
          <p:sp>
            <p:nvSpPr>
              <p:cNvPr id="279" name="모서리가 둥근 직사각형 27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5005767"/>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32520" y="6227787"/>
              <a:ext cx="1332000" cy="180000"/>
              <a:chOff x="666428" y="3785432"/>
              <a:chExt cx="1332000" cy="180000"/>
            </a:xfrm>
          </p:grpSpPr>
          <p:sp>
            <p:nvSpPr>
              <p:cNvPr id="275" name="모서리가 둥근 직사각형 2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7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6487872"/>
              <a:ext cx="1332000" cy="180000"/>
              <a:chOff x="666428" y="4310612"/>
              <a:chExt cx="1332000" cy="180000"/>
            </a:xfrm>
          </p:grpSpPr>
          <p:sp>
            <p:nvSpPr>
              <p:cNvPr id="273" name="모서리가 둥근 직사각형 27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6773828"/>
              <a:ext cx="1332000" cy="180000"/>
              <a:chOff x="666428" y="4570824"/>
              <a:chExt cx="1332000" cy="180000"/>
            </a:xfrm>
          </p:grpSpPr>
          <p:sp>
            <p:nvSpPr>
              <p:cNvPr id="271" name="모서리가 둥근 직사각형 270"/>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7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7053155"/>
              <a:ext cx="1332000" cy="180000"/>
              <a:chOff x="666428" y="3785432"/>
              <a:chExt cx="1332000" cy="180000"/>
            </a:xfrm>
          </p:grpSpPr>
          <p:sp>
            <p:nvSpPr>
              <p:cNvPr id="269" name="모서리가 둥근 직사각형 26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2520" y="7303715"/>
              <a:ext cx="1332000" cy="180000"/>
              <a:chOff x="666428" y="4310612"/>
              <a:chExt cx="1332000" cy="180000"/>
            </a:xfrm>
          </p:grpSpPr>
          <p:sp>
            <p:nvSpPr>
              <p:cNvPr id="267" name="모서리가 둥근 직사각형 26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2995" y="5922821"/>
              <a:ext cx="1332000" cy="180000"/>
              <a:chOff x="666427" y="3266516"/>
              <a:chExt cx="1332000" cy="180000"/>
            </a:xfrm>
          </p:grpSpPr>
          <p:sp>
            <p:nvSpPr>
              <p:cNvPr id="263" name="모서리가 둥근 직사각형 26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21" name="모서리가 둥근 직사각형 22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225" name="직선 연결선 22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29" name="직사각형 228"/>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강의평가정보 및 참여</a:t>
            </a:r>
          </a:p>
        </p:txBody>
      </p:sp>
      <p:graphicFrame>
        <p:nvGraphicFramePr>
          <p:cNvPr id="260" name="Group 37"/>
          <p:cNvGraphicFramePr>
            <a:graphicFrameLocks noGrp="1"/>
          </p:cNvGraphicFramePr>
          <p:nvPr>
            <p:extLst>
              <p:ext uri="{D42A27DB-BD31-4B8C-83A1-F6EECF244321}">
                <p14:modId xmlns:p14="http://schemas.microsoft.com/office/powerpoint/2010/main" val="74176434"/>
              </p:ext>
            </p:extLst>
          </p:nvPr>
        </p:nvGraphicFramePr>
        <p:xfrm>
          <a:off x="1972097" y="4065463"/>
          <a:ext cx="7470353" cy="282686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중간고사 강의평가</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750" b="0" dirty="0" smtClean="0">
                          <a:solidFill>
                            <a:schemeClr val="tx1">
                              <a:lumMod val="75000"/>
                              <a:lumOff val="25000"/>
                            </a:schemeClr>
                          </a:solidFill>
                          <a:latin typeface="+mn-ea"/>
                          <a:ea typeface="+mn-ea"/>
                        </a:rPr>
                        <a:t>강의평가 후 성적조회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결과조회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99" name="직사각형 29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00" name="그룹 299"/>
          <p:cNvGrpSpPr/>
          <p:nvPr/>
        </p:nvGrpSpPr>
        <p:grpSpPr>
          <a:xfrm>
            <a:off x="3219475" y="4543465"/>
            <a:ext cx="6151862" cy="1148064"/>
            <a:chOff x="3229000" y="4452549"/>
            <a:chExt cx="6151862" cy="1148064"/>
          </a:xfrm>
        </p:grpSpPr>
        <p:sp>
          <p:nvSpPr>
            <p:cNvPr id="3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 강의평가 설명 강의평가 설명</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 강의평가 설명</a:t>
              </a:r>
              <a:endParaRPr lang="en-US" altLang="ko-KR" sz="800" dirty="0">
                <a:solidFill>
                  <a:schemeClr val="tx1">
                    <a:lumMod val="75000"/>
                    <a:lumOff val="25000"/>
                  </a:schemeClr>
                </a:solidFill>
                <a:latin typeface="+mn-ea"/>
                <a:ea typeface="+mn-ea"/>
              </a:endParaRPr>
            </a:p>
          </p:txBody>
        </p:sp>
        <p:sp>
          <p:nvSpPr>
            <p:cNvPr id="30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03" name="직사각형 302"/>
          <p:cNvSpPr/>
          <p:nvPr/>
        </p:nvSpPr>
        <p:spPr>
          <a:xfrm>
            <a:off x="1966764" y="4276734"/>
            <a:ext cx="4091185"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강의평가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강의평가 후 성적조회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endParaRPr lang="ko-KR" altLang="en-US" sz="800" dirty="0">
              <a:solidFill>
                <a:schemeClr val="tx1">
                  <a:lumMod val="75000"/>
                  <a:lumOff val="25000"/>
                </a:schemeClr>
              </a:solidFill>
              <a:latin typeface="+mn-ea"/>
              <a:ea typeface="+mn-ea"/>
            </a:endParaRPr>
          </a:p>
        </p:txBody>
      </p:sp>
      <p:graphicFrame>
        <p:nvGraphicFramePr>
          <p:cNvPr id="159" name="Group 37"/>
          <p:cNvGraphicFramePr>
            <a:graphicFrameLocks noGrp="1"/>
          </p:cNvGraphicFramePr>
          <p:nvPr>
            <p:extLst>
              <p:ext uri="{D42A27DB-BD31-4B8C-83A1-F6EECF244321}">
                <p14:modId xmlns:p14="http://schemas.microsoft.com/office/powerpoint/2010/main" val="1291082263"/>
              </p:ext>
            </p:extLst>
          </p:nvPr>
        </p:nvGraphicFramePr>
        <p:xfrm>
          <a:off x="1972097" y="6976442"/>
          <a:ext cx="7470354" cy="532633"/>
        </p:xfrm>
        <a:graphic>
          <a:graphicData uri="http://schemas.openxmlformats.org/drawingml/2006/table">
            <a:tbl>
              <a:tblPr/>
              <a:tblGrid>
                <a:gridCol w="460623"/>
                <a:gridCol w="2336577"/>
                <a:gridCol w="2336577"/>
                <a:gridCol w="2336577"/>
              </a:tblGrid>
              <a:tr h="248726">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강의평가 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r>
              <a:tr h="283907">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1</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16:00:45</a:t>
                      </a:r>
                      <a:endParaRPr lang="ko-KR" altLang="en-US" sz="800" dirty="0" smtClean="0">
                        <a:solidFill>
                          <a:schemeClr val="tx1">
                            <a:lumMod val="50000"/>
                            <a:lumOff val="50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16:26:25</a:t>
                      </a:r>
                      <a:endParaRPr lang="ko-KR" altLang="en-US" sz="80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26</a:t>
                      </a:r>
                      <a:r>
                        <a:rPr lang="ko-KR" altLang="en-US" sz="800" dirty="0" smtClean="0">
                          <a:solidFill>
                            <a:schemeClr val="tx1">
                              <a:lumMod val="75000"/>
                              <a:lumOff val="25000"/>
                            </a:schemeClr>
                          </a:solidFill>
                          <a:latin typeface="+mn-ea"/>
                          <a:ea typeface="+mn-ea"/>
                        </a:rPr>
                        <a:t>분 </a:t>
                      </a:r>
                      <a:r>
                        <a:rPr lang="en-US" altLang="ko-KR" sz="800" dirty="0" smtClean="0">
                          <a:solidFill>
                            <a:schemeClr val="tx1">
                              <a:lumMod val="75000"/>
                              <a:lumOff val="25000"/>
                            </a:schemeClr>
                          </a:solidFill>
                          <a:latin typeface="+mn-ea"/>
                          <a:ea typeface="+mn-ea"/>
                        </a:rPr>
                        <a:t>20</a:t>
                      </a:r>
                      <a:r>
                        <a:rPr lang="ko-KR" altLang="en-US" sz="800" dirty="0" smtClean="0">
                          <a:solidFill>
                            <a:schemeClr val="tx1">
                              <a:lumMod val="75000"/>
                              <a:lumOff val="25000"/>
                            </a:schemeClr>
                          </a:solidFill>
                          <a:latin typeface="+mn-ea"/>
                          <a:ea typeface="+mn-ea"/>
                        </a:rPr>
                        <a:t>초</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61" name="모서리가 둥근 직사각형 160"/>
          <p:cNvSpPr/>
          <p:nvPr/>
        </p:nvSpPr>
        <p:spPr>
          <a:xfrm>
            <a:off x="5263312" y="7667947"/>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62" name="그룹 161"/>
          <p:cNvGrpSpPr/>
          <p:nvPr/>
        </p:nvGrpSpPr>
        <p:grpSpPr>
          <a:xfrm>
            <a:off x="1825201" y="7254949"/>
            <a:ext cx="234360" cy="200055"/>
            <a:chOff x="1152270" y="11716364"/>
            <a:chExt cx="234360" cy="200055"/>
          </a:xfrm>
        </p:grpSpPr>
        <p:sp>
          <p:nvSpPr>
            <p:cNvPr id="163" name="모서리가 둥근 직사각형 16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64" name="직사각형 16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5" name="그룹 164"/>
          <p:cNvGrpSpPr/>
          <p:nvPr/>
        </p:nvGrpSpPr>
        <p:grpSpPr>
          <a:xfrm>
            <a:off x="5077966" y="7630958"/>
            <a:ext cx="234360" cy="200055"/>
            <a:chOff x="1152270" y="11716364"/>
            <a:chExt cx="234360" cy="200055"/>
          </a:xfrm>
        </p:grpSpPr>
        <p:sp>
          <p:nvSpPr>
            <p:cNvPr id="166" name="모서리가 둥근 직사각형 1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67" name="직사각형 1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168" name="TextBox 16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강의평가정보 및 참여 </a:t>
            </a:r>
            <a:r>
              <a:rPr lang="en-US" altLang="ko-KR" sz="800" spc="-60" dirty="0" smtClean="0">
                <a:latin typeface="+mn-ea"/>
                <a:ea typeface="+mn-ea"/>
              </a:rPr>
              <a:t>: </a:t>
            </a:r>
            <a:r>
              <a:rPr lang="ko-KR" altLang="en-US" sz="800" spc="-60" dirty="0" smtClean="0">
                <a:latin typeface="+mn-ea"/>
                <a:ea typeface="+mn-ea"/>
              </a:rPr>
              <a:t>강의평가 마감 전 </a:t>
            </a:r>
            <a:r>
              <a:rPr lang="en-US" altLang="ko-KR" sz="800" spc="-60" dirty="0" smtClean="0">
                <a:latin typeface="+mn-ea"/>
                <a:ea typeface="+mn-ea"/>
              </a:rPr>
              <a:t>&amp; </a:t>
            </a:r>
            <a:r>
              <a:rPr lang="ko-KR" altLang="en-US" sz="800" spc="-60" dirty="0" smtClean="0">
                <a:latin typeface="+mn-ea"/>
                <a:ea typeface="+mn-ea"/>
              </a:rPr>
              <a:t>강의평가 참여 후</a:t>
            </a:r>
            <a:endParaRPr lang="ko-KR" altLang="en-US" sz="800" spc="-60" dirty="0">
              <a:latin typeface="+mn-ea"/>
              <a:ea typeface="+mn-ea"/>
            </a:endParaRPr>
          </a:p>
        </p:txBody>
      </p:sp>
    </p:spTree>
    <p:extLst>
      <p:ext uri="{BB962C8B-B14F-4D97-AF65-F5344CB8AC3E}">
        <p14:creationId xmlns:p14="http://schemas.microsoft.com/office/powerpoint/2010/main" val="797519672"/>
      </p:ext>
    </p:extLst>
  </p:cSld>
  <p:clrMapOvr>
    <a:masterClrMapping/>
  </p:clrMapOvr>
  <p:transition>
    <p:wipe dir="r"/>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66012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260291734"/>
              </p:ext>
            </p:extLst>
          </p:nvPr>
        </p:nvGraphicFramePr>
        <p:xfrm>
          <a:off x="9499029" y="3191817"/>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경의평가 결과조회 </a:t>
                      </a:r>
                      <a:r>
                        <a:rPr lang="en-US" altLang="ko-KR" sz="800" kern="1200" dirty="0" smtClean="0">
                          <a:solidFill>
                            <a:schemeClr val="tx1">
                              <a:lumMod val="75000"/>
                              <a:lumOff val="25000"/>
                            </a:schemeClr>
                          </a:solidFill>
                          <a:latin typeface="+mn-ea"/>
                          <a:ea typeface="+mn-ea"/>
                          <a:cs typeface="+mn-cs"/>
                        </a:rPr>
                        <a:t>= Y</a:t>
                      </a:r>
                      <a:r>
                        <a:rPr lang="ko-KR" altLang="en-US" sz="800" kern="1200" dirty="0" smtClean="0">
                          <a:solidFill>
                            <a:schemeClr val="tx1">
                              <a:lumMod val="75000"/>
                              <a:lumOff val="25000"/>
                            </a:schemeClr>
                          </a:solidFill>
                          <a:latin typeface="+mn-ea"/>
                          <a:ea typeface="+mn-ea"/>
                          <a:cs typeface="+mn-cs"/>
                        </a:rPr>
                        <a:t>인</a:t>
                      </a:r>
                      <a:r>
                        <a:rPr lang="ko-KR" altLang="en-US" sz="800" kern="1200" baseline="0" dirty="0" smtClean="0">
                          <a:solidFill>
                            <a:schemeClr val="tx1">
                              <a:lumMod val="75000"/>
                              <a:lumOff val="25000"/>
                            </a:schemeClr>
                          </a:solidFill>
                          <a:latin typeface="+mn-ea"/>
                          <a:ea typeface="+mn-ea"/>
                          <a:cs typeface="+mn-cs"/>
                        </a:rPr>
                        <a:t> 경우 버튼 노출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11937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109520"/>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00" name="TextBox 199"/>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201" name="TextBox 200"/>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KNOU_UI_C02170000_05</a:t>
            </a:r>
            <a:endParaRPr lang="ko-KR" altLang="en-US" sz="800" spc="-60" dirty="0">
              <a:latin typeface="+mn-ea"/>
            </a:endParaRPr>
          </a:p>
        </p:txBody>
      </p:sp>
      <p:sp>
        <p:nvSpPr>
          <p:cNvPr id="203" name="TextBox 202"/>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grpSp>
        <p:nvGrpSpPr>
          <p:cNvPr id="204" name="그룹 203"/>
          <p:cNvGrpSpPr/>
          <p:nvPr/>
        </p:nvGrpSpPr>
        <p:grpSpPr>
          <a:xfrm>
            <a:off x="579562" y="2166658"/>
            <a:ext cx="1386586" cy="5317057"/>
            <a:chOff x="579562" y="2166658"/>
            <a:chExt cx="1386586" cy="5317057"/>
          </a:xfrm>
        </p:grpSpPr>
        <p:grpSp>
          <p:nvGrpSpPr>
            <p:cNvPr id="205" name="그룹 204"/>
            <p:cNvGrpSpPr/>
            <p:nvPr/>
          </p:nvGrpSpPr>
          <p:grpSpPr>
            <a:xfrm>
              <a:off x="629956" y="3318264"/>
              <a:ext cx="1332000" cy="180000"/>
              <a:chOff x="666428" y="3785432"/>
              <a:chExt cx="1332000" cy="180000"/>
            </a:xfrm>
          </p:grpSpPr>
          <p:sp>
            <p:nvSpPr>
              <p:cNvPr id="297" name="모서리가 둥근 직사각형 29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29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6" name="그룹 205"/>
            <p:cNvGrpSpPr/>
            <p:nvPr/>
          </p:nvGrpSpPr>
          <p:grpSpPr>
            <a:xfrm>
              <a:off x="629956" y="3568824"/>
              <a:ext cx="1332000" cy="180000"/>
              <a:chOff x="666428" y="4310612"/>
              <a:chExt cx="1332000" cy="180000"/>
            </a:xfrm>
          </p:grpSpPr>
          <p:sp>
            <p:nvSpPr>
              <p:cNvPr id="295" name="모서리가 둥근 직사각형 29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29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7" name="그룹 206"/>
            <p:cNvGrpSpPr/>
            <p:nvPr/>
          </p:nvGrpSpPr>
          <p:grpSpPr>
            <a:xfrm>
              <a:off x="629955" y="3042501"/>
              <a:ext cx="1332000" cy="180000"/>
              <a:chOff x="666427" y="3266516"/>
              <a:chExt cx="1332000" cy="180000"/>
            </a:xfrm>
          </p:grpSpPr>
          <p:sp>
            <p:nvSpPr>
              <p:cNvPr id="293" name="모서리가 둥근 직사각형 29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29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9" name="그룹 208"/>
            <p:cNvGrpSpPr/>
            <p:nvPr/>
          </p:nvGrpSpPr>
          <p:grpSpPr>
            <a:xfrm>
              <a:off x="629956" y="3854780"/>
              <a:ext cx="1332000" cy="180000"/>
              <a:chOff x="666428" y="4570824"/>
              <a:chExt cx="1332000" cy="180000"/>
            </a:xfrm>
          </p:grpSpPr>
          <p:sp>
            <p:nvSpPr>
              <p:cNvPr id="291" name="모서리가 둥근 직사각형 29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29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0" name="그룹 209"/>
            <p:cNvGrpSpPr/>
            <p:nvPr/>
          </p:nvGrpSpPr>
          <p:grpSpPr>
            <a:xfrm>
              <a:off x="629956" y="5316875"/>
              <a:ext cx="1332000" cy="180000"/>
              <a:chOff x="666428" y="5096004"/>
              <a:chExt cx="1332000" cy="180000"/>
            </a:xfrm>
          </p:grpSpPr>
          <p:sp>
            <p:nvSpPr>
              <p:cNvPr id="289" name="모서리가 둥근 직사각형 288"/>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290"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7" name="그룹 246"/>
            <p:cNvGrpSpPr/>
            <p:nvPr/>
          </p:nvGrpSpPr>
          <p:grpSpPr>
            <a:xfrm>
              <a:off x="634148" y="5634789"/>
              <a:ext cx="1332000" cy="180000"/>
              <a:chOff x="666428" y="3785432"/>
              <a:chExt cx="1332000" cy="180000"/>
            </a:xfrm>
          </p:grpSpPr>
          <p:sp>
            <p:nvSpPr>
              <p:cNvPr id="287" name="모서리가 둥근 직사각형 28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28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그룹 247"/>
            <p:cNvGrpSpPr/>
            <p:nvPr/>
          </p:nvGrpSpPr>
          <p:grpSpPr>
            <a:xfrm>
              <a:off x="631150" y="4135825"/>
              <a:ext cx="1332000" cy="180000"/>
              <a:chOff x="666428" y="4570824"/>
              <a:chExt cx="1332000" cy="180000"/>
            </a:xfrm>
          </p:grpSpPr>
          <p:sp>
            <p:nvSpPr>
              <p:cNvPr id="285" name="모서리가 둥근 직사각형 284"/>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286"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9" name="그룹 248"/>
            <p:cNvGrpSpPr/>
            <p:nvPr/>
          </p:nvGrpSpPr>
          <p:grpSpPr>
            <a:xfrm>
              <a:off x="629956" y="4423395"/>
              <a:ext cx="1332000" cy="180000"/>
              <a:chOff x="666428" y="4310612"/>
              <a:chExt cx="1332000" cy="180000"/>
            </a:xfrm>
          </p:grpSpPr>
          <p:sp>
            <p:nvSpPr>
              <p:cNvPr id="283" name="모서리가 둥근 직사각형 2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28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0" name="TextBox 249"/>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51" name="그룹 250"/>
            <p:cNvGrpSpPr/>
            <p:nvPr/>
          </p:nvGrpSpPr>
          <p:grpSpPr>
            <a:xfrm>
              <a:off x="632520" y="4723068"/>
              <a:ext cx="1332000" cy="180000"/>
              <a:chOff x="666428" y="4310612"/>
              <a:chExt cx="1332000" cy="180000"/>
            </a:xfrm>
          </p:grpSpPr>
          <p:sp>
            <p:nvSpPr>
              <p:cNvPr id="281" name="모서리가 둥근 직사각형 28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282"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그룹 251"/>
            <p:cNvGrpSpPr/>
            <p:nvPr/>
          </p:nvGrpSpPr>
          <p:grpSpPr>
            <a:xfrm>
              <a:off x="632520" y="2752353"/>
              <a:ext cx="1332000" cy="180000"/>
              <a:chOff x="666427" y="3266516"/>
              <a:chExt cx="1332000" cy="180000"/>
            </a:xfrm>
          </p:grpSpPr>
          <p:sp>
            <p:nvSpPr>
              <p:cNvPr id="279" name="모서리가 둥근 직사각형 27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28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3" name="그룹 252"/>
            <p:cNvGrpSpPr/>
            <p:nvPr/>
          </p:nvGrpSpPr>
          <p:grpSpPr>
            <a:xfrm>
              <a:off x="632520" y="5005767"/>
              <a:ext cx="1332000" cy="180000"/>
              <a:chOff x="666428" y="4310612"/>
              <a:chExt cx="1332000" cy="180000"/>
            </a:xfrm>
          </p:grpSpPr>
          <p:sp>
            <p:nvSpPr>
              <p:cNvPr id="277" name="모서리가 둥근 직사각형 27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27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4" name="그룹 253"/>
            <p:cNvGrpSpPr/>
            <p:nvPr/>
          </p:nvGrpSpPr>
          <p:grpSpPr>
            <a:xfrm>
              <a:off x="632520" y="6227787"/>
              <a:ext cx="1332000" cy="180000"/>
              <a:chOff x="666428" y="3785432"/>
              <a:chExt cx="1332000" cy="180000"/>
            </a:xfrm>
          </p:grpSpPr>
          <p:sp>
            <p:nvSpPr>
              <p:cNvPr id="275" name="모서리가 둥근 직사각형 2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27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5" name="그룹 254"/>
            <p:cNvGrpSpPr/>
            <p:nvPr/>
          </p:nvGrpSpPr>
          <p:grpSpPr>
            <a:xfrm>
              <a:off x="632520" y="6487872"/>
              <a:ext cx="1332000" cy="180000"/>
              <a:chOff x="666428" y="4310612"/>
              <a:chExt cx="1332000" cy="180000"/>
            </a:xfrm>
          </p:grpSpPr>
          <p:sp>
            <p:nvSpPr>
              <p:cNvPr id="273" name="모서리가 둥근 직사각형 27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27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그룹 256"/>
            <p:cNvGrpSpPr/>
            <p:nvPr/>
          </p:nvGrpSpPr>
          <p:grpSpPr>
            <a:xfrm>
              <a:off x="632520" y="6773828"/>
              <a:ext cx="1332000" cy="180000"/>
              <a:chOff x="666428" y="4570824"/>
              <a:chExt cx="1332000" cy="180000"/>
            </a:xfrm>
          </p:grpSpPr>
          <p:sp>
            <p:nvSpPr>
              <p:cNvPr id="271" name="모서리가 둥근 직사각형 270"/>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7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8" name="그룹 257"/>
            <p:cNvGrpSpPr/>
            <p:nvPr/>
          </p:nvGrpSpPr>
          <p:grpSpPr>
            <a:xfrm>
              <a:off x="632520" y="7053155"/>
              <a:ext cx="1332000" cy="180000"/>
              <a:chOff x="666428" y="3785432"/>
              <a:chExt cx="1332000" cy="180000"/>
            </a:xfrm>
          </p:grpSpPr>
          <p:sp>
            <p:nvSpPr>
              <p:cNvPr id="269" name="모서리가 둥근 직사각형 268"/>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7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9" name="그룹 258"/>
            <p:cNvGrpSpPr/>
            <p:nvPr/>
          </p:nvGrpSpPr>
          <p:grpSpPr>
            <a:xfrm>
              <a:off x="632520" y="7303715"/>
              <a:ext cx="1332000" cy="180000"/>
              <a:chOff x="666428" y="4310612"/>
              <a:chExt cx="1332000" cy="180000"/>
            </a:xfrm>
          </p:grpSpPr>
          <p:sp>
            <p:nvSpPr>
              <p:cNvPr id="267" name="모서리가 둥근 직사각형 266"/>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68"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2" name="그룹 261"/>
            <p:cNvGrpSpPr/>
            <p:nvPr/>
          </p:nvGrpSpPr>
          <p:grpSpPr>
            <a:xfrm>
              <a:off x="622995" y="5922821"/>
              <a:ext cx="1332000" cy="180000"/>
              <a:chOff x="666427" y="3266516"/>
              <a:chExt cx="1332000" cy="180000"/>
            </a:xfrm>
          </p:grpSpPr>
          <p:sp>
            <p:nvSpPr>
              <p:cNvPr id="263" name="모서리가 둥근 직사각형 262"/>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6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21" name="모서리가 둥근 직사각형 220"/>
          <p:cNvSpPr/>
          <p:nvPr/>
        </p:nvSpPr>
        <p:spPr>
          <a:xfrm>
            <a:off x="8543014" y="376863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목록</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22" name="직사각형 221"/>
          <p:cNvSpPr/>
          <p:nvPr/>
        </p:nvSpPr>
        <p:spPr>
          <a:xfrm>
            <a:off x="1972216" y="3758961"/>
            <a:ext cx="2658361" cy="215444"/>
          </a:xfrm>
          <a:prstGeom prst="rect">
            <a:avLst/>
          </a:prstGeom>
        </p:spPr>
        <p:txBody>
          <a:bodyPr wrap="square" lIns="36000">
            <a:spAutoFit/>
          </a:bodyPr>
          <a:lstStyle/>
          <a:p>
            <a:r>
              <a:rPr lang="ko-KR" altLang="en-US" sz="800" dirty="0">
                <a:solidFill>
                  <a:srgbClr val="506E92"/>
                </a:solidFill>
              </a:rPr>
              <a:t>●</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설문정보 및 참여</a:t>
            </a:r>
            <a:endParaRPr lang="ko-KR" altLang="en-US" sz="800" dirty="0">
              <a:solidFill>
                <a:srgbClr val="FF0000"/>
              </a:solidFill>
              <a:latin typeface="+mn-ea"/>
              <a:ea typeface="+mn-ea"/>
            </a:endParaRPr>
          </a:p>
        </p:txBody>
      </p:sp>
      <p:cxnSp>
        <p:nvCxnSpPr>
          <p:cNvPr id="225" name="직선 연결선 224"/>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29" name="직사각형 228"/>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강의평가정보 및 참여</a:t>
            </a:r>
          </a:p>
        </p:txBody>
      </p:sp>
      <p:graphicFrame>
        <p:nvGraphicFramePr>
          <p:cNvPr id="260" name="Group 37"/>
          <p:cNvGraphicFramePr>
            <a:graphicFrameLocks noGrp="1"/>
          </p:cNvGraphicFramePr>
          <p:nvPr>
            <p:extLst>
              <p:ext uri="{D42A27DB-BD31-4B8C-83A1-F6EECF244321}">
                <p14:modId xmlns:p14="http://schemas.microsoft.com/office/powerpoint/2010/main" val="2643288179"/>
              </p:ext>
            </p:extLst>
          </p:nvPr>
        </p:nvGraphicFramePr>
        <p:xfrm>
          <a:off x="1972097" y="4065463"/>
          <a:ext cx="7470353" cy="2826867"/>
        </p:xfrm>
        <a:graphic>
          <a:graphicData uri="http://schemas.openxmlformats.org/drawingml/2006/table">
            <a:tbl>
              <a:tblPr/>
              <a:tblGrid>
                <a:gridCol w="1203774"/>
                <a:gridCol w="6266579"/>
              </a:tblGrid>
              <a:tr h="407665">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b="1" kern="1200" dirty="0" smtClean="0">
                          <a:solidFill>
                            <a:schemeClr val="tx1">
                              <a:lumMod val="75000"/>
                              <a:lumOff val="25000"/>
                            </a:schemeClr>
                          </a:solidFill>
                          <a:latin typeface="+mn-ea"/>
                          <a:ea typeface="+mn-ea"/>
                          <a:cs typeface="+mn-cs"/>
                        </a:rPr>
                        <a:t>중간고사 강의평가</a:t>
                      </a:r>
                      <a:r>
                        <a:rPr lang="en-US" altLang="ko-KR" sz="1000" b="1" kern="1200" dirty="0" smtClean="0">
                          <a:solidFill>
                            <a:schemeClr val="tx1">
                              <a:lumMod val="75000"/>
                              <a:lumOff val="25000"/>
                            </a:schemeClr>
                          </a:solidFill>
                          <a:latin typeface="+mn-ea"/>
                          <a:ea typeface="+mn-ea"/>
                          <a:cs typeface="+mn-cs"/>
                        </a:rPr>
                        <a:t>01</a:t>
                      </a:r>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798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내용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구분</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중간고사</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강의평가기간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dirty="0" smtClean="0">
                          <a:solidFill>
                            <a:schemeClr val="tx1">
                              <a:lumMod val="75000"/>
                              <a:lumOff val="25000"/>
                            </a:schemeClr>
                          </a:solidFill>
                          <a:latin typeface="+mn-ea"/>
                          <a:ea typeface="+mn-ea"/>
                        </a:rPr>
                        <a:t>2026.09.30 10:00 ~ 2026.10.09 22:00</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750" b="0" dirty="0" smtClean="0">
                          <a:solidFill>
                            <a:schemeClr val="tx1">
                              <a:lumMod val="75000"/>
                              <a:lumOff val="25000"/>
                            </a:schemeClr>
                          </a:solidFill>
                          <a:latin typeface="+mn-ea"/>
                          <a:ea typeface="+mn-ea"/>
                        </a:rPr>
                        <a:t>강의평가 후 성적조회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예</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80876">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결과조회 </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rPr>
                        <a:t>아니오</a:t>
                      </a:r>
                      <a:endParaRPr lang="en-US" altLang="ko-KR" sz="800" b="0" dirty="0" smtClean="0">
                        <a:solidFill>
                          <a:schemeClr val="tx1">
                            <a:lumMod val="75000"/>
                            <a:lumOff val="25000"/>
                          </a:schemeClr>
                        </a:solidFill>
                        <a:latin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299" name="직사각형 298"/>
          <p:cNvSpPr/>
          <p:nvPr/>
        </p:nvSpPr>
        <p:spPr>
          <a:xfrm rot="10800000">
            <a:off x="9047932" y="4171840"/>
            <a:ext cx="481572" cy="246221"/>
          </a:xfrm>
          <a:prstGeom prst="rect">
            <a:avLst/>
          </a:prstGeom>
        </p:spPr>
        <p:txBody>
          <a:bodyPr wrap="square">
            <a:spAutoFit/>
          </a:bodyPr>
          <a:lstStyle/>
          <a:p>
            <a:r>
              <a:rPr lang="ko-KR" altLang="en-US" sz="1000" b="1" dirty="0" smtClean="0"/>
              <a:t>  ⌵</a:t>
            </a:r>
            <a:endParaRPr lang="ko-KR" altLang="en-US" sz="1000" b="1" dirty="0"/>
          </a:p>
        </p:txBody>
      </p:sp>
      <p:grpSp>
        <p:nvGrpSpPr>
          <p:cNvPr id="300" name="그룹 299"/>
          <p:cNvGrpSpPr/>
          <p:nvPr/>
        </p:nvGrpSpPr>
        <p:grpSpPr>
          <a:xfrm>
            <a:off x="3219475" y="4543465"/>
            <a:ext cx="6151862" cy="1148064"/>
            <a:chOff x="3229000" y="4452549"/>
            <a:chExt cx="6151862" cy="1148064"/>
          </a:xfrm>
        </p:grpSpPr>
        <p:sp>
          <p:nvSpPr>
            <p:cNvPr id="301" name="Rectangle 251"/>
            <p:cNvSpPr>
              <a:spLocks noChangeArrowheads="1"/>
            </p:cNvSpPr>
            <p:nvPr/>
          </p:nvSpPr>
          <p:spPr bwMode="auto">
            <a:xfrm>
              <a:off x="3229000" y="4452549"/>
              <a:ext cx="6151862" cy="1146216"/>
            </a:xfrm>
            <a:prstGeom prst="rect">
              <a:avLst/>
            </a:prstGeom>
            <a:solidFill>
              <a:schemeClr val="bg1"/>
            </a:solidFill>
            <a:ln w="9525" algn="ctr">
              <a:solidFill>
                <a:schemeClr val="bg1">
                  <a:lumMod val="65000"/>
                </a:schemeClr>
              </a:solidFill>
              <a:miter lim="800000"/>
              <a:headEnd/>
              <a:tailEnd/>
            </a:ln>
          </p:spPr>
          <p:txBody>
            <a:bodyPr wrap="none" lIns="29536" tIns="29536" rIns="29536" bIns="29536" anchor="t"/>
            <a:lstStyle/>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 강의평가 설명 강의평가 설명</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a:t>
              </a:r>
              <a:endParaRPr lang="en-US" altLang="ko-KR" sz="800" dirty="0">
                <a:solidFill>
                  <a:schemeClr val="tx1">
                    <a:lumMod val="75000"/>
                    <a:lumOff val="25000"/>
                  </a:schemeClr>
                </a:solidFill>
                <a:latin typeface="+mn-ea"/>
                <a:ea typeface="+mn-ea"/>
              </a:endParaRPr>
            </a:p>
            <a:p>
              <a:pPr>
                <a:lnSpc>
                  <a:spcPct val="150000"/>
                </a:lnSpc>
                <a:defRPr/>
              </a:pPr>
              <a:r>
                <a:rPr lang="ko-KR" altLang="en-US" sz="800" dirty="0">
                  <a:solidFill>
                    <a:schemeClr val="tx1">
                      <a:lumMod val="75000"/>
                      <a:lumOff val="25000"/>
                    </a:schemeClr>
                  </a:solidFill>
                  <a:latin typeface="+mn-ea"/>
                  <a:ea typeface="+mn-ea"/>
                </a:rPr>
                <a:t>강의평가 설명 강의평가 설명 강의평가 설명 강의평가 설명</a:t>
              </a:r>
              <a:endParaRPr lang="en-US" altLang="ko-KR" sz="800" dirty="0">
                <a:solidFill>
                  <a:schemeClr val="tx1">
                    <a:lumMod val="75000"/>
                    <a:lumOff val="25000"/>
                  </a:schemeClr>
                </a:solidFill>
                <a:latin typeface="+mn-ea"/>
                <a:ea typeface="+mn-ea"/>
              </a:endParaRPr>
            </a:p>
          </p:txBody>
        </p:sp>
        <p:sp>
          <p:nvSpPr>
            <p:cNvPr id="302" name="Track"/>
            <p:cNvSpPr>
              <a:spLocks/>
            </p:cNvSpPr>
            <p:nvPr>
              <p:custDataLst>
                <p:tags r:id="rId1"/>
              </p:custDataLst>
            </p:nvPr>
          </p:nvSpPr>
          <p:spPr bwMode="auto">
            <a:xfrm>
              <a:off x="9336196" y="4455813"/>
              <a:ext cx="43200" cy="1144800"/>
            </a:xfrm>
            <a:prstGeom prst="rect">
              <a:avLst/>
            </a:prstGeom>
            <a:solidFill>
              <a:schemeClr val="bg1">
                <a:lumMod val="85000"/>
              </a:schemeClr>
            </a:solidFill>
            <a:ln w="6350" cap="flat" cmpd="sng" algn="ctr">
              <a:solidFill>
                <a:schemeClr val="bg1">
                  <a:lumMod val="6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lang="en-US" sz="700" dirty="0" smtClean="0">
                <a:solidFill>
                  <a:srgbClr val="262626"/>
                </a:solidFill>
                <a:latin typeface="+mn-ea"/>
                <a:cs typeface="Calibri" pitchFamily="34" charset="0"/>
              </a:endParaRPr>
            </a:p>
            <a:p>
              <a:pPr algn="ctr" defTabSz="851489" fontAlgn="base">
                <a:spcBef>
                  <a:spcPct val="0"/>
                </a:spcBef>
                <a:spcAft>
                  <a:spcPct val="0"/>
                </a:spcAft>
                <a:defRPr/>
              </a:pPr>
              <a:r>
                <a:rPr kumimoji="1" lang="en-US" sz="700" dirty="0" smtClean="0">
                  <a:solidFill>
                    <a:srgbClr val="262626"/>
                  </a:solidFill>
                  <a:latin typeface="+mn-ea"/>
                  <a:cs typeface="Calibri" pitchFamily="34" charset="0"/>
                </a:rPr>
                <a:t>▼</a:t>
              </a:r>
              <a:endParaRPr kumimoji="1" lang="en-US" sz="700" dirty="0">
                <a:solidFill>
                  <a:srgbClr val="262626"/>
                </a:solidFill>
                <a:latin typeface="+mn-ea"/>
                <a:cs typeface="Calibri" pitchFamily="34" charset="0"/>
              </a:endParaRPr>
            </a:p>
          </p:txBody>
        </p:sp>
      </p:grpSp>
      <p:sp>
        <p:nvSpPr>
          <p:cNvPr id="303" name="직사각형 302"/>
          <p:cNvSpPr/>
          <p:nvPr/>
        </p:nvSpPr>
        <p:spPr>
          <a:xfrm>
            <a:off x="1966764" y="4276734"/>
            <a:ext cx="4091185"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강의평가 기간 </a:t>
            </a:r>
            <a:r>
              <a:rPr lang="en-US" altLang="ko-KR" sz="800" dirty="0" smtClean="0">
                <a:solidFill>
                  <a:schemeClr val="tx1">
                    <a:lumMod val="75000"/>
                    <a:lumOff val="25000"/>
                  </a:schemeClr>
                </a:solidFill>
                <a:latin typeface="+mn-ea"/>
                <a:ea typeface="+mn-ea"/>
              </a:rPr>
              <a:t>: 2026.09.30 10:00 </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2026.10.09 22:00 / </a:t>
            </a:r>
            <a:r>
              <a:rPr lang="ko-KR" altLang="en-US" sz="800" dirty="0" smtClean="0">
                <a:solidFill>
                  <a:schemeClr val="tx1">
                    <a:lumMod val="75000"/>
                    <a:lumOff val="25000"/>
                  </a:schemeClr>
                </a:solidFill>
                <a:latin typeface="+mn-ea"/>
                <a:ea typeface="+mn-ea"/>
              </a:rPr>
              <a:t>강의평가 후 성적조회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예 </a:t>
            </a:r>
            <a:endParaRPr lang="ko-KR" altLang="en-US" sz="800" dirty="0">
              <a:solidFill>
                <a:schemeClr val="tx1">
                  <a:lumMod val="75000"/>
                  <a:lumOff val="25000"/>
                </a:schemeClr>
              </a:solidFill>
              <a:latin typeface="+mn-ea"/>
              <a:ea typeface="+mn-ea"/>
            </a:endParaRPr>
          </a:p>
        </p:txBody>
      </p:sp>
      <p:sp>
        <p:nvSpPr>
          <p:cNvPr id="168" name="TextBox 16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강의평가정보 및 참여 </a:t>
            </a:r>
            <a:r>
              <a:rPr lang="en-US" altLang="ko-KR" sz="800" spc="-60" dirty="0" smtClean="0">
                <a:latin typeface="+mn-ea"/>
                <a:ea typeface="+mn-ea"/>
              </a:rPr>
              <a:t>: </a:t>
            </a:r>
            <a:r>
              <a:rPr lang="ko-KR" altLang="en-US" sz="800" spc="-60" dirty="0" smtClean="0">
                <a:latin typeface="+mn-ea"/>
                <a:ea typeface="+mn-ea"/>
              </a:rPr>
              <a:t>강의평가 마감</a:t>
            </a:r>
            <a:endParaRPr lang="ko-KR" altLang="en-US" sz="800" spc="-60" dirty="0">
              <a:latin typeface="+mn-ea"/>
              <a:ea typeface="+mn-ea"/>
            </a:endParaRPr>
          </a:p>
        </p:txBody>
      </p:sp>
      <p:graphicFrame>
        <p:nvGraphicFramePr>
          <p:cNvPr id="157" name="Group 37"/>
          <p:cNvGraphicFramePr>
            <a:graphicFrameLocks noGrp="1"/>
          </p:cNvGraphicFramePr>
          <p:nvPr>
            <p:extLst>
              <p:ext uri="{D42A27DB-BD31-4B8C-83A1-F6EECF244321}">
                <p14:modId xmlns:p14="http://schemas.microsoft.com/office/powerpoint/2010/main" val="1042638984"/>
              </p:ext>
            </p:extLst>
          </p:nvPr>
        </p:nvGraphicFramePr>
        <p:xfrm>
          <a:off x="1972097" y="6976442"/>
          <a:ext cx="7470354" cy="714716"/>
        </p:xfrm>
        <a:graphic>
          <a:graphicData uri="http://schemas.openxmlformats.org/drawingml/2006/table">
            <a:tbl>
              <a:tblPr/>
              <a:tblGrid>
                <a:gridCol w="1180703"/>
                <a:gridCol w="6289651"/>
              </a:tblGrid>
              <a:tr h="248726">
                <a:tc gridSpan="2">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1" kern="1200" dirty="0" smtClean="0">
                          <a:solidFill>
                            <a:schemeClr val="tx1">
                              <a:lumMod val="75000"/>
                              <a:lumOff val="25000"/>
                            </a:schemeClr>
                          </a:solidFill>
                          <a:latin typeface="+mn-ea"/>
                          <a:ea typeface="+mn-ea"/>
                          <a:cs typeface="+mn-cs"/>
                        </a:rPr>
                        <a:t>설문참여</a:t>
                      </a:r>
                      <a:endParaRPr lang="en-US" altLang="ko-KR" sz="800" b="1" kern="1200" dirty="0" smtClean="0">
                        <a:solidFill>
                          <a:schemeClr val="tx1">
                            <a:lumMod val="75000"/>
                            <a:lumOff val="25000"/>
                          </a:schemeClr>
                        </a:solidFill>
                        <a:latin typeface="+mn-ea"/>
                        <a:ea typeface="+mn-ea"/>
                        <a:cs typeface="+mn-cs"/>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B1C1D5"/>
                    </a:solidFill>
                  </a:tcPr>
                </a:tc>
                <a:tc hMerge="1">
                  <a:txBody>
                    <a:bodyPr/>
                    <a:lstStyle/>
                    <a:p>
                      <a:pPr latinLnBrk="1"/>
                      <a:endParaRPr lang="ko-KR" altLang="en-US"/>
                    </a:p>
                  </a:txBody>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참여 일시</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2026.03.24 16:00</a:t>
                      </a: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r h="232995">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 </a:t>
                      </a:r>
                      <a:r>
                        <a:rPr lang="ko-KR" altLang="en-US" sz="800" b="0" dirty="0" smtClean="0">
                          <a:solidFill>
                            <a:schemeClr val="tx1">
                              <a:lumMod val="75000"/>
                              <a:lumOff val="25000"/>
                            </a:schemeClr>
                          </a:solidFill>
                          <a:latin typeface="+mn-ea"/>
                          <a:ea typeface="+mn-ea"/>
                        </a:rPr>
                        <a:t>강의평가 결과</a:t>
                      </a: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rgbClr val="E0E6EE"/>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800" b="0" dirty="0" smtClean="0">
                        <a:solidFill>
                          <a:schemeClr val="tx1">
                            <a:lumMod val="75000"/>
                            <a:lumOff val="25000"/>
                          </a:schemeClr>
                        </a:solidFill>
                        <a:latin typeface="+mn-ea"/>
                        <a:ea typeface="+mn-ea"/>
                      </a:endParaRPr>
                    </a:p>
                  </a:txBody>
                  <a:tcPr marL="86752" marR="86752" marT="38249" marB="38249" anchor="ctr" horzOverflow="overflow">
                    <a:lnL w="3175" cap="flat" cmpd="sng" algn="ctr">
                      <a:solidFill>
                        <a:srgbClr val="B1C1D5"/>
                      </a:solidFill>
                      <a:prstDash val="solid"/>
                      <a:round/>
                      <a:headEnd type="none" w="med" len="med"/>
                      <a:tailEnd type="none" w="med" len="med"/>
                    </a:lnL>
                    <a:lnR w="3175" cap="flat" cmpd="sng" algn="ctr">
                      <a:solidFill>
                        <a:srgbClr val="B1C1D5"/>
                      </a:solidFill>
                      <a:prstDash val="solid"/>
                      <a:round/>
                      <a:headEnd type="none" w="med" len="med"/>
                      <a:tailEnd type="none" w="med" len="med"/>
                    </a:lnR>
                    <a:lnT w="3175" cap="flat" cmpd="sng" algn="ctr">
                      <a:solidFill>
                        <a:srgbClr val="B1C1D5"/>
                      </a:solidFill>
                      <a:prstDash val="solid"/>
                      <a:round/>
                      <a:headEnd type="none" w="med" len="med"/>
                      <a:tailEnd type="none" w="med" len="med"/>
                    </a:lnT>
                    <a:lnB w="3175" cap="flat" cmpd="sng" algn="ctr">
                      <a:solidFill>
                        <a:srgbClr val="B1C1D5"/>
                      </a:solidFill>
                      <a:prstDash val="solid"/>
                      <a:round/>
                      <a:headEnd type="none" w="med" len="med"/>
                      <a:tailEnd type="none" w="med" len="med"/>
                    </a:lnB>
                    <a:lnTlToBr>
                      <a:noFill/>
                    </a:lnTlToBr>
                    <a:lnBlToTr>
                      <a:noFill/>
                    </a:lnBlToTr>
                    <a:solidFill>
                      <a:schemeClr val="bg1"/>
                    </a:solidFill>
                  </a:tcPr>
                </a:tc>
              </a:tr>
            </a:tbl>
          </a:graphicData>
        </a:graphic>
      </p:graphicFrame>
      <p:sp>
        <p:nvSpPr>
          <p:cNvPr id="169" name="모서리가 둥근 직사각형 168"/>
          <p:cNvSpPr/>
          <p:nvPr/>
        </p:nvSpPr>
        <p:spPr>
          <a:xfrm>
            <a:off x="3216024" y="748050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강의평가결과</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0" name="그룹 169"/>
          <p:cNvGrpSpPr/>
          <p:nvPr/>
        </p:nvGrpSpPr>
        <p:grpSpPr>
          <a:xfrm>
            <a:off x="4088904" y="7446592"/>
            <a:ext cx="234360" cy="200055"/>
            <a:chOff x="1152270" y="11716364"/>
            <a:chExt cx="234360" cy="200055"/>
          </a:xfrm>
        </p:grpSpPr>
        <p:sp>
          <p:nvSpPr>
            <p:cNvPr id="172" name="모서리가 둥근 직사각형 1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3" name="직사각형 17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3530172849"/>
      </p:ext>
    </p:extLst>
  </p:cSld>
  <p:clrMapOvr>
    <a:masterClrMapping/>
  </p:clrMapOvr>
  <p:transition>
    <p:wipe dir="r"/>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KNOU_UI_C02170000_06</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강의평가 설문지 </a:t>
            </a:r>
            <a:r>
              <a:rPr lang="en-US" altLang="ko-KR" sz="800" spc="-60" dirty="0" smtClean="0">
                <a:latin typeface="+mn-ea"/>
                <a:ea typeface="+mn-ea"/>
              </a:rPr>
              <a:t>(1/2)</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910158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860816696"/>
              </p:ext>
            </p:extLst>
          </p:nvPr>
        </p:nvGraphicFramePr>
        <p:xfrm>
          <a:off x="9499029" y="1484784"/>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8936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5509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3438192805"/>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강의평가명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2504648870"/>
              </p:ext>
            </p:extLst>
          </p:nvPr>
        </p:nvGraphicFramePr>
        <p:xfrm>
          <a:off x="1975898" y="4120856"/>
          <a:ext cx="7484563" cy="921463"/>
        </p:xfrm>
        <a:graphic>
          <a:graphicData uri="http://schemas.openxmlformats.org/drawingml/2006/table">
            <a:tbl>
              <a:tblPr/>
              <a:tblGrid>
                <a:gridCol w="252112">
                  <a:extLst>
                    <a:ext uri="{9D8B030D-6E8A-4147-A177-3AD203B41FA5}">
                      <a16:colId xmlns:a16="http://schemas.microsoft.com/office/drawing/2014/main" xmlns="" val="20001"/>
                    </a:ext>
                  </a:extLst>
                </a:gridCol>
                <a:gridCol w="852782"/>
                <a:gridCol w="1512168"/>
                <a:gridCol w="1944216"/>
                <a:gridCol w="1162417"/>
                <a:gridCol w="586353"/>
                <a:gridCol w="586353"/>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 후 성적조회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smtClean="0">
                          <a:solidFill>
                            <a:schemeClr val="tx1">
                              <a:lumMod val="75000"/>
                              <a:lumOff val="25000"/>
                            </a:schemeClr>
                          </a:solidFill>
                          <a:latin typeface="+mn-ea"/>
                          <a:ea typeface="+mn-ea"/>
                        </a:rPr>
                        <a:t>기말 강의평가</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강의평가</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 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 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강의평가</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 강의평가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수식시험 강의평가</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129197"/>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결과확</a:t>
            </a:r>
            <a:r>
              <a:rPr lang="ko-KR" altLang="en-US" sz="800" kern="0" dirty="0">
                <a:solidFill>
                  <a:schemeClr val="tx1">
                    <a:lumMod val="75000"/>
                    <a:lumOff val="25000"/>
                  </a:schemeClr>
                </a:solidFill>
                <a:latin typeface="+mn-ea"/>
                <a:ea typeface="+mn-ea"/>
              </a:rPr>
              <a:t>인</a:t>
            </a:r>
          </a:p>
        </p:txBody>
      </p:sp>
      <p:sp>
        <p:nvSpPr>
          <p:cNvPr id="204" name="Rectangle 122"/>
          <p:cNvSpPr>
            <a:spLocks noChangeArrowheads="1"/>
          </p:cNvSpPr>
          <p:nvPr/>
        </p:nvSpPr>
        <p:spPr bwMode="auto">
          <a:xfrm>
            <a:off x="890014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grpSp>
        <p:nvGrpSpPr>
          <p:cNvPr id="205" name="그룹 204"/>
          <p:cNvGrpSpPr/>
          <p:nvPr/>
        </p:nvGrpSpPr>
        <p:grpSpPr>
          <a:xfrm>
            <a:off x="9380110" y="4302621"/>
            <a:ext cx="234360" cy="200055"/>
            <a:chOff x="1152270" y="11706839"/>
            <a:chExt cx="234360" cy="200055"/>
          </a:xfrm>
        </p:grpSpPr>
        <p:sp>
          <p:nvSpPr>
            <p:cNvPr id="206" name="모서리가 둥근 직사각형 20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07" name="직사각형 20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6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92" name="그룹 191"/>
          <p:cNvGrpSpPr/>
          <p:nvPr/>
        </p:nvGrpSpPr>
        <p:grpSpPr>
          <a:xfrm>
            <a:off x="2178477" y="2492896"/>
            <a:ext cx="6224400" cy="7984429"/>
            <a:chOff x="1100571" y="3168288"/>
            <a:chExt cx="6224400" cy="7984429"/>
          </a:xfrm>
        </p:grpSpPr>
        <p:sp>
          <p:nvSpPr>
            <p:cNvPr id="193" name="직사각형 192"/>
            <p:cNvSpPr/>
            <p:nvPr/>
          </p:nvSpPr>
          <p:spPr>
            <a:xfrm>
              <a:off x="1100571" y="3176975"/>
              <a:ext cx="6224400" cy="7975742"/>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4" name="직사각형 193"/>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95" name="직사각형 194"/>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설문지</a:t>
              </a:r>
              <a:endParaRPr lang="ko-KR" altLang="en-US" sz="800" b="1" dirty="0">
                <a:solidFill>
                  <a:schemeClr val="bg1"/>
                </a:solidFill>
                <a:latin typeface="+mn-ea"/>
                <a:ea typeface="+mn-ea"/>
              </a:endParaRPr>
            </a:p>
          </p:txBody>
        </p:sp>
        <p:sp>
          <p:nvSpPr>
            <p:cNvPr id="243" name="직사각형 242"/>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grpSp>
        <p:nvGrpSpPr>
          <p:cNvPr id="244" name="그룹 243"/>
          <p:cNvGrpSpPr/>
          <p:nvPr/>
        </p:nvGrpSpPr>
        <p:grpSpPr>
          <a:xfrm>
            <a:off x="2175459" y="2844570"/>
            <a:ext cx="6262500" cy="277348"/>
            <a:chOff x="2607507" y="5652882"/>
            <a:chExt cx="6262500" cy="277348"/>
          </a:xfrm>
        </p:grpSpPr>
        <p:sp>
          <p:nvSpPr>
            <p:cNvPr id="245" name="직사각형 244"/>
            <p:cNvSpPr/>
            <p:nvPr/>
          </p:nvSpPr>
          <p:spPr>
            <a:xfrm>
              <a:off x="7426984" y="5652882"/>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cxnSp>
          <p:nvCxnSpPr>
            <p:cNvPr id="246" name="직선 연결선 245"/>
            <p:cNvCxnSpPr/>
            <p:nvPr/>
          </p:nvCxnSpPr>
          <p:spPr>
            <a:xfrm>
              <a:off x="2607507" y="593023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47" name="자유형 246"/>
          <p:cNvSpPr/>
          <p:nvPr/>
        </p:nvSpPr>
        <p:spPr>
          <a:xfrm flipV="1">
            <a:off x="2370877" y="9693696"/>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248" name="직사각형 247"/>
          <p:cNvSpPr/>
          <p:nvPr/>
        </p:nvSpPr>
        <p:spPr>
          <a:xfrm>
            <a:off x="2265452" y="3160018"/>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49" name="모서리가 둥근 직사각형 248"/>
          <p:cNvSpPr/>
          <p:nvPr/>
        </p:nvSpPr>
        <p:spPr>
          <a:xfrm>
            <a:off x="4363219" y="1007304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50" name="모서리가 둥근 직사각형 249"/>
          <p:cNvSpPr/>
          <p:nvPr/>
        </p:nvSpPr>
        <p:spPr>
          <a:xfrm>
            <a:off x="5327898" y="10073043"/>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51" name="그룹 250"/>
          <p:cNvGrpSpPr/>
          <p:nvPr/>
        </p:nvGrpSpPr>
        <p:grpSpPr>
          <a:xfrm>
            <a:off x="2265451" y="3409950"/>
            <a:ext cx="6062400" cy="1582457"/>
            <a:chOff x="1199058" y="2888940"/>
            <a:chExt cx="6062400" cy="1582457"/>
          </a:xfrm>
        </p:grpSpPr>
        <p:grpSp>
          <p:nvGrpSpPr>
            <p:cNvPr id="252" name="그룹 251"/>
            <p:cNvGrpSpPr/>
            <p:nvPr/>
          </p:nvGrpSpPr>
          <p:grpSpPr>
            <a:xfrm>
              <a:off x="1199058" y="2888940"/>
              <a:ext cx="6062400" cy="1582457"/>
              <a:chOff x="1208583" y="3501008"/>
              <a:chExt cx="6062400" cy="1582457"/>
            </a:xfrm>
          </p:grpSpPr>
          <p:sp>
            <p:nvSpPr>
              <p:cNvPr id="262" name="직사각형 261"/>
              <p:cNvSpPr/>
              <p:nvPr/>
            </p:nvSpPr>
            <p:spPr>
              <a:xfrm>
                <a:off x="1208583" y="3501008"/>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63" name="그룹 262"/>
              <p:cNvGrpSpPr/>
              <p:nvPr/>
            </p:nvGrpSpPr>
            <p:grpSpPr>
              <a:xfrm>
                <a:off x="1216013" y="3589970"/>
                <a:ext cx="6048000" cy="254124"/>
                <a:chOff x="1216013" y="4211563"/>
                <a:chExt cx="6048000" cy="254124"/>
              </a:xfrm>
            </p:grpSpPr>
            <p:cxnSp>
              <p:nvCxnSpPr>
                <p:cNvPr id="272" name="직선 연결선 271"/>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1111111</a:t>
                  </a:r>
                </a:p>
              </p:txBody>
            </p:sp>
          </p:grpSp>
          <p:sp>
            <p:nvSpPr>
              <p:cNvPr id="264" name="직사각형 263"/>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65" name="직사각형 264"/>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66" name="직사각형 265"/>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67" name="직사각형 266"/>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268" name="Picture 525" descr="radio_off"/>
              <p:cNvPicPr>
                <a:picLocks noChangeAspect="1" noChangeArrowheads="1"/>
              </p:cNvPicPr>
              <p:nvPr/>
            </p:nvPicPr>
            <p:blipFill>
              <a:blip r:embed="rId20"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269" name="Picture 525" descr="radio_off"/>
              <p:cNvPicPr>
                <a:picLocks noChangeAspect="1" noChangeArrowheads="1"/>
              </p:cNvPicPr>
              <p:nvPr/>
            </p:nvPicPr>
            <p:blipFill>
              <a:blip r:embed="rId20"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270" name="Picture 525" descr="radio_off"/>
              <p:cNvPicPr>
                <a:picLocks noChangeAspect="1" noChangeArrowheads="1"/>
              </p:cNvPicPr>
              <p:nvPr/>
            </p:nvPicPr>
            <p:blipFill>
              <a:blip r:embed="rId20"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271" name="Picture 525" descr="radio_off"/>
              <p:cNvPicPr>
                <a:picLocks noChangeAspect="1" noChangeArrowheads="1"/>
              </p:cNvPicPr>
              <p:nvPr/>
            </p:nvPicPr>
            <p:blipFill>
              <a:blip r:embed="rId20" cstate="print">
                <a:grayscl/>
              </a:blip>
              <a:srcRect/>
              <a:stretch>
                <a:fillRect/>
              </a:stretch>
            </p:blipFill>
            <p:spPr bwMode="auto">
              <a:xfrm>
                <a:off x="1388604" y="4828860"/>
                <a:ext cx="117480" cy="112308"/>
              </a:xfrm>
              <a:prstGeom prst="rect">
                <a:avLst/>
              </a:prstGeom>
              <a:noFill/>
              <a:ln w="9525">
                <a:noFill/>
                <a:miter lim="800000"/>
                <a:headEnd/>
                <a:tailEnd/>
              </a:ln>
            </p:spPr>
          </p:pic>
        </p:grpSp>
        <p:sp>
          <p:nvSpPr>
            <p:cNvPr id="253" name="직사각형 252"/>
            <p:cNvSpPr/>
            <p:nvPr/>
          </p:nvSpPr>
          <p:spPr>
            <a:xfrm>
              <a:off x="1830377" y="4185104"/>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grpSp>
        <p:nvGrpSpPr>
          <p:cNvPr id="274" name="그룹 273"/>
          <p:cNvGrpSpPr/>
          <p:nvPr/>
        </p:nvGrpSpPr>
        <p:grpSpPr>
          <a:xfrm>
            <a:off x="2265451" y="5139861"/>
            <a:ext cx="6062400" cy="1582457"/>
            <a:chOff x="2183918" y="5291683"/>
            <a:chExt cx="6062400" cy="1582457"/>
          </a:xfrm>
        </p:grpSpPr>
        <p:grpSp>
          <p:nvGrpSpPr>
            <p:cNvPr id="275" name="그룹 274"/>
            <p:cNvGrpSpPr/>
            <p:nvPr/>
          </p:nvGrpSpPr>
          <p:grpSpPr>
            <a:xfrm>
              <a:off x="2183918" y="5291683"/>
              <a:ext cx="6062400" cy="1582457"/>
              <a:chOff x="1199059" y="4653136"/>
              <a:chExt cx="6062400" cy="1582457"/>
            </a:xfrm>
          </p:grpSpPr>
          <p:sp>
            <p:nvSpPr>
              <p:cNvPr id="277" name="직사각형 276"/>
              <p:cNvSpPr/>
              <p:nvPr/>
            </p:nvSpPr>
            <p:spPr>
              <a:xfrm>
                <a:off x="1199059" y="4653136"/>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78" name="그룹 277"/>
              <p:cNvGrpSpPr/>
              <p:nvPr/>
            </p:nvGrpSpPr>
            <p:grpSpPr>
              <a:xfrm>
                <a:off x="1206489" y="4742098"/>
                <a:ext cx="6048000" cy="254124"/>
                <a:chOff x="1216013" y="4211563"/>
                <a:chExt cx="6048000" cy="254124"/>
              </a:xfrm>
            </p:grpSpPr>
            <p:cxnSp>
              <p:nvCxnSpPr>
                <p:cNvPr id="287" name="직선 연결선 28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88" name="직사각형 287"/>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222222222</a:t>
                  </a:r>
                </a:p>
              </p:txBody>
            </p:sp>
          </p:grpSp>
          <p:sp>
            <p:nvSpPr>
              <p:cNvPr id="279" name="직사각형 278"/>
              <p:cNvSpPr/>
              <p:nvPr/>
            </p:nvSpPr>
            <p:spPr>
              <a:xfrm>
                <a:off x="1526818" y="5121188"/>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0" name="직사각형 279"/>
              <p:cNvSpPr/>
              <p:nvPr/>
            </p:nvSpPr>
            <p:spPr>
              <a:xfrm>
                <a:off x="1525192" y="5418745"/>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1" name="직사각형 280"/>
              <p:cNvSpPr/>
              <p:nvPr/>
            </p:nvSpPr>
            <p:spPr>
              <a:xfrm>
                <a:off x="1525192" y="56972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2" name="직사각형 281"/>
              <p:cNvSpPr/>
              <p:nvPr/>
            </p:nvSpPr>
            <p:spPr>
              <a:xfrm>
                <a:off x="1523096" y="594928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83" name="직사각형 282"/>
              <p:cNvSpPr/>
              <p:nvPr/>
            </p:nvSpPr>
            <p:spPr>
              <a:xfrm>
                <a:off x="1362125" y="5157192"/>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84" name="직사각형 283"/>
              <p:cNvSpPr/>
              <p:nvPr/>
            </p:nvSpPr>
            <p:spPr>
              <a:xfrm>
                <a:off x="1362125" y="5454761"/>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85" name="직사각형 284"/>
              <p:cNvSpPr/>
              <p:nvPr/>
            </p:nvSpPr>
            <p:spPr>
              <a:xfrm>
                <a:off x="1362125" y="5733268"/>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86" name="직사각형 285"/>
              <p:cNvSpPr/>
              <p:nvPr/>
            </p:nvSpPr>
            <p:spPr>
              <a:xfrm>
                <a:off x="1362125" y="5985296"/>
                <a:ext cx="116381" cy="108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sp>
          <p:nvSpPr>
            <p:cNvPr id="276" name="직사각형 275"/>
            <p:cNvSpPr/>
            <p:nvPr/>
          </p:nvSpPr>
          <p:spPr>
            <a:xfrm>
              <a:off x="2832582" y="6597372"/>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sp>
        <p:nvSpPr>
          <p:cNvPr id="289" name="직사각형 288"/>
          <p:cNvSpPr/>
          <p:nvPr/>
        </p:nvSpPr>
        <p:spPr>
          <a:xfrm>
            <a:off x="2265451" y="6874421"/>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90" name="그룹 289"/>
          <p:cNvGrpSpPr/>
          <p:nvPr/>
        </p:nvGrpSpPr>
        <p:grpSpPr>
          <a:xfrm>
            <a:off x="2272881" y="6963382"/>
            <a:ext cx="6048000" cy="254124"/>
            <a:chOff x="1216013" y="4211563"/>
            <a:chExt cx="6048000" cy="254124"/>
          </a:xfrm>
        </p:grpSpPr>
        <p:cxnSp>
          <p:nvCxnSpPr>
            <p:cNvPr id="291" name="직선 연결선 290"/>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92" name="직사각형 291"/>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1-3.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33333333</a:t>
              </a:r>
            </a:p>
          </p:txBody>
        </p:sp>
      </p:grpSp>
      <p:graphicFrame>
        <p:nvGraphicFramePr>
          <p:cNvPr id="293" name="표 292"/>
          <p:cNvGraphicFramePr>
            <a:graphicFrameLocks noGrp="1"/>
          </p:cNvGraphicFramePr>
          <p:nvPr>
            <p:extLst>
              <p:ext uri="{D42A27DB-BD31-4B8C-83A1-F6EECF244321}">
                <p14:modId xmlns:p14="http://schemas.microsoft.com/office/powerpoint/2010/main" val="1880500120"/>
              </p:ext>
            </p:extLst>
          </p:nvPr>
        </p:nvGraphicFramePr>
        <p:xfrm>
          <a:off x="2346984" y="7314450"/>
          <a:ext cx="5904656" cy="694362"/>
        </p:xfrm>
        <a:graphic>
          <a:graphicData uri="http://schemas.openxmlformats.org/drawingml/2006/table">
            <a:tbl>
              <a:tblPr firstRow="1" bandRow="1">
                <a:tableStyleId>{5C22544A-7EE6-4342-B048-85BDC9FD1C3A}</a:tableStyleId>
              </a:tblPr>
              <a:tblGrid>
                <a:gridCol w="3238184"/>
                <a:gridCol w="888824"/>
                <a:gridCol w="888824"/>
                <a:gridCol w="888824"/>
              </a:tblGrid>
              <a:tr h="231454">
                <a:tc>
                  <a:txBody>
                    <a:bodyPr/>
                    <a:lstStyle/>
                    <a:p>
                      <a:pPr algn="l" latinLnBrk="1"/>
                      <a:r>
                        <a:rPr lang="ko-KR" altLang="en-US" sz="800" b="1" dirty="0" smtClean="0">
                          <a:solidFill>
                            <a:schemeClr val="tx1">
                              <a:lumMod val="75000"/>
                              <a:lumOff val="25000"/>
                            </a:schemeClr>
                          </a:solidFill>
                          <a:latin typeface="+mn-ea"/>
                          <a:ea typeface="+mn-ea"/>
                        </a:rPr>
                        <a:t>문항</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그렇다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보통</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아니다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l" latinLnBrk="1"/>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11111111111111111111</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314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2222222222222</a:t>
                      </a:r>
                      <a:endParaRPr lang="ko-KR" altLang="en-US" sz="80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rgbClr val="FF0000"/>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pic>
        <p:nvPicPr>
          <p:cNvPr id="294" name="Picture 525" descr="radio_off"/>
          <p:cNvPicPr>
            <a:picLocks noChangeAspect="1" noChangeArrowheads="1"/>
          </p:cNvPicPr>
          <p:nvPr/>
        </p:nvPicPr>
        <p:blipFill>
          <a:blip r:embed="rId20" cstate="print">
            <a:grayscl/>
          </a:blip>
          <a:srcRect/>
          <a:stretch>
            <a:fillRect/>
          </a:stretch>
        </p:blipFill>
        <p:spPr bwMode="auto">
          <a:xfrm>
            <a:off x="5987169" y="7599969"/>
            <a:ext cx="117480" cy="112308"/>
          </a:xfrm>
          <a:prstGeom prst="rect">
            <a:avLst/>
          </a:prstGeom>
          <a:noFill/>
          <a:ln w="9525">
            <a:noFill/>
            <a:miter lim="800000"/>
            <a:headEnd/>
            <a:tailEnd/>
          </a:ln>
        </p:spPr>
      </p:pic>
      <p:pic>
        <p:nvPicPr>
          <p:cNvPr id="295" name="Picture 525" descr="radio_off"/>
          <p:cNvPicPr>
            <a:picLocks noChangeAspect="1" noChangeArrowheads="1"/>
          </p:cNvPicPr>
          <p:nvPr/>
        </p:nvPicPr>
        <p:blipFill>
          <a:blip r:embed="rId20" cstate="print">
            <a:grayscl/>
          </a:blip>
          <a:srcRect/>
          <a:stretch>
            <a:fillRect/>
          </a:stretch>
        </p:blipFill>
        <p:spPr bwMode="auto">
          <a:xfrm>
            <a:off x="6874020" y="7611454"/>
            <a:ext cx="117480" cy="112308"/>
          </a:xfrm>
          <a:prstGeom prst="rect">
            <a:avLst/>
          </a:prstGeom>
          <a:noFill/>
          <a:ln w="9525">
            <a:noFill/>
            <a:miter lim="800000"/>
            <a:headEnd/>
            <a:tailEnd/>
          </a:ln>
        </p:spPr>
      </p:pic>
      <p:pic>
        <p:nvPicPr>
          <p:cNvPr id="296" name="Picture 525" descr="radio_off"/>
          <p:cNvPicPr>
            <a:picLocks noChangeAspect="1" noChangeArrowheads="1"/>
          </p:cNvPicPr>
          <p:nvPr/>
        </p:nvPicPr>
        <p:blipFill>
          <a:blip r:embed="rId20" cstate="print">
            <a:grayscl/>
          </a:blip>
          <a:srcRect/>
          <a:stretch>
            <a:fillRect/>
          </a:stretch>
        </p:blipFill>
        <p:spPr bwMode="auto">
          <a:xfrm>
            <a:off x="7774120" y="7611454"/>
            <a:ext cx="117480" cy="112308"/>
          </a:xfrm>
          <a:prstGeom prst="rect">
            <a:avLst/>
          </a:prstGeom>
          <a:noFill/>
          <a:ln w="9525">
            <a:noFill/>
            <a:miter lim="800000"/>
            <a:headEnd/>
            <a:tailEnd/>
          </a:ln>
        </p:spPr>
      </p:pic>
      <p:pic>
        <p:nvPicPr>
          <p:cNvPr id="297" name="Picture 525" descr="radio_off"/>
          <p:cNvPicPr>
            <a:picLocks noChangeAspect="1" noChangeArrowheads="1"/>
          </p:cNvPicPr>
          <p:nvPr/>
        </p:nvPicPr>
        <p:blipFill>
          <a:blip r:embed="rId20" cstate="print">
            <a:grayscl/>
          </a:blip>
          <a:srcRect/>
          <a:stretch>
            <a:fillRect/>
          </a:stretch>
        </p:blipFill>
        <p:spPr bwMode="auto">
          <a:xfrm>
            <a:off x="5992913" y="7838176"/>
            <a:ext cx="117480" cy="112308"/>
          </a:xfrm>
          <a:prstGeom prst="rect">
            <a:avLst/>
          </a:prstGeom>
          <a:noFill/>
          <a:ln w="9525">
            <a:noFill/>
            <a:miter lim="800000"/>
            <a:headEnd/>
            <a:tailEnd/>
          </a:ln>
        </p:spPr>
      </p:pic>
      <p:pic>
        <p:nvPicPr>
          <p:cNvPr id="298" name="Picture 525" descr="radio_off"/>
          <p:cNvPicPr>
            <a:picLocks noChangeAspect="1" noChangeArrowheads="1"/>
          </p:cNvPicPr>
          <p:nvPr/>
        </p:nvPicPr>
        <p:blipFill>
          <a:blip r:embed="rId20" cstate="print">
            <a:grayscl/>
          </a:blip>
          <a:srcRect/>
          <a:stretch>
            <a:fillRect/>
          </a:stretch>
        </p:blipFill>
        <p:spPr bwMode="auto">
          <a:xfrm>
            <a:off x="6889289" y="7849661"/>
            <a:ext cx="117480" cy="112308"/>
          </a:xfrm>
          <a:prstGeom prst="rect">
            <a:avLst/>
          </a:prstGeom>
          <a:noFill/>
          <a:ln w="9525">
            <a:noFill/>
            <a:miter lim="800000"/>
            <a:headEnd/>
            <a:tailEnd/>
          </a:ln>
        </p:spPr>
      </p:pic>
      <p:pic>
        <p:nvPicPr>
          <p:cNvPr id="299" name="Picture 525" descr="radio_off"/>
          <p:cNvPicPr>
            <a:picLocks noChangeAspect="1" noChangeArrowheads="1"/>
          </p:cNvPicPr>
          <p:nvPr/>
        </p:nvPicPr>
        <p:blipFill>
          <a:blip r:embed="rId20" cstate="print">
            <a:grayscl/>
          </a:blip>
          <a:srcRect/>
          <a:stretch>
            <a:fillRect/>
          </a:stretch>
        </p:blipFill>
        <p:spPr bwMode="auto">
          <a:xfrm>
            <a:off x="7789389" y="7849661"/>
            <a:ext cx="117480" cy="112308"/>
          </a:xfrm>
          <a:prstGeom prst="rect">
            <a:avLst/>
          </a:prstGeom>
          <a:noFill/>
          <a:ln w="9525">
            <a:noFill/>
            <a:miter lim="800000"/>
            <a:headEnd/>
            <a:tailEnd/>
          </a:ln>
        </p:spPr>
      </p:pic>
      <p:grpSp>
        <p:nvGrpSpPr>
          <p:cNvPr id="300" name="그룹 299"/>
          <p:cNvGrpSpPr/>
          <p:nvPr/>
        </p:nvGrpSpPr>
        <p:grpSpPr>
          <a:xfrm>
            <a:off x="2264321" y="8266956"/>
            <a:ext cx="6062400" cy="1210716"/>
            <a:chOff x="2264321" y="8482980"/>
            <a:chExt cx="6062400" cy="1210716"/>
          </a:xfrm>
        </p:grpSpPr>
        <p:sp>
          <p:nvSpPr>
            <p:cNvPr id="301" name="직사각형 300"/>
            <p:cNvSpPr/>
            <p:nvPr/>
          </p:nvSpPr>
          <p:spPr>
            <a:xfrm>
              <a:off x="2264321" y="8482980"/>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2" name="그룹 301"/>
            <p:cNvGrpSpPr/>
            <p:nvPr/>
          </p:nvGrpSpPr>
          <p:grpSpPr>
            <a:xfrm>
              <a:off x="2271751" y="8571941"/>
              <a:ext cx="6048000" cy="254124"/>
              <a:chOff x="1216013" y="4211563"/>
              <a:chExt cx="6048000" cy="254124"/>
            </a:xfrm>
          </p:grpSpPr>
          <p:cxnSp>
            <p:nvCxnSpPr>
              <p:cNvPr id="367" name="직선 연결선 36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68" name="직사각형 367"/>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1-4.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444444444444</a:t>
                </a:r>
              </a:p>
            </p:txBody>
          </p:sp>
        </p:grpSp>
        <p:sp>
          <p:nvSpPr>
            <p:cNvPr id="327" name="직사각형 326"/>
            <p:cNvSpPr/>
            <p:nvPr/>
          </p:nvSpPr>
          <p:spPr>
            <a:xfrm>
              <a:off x="4277319" y="8964091"/>
              <a:ext cx="1047606" cy="521778"/>
            </a:xfrm>
            <a:prstGeom prst="rect">
              <a:avLst/>
            </a:prstGeom>
            <a:solidFill>
              <a:schemeClr val="accent4">
                <a:lumMod val="20000"/>
                <a:lumOff val="8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3200" b="1" dirty="0" smtClean="0">
                  <a:solidFill>
                    <a:schemeClr val="tx1">
                      <a:lumMod val="50000"/>
                      <a:lumOff val="50000"/>
                    </a:schemeClr>
                  </a:solidFill>
                  <a:latin typeface="맑은 고딕" panose="020B0503020000020004" pitchFamily="50" charset="-127"/>
                  <a:ea typeface="맑은 고딕" panose="020B0503020000020004" pitchFamily="50" charset="-127"/>
                </a:rPr>
                <a:t>O</a:t>
              </a:r>
              <a:endParaRPr lang="ko-KR" altLang="en-US" sz="320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66" name="직사각형 365"/>
            <p:cNvSpPr/>
            <p:nvPr/>
          </p:nvSpPr>
          <p:spPr>
            <a:xfrm>
              <a:off x="5429447" y="8963342"/>
              <a:ext cx="1047606" cy="521778"/>
            </a:xfrm>
            <a:prstGeom prst="rect">
              <a:avLst/>
            </a:prstGeom>
            <a:solidFill>
              <a:schemeClr val="accent4">
                <a:lumMod val="20000"/>
                <a:lumOff val="8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3200" b="1" dirty="0" smtClean="0">
                  <a:solidFill>
                    <a:schemeClr val="tx1">
                      <a:lumMod val="50000"/>
                      <a:lumOff val="50000"/>
                    </a:schemeClr>
                  </a:solidFill>
                  <a:latin typeface="맑은 고딕" panose="020B0503020000020004" pitchFamily="50" charset="-127"/>
                  <a:ea typeface="맑은 고딕" panose="020B0503020000020004" pitchFamily="50" charset="-127"/>
                </a:rPr>
                <a:t>X</a:t>
              </a:r>
              <a:endParaRPr lang="ko-KR" altLang="en-US" sz="320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cxnSp>
        <p:nvCxnSpPr>
          <p:cNvPr id="369" name="꺾인 연결선 368"/>
          <p:cNvCxnSpPr>
            <a:stCxn id="204" idx="0"/>
            <a:endCxn id="194" idx="0"/>
          </p:cNvCxnSpPr>
          <p:nvPr/>
        </p:nvCxnSpPr>
        <p:spPr>
          <a:xfrm rot="16200000" flipV="1">
            <a:off x="6298197" y="1481777"/>
            <a:ext cx="1860824" cy="3883062"/>
          </a:xfrm>
          <a:prstGeom prst="bentConnector3">
            <a:avLst>
              <a:gd name="adj1" fmla="val 112285"/>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3661521"/>
      </p:ext>
    </p:extLst>
  </p:cSld>
  <p:clrMapOvr>
    <a:masterClrMapping/>
  </p:clrMapOvr>
  <p:transition>
    <p:wipe dir="r"/>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KNOU_UI_C02170000_07</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910158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966556910"/>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다음페이지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8936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5509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1536197986"/>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강의평가명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3342873509"/>
              </p:ext>
            </p:extLst>
          </p:nvPr>
        </p:nvGraphicFramePr>
        <p:xfrm>
          <a:off x="1975898" y="4120856"/>
          <a:ext cx="7484563" cy="921463"/>
        </p:xfrm>
        <a:graphic>
          <a:graphicData uri="http://schemas.openxmlformats.org/drawingml/2006/table">
            <a:tbl>
              <a:tblPr/>
              <a:tblGrid>
                <a:gridCol w="252112">
                  <a:extLst>
                    <a:ext uri="{9D8B030D-6E8A-4147-A177-3AD203B41FA5}">
                      <a16:colId xmlns:a16="http://schemas.microsoft.com/office/drawing/2014/main" xmlns="" val="20001"/>
                    </a:ext>
                  </a:extLst>
                </a:gridCol>
                <a:gridCol w="852782"/>
                <a:gridCol w="1512168"/>
                <a:gridCol w="1944216"/>
                <a:gridCol w="1162417"/>
                <a:gridCol w="586353"/>
                <a:gridCol w="586353"/>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 후 성적조회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smtClean="0">
                          <a:solidFill>
                            <a:schemeClr val="tx1">
                              <a:lumMod val="75000"/>
                              <a:lumOff val="25000"/>
                            </a:schemeClr>
                          </a:solidFill>
                          <a:latin typeface="+mn-ea"/>
                          <a:ea typeface="+mn-ea"/>
                        </a:rPr>
                        <a:t>기말 강의평가</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강의평가</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 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 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강의평가</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 강의평가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수식시험 강의평가</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129197"/>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결과확</a:t>
            </a:r>
            <a:r>
              <a:rPr lang="ko-KR" altLang="en-US" sz="800" kern="0" dirty="0">
                <a:solidFill>
                  <a:schemeClr val="tx1">
                    <a:lumMod val="75000"/>
                    <a:lumOff val="25000"/>
                  </a:schemeClr>
                </a:solidFill>
                <a:latin typeface="+mn-ea"/>
                <a:ea typeface="+mn-ea"/>
              </a:rPr>
              <a:t>인</a:t>
            </a:r>
          </a:p>
        </p:txBody>
      </p:sp>
      <p:sp>
        <p:nvSpPr>
          <p:cNvPr id="204" name="Rectangle 122"/>
          <p:cNvSpPr>
            <a:spLocks noChangeArrowheads="1"/>
          </p:cNvSpPr>
          <p:nvPr/>
        </p:nvSpPr>
        <p:spPr bwMode="auto">
          <a:xfrm>
            <a:off x="890014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6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369" name="꺾인 연결선 368"/>
          <p:cNvCxnSpPr>
            <a:stCxn id="204" idx="0"/>
            <a:endCxn id="238" idx="0"/>
          </p:cNvCxnSpPr>
          <p:nvPr/>
        </p:nvCxnSpPr>
        <p:spPr>
          <a:xfrm rot="16200000" flipV="1">
            <a:off x="6406209" y="1589789"/>
            <a:ext cx="1644800" cy="3883062"/>
          </a:xfrm>
          <a:prstGeom prst="bentConnector3">
            <a:avLst>
              <a:gd name="adj1" fmla="val 113898"/>
            </a:avLst>
          </a:prstGeom>
          <a:ln>
            <a:tailEnd type="arrow"/>
          </a:ln>
        </p:spPr>
        <p:style>
          <a:lnRef idx="1">
            <a:schemeClr val="accent1"/>
          </a:lnRef>
          <a:fillRef idx="0">
            <a:schemeClr val="accent1"/>
          </a:fillRef>
          <a:effectRef idx="0">
            <a:schemeClr val="accent1"/>
          </a:effectRef>
          <a:fontRef idx="minor">
            <a:schemeClr val="tx1"/>
          </a:fontRef>
        </p:style>
      </p:cxnSp>
      <p:grpSp>
        <p:nvGrpSpPr>
          <p:cNvPr id="236" name="그룹 235"/>
          <p:cNvGrpSpPr/>
          <p:nvPr/>
        </p:nvGrpSpPr>
        <p:grpSpPr>
          <a:xfrm>
            <a:off x="2178477" y="2708920"/>
            <a:ext cx="6224400" cy="6840760"/>
            <a:chOff x="1100571" y="3168288"/>
            <a:chExt cx="6224400" cy="6840760"/>
          </a:xfrm>
        </p:grpSpPr>
        <p:sp>
          <p:nvSpPr>
            <p:cNvPr id="237" name="직사각형 236"/>
            <p:cNvSpPr/>
            <p:nvPr/>
          </p:nvSpPr>
          <p:spPr>
            <a:xfrm>
              <a:off x="1100571" y="3176975"/>
              <a:ext cx="6224400" cy="6832073"/>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8" name="직사각형 237"/>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9761" y="3201232"/>
              <a:ext cx="492443" cy="215444"/>
            </a:xfrm>
            <a:prstGeom prst="rect">
              <a:avLst/>
            </a:prstGeom>
          </p:spPr>
          <p:txBody>
            <a:bodyPr wrap="none">
              <a:spAutoFit/>
            </a:bodyPr>
            <a:lstStyle/>
            <a:p>
              <a:r>
                <a:rPr lang="ko-KR" altLang="en-US" sz="800" b="1" dirty="0" smtClean="0">
                  <a:solidFill>
                    <a:schemeClr val="bg1"/>
                  </a:solidFill>
                  <a:latin typeface="+mn-ea"/>
                  <a:ea typeface="+mn-ea"/>
                </a:rPr>
                <a:t>설문지</a:t>
              </a:r>
              <a:endParaRPr lang="ko-KR" altLang="en-US" sz="800" b="1" dirty="0">
                <a:solidFill>
                  <a:schemeClr val="bg1"/>
                </a:solidFill>
                <a:latin typeface="+mn-ea"/>
                <a:ea typeface="+mn-ea"/>
              </a:endParaRPr>
            </a:p>
          </p:txBody>
        </p:sp>
        <p:sp>
          <p:nvSpPr>
            <p:cNvPr id="370" name="직사각형 369"/>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387" name="모서리가 둥근 직사각형 386"/>
          <p:cNvSpPr/>
          <p:nvPr/>
        </p:nvSpPr>
        <p:spPr>
          <a:xfrm>
            <a:off x="4826038" y="912715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제출하기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88" name="그룹 387"/>
          <p:cNvGrpSpPr/>
          <p:nvPr/>
        </p:nvGrpSpPr>
        <p:grpSpPr>
          <a:xfrm>
            <a:off x="2175459" y="3060594"/>
            <a:ext cx="6262500" cy="277348"/>
            <a:chOff x="2607507" y="5652882"/>
            <a:chExt cx="6262500" cy="277348"/>
          </a:xfrm>
        </p:grpSpPr>
        <p:sp>
          <p:nvSpPr>
            <p:cNvPr id="389" name="직사각형 388"/>
            <p:cNvSpPr/>
            <p:nvPr/>
          </p:nvSpPr>
          <p:spPr>
            <a:xfrm>
              <a:off x="7426984" y="5652882"/>
              <a:ext cx="1443023" cy="215444"/>
            </a:xfrm>
            <a:prstGeom prst="rect">
              <a:avLst/>
            </a:prstGeom>
          </p:spPr>
          <p:txBody>
            <a:bodyPr wrap="none">
              <a:spAutoFit/>
            </a:bodyPr>
            <a:lstStyle/>
            <a:p>
              <a:pPr algn="r"/>
              <a:r>
                <a:rPr lang="en-US" altLang="ko-KR" sz="800" b="1" dirty="0">
                  <a:solidFill>
                    <a:srgbClr val="0070C0"/>
                  </a:solidFill>
                  <a:latin typeface="+mn-ea"/>
                  <a:ea typeface="+mn-ea"/>
                </a:rPr>
                <a:t>OOO</a:t>
              </a:r>
              <a:r>
                <a:rPr lang="ko-KR" altLang="en-US" sz="800" b="1" dirty="0">
                  <a:solidFill>
                    <a:srgbClr val="0070C0"/>
                  </a:solidFill>
                  <a:latin typeface="+mn-ea"/>
                  <a:ea typeface="+mn-ea"/>
                </a:rPr>
                <a:t>학과 </a:t>
              </a:r>
              <a:r>
                <a:rPr lang="ko-KR" altLang="en-US" sz="800" b="1" dirty="0" smtClean="0">
                  <a:solidFill>
                    <a:srgbClr val="0070C0"/>
                  </a:solidFill>
                  <a:latin typeface="+mn-ea"/>
                  <a:ea typeface="+mn-ea"/>
                </a:rPr>
                <a:t> </a:t>
              </a:r>
              <a:r>
                <a:rPr lang="en-US" altLang="ko-KR" sz="800" b="1" dirty="0" smtClean="0">
                  <a:solidFill>
                    <a:srgbClr val="0070C0"/>
                  </a:solidFill>
                  <a:latin typeface="+mn-ea"/>
                  <a:ea typeface="+mn-ea"/>
                </a:rPr>
                <a:t>90***82  </a:t>
              </a:r>
              <a:r>
                <a:rPr lang="ko-KR" altLang="en-US" sz="800" b="1" dirty="0" smtClean="0">
                  <a:solidFill>
                    <a:srgbClr val="0070C0"/>
                  </a:solidFill>
                  <a:latin typeface="+mn-ea"/>
                  <a:ea typeface="+mn-ea"/>
                </a:rPr>
                <a:t>김*미 </a:t>
              </a:r>
              <a:endParaRPr lang="ko-KR" altLang="en-US" sz="800" dirty="0">
                <a:solidFill>
                  <a:srgbClr val="0070C0"/>
                </a:solidFill>
                <a:latin typeface="+mn-ea"/>
                <a:ea typeface="+mn-ea"/>
              </a:endParaRPr>
            </a:p>
          </p:txBody>
        </p:sp>
        <p:cxnSp>
          <p:nvCxnSpPr>
            <p:cNvPr id="390" name="직선 연결선 389"/>
            <p:cNvCxnSpPr/>
            <p:nvPr/>
          </p:nvCxnSpPr>
          <p:spPr>
            <a:xfrm>
              <a:off x="2607507" y="5930230"/>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91" name="자유형 390"/>
          <p:cNvSpPr/>
          <p:nvPr/>
        </p:nvSpPr>
        <p:spPr>
          <a:xfrm flipV="1">
            <a:off x="2370877" y="8685584"/>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392" name="직사각형 391"/>
          <p:cNvSpPr/>
          <p:nvPr/>
        </p:nvSpPr>
        <p:spPr>
          <a:xfrm>
            <a:off x="2265452" y="3376042"/>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grpSp>
        <p:nvGrpSpPr>
          <p:cNvPr id="393" name="그룹 392"/>
          <p:cNvGrpSpPr/>
          <p:nvPr/>
        </p:nvGrpSpPr>
        <p:grpSpPr>
          <a:xfrm>
            <a:off x="2584572" y="2736116"/>
            <a:ext cx="234360" cy="200055"/>
            <a:chOff x="1152270" y="11706839"/>
            <a:chExt cx="234360" cy="200055"/>
          </a:xfrm>
        </p:grpSpPr>
        <p:sp>
          <p:nvSpPr>
            <p:cNvPr id="394" name="모서리가 둥근 직사각형 39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395" name="직사각형 394"/>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396" name="모서리가 둥근 직사각형 395"/>
          <p:cNvSpPr/>
          <p:nvPr/>
        </p:nvSpPr>
        <p:spPr>
          <a:xfrm>
            <a:off x="3891930" y="912741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이전</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97" name="모서리가 둥근 직사각형 396"/>
          <p:cNvSpPr/>
          <p:nvPr/>
        </p:nvSpPr>
        <p:spPr>
          <a:xfrm>
            <a:off x="5762142" y="9127414"/>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398" name="그룹 397"/>
          <p:cNvGrpSpPr/>
          <p:nvPr/>
        </p:nvGrpSpPr>
        <p:grpSpPr>
          <a:xfrm>
            <a:off x="2265451" y="3625974"/>
            <a:ext cx="6062400" cy="1582457"/>
            <a:chOff x="1208583" y="3501008"/>
            <a:chExt cx="6062400" cy="1582457"/>
          </a:xfrm>
        </p:grpSpPr>
        <p:sp>
          <p:nvSpPr>
            <p:cNvPr id="399" name="직사각형 398"/>
            <p:cNvSpPr/>
            <p:nvPr/>
          </p:nvSpPr>
          <p:spPr>
            <a:xfrm>
              <a:off x="1208583" y="3501008"/>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0" name="그룹 399"/>
            <p:cNvGrpSpPr/>
            <p:nvPr/>
          </p:nvGrpSpPr>
          <p:grpSpPr>
            <a:xfrm>
              <a:off x="1216013" y="3589970"/>
              <a:ext cx="6048000" cy="254124"/>
              <a:chOff x="1216013" y="4211563"/>
              <a:chExt cx="6048000" cy="254124"/>
            </a:xfrm>
          </p:grpSpPr>
          <p:cxnSp>
            <p:nvCxnSpPr>
              <p:cNvPr id="409" name="직선 연결선 408"/>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0" name="직사각형 409"/>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66666666666</a:t>
                </a:r>
              </a:p>
            </p:txBody>
          </p:sp>
        </p:grpSp>
        <p:sp>
          <p:nvSpPr>
            <p:cNvPr id="401" name="직사각형 400"/>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2" name="직사각형 401"/>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3" name="직사각형 402"/>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04" name="직사각형 403"/>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405" name="Picture 525" descr="radio_off"/>
            <p:cNvPicPr>
              <a:picLocks noChangeAspect="1" noChangeArrowheads="1"/>
            </p:cNvPicPr>
            <p:nvPr/>
          </p:nvPicPr>
          <p:blipFill>
            <a:blip r:embed="rId20"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406" name="Picture 525" descr="radio_off"/>
            <p:cNvPicPr>
              <a:picLocks noChangeAspect="1" noChangeArrowheads="1"/>
            </p:cNvPicPr>
            <p:nvPr/>
          </p:nvPicPr>
          <p:blipFill>
            <a:blip r:embed="rId20"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407" name="Picture 525" descr="radio_off"/>
            <p:cNvPicPr>
              <a:picLocks noChangeAspect="1" noChangeArrowheads="1"/>
            </p:cNvPicPr>
            <p:nvPr/>
          </p:nvPicPr>
          <p:blipFill>
            <a:blip r:embed="rId20"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408" name="Picture 525" descr="radio_off"/>
            <p:cNvPicPr>
              <a:picLocks noChangeAspect="1" noChangeArrowheads="1"/>
            </p:cNvPicPr>
            <p:nvPr/>
          </p:nvPicPr>
          <p:blipFill>
            <a:blip r:embed="rId20" cstate="print">
              <a:grayscl/>
            </a:blip>
            <a:srcRect/>
            <a:stretch>
              <a:fillRect/>
            </a:stretch>
          </p:blipFill>
          <p:spPr bwMode="auto">
            <a:xfrm>
              <a:off x="1388604" y="4828860"/>
              <a:ext cx="117480" cy="112308"/>
            </a:xfrm>
            <a:prstGeom prst="rect">
              <a:avLst/>
            </a:prstGeom>
            <a:noFill/>
            <a:ln w="9525">
              <a:noFill/>
              <a:miter lim="800000"/>
              <a:headEnd/>
              <a:tailEnd/>
            </a:ln>
          </p:spPr>
        </p:pic>
      </p:grpSp>
      <p:sp>
        <p:nvSpPr>
          <p:cNvPr id="411" name="직사각형 410"/>
          <p:cNvSpPr/>
          <p:nvPr/>
        </p:nvSpPr>
        <p:spPr>
          <a:xfrm>
            <a:off x="2923048" y="4965928"/>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nvGrpSpPr>
          <p:cNvPr id="412" name="그룹 411"/>
          <p:cNvGrpSpPr/>
          <p:nvPr/>
        </p:nvGrpSpPr>
        <p:grpSpPr>
          <a:xfrm>
            <a:off x="2264321" y="5348867"/>
            <a:ext cx="6062400" cy="3101643"/>
            <a:chOff x="1199059" y="4598082"/>
            <a:chExt cx="6062400" cy="3101643"/>
          </a:xfrm>
        </p:grpSpPr>
        <p:grpSp>
          <p:nvGrpSpPr>
            <p:cNvPr id="413" name="그룹 412"/>
            <p:cNvGrpSpPr/>
            <p:nvPr/>
          </p:nvGrpSpPr>
          <p:grpSpPr>
            <a:xfrm>
              <a:off x="1199059" y="4598082"/>
              <a:ext cx="6062400" cy="3101643"/>
              <a:chOff x="1208583" y="3501008"/>
              <a:chExt cx="6062400" cy="3101643"/>
            </a:xfrm>
          </p:grpSpPr>
          <p:sp>
            <p:nvSpPr>
              <p:cNvPr id="416" name="직사각형 415"/>
              <p:cNvSpPr/>
              <p:nvPr/>
            </p:nvSpPr>
            <p:spPr>
              <a:xfrm>
                <a:off x="1208583" y="3501008"/>
                <a:ext cx="6062400" cy="3101643"/>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17" name="그룹 416"/>
              <p:cNvGrpSpPr/>
              <p:nvPr/>
            </p:nvGrpSpPr>
            <p:grpSpPr>
              <a:xfrm>
                <a:off x="1216013" y="3589970"/>
                <a:ext cx="6048000" cy="254124"/>
                <a:chOff x="1216013" y="4211563"/>
                <a:chExt cx="6048000" cy="254124"/>
              </a:xfrm>
            </p:grpSpPr>
            <p:cxnSp>
              <p:nvCxnSpPr>
                <p:cNvPr id="426" name="직선 연결선 42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27" name="직사각형 426"/>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77777777777</a:t>
                  </a:r>
                </a:p>
              </p:txBody>
            </p:sp>
          </p:grpSp>
          <p:sp>
            <p:nvSpPr>
              <p:cNvPr id="418" name="직사각형 417"/>
              <p:cNvSpPr/>
              <p:nvPr/>
            </p:nvSpPr>
            <p:spPr>
              <a:xfrm>
                <a:off x="1536342" y="542827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9" name="직사각형 418"/>
              <p:cNvSpPr/>
              <p:nvPr/>
            </p:nvSpPr>
            <p:spPr>
              <a:xfrm>
                <a:off x="1534716" y="572582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20" name="직사각형 419"/>
              <p:cNvSpPr/>
              <p:nvPr/>
            </p:nvSpPr>
            <p:spPr>
              <a:xfrm>
                <a:off x="1534716" y="600433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21" name="직사각형 420"/>
              <p:cNvSpPr/>
              <p:nvPr/>
            </p:nvSpPr>
            <p:spPr>
              <a:xfrm>
                <a:off x="1532620" y="625636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422" name="Picture 525" descr="radio_off"/>
              <p:cNvPicPr>
                <a:picLocks noChangeAspect="1" noChangeArrowheads="1"/>
              </p:cNvPicPr>
              <p:nvPr/>
            </p:nvPicPr>
            <p:blipFill>
              <a:blip r:embed="rId20" cstate="print">
                <a:grayscl/>
              </a:blip>
              <a:srcRect/>
              <a:stretch>
                <a:fillRect/>
              </a:stretch>
            </p:blipFill>
            <p:spPr bwMode="auto">
              <a:xfrm>
                <a:off x="1379136" y="5479028"/>
                <a:ext cx="117480" cy="112308"/>
              </a:xfrm>
              <a:prstGeom prst="rect">
                <a:avLst/>
              </a:prstGeom>
              <a:noFill/>
              <a:ln w="9525">
                <a:noFill/>
                <a:miter lim="800000"/>
                <a:headEnd/>
                <a:tailEnd/>
              </a:ln>
            </p:spPr>
          </p:pic>
          <p:pic>
            <p:nvPicPr>
              <p:cNvPr id="423" name="Picture 525" descr="radio_off"/>
              <p:cNvPicPr>
                <a:picLocks noChangeAspect="1" noChangeArrowheads="1"/>
              </p:cNvPicPr>
              <p:nvPr/>
            </p:nvPicPr>
            <p:blipFill>
              <a:blip r:embed="rId20" cstate="print">
                <a:grayscl/>
              </a:blip>
              <a:srcRect/>
              <a:stretch>
                <a:fillRect/>
              </a:stretch>
            </p:blipFill>
            <p:spPr bwMode="auto">
              <a:xfrm>
                <a:off x="1388604" y="5767060"/>
                <a:ext cx="117480" cy="112308"/>
              </a:xfrm>
              <a:prstGeom prst="rect">
                <a:avLst/>
              </a:prstGeom>
              <a:noFill/>
              <a:ln w="9525">
                <a:noFill/>
                <a:miter lim="800000"/>
                <a:headEnd/>
                <a:tailEnd/>
              </a:ln>
            </p:spPr>
          </p:pic>
          <p:pic>
            <p:nvPicPr>
              <p:cNvPr id="424" name="Picture 525" descr="radio_off"/>
              <p:cNvPicPr>
                <a:picLocks noChangeAspect="1" noChangeArrowheads="1"/>
              </p:cNvPicPr>
              <p:nvPr/>
            </p:nvPicPr>
            <p:blipFill>
              <a:blip r:embed="rId20" cstate="print">
                <a:grayscl/>
              </a:blip>
              <a:srcRect/>
              <a:stretch>
                <a:fillRect/>
              </a:stretch>
            </p:blipFill>
            <p:spPr bwMode="auto">
              <a:xfrm>
                <a:off x="1388604" y="6036042"/>
                <a:ext cx="117480" cy="112308"/>
              </a:xfrm>
              <a:prstGeom prst="rect">
                <a:avLst/>
              </a:prstGeom>
              <a:noFill/>
              <a:ln w="9525">
                <a:noFill/>
                <a:miter lim="800000"/>
                <a:headEnd/>
                <a:tailEnd/>
              </a:ln>
            </p:spPr>
          </p:pic>
          <p:pic>
            <p:nvPicPr>
              <p:cNvPr id="425" name="Picture 525" descr="radio_off"/>
              <p:cNvPicPr>
                <a:picLocks noChangeAspect="1" noChangeArrowheads="1"/>
              </p:cNvPicPr>
              <p:nvPr/>
            </p:nvPicPr>
            <p:blipFill>
              <a:blip r:embed="rId20" cstate="print">
                <a:grayscl/>
              </a:blip>
              <a:srcRect/>
              <a:stretch>
                <a:fillRect/>
              </a:stretch>
            </p:blipFill>
            <p:spPr bwMode="auto">
              <a:xfrm>
                <a:off x="1388604" y="6288070"/>
                <a:ext cx="117480" cy="112308"/>
              </a:xfrm>
              <a:prstGeom prst="rect">
                <a:avLst/>
              </a:prstGeom>
              <a:noFill/>
              <a:ln w="9525">
                <a:noFill/>
                <a:miter lim="800000"/>
                <a:headEnd/>
                <a:tailEnd/>
              </a:ln>
            </p:spPr>
          </p:pic>
        </p:grpSp>
        <p:pic>
          <p:nvPicPr>
            <p:cNvPr id="414"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76549" y="5049180"/>
              <a:ext cx="2807713" cy="1331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15" name="직사각형 414"/>
            <p:cNvSpPr/>
            <p:nvPr/>
          </p:nvSpPr>
          <p:spPr>
            <a:xfrm>
              <a:off x="1866181" y="7370410"/>
              <a:ext cx="5328000" cy="180000"/>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50000"/>
                    <a:lumOff val="50000"/>
                  </a:schemeClr>
                </a:solidFill>
                <a:latin typeface="+mn-ea"/>
              </a:endParaRPr>
            </a:p>
          </p:txBody>
        </p:sp>
      </p:grpSp>
      <p:sp>
        <p:nvSpPr>
          <p:cNvPr id="428" name="TextBox 42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강의평가 설문지 </a:t>
            </a:r>
            <a:r>
              <a:rPr lang="en-US" altLang="ko-KR" sz="800" spc="-60" dirty="0" smtClean="0">
                <a:latin typeface="+mn-ea"/>
                <a:ea typeface="+mn-ea"/>
              </a:rPr>
              <a:t>(2/2)</a:t>
            </a:r>
            <a:endParaRPr lang="ko-KR" altLang="en-US" sz="800" spc="-60" dirty="0">
              <a:latin typeface="+mn-ea"/>
              <a:ea typeface="+mn-ea"/>
            </a:endParaRPr>
          </a:p>
        </p:txBody>
      </p:sp>
    </p:spTree>
    <p:extLst>
      <p:ext uri="{BB962C8B-B14F-4D97-AF65-F5344CB8AC3E}">
        <p14:creationId xmlns:p14="http://schemas.microsoft.com/office/powerpoint/2010/main" val="3401703129"/>
      </p:ext>
    </p:extLst>
  </p:cSld>
  <p:clrMapOvr>
    <a:masterClrMapping/>
  </p:clrMapOvr>
  <p:transition>
    <p:wipe dir="r"/>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KNOU_UI_C02170000_08</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910158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702061145"/>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8936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5509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3419185553"/>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강의평가명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3113106758"/>
              </p:ext>
            </p:extLst>
          </p:nvPr>
        </p:nvGraphicFramePr>
        <p:xfrm>
          <a:off x="1975898" y="4120856"/>
          <a:ext cx="7484563" cy="921463"/>
        </p:xfrm>
        <a:graphic>
          <a:graphicData uri="http://schemas.openxmlformats.org/drawingml/2006/table">
            <a:tbl>
              <a:tblPr/>
              <a:tblGrid>
                <a:gridCol w="252112">
                  <a:extLst>
                    <a:ext uri="{9D8B030D-6E8A-4147-A177-3AD203B41FA5}">
                      <a16:colId xmlns:a16="http://schemas.microsoft.com/office/drawing/2014/main" xmlns="" val="20001"/>
                    </a:ext>
                  </a:extLst>
                </a:gridCol>
                <a:gridCol w="852782"/>
                <a:gridCol w="1512168"/>
                <a:gridCol w="1944216"/>
                <a:gridCol w="1162417"/>
                <a:gridCol w="586353"/>
                <a:gridCol w="586353"/>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 후 성적조회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smtClean="0">
                          <a:solidFill>
                            <a:schemeClr val="tx1">
                              <a:lumMod val="75000"/>
                              <a:lumOff val="25000"/>
                            </a:schemeClr>
                          </a:solidFill>
                          <a:latin typeface="+mn-ea"/>
                          <a:ea typeface="+mn-ea"/>
                        </a:rPr>
                        <a:t>기말 강의평가</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강의평가</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 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 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강의평가</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 강의평가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수식시험 강의평가</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129197"/>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결과확</a:t>
            </a:r>
            <a:r>
              <a:rPr lang="ko-KR" altLang="en-US" sz="800" kern="0" dirty="0">
                <a:solidFill>
                  <a:schemeClr val="tx1">
                    <a:lumMod val="75000"/>
                    <a:lumOff val="25000"/>
                  </a:schemeClr>
                </a:solidFill>
                <a:latin typeface="+mn-ea"/>
                <a:ea typeface="+mn-ea"/>
              </a:rPr>
              <a:t>인</a:t>
            </a:r>
          </a:p>
        </p:txBody>
      </p:sp>
      <p:sp>
        <p:nvSpPr>
          <p:cNvPr id="204" name="Rectangle 122"/>
          <p:cNvSpPr>
            <a:spLocks noChangeArrowheads="1"/>
          </p:cNvSpPr>
          <p:nvPr/>
        </p:nvSpPr>
        <p:spPr bwMode="auto">
          <a:xfrm>
            <a:off x="890014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6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369" name="꺾인 연결선 368"/>
          <p:cNvCxnSpPr>
            <a:stCxn id="191" idx="0"/>
            <a:endCxn id="207" idx="0"/>
          </p:cNvCxnSpPr>
          <p:nvPr/>
        </p:nvCxnSpPr>
        <p:spPr>
          <a:xfrm rot="16200000" flipV="1">
            <a:off x="6159902" y="1836097"/>
            <a:ext cx="2131665" cy="3877312"/>
          </a:xfrm>
          <a:prstGeom prst="bentConnector3">
            <a:avLst>
              <a:gd name="adj1" fmla="val 110724"/>
            </a:avLst>
          </a:prstGeom>
          <a:ln>
            <a:tailEnd type="arrow"/>
          </a:ln>
        </p:spPr>
        <p:style>
          <a:lnRef idx="1">
            <a:schemeClr val="accent1"/>
          </a:lnRef>
          <a:fillRef idx="0">
            <a:schemeClr val="accent1"/>
          </a:fillRef>
          <a:effectRef idx="0">
            <a:schemeClr val="accent1"/>
          </a:effectRef>
          <a:fontRef idx="minor">
            <a:schemeClr val="tx1"/>
          </a:fontRef>
        </p:style>
      </p:cxnSp>
      <p:sp>
        <p:nvSpPr>
          <p:cNvPr id="428" name="TextBox 42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강의평가 결과 </a:t>
            </a:r>
            <a:r>
              <a:rPr lang="en-US" altLang="ko-KR" sz="800" spc="-60" dirty="0" smtClean="0">
                <a:latin typeface="+mn-ea"/>
                <a:ea typeface="+mn-ea"/>
              </a:rPr>
              <a:t>(1/2)</a:t>
            </a:r>
            <a:endParaRPr lang="ko-KR" altLang="en-US" sz="800" spc="-60" dirty="0">
              <a:latin typeface="+mn-ea"/>
              <a:ea typeface="+mn-ea"/>
            </a:endParaRPr>
          </a:p>
        </p:txBody>
      </p:sp>
      <p:grpSp>
        <p:nvGrpSpPr>
          <p:cNvPr id="205" name="그룹 204"/>
          <p:cNvGrpSpPr/>
          <p:nvPr/>
        </p:nvGrpSpPr>
        <p:grpSpPr>
          <a:xfrm>
            <a:off x="2178477" y="2708920"/>
            <a:ext cx="6224400" cy="7984429"/>
            <a:chOff x="1100571" y="3168288"/>
            <a:chExt cx="6224400" cy="7984429"/>
          </a:xfrm>
        </p:grpSpPr>
        <p:sp>
          <p:nvSpPr>
            <p:cNvPr id="206" name="직사각형 205"/>
            <p:cNvSpPr/>
            <p:nvPr/>
          </p:nvSpPr>
          <p:spPr>
            <a:xfrm>
              <a:off x="1100571" y="3176975"/>
              <a:ext cx="6224400" cy="7975742"/>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07" name="직사각형 206"/>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08" name="직사각형 207"/>
            <p:cNvSpPr/>
            <p:nvPr/>
          </p:nvSpPr>
          <p:spPr>
            <a:xfrm>
              <a:off x="1109761" y="3201232"/>
              <a:ext cx="837089" cy="215444"/>
            </a:xfrm>
            <a:prstGeom prst="rect">
              <a:avLst/>
            </a:prstGeom>
          </p:spPr>
          <p:txBody>
            <a:bodyPr wrap="none">
              <a:spAutoFit/>
            </a:bodyPr>
            <a:lstStyle/>
            <a:p>
              <a:r>
                <a:rPr lang="ko-KR" altLang="en-US" sz="800" b="1" dirty="0" smtClean="0">
                  <a:solidFill>
                    <a:schemeClr val="bg1"/>
                  </a:solidFill>
                  <a:latin typeface="+mn-ea"/>
                  <a:ea typeface="+mn-ea"/>
                </a:rPr>
                <a:t>강의평가 결과</a:t>
              </a:r>
              <a:endParaRPr lang="ko-KR" altLang="en-US" sz="800" b="1" dirty="0">
                <a:solidFill>
                  <a:schemeClr val="bg1"/>
                </a:solidFill>
                <a:latin typeface="+mn-ea"/>
                <a:ea typeface="+mn-ea"/>
              </a:endParaRPr>
            </a:p>
          </p:txBody>
        </p:sp>
        <p:sp>
          <p:nvSpPr>
            <p:cNvPr id="209" name="직사각형 208"/>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210" name="자유형 209"/>
          <p:cNvSpPr/>
          <p:nvPr/>
        </p:nvSpPr>
        <p:spPr>
          <a:xfrm flipV="1">
            <a:off x="2389927" y="9982645"/>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211" name="직사각형 210"/>
          <p:cNvSpPr/>
          <p:nvPr/>
        </p:nvSpPr>
        <p:spPr>
          <a:xfrm>
            <a:off x="2265452" y="3006477"/>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12" name="모서리가 둥근 직사각형 211"/>
          <p:cNvSpPr/>
          <p:nvPr/>
        </p:nvSpPr>
        <p:spPr>
          <a:xfrm>
            <a:off x="4363219" y="1028906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다음</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213" name="모서리가 둥근 직사각형 212"/>
          <p:cNvSpPr/>
          <p:nvPr/>
        </p:nvSpPr>
        <p:spPr>
          <a:xfrm>
            <a:off x="5327898" y="10289067"/>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214" name="그룹 213"/>
          <p:cNvGrpSpPr/>
          <p:nvPr/>
        </p:nvGrpSpPr>
        <p:grpSpPr>
          <a:xfrm>
            <a:off x="2265451" y="3373569"/>
            <a:ext cx="6062400" cy="1582457"/>
            <a:chOff x="2265451" y="3358711"/>
            <a:chExt cx="6062400" cy="1582457"/>
          </a:xfrm>
        </p:grpSpPr>
        <p:grpSp>
          <p:nvGrpSpPr>
            <p:cNvPr id="243" name="그룹 242"/>
            <p:cNvGrpSpPr/>
            <p:nvPr/>
          </p:nvGrpSpPr>
          <p:grpSpPr>
            <a:xfrm>
              <a:off x="2265451" y="3358711"/>
              <a:ext cx="6062400" cy="1582457"/>
              <a:chOff x="1199058" y="2888940"/>
              <a:chExt cx="6062400" cy="1582457"/>
            </a:xfrm>
          </p:grpSpPr>
          <p:sp>
            <p:nvSpPr>
              <p:cNvPr id="245" name="직사각형 244"/>
              <p:cNvSpPr/>
              <p:nvPr/>
            </p:nvSpPr>
            <p:spPr>
              <a:xfrm>
                <a:off x="1199058" y="2888940"/>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46" name="그룹 245"/>
              <p:cNvGrpSpPr/>
              <p:nvPr/>
            </p:nvGrpSpPr>
            <p:grpSpPr>
              <a:xfrm>
                <a:off x="1206488" y="2977902"/>
                <a:ext cx="6048000" cy="254124"/>
                <a:chOff x="1216013" y="4211563"/>
                <a:chExt cx="6048000" cy="254124"/>
              </a:xfrm>
            </p:grpSpPr>
            <p:cxnSp>
              <p:nvCxnSpPr>
                <p:cNvPr id="265" name="직선 연결선 264"/>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1111111</a:t>
                  </a:r>
                </a:p>
              </p:txBody>
            </p:sp>
          </p:grpSp>
          <p:grpSp>
            <p:nvGrpSpPr>
              <p:cNvPr id="247" name="그룹 246"/>
              <p:cNvGrpSpPr/>
              <p:nvPr/>
            </p:nvGrpSpPr>
            <p:grpSpPr>
              <a:xfrm>
                <a:off x="1360029" y="3356992"/>
                <a:ext cx="1900783" cy="1068499"/>
                <a:chOff x="1360029" y="3356992"/>
                <a:chExt cx="1900783" cy="1068499"/>
              </a:xfrm>
            </p:grpSpPr>
            <p:sp>
              <p:nvSpPr>
                <p:cNvPr id="249" name="직사각형 248"/>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0" name="직사각형 249"/>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1" name="직사각형 250"/>
                <p:cNvSpPr/>
                <p:nvPr/>
              </p:nvSpPr>
              <p:spPr>
                <a:xfrm>
                  <a:off x="1566719" y="393305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2" name="직사각형 251"/>
                <p:cNvSpPr/>
                <p:nvPr/>
              </p:nvSpPr>
              <p:spPr>
                <a:xfrm>
                  <a:off x="1564623" y="41850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53" name="직사각형 252"/>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62" name="직사각형 261"/>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63" name="직사각형 262"/>
                <p:cNvSpPr/>
                <p:nvPr/>
              </p:nvSpPr>
              <p:spPr>
                <a:xfrm>
                  <a:off x="1369554" y="3986026"/>
                  <a:ext cx="116381" cy="108000"/>
                </a:xfrm>
                <a:prstGeom prst="rect">
                  <a:avLst/>
                </a:prstGeom>
                <a:solidFill>
                  <a:srgbClr val="7030A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64" name="직사각형 263"/>
                <p:cNvSpPr/>
                <p:nvPr/>
              </p:nvSpPr>
              <p:spPr>
                <a:xfrm>
                  <a:off x="1371650" y="4228517"/>
                  <a:ext cx="116381" cy="108000"/>
                </a:xfrm>
                <a:prstGeom prst="rect">
                  <a:avLst/>
                </a:prstGeom>
                <a:solidFill>
                  <a:schemeClr val="accent1">
                    <a:lumMod val="60000"/>
                    <a:lumOff val="4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248" name="차트 247"/>
              <p:cNvGraphicFramePr/>
              <p:nvPr>
                <p:extLst>
                  <p:ext uri="{D42A27DB-BD31-4B8C-83A1-F6EECF244321}">
                    <p14:modId xmlns:p14="http://schemas.microsoft.com/office/powerpoint/2010/main" val="70500174"/>
                  </p:ext>
                </p:extLst>
              </p:nvPr>
            </p:nvGraphicFramePr>
            <p:xfrm>
              <a:off x="5448430" y="3292413"/>
              <a:ext cx="1754376" cy="1044104"/>
            </p:xfrm>
            <a:graphic>
              <a:graphicData uri="http://schemas.openxmlformats.org/drawingml/2006/chart">
                <c:chart xmlns:c="http://schemas.openxmlformats.org/drawingml/2006/chart" xmlns:r="http://schemas.openxmlformats.org/officeDocument/2006/relationships" r:id="rId20"/>
              </a:graphicData>
            </a:graphic>
          </p:graphicFrame>
        </p:grpSp>
        <p:pic>
          <p:nvPicPr>
            <p:cNvPr id="244"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767813" y="4733556"/>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67" name="그룹 266"/>
          <p:cNvGrpSpPr/>
          <p:nvPr/>
        </p:nvGrpSpPr>
        <p:grpSpPr>
          <a:xfrm>
            <a:off x="2265451" y="5096428"/>
            <a:ext cx="6062400" cy="1582457"/>
            <a:chOff x="1199059" y="4581128"/>
            <a:chExt cx="6062400" cy="1582457"/>
          </a:xfrm>
        </p:grpSpPr>
        <p:grpSp>
          <p:nvGrpSpPr>
            <p:cNvPr id="268" name="그룹 267"/>
            <p:cNvGrpSpPr/>
            <p:nvPr/>
          </p:nvGrpSpPr>
          <p:grpSpPr>
            <a:xfrm>
              <a:off x="1199059" y="4581128"/>
              <a:ext cx="6062400" cy="1582457"/>
              <a:chOff x="1199059" y="4653136"/>
              <a:chExt cx="6062400" cy="1582457"/>
            </a:xfrm>
          </p:grpSpPr>
          <p:sp>
            <p:nvSpPr>
              <p:cNvPr id="280" name="직사각형 279"/>
              <p:cNvSpPr/>
              <p:nvPr/>
            </p:nvSpPr>
            <p:spPr>
              <a:xfrm>
                <a:off x="1199059" y="4653136"/>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81" name="그룹 280"/>
              <p:cNvGrpSpPr/>
              <p:nvPr/>
            </p:nvGrpSpPr>
            <p:grpSpPr>
              <a:xfrm>
                <a:off x="1206489" y="4742098"/>
                <a:ext cx="6048000" cy="254124"/>
                <a:chOff x="1216013" y="4211563"/>
                <a:chExt cx="6048000" cy="254124"/>
              </a:xfrm>
            </p:grpSpPr>
            <p:cxnSp>
              <p:nvCxnSpPr>
                <p:cNvPr id="282" name="직선 연결선 281"/>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83" name="직사각형 282"/>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222222222</a:t>
                  </a:r>
                </a:p>
              </p:txBody>
            </p:sp>
          </p:grpSp>
        </p:grpSp>
        <p:grpSp>
          <p:nvGrpSpPr>
            <p:cNvPr id="269" name="그룹 268"/>
            <p:cNvGrpSpPr/>
            <p:nvPr/>
          </p:nvGrpSpPr>
          <p:grpSpPr>
            <a:xfrm>
              <a:off x="1360029" y="5011080"/>
              <a:ext cx="1900783" cy="1068499"/>
              <a:chOff x="1360029" y="3356992"/>
              <a:chExt cx="1900783" cy="1068499"/>
            </a:xfrm>
          </p:grpSpPr>
          <p:sp>
            <p:nvSpPr>
              <p:cNvPr id="272" name="직사각형 271"/>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산</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73" name="직사각형 272"/>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바다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74" name="직사각형 273"/>
              <p:cNvSpPr/>
              <p:nvPr/>
            </p:nvSpPr>
            <p:spPr>
              <a:xfrm>
                <a:off x="1566719" y="3933056"/>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들</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75" name="직사각형 274"/>
              <p:cNvSpPr/>
              <p:nvPr/>
            </p:nvSpPr>
            <p:spPr>
              <a:xfrm>
                <a:off x="1564623" y="418508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76" name="직사각형 275"/>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77" name="직사각형 276"/>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78" name="직사각형 277"/>
              <p:cNvSpPr/>
              <p:nvPr/>
            </p:nvSpPr>
            <p:spPr>
              <a:xfrm>
                <a:off x="1369554" y="3986026"/>
                <a:ext cx="116381" cy="108000"/>
              </a:xfrm>
              <a:prstGeom prst="rect">
                <a:avLst/>
              </a:prstGeom>
              <a:solidFill>
                <a:srgbClr val="7030A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79" name="직사각형 278"/>
              <p:cNvSpPr/>
              <p:nvPr/>
            </p:nvSpPr>
            <p:spPr>
              <a:xfrm>
                <a:off x="1371650" y="4228517"/>
                <a:ext cx="116381" cy="108000"/>
              </a:xfrm>
              <a:prstGeom prst="rect">
                <a:avLst/>
              </a:prstGeom>
              <a:solidFill>
                <a:schemeClr val="accent1">
                  <a:lumMod val="60000"/>
                  <a:lumOff val="40000"/>
                </a:schemeClr>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270" name="차트 269"/>
            <p:cNvGraphicFramePr/>
            <p:nvPr>
              <p:extLst>
                <p:ext uri="{D42A27DB-BD31-4B8C-83A1-F6EECF244321}">
                  <p14:modId xmlns:p14="http://schemas.microsoft.com/office/powerpoint/2010/main" val="2139896074"/>
                </p:ext>
              </p:extLst>
            </p:nvPr>
          </p:nvGraphicFramePr>
          <p:xfrm>
            <a:off x="5448430" y="4959408"/>
            <a:ext cx="1754376" cy="1044104"/>
          </p:xfrm>
          <a:graphic>
            <a:graphicData uri="http://schemas.openxmlformats.org/drawingml/2006/chart">
              <c:chart xmlns:c="http://schemas.openxmlformats.org/drawingml/2006/chart" xmlns:r="http://schemas.openxmlformats.org/officeDocument/2006/relationships" r:id="rId22"/>
            </a:graphicData>
          </a:graphic>
        </p:graphicFrame>
        <p:pic>
          <p:nvPicPr>
            <p:cNvPr id="271"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09084" y="5952712"/>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84" name="직사각형 283"/>
          <p:cNvSpPr/>
          <p:nvPr/>
        </p:nvSpPr>
        <p:spPr>
          <a:xfrm>
            <a:off x="2265451" y="6822901"/>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85" name="그룹 284"/>
          <p:cNvGrpSpPr/>
          <p:nvPr/>
        </p:nvGrpSpPr>
        <p:grpSpPr>
          <a:xfrm>
            <a:off x="2272881" y="6911862"/>
            <a:ext cx="6048000" cy="254124"/>
            <a:chOff x="1216013" y="4211563"/>
            <a:chExt cx="6048000" cy="254124"/>
          </a:xfrm>
        </p:grpSpPr>
        <p:cxnSp>
          <p:nvCxnSpPr>
            <p:cNvPr id="286" name="직선 연결선 285"/>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87" name="직사각형 286"/>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1-3.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33333333</a:t>
              </a:r>
            </a:p>
          </p:txBody>
        </p:sp>
      </p:grpSp>
      <p:graphicFrame>
        <p:nvGraphicFramePr>
          <p:cNvPr id="288" name="표 287"/>
          <p:cNvGraphicFramePr>
            <a:graphicFrameLocks noGrp="1"/>
          </p:cNvGraphicFramePr>
          <p:nvPr>
            <p:extLst>
              <p:ext uri="{D42A27DB-BD31-4B8C-83A1-F6EECF244321}">
                <p14:modId xmlns:p14="http://schemas.microsoft.com/office/powerpoint/2010/main" val="2317994682"/>
              </p:ext>
            </p:extLst>
          </p:nvPr>
        </p:nvGraphicFramePr>
        <p:xfrm>
          <a:off x="2346984" y="7262930"/>
          <a:ext cx="5904656" cy="694362"/>
        </p:xfrm>
        <a:graphic>
          <a:graphicData uri="http://schemas.openxmlformats.org/drawingml/2006/table">
            <a:tbl>
              <a:tblPr firstRow="1" bandRow="1">
                <a:tableStyleId>{5C22544A-7EE6-4342-B048-85BDC9FD1C3A}</a:tableStyleId>
              </a:tblPr>
              <a:tblGrid>
                <a:gridCol w="3238184"/>
                <a:gridCol w="888824"/>
                <a:gridCol w="888824"/>
                <a:gridCol w="888824"/>
              </a:tblGrid>
              <a:tr h="231454">
                <a:tc>
                  <a:txBody>
                    <a:bodyPr/>
                    <a:lstStyle/>
                    <a:p>
                      <a:pPr algn="l" latinLnBrk="1"/>
                      <a:r>
                        <a:rPr lang="ko-KR" altLang="en-US" sz="800" b="1" dirty="0" smtClean="0">
                          <a:solidFill>
                            <a:schemeClr val="tx1">
                              <a:lumMod val="75000"/>
                              <a:lumOff val="25000"/>
                            </a:schemeClr>
                          </a:solidFill>
                          <a:latin typeface="+mn-ea"/>
                          <a:ea typeface="+mn-ea"/>
                        </a:rPr>
                        <a:t>문항</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그렇다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보통</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아니다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l" latinLnBrk="1"/>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11111111111111111111</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solidFill>
                        </a:rPr>
                        <a:t>25%</a:t>
                      </a:r>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t>25%</a:t>
                      </a:r>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314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2222222222222</a:t>
                      </a:r>
                      <a:endParaRPr lang="ko-KR" altLang="en-US" sz="80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20%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30%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grpSp>
        <p:nvGrpSpPr>
          <p:cNvPr id="289" name="그룹 288"/>
          <p:cNvGrpSpPr/>
          <p:nvPr/>
        </p:nvGrpSpPr>
        <p:grpSpPr>
          <a:xfrm>
            <a:off x="2265451" y="8190233"/>
            <a:ext cx="6062400" cy="1613571"/>
            <a:chOff x="2265451" y="8190233"/>
            <a:chExt cx="6062400" cy="1613571"/>
          </a:xfrm>
        </p:grpSpPr>
        <p:sp>
          <p:nvSpPr>
            <p:cNvPr id="290" name="직사각형 289"/>
            <p:cNvSpPr/>
            <p:nvPr/>
          </p:nvSpPr>
          <p:spPr>
            <a:xfrm>
              <a:off x="2265451" y="8190233"/>
              <a:ext cx="6062400" cy="161357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291" name="그룹 290"/>
            <p:cNvGrpSpPr/>
            <p:nvPr/>
          </p:nvGrpSpPr>
          <p:grpSpPr>
            <a:xfrm>
              <a:off x="2272881" y="8279195"/>
              <a:ext cx="6048000" cy="254124"/>
              <a:chOff x="1216013" y="4211563"/>
              <a:chExt cx="6048000" cy="254124"/>
            </a:xfrm>
          </p:grpSpPr>
          <p:cxnSp>
            <p:nvCxnSpPr>
              <p:cNvPr id="299" name="직선 연결선 298"/>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00" name="직사각형 299"/>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1-4.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444444444444</a:t>
                </a:r>
              </a:p>
            </p:txBody>
          </p:sp>
        </p:grpSp>
        <p:grpSp>
          <p:nvGrpSpPr>
            <p:cNvPr id="292" name="그룹 291"/>
            <p:cNvGrpSpPr/>
            <p:nvPr/>
          </p:nvGrpSpPr>
          <p:grpSpPr>
            <a:xfrm>
              <a:off x="2413670" y="8889465"/>
              <a:ext cx="1900783" cy="537964"/>
              <a:chOff x="1360029" y="3356992"/>
              <a:chExt cx="1900783" cy="537964"/>
            </a:xfrm>
          </p:grpSpPr>
          <p:sp>
            <p:nvSpPr>
              <p:cNvPr id="295" name="직사각형 294"/>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O</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296" name="직사각형 295"/>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X</a:t>
                </a:r>
              </a:p>
            </p:txBody>
          </p:sp>
          <p:sp>
            <p:nvSpPr>
              <p:cNvPr id="297" name="직사각형 296"/>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298" name="직사각형 297"/>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293" name="차트 292"/>
            <p:cNvGraphicFramePr/>
            <p:nvPr>
              <p:extLst>
                <p:ext uri="{D42A27DB-BD31-4B8C-83A1-F6EECF244321}">
                  <p14:modId xmlns:p14="http://schemas.microsoft.com/office/powerpoint/2010/main" val="2918721362"/>
                </p:ext>
              </p:extLst>
            </p:nvPr>
          </p:nvGraphicFramePr>
          <p:xfrm>
            <a:off x="6546701" y="8558390"/>
            <a:ext cx="1754376" cy="1044104"/>
          </p:xfrm>
          <a:graphic>
            <a:graphicData uri="http://schemas.openxmlformats.org/drawingml/2006/chart">
              <c:chart xmlns:c="http://schemas.openxmlformats.org/drawingml/2006/chart" xmlns:r="http://schemas.openxmlformats.org/officeDocument/2006/relationships" r:id="rId23"/>
            </a:graphicData>
          </a:graphic>
        </p:graphicFrame>
        <p:pic>
          <p:nvPicPr>
            <p:cNvPr id="294" name="Picture 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65725" y="9558033"/>
              <a:ext cx="766012" cy="1797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cxnSp>
        <p:nvCxnSpPr>
          <p:cNvPr id="301" name="직선 연결선 300"/>
          <p:cNvCxnSpPr/>
          <p:nvPr/>
        </p:nvCxnSpPr>
        <p:spPr>
          <a:xfrm>
            <a:off x="2184984" y="3265934"/>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9108987"/>
      </p:ext>
    </p:extLst>
  </p:cSld>
  <p:clrMapOvr>
    <a:masterClrMapping/>
  </p:clrMapOvr>
  <p:transition>
    <p:wipe dir="r"/>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KNOU_UI_C02170000_09</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214</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910158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강의평가</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강의평가</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833508954"/>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설문결과 다음 페이지</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rgbClr val="0070C0"/>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강의평가</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748936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105509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72" name="Rectangle 122"/>
          <p:cNvSpPr>
            <a:spLocks noChangeArrowheads="1"/>
          </p:cNvSpPr>
          <p:nvPr/>
        </p:nvSpPr>
        <p:spPr bwMode="auto">
          <a:xfrm>
            <a:off x="8987588" y="3824999"/>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73" name="직사각형 172"/>
          <p:cNvSpPr/>
          <p:nvPr/>
        </p:nvSpPr>
        <p:spPr>
          <a:xfrm>
            <a:off x="1928663" y="3817615"/>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6</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graphicFrame>
        <p:nvGraphicFramePr>
          <p:cNvPr id="174" name="Group 37"/>
          <p:cNvGraphicFramePr>
            <a:graphicFrameLocks noGrp="1"/>
          </p:cNvGraphicFramePr>
          <p:nvPr>
            <p:extLst>
              <p:ext uri="{D42A27DB-BD31-4B8C-83A1-F6EECF244321}">
                <p14:modId xmlns:p14="http://schemas.microsoft.com/office/powerpoint/2010/main" val="4070145365"/>
              </p:ext>
            </p:extLst>
          </p:nvPr>
        </p:nvGraphicFramePr>
        <p:xfrm>
          <a:off x="1972097" y="3424808"/>
          <a:ext cx="7476755" cy="286180"/>
        </p:xfrm>
        <a:graphic>
          <a:graphicData uri="http://schemas.openxmlformats.org/drawingml/2006/table">
            <a:tbl>
              <a:tblPr/>
              <a:tblGrid>
                <a:gridCol w="1108695">
                  <a:extLst>
                    <a:ext uri="{9D8B030D-6E8A-4147-A177-3AD203B41FA5}">
                      <a16:colId xmlns:a16="http://schemas.microsoft.com/office/drawing/2014/main" xmlns="" val="20001"/>
                    </a:ext>
                  </a:extLst>
                </a:gridCol>
                <a:gridCol w="5256584"/>
                <a:gridCol w="1111476"/>
              </a:tblGrid>
              <a:tr h="286180">
                <a:tc>
                  <a:txBody>
                    <a:bodyPr/>
                    <a:lstStyle/>
                    <a:p>
                      <a:pPr marL="0" marR="0" lvl="0" indent="0" algn="l" defTabSz="914400" rtl="0" eaLnBrk="1" fontAlgn="base" latinLnBrk="1" hangingPunct="1">
                        <a:lnSpc>
                          <a:spcPct val="100000"/>
                        </a:lnSpc>
                        <a:spcBef>
                          <a:spcPct val="20000"/>
                        </a:spcBef>
                        <a:spcAft>
                          <a:spcPct val="0"/>
                        </a:spcAft>
                        <a:buClrTx/>
                        <a:buSzTx/>
                        <a:buFontTx/>
                        <a:buNone/>
                        <a:tabLst/>
                        <a:defRPr/>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검색어</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175" name="Rectangle 122"/>
          <p:cNvSpPr>
            <a:spLocks noChangeArrowheads="1"/>
          </p:cNvSpPr>
          <p:nvPr/>
        </p:nvSpPr>
        <p:spPr bwMode="auto">
          <a:xfrm>
            <a:off x="3114700" y="3472433"/>
            <a:ext cx="3420000" cy="1728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ko-KR" altLang="en-US" sz="800" kern="0" dirty="0" err="1" smtClean="0">
                <a:solidFill>
                  <a:schemeClr val="tx1">
                    <a:lumMod val="50000"/>
                    <a:lumOff val="50000"/>
                  </a:schemeClr>
                </a:solidFill>
                <a:latin typeface="+mn-ea"/>
                <a:ea typeface="+mn-ea"/>
              </a:rPr>
              <a:t>강의평가명</a:t>
            </a:r>
            <a:r>
              <a:rPr lang="ko-KR" altLang="en-US" sz="800" kern="0" dirty="0" smtClean="0">
                <a:solidFill>
                  <a:schemeClr val="tx1">
                    <a:lumMod val="50000"/>
                    <a:lumOff val="50000"/>
                  </a:schemeClr>
                </a:solidFill>
                <a:latin typeface="+mn-ea"/>
                <a:ea typeface="+mn-ea"/>
              </a:rPr>
              <a:t> 입력</a:t>
            </a:r>
            <a:endParaRPr lang="ko-KR" altLang="en-US" sz="800" kern="0" dirty="0">
              <a:solidFill>
                <a:schemeClr val="tx1">
                  <a:lumMod val="50000"/>
                  <a:lumOff val="50000"/>
                </a:schemeClr>
              </a:solidFill>
              <a:latin typeface="+mn-ea"/>
              <a:ea typeface="+mn-ea"/>
            </a:endParaRPr>
          </a:p>
        </p:txBody>
      </p:sp>
      <p:sp>
        <p:nvSpPr>
          <p:cNvPr id="176" name="모서리가 둥근 직사각형 175"/>
          <p:cNvSpPr/>
          <p:nvPr/>
        </p:nvSpPr>
        <p:spPr>
          <a:xfrm>
            <a:off x="8483588" y="3472433"/>
            <a:ext cx="900000" cy="1728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검색</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77" name="Group 37"/>
          <p:cNvGraphicFramePr>
            <a:graphicFrameLocks noGrp="1"/>
          </p:cNvGraphicFramePr>
          <p:nvPr>
            <p:extLst>
              <p:ext uri="{D42A27DB-BD31-4B8C-83A1-F6EECF244321}">
                <p14:modId xmlns:p14="http://schemas.microsoft.com/office/powerpoint/2010/main" val="373997594"/>
              </p:ext>
            </p:extLst>
          </p:nvPr>
        </p:nvGraphicFramePr>
        <p:xfrm>
          <a:off x="1975898" y="4120856"/>
          <a:ext cx="7484563" cy="921463"/>
        </p:xfrm>
        <a:graphic>
          <a:graphicData uri="http://schemas.openxmlformats.org/drawingml/2006/table">
            <a:tbl>
              <a:tblPr/>
              <a:tblGrid>
                <a:gridCol w="252112">
                  <a:extLst>
                    <a:ext uri="{9D8B030D-6E8A-4147-A177-3AD203B41FA5}">
                      <a16:colId xmlns:a16="http://schemas.microsoft.com/office/drawing/2014/main" xmlns="" val="20001"/>
                    </a:ext>
                  </a:extLst>
                </a:gridCol>
                <a:gridCol w="852782"/>
                <a:gridCol w="1512168"/>
                <a:gridCol w="1944216"/>
                <a:gridCol w="1162417"/>
                <a:gridCol w="586353"/>
                <a:gridCol w="586353"/>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 후 성적조회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smtClean="0">
                          <a:solidFill>
                            <a:schemeClr val="tx1">
                              <a:lumMod val="75000"/>
                              <a:lumOff val="25000"/>
                            </a:schemeClr>
                          </a:solidFill>
                          <a:latin typeface="+mn-ea"/>
                          <a:ea typeface="+mn-ea"/>
                        </a:rPr>
                        <a:t>기말 강의평가</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중간고사 강의평가</a:t>
                      </a:r>
                      <a:r>
                        <a:rPr lang="en-US" altLang="ko-KR" sz="800" b="0" kern="1200" dirty="0" smtClean="0">
                          <a:solidFill>
                            <a:srgbClr val="0070C0"/>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 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전</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 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기말고사 강의평가</a:t>
                      </a:r>
                      <a:r>
                        <a:rPr lang="en-US" altLang="ko-KR" sz="800" b="0" kern="1200" dirty="0" smtClean="0">
                          <a:solidFill>
                            <a:srgbClr val="0070C0"/>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algn="l"/>
                      <a:r>
                        <a:rPr lang="ko-KR" altLang="en-US" sz="800" b="0" dirty="0" smtClean="0">
                          <a:solidFill>
                            <a:schemeClr val="tx1">
                              <a:lumMod val="75000"/>
                              <a:lumOff val="25000"/>
                            </a:schemeClr>
                          </a:solidFill>
                          <a:latin typeface="+mn-ea"/>
                          <a:ea typeface="+mn-ea"/>
                        </a:rPr>
                        <a:t>중간 강의평가</a:t>
                      </a:r>
                      <a:endParaRPr lang="ko-KR" altLang="en-US" sz="800" b="0" dirty="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rgbClr val="0070C0"/>
                          </a:solidFill>
                          <a:latin typeface="+mn-ea"/>
                          <a:ea typeface="+mn-ea"/>
                          <a:cs typeface="+mn-cs"/>
                        </a:rPr>
                        <a:t>수식시험 강의평가</a:t>
                      </a:r>
                      <a:r>
                        <a:rPr lang="en-US" altLang="ko-KR" sz="800" b="0" kern="1200" dirty="0" smtClean="0">
                          <a:solidFill>
                            <a:srgbClr val="0070C0"/>
                          </a:solidFill>
                          <a:latin typeface="+mn-ea"/>
                          <a:ea typeface="+mn-ea"/>
                          <a:cs typeface="+mn-cs"/>
                        </a:rPr>
                        <a:t>03.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rgbClr val="FF0000"/>
                          </a:solidFill>
                          <a:latin typeface="+mn-ea"/>
                          <a:ea typeface="+mn-ea"/>
                          <a:cs typeface="+mn-cs"/>
                        </a:rPr>
                        <a:t>N</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178" name="그룹 74"/>
          <p:cNvGrpSpPr>
            <a:grpSpLocks/>
          </p:cNvGrpSpPr>
          <p:nvPr/>
        </p:nvGrpSpPr>
        <p:grpSpPr bwMode="auto">
          <a:xfrm>
            <a:off x="4858228" y="5129197"/>
            <a:ext cx="1678948" cy="215444"/>
            <a:chOff x="5843761" y="3953547"/>
            <a:chExt cx="1769478" cy="256728"/>
          </a:xfrm>
        </p:grpSpPr>
        <p:sp>
          <p:nvSpPr>
            <p:cNvPr id="179"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180" name="그룹 86"/>
            <p:cNvGrpSpPr>
              <a:grpSpLocks/>
            </p:cNvGrpSpPr>
            <p:nvPr/>
          </p:nvGrpSpPr>
          <p:grpSpPr bwMode="auto">
            <a:xfrm>
              <a:off x="5889794" y="3953547"/>
              <a:ext cx="1723445" cy="256728"/>
              <a:chOff x="5889794" y="3953547"/>
              <a:chExt cx="1723445" cy="256728"/>
            </a:xfrm>
          </p:grpSpPr>
          <p:sp>
            <p:nvSpPr>
              <p:cNvPr id="181"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2"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183"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4"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5"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186"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pic>
        <p:nvPicPr>
          <p:cNvPr id="19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94704" y="3833864"/>
            <a:ext cx="163705"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2" name="Picture 3"/>
          <p:cNvPicPr preferRelativeResize="0">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798473" y="3836213"/>
            <a:ext cx="158400" cy="172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0" name="Rectangle 122"/>
          <p:cNvSpPr>
            <a:spLocks noChangeArrowheads="1"/>
          </p:cNvSpPr>
          <p:nvPr/>
        </p:nvSpPr>
        <p:spPr bwMode="auto">
          <a:xfrm>
            <a:off x="8894390" y="460065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sp>
        <p:nvSpPr>
          <p:cNvPr id="191" name="Rectangle 122"/>
          <p:cNvSpPr>
            <a:spLocks noChangeArrowheads="1"/>
          </p:cNvSpPr>
          <p:nvPr/>
        </p:nvSpPr>
        <p:spPr bwMode="auto">
          <a:xfrm>
            <a:off x="8894390" y="484058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결과확</a:t>
            </a:r>
            <a:r>
              <a:rPr lang="ko-KR" altLang="en-US" sz="800" kern="0" dirty="0">
                <a:solidFill>
                  <a:schemeClr val="tx1">
                    <a:lumMod val="75000"/>
                    <a:lumOff val="25000"/>
                  </a:schemeClr>
                </a:solidFill>
                <a:latin typeface="+mn-ea"/>
                <a:ea typeface="+mn-ea"/>
              </a:rPr>
              <a:t>인</a:t>
            </a:r>
          </a:p>
        </p:txBody>
      </p:sp>
      <p:sp>
        <p:nvSpPr>
          <p:cNvPr id="204" name="Rectangle 122"/>
          <p:cNvSpPr>
            <a:spLocks noChangeArrowheads="1"/>
          </p:cNvSpPr>
          <p:nvPr/>
        </p:nvSpPr>
        <p:spPr bwMode="auto">
          <a:xfrm>
            <a:off x="8900140" y="4353720"/>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강의평가</a:t>
                </a:r>
                <a:endParaRPr kumimoji="1" lang="ko-KR" altLang="en-US" sz="800" dirty="0">
                  <a:solidFill>
                    <a:schemeClr val="tx1">
                      <a:lumMod val="75000"/>
                      <a:lumOff val="25000"/>
                    </a:schemeClr>
                  </a:solidFill>
                  <a:latin typeface="+mn-ea"/>
                  <a:ea typeface="+mn-ea"/>
                  <a:cs typeface="Calibri" pitchFamily="34" charset="0"/>
                </a:endParaRPr>
              </a:p>
            </p:txBody>
          </p:sp>
          <p:pic>
            <p:nvPicPr>
              <p:cNvPr id="260" name="Picture 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369" name="꺾인 연결선 368"/>
          <p:cNvCxnSpPr>
            <a:stCxn id="191" idx="0"/>
            <a:endCxn id="207" idx="0"/>
          </p:cNvCxnSpPr>
          <p:nvPr/>
        </p:nvCxnSpPr>
        <p:spPr>
          <a:xfrm rot="16200000" flipV="1">
            <a:off x="6159902" y="1836097"/>
            <a:ext cx="2131665" cy="3877312"/>
          </a:xfrm>
          <a:prstGeom prst="bentConnector3">
            <a:avLst>
              <a:gd name="adj1" fmla="val 110724"/>
            </a:avLst>
          </a:prstGeom>
          <a:ln>
            <a:tailEnd type="arrow"/>
          </a:ln>
        </p:spPr>
        <p:style>
          <a:lnRef idx="1">
            <a:schemeClr val="accent1"/>
          </a:lnRef>
          <a:fillRef idx="0">
            <a:schemeClr val="accent1"/>
          </a:fillRef>
          <a:effectRef idx="0">
            <a:schemeClr val="accent1"/>
          </a:effectRef>
          <a:fontRef idx="minor">
            <a:schemeClr val="tx1"/>
          </a:fontRef>
        </p:style>
      </p:cxnSp>
      <p:sp>
        <p:nvSpPr>
          <p:cNvPr id="428" name="TextBox 427"/>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강의평가 </a:t>
            </a:r>
            <a:r>
              <a:rPr lang="en-US" altLang="ko-KR" sz="800" spc="-60" dirty="0" smtClean="0">
                <a:latin typeface="+mn-ea"/>
                <a:ea typeface="+mn-ea"/>
              </a:rPr>
              <a:t>&gt; </a:t>
            </a:r>
            <a:r>
              <a:rPr lang="ko-KR" altLang="en-US" sz="800" spc="-60" dirty="0" smtClean="0">
                <a:latin typeface="+mn-ea"/>
                <a:ea typeface="+mn-ea"/>
              </a:rPr>
              <a:t>강의평가 결과 </a:t>
            </a:r>
            <a:r>
              <a:rPr lang="en-US" altLang="ko-KR" sz="800" spc="-60" dirty="0" smtClean="0">
                <a:latin typeface="+mn-ea"/>
                <a:ea typeface="+mn-ea"/>
              </a:rPr>
              <a:t>(2/2)</a:t>
            </a:r>
            <a:endParaRPr lang="ko-KR" altLang="en-US" sz="800" spc="-60" dirty="0">
              <a:latin typeface="+mn-ea"/>
              <a:ea typeface="+mn-ea"/>
            </a:endParaRPr>
          </a:p>
        </p:txBody>
      </p:sp>
      <p:grpSp>
        <p:nvGrpSpPr>
          <p:cNvPr id="236" name="그룹 235"/>
          <p:cNvGrpSpPr/>
          <p:nvPr/>
        </p:nvGrpSpPr>
        <p:grpSpPr>
          <a:xfrm>
            <a:off x="2178477" y="2708920"/>
            <a:ext cx="6224400" cy="6336704"/>
            <a:chOff x="1100571" y="3168288"/>
            <a:chExt cx="6224400" cy="6336704"/>
          </a:xfrm>
        </p:grpSpPr>
        <p:sp>
          <p:nvSpPr>
            <p:cNvPr id="237" name="직사각형 236"/>
            <p:cNvSpPr/>
            <p:nvPr/>
          </p:nvSpPr>
          <p:spPr>
            <a:xfrm>
              <a:off x="1100571" y="3176975"/>
              <a:ext cx="6224400" cy="6328017"/>
            </a:xfrm>
            <a:prstGeom prst="rect">
              <a:avLst/>
            </a:prstGeom>
            <a:solidFill>
              <a:schemeClr val="bg1">
                <a:lumMod val="95000"/>
              </a:schemeClr>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38" name="직사각형 237"/>
            <p:cNvSpPr/>
            <p:nvPr/>
          </p:nvSpPr>
          <p:spPr>
            <a:xfrm>
              <a:off x="1100572" y="3168288"/>
              <a:ext cx="6217200" cy="252000"/>
            </a:xfrm>
            <a:prstGeom prst="rect">
              <a:avLst/>
            </a:prstGeom>
            <a:solidFill>
              <a:srgbClr val="4E6A8C"/>
            </a:solidFill>
            <a:ln w="952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242" name="직사각형 241"/>
            <p:cNvSpPr/>
            <p:nvPr/>
          </p:nvSpPr>
          <p:spPr>
            <a:xfrm>
              <a:off x="1109761" y="3201232"/>
              <a:ext cx="837089" cy="215444"/>
            </a:xfrm>
            <a:prstGeom prst="rect">
              <a:avLst/>
            </a:prstGeom>
          </p:spPr>
          <p:txBody>
            <a:bodyPr wrap="none">
              <a:spAutoFit/>
            </a:bodyPr>
            <a:lstStyle/>
            <a:p>
              <a:r>
                <a:rPr lang="ko-KR" altLang="en-US" sz="800" b="1" dirty="0" smtClean="0">
                  <a:solidFill>
                    <a:schemeClr val="bg1"/>
                  </a:solidFill>
                  <a:latin typeface="+mn-ea"/>
                  <a:ea typeface="+mn-ea"/>
                </a:rPr>
                <a:t>강의평가 결과</a:t>
              </a:r>
              <a:endParaRPr lang="ko-KR" altLang="en-US" sz="800" b="1" dirty="0">
                <a:solidFill>
                  <a:schemeClr val="bg1"/>
                </a:solidFill>
                <a:latin typeface="+mn-ea"/>
                <a:ea typeface="+mn-ea"/>
              </a:endParaRPr>
            </a:p>
          </p:txBody>
        </p:sp>
        <p:sp>
          <p:nvSpPr>
            <p:cNvPr id="302" name="직사각형 301"/>
            <p:cNvSpPr/>
            <p:nvPr/>
          </p:nvSpPr>
          <p:spPr>
            <a:xfrm>
              <a:off x="6934298" y="3177414"/>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327" name="자유형 326"/>
          <p:cNvSpPr/>
          <p:nvPr/>
        </p:nvSpPr>
        <p:spPr>
          <a:xfrm flipV="1">
            <a:off x="2389927" y="8325544"/>
            <a:ext cx="5760000" cy="152624"/>
          </a:xfrm>
          <a:custGeom>
            <a:avLst/>
            <a:gdLst>
              <a:gd name="connsiteX0" fmla="*/ 0 w 6850380"/>
              <a:gd name="connsiteY0" fmla="*/ 632460 h 632460"/>
              <a:gd name="connsiteX1" fmla="*/ 1470660 w 6850380"/>
              <a:gd name="connsiteY1" fmla="*/ 22860 h 632460"/>
              <a:gd name="connsiteX2" fmla="*/ 4579620 w 6850380"/>
              <a:gd name="connsiteY2" fmla="*/ 571500 h 632460"/>
              <a:gd name="connsiteX3" fmla="*/ 6850380 w 6850380"/>
              <a:gd name="connsiteY3" fmla="*/ 0 h 632460"/>
              <a:gd name="connsiteX4" fmla="*/ 6850380 w 6850380"/>
              <a:gd name="connsiteY4" fmla="*/ 0 h 63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0380" h="632460">
                <a:moveTo>
                  <a:pt x="0" y="632460"/>
                </a:moveTo>
                <a:cubicBezTo>
                  <a:pt x="353695" y="332740"/>
                  <a:pt x="707390" y="33020"/>
                  <a:pt x="1470660" y="22860"/>
                </a:cubicBezTo>
                <a:cubicBezTo>
                  <a:pt x="2233930" y="12700"/>
                  <a:pt x="3683000" y="575310"/>
                  <a:pt x="4579620" y="571500"/>
                </a:cubicBezTo>
                <a:cubicBezTo>
                  <a:pt x="5476240" y="567690"/>
                  <a:pt x="6850380" y="0"/>
                  <a:pt x="6850380" y="0"/>
                </a:cubicBezTo>
                <a:lnTo>
                  <a:pt x="6850380" y="0"/>
                </a:lnTo>
              </a:path>
            </a:pathLst>
          </a:cu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8188" tIns="49094" rIns="98188" bIns="49094" rtlCol="0" anchor="ctr"/>
          <a:lstStyle>
            <a:defPPr>
              <a:defRPr lang="ko-KR"/>
            </a:defPPr>
            <a:lvl1pPr algn="l" defTabSz="957263" rtl="0" fontAlgn="base" latinLnBrk="1">
              <a:spcBef>
                <a:spcPct val="0"/>
              </a:spcBef>
              <a:spcAft>
                <a:spcPct val="0"/>
              </a:spcAft>
              <a:defRPr kumimoji="1" sz="1900" b="1" kern="1200">
                <a:solidFill>
                  <a:schemeClr val="lt1"/>
                </a:solidFill>
                <a:latin typeface="+mn-lt"/>
                <a:ea typeface="+mn-ea"/>
                <a:cs typeface="+mn-cs"/>
              </a:defRPr>
            </a:lvl1pPr>
            <a:lvl2pPr marL="477838" indent="-57150" algn="l" defTabSz="957263" rtl="0" fontAlgn="base" latinLnBrk="1">
              <a:spcBef>
                <a:spcPct val="0"/>
              </a:spcBef>
              <a:spcAft>
                <a:spcPct val="0"/>
              </a:spcAft>
              <a:defRPr kumimoji="1" sz="1900" b="1" kern="1200">
                <a:solidFill>
                  <a:schemeClr val="lt1"/>
                </a:solidFill>
                <a:latin typeface="+mn-lt"/>
                <a:ea typeface="+mn-ea"/>
                <a:cs typeface="+mn-cs"/>
              </a:defRPr>
            </a:lvl2pPr>
            <a:lvl3pPr marL="957263" indent="-117475" algn="l" defTabSz="957263" rtl="0" fontAlgn="base" latinLnBrk="1">
              <a:spcBef>
                <a:spcPct val="0"/>
              </a:spcBef>
              <a:spcAft>
                <a:spcPct val="0"/>
              </a:spcAft>
              <a:defRPr kumimoji="1" sz="1900" b="1" kern="1200">
                <a:solidFill>
                  <a:schemeClr val="lt1"/>
                </a:solidFill>
                <a:latin typeface="+mn-lt"/>
                <a:ea typeface="+mn-ea"/>
                <a:cs typeface="+mn-cs"/>
              </a:defRPr>
            </a:lvl3pPr>
            <a:lvl4pPr marL="1435100" indent="-176213" algn="l" defTabSz="957263" rtl="0" fontAlgn="base" latinLnBrk="1">
              <a:spcBef>
                <a:spcPct val="0"/>
              </a:spcBef>
              <a:spcAft>
                <a:spcPct val="0"/>
              </a:spcAft>
              <a:defRPr kumimoji="1" sz="1900" b="1" kern="1200">
                <a:solidFill>
                  <a:schemeClr val="lt1"/>
                </a:solidFill>
                <a:latin typeface="+mn-lt"/>
                <a:ea typeface="+mn-ea"/>
                <a:cs typeface="+mn-cs"/>
              </a:defRPr>
            </a:lvl4pPr>
            <a:lvl5pPr marL="1914525" indent="-234950" algn="l" defTabSz="957263" rtl="0" fontAlgn="base" latinLnBrk="1">
              <a:spcBef>
                <a:spcPct val="0"/>
              </a:spcBef>
              <a:spcAft>
                <a:spcPct val="0"/>
              </a:spcAft>
              <a:defRPr kumimoji="1" sz="1900" b="1" kern="1200">
                <a:solidFill>
                  <a:schemeClr val="lt1"/>
                </a:solidFill>
                <a:latin typeface="+mn-lt"/>
                <a:ea typeface="+mn-ea"/>
                <a:cs typeface="+mn-cs"/>
              </a:defRPr>
            </a:lvl5pPr>
            <a:lvl6pPr marL="2286000" algn="l" defTabSz="914400" rtl="0" eaLnBrk="1" latinLnBrk="1" hangingPunct="1">
              <a:defRPr kumimoji="1" sz="1900" b="1" kern="1200">
                <a:solidFill>
                  <a:schemeClr val="lt1"/>
                </a:solidFill>
                <a:latin typeface="+mn-lt"/>
                <a:ea typeface="+mn-ea"/>
                <a:cs typeface="+mn-cs"/>
              </a:defRPr>
            </a:lvl6pPr>
            <a:lvl7pPr marL="2743200" algn="l" defTabSz="914400" rtl="0" eaLnBrk="1" latinLnBrk="1" hangingPunct="1">
              <a:defRPr kumimoji="1" sz="1900" b="1" kern="1200">
                <a:solidFill>
                  <a:schemeClr val="lt1"/>
                </a:solidFill>
                <a:latin typeface="+mn-lt"/>
                <a:ea typeface="+mn-ea"/>
                <a:cs typeface="+mn-cs"/>
              </a:defRPr>
            </a:lvl7pPr>
            <a:lvl8pPr marL="3200400" algn="l" defTabSz="914400" rtl="0" eaLnBrk="1" latinLnBrk="1" hangingPunct="1">
              <a:defRPr kumimoji="1" sz="1900" b="1" kern="1200">
                <a:solidFill>
                  <a:schemeClr val="lt1"/>
                </a:solidFill>
                <a:latin typeface="+mn-lt"/>
                <a:ea typeface="+mn-ea"/>
                <a:cs typeface="+mn-cs"/>
              </a:defRPr>
            </a:lvl8pPr>
            <a:lvl9pPr marL="3657600" algn="l" defTabSz="914400" rtl="0" eaLnBrk="1" latinLnBrk="1" hangingPunct="1">
              <a:defRPr kumimoji="1" sz="1900" b="1" kern="1200">
                <a:solidFill>
                  <a:schemeClr val="lt1"/>
                </a:solidFill>
                <a:latin typeface="+mn-lt"/>
                <a:ea typeface="+mn-ea"/>
                <a:cs typeface="+mn-cs"/>
              </a:defRPr>
            </a:lvl9pPr>
          </a:lstStyle>
          <a:p>
            <a:pPr algn="ctr"/>
            <a:endParaRPr lang="ko-KR" altLang="en-US">
              <a:solidFill>
                <a:schemeClr val="tx1"/>
              </a:solidFill>
            </a:endParaRPr>
          </a:p>
        </p:txBody>
      </p:sp>
      <p:sp>
        <p:nvSpPr>
          <p:cNvPr id="366" name="직사각형 365"/>
          <p:cNvSpPr/>
          <p:nvPr/>
        </p:nvSpPr>
        <p:spPr>
          <a:xfrm>
            <a:off x="2265452" y="3006477"/>
            <a:ext cx="6037572"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페이지</a:t>
            </a:r>
            <a:endPar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67" name="모서리가 둥근 직사각형 366"/>
          <p:cNvSpPr/>
          <p:nvPr/>
        </p:nvSpPr>
        <p:spPr>
          <a:xfrm>
            <a:off x="4363219" y="865912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이전</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368" name="모서리가 둥근 직사각형 367"/>
          <p:cNvSpPr/>
          <p:nvPr/>
        </p:nvSpPr>
        <p:spPr>
          <a:xfrm>
            <a:off x="5327898" y="8659125"/>
            <a:ext cx="900000" cy="180000"/>
          </a:xfrm>
          <a:prstGeom prst="roundRect">
            <a:avLst/>
          </a:prstGeom>
          <a:solidFill>
            <a:srgbClr val="4E6A8C"/>
          </a:solidFill>
          <a:ln w="3175">
            <a:solidFill>
              <a:srgbClr val="4E6A8C"/>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cxnSp>
        <p:nvCxnSpPr>
          <p:cNvPr id="370" name="직선 연결선 369"/>
          <p:cNvCxnSpPr/>
          <p:nvPr/>
        </p:nvCxnSpPr>
        <p:spPr>
          <a:xfrm>
            <a:off x="2184984" y="3265934"/>
            <a:ext cx="62244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87" name="그룹 386"/>
          <p:cNvGrpSpPr/>
          <p:nvPr/>
        </p:nvGrpSpPr>
        <p:grpSpPr>
          <a:xfrm>
            <a:off x="2265451" y="3376042"/>
            <a:ext cx="6062400" cy="1582457"/>
            <a:chOff x="1199059" y="11027563"/>
            <a:chExt cx="6062400" cy="1582457"/>
          </a:xfrm>
        </p:grpSpPr>
        <p:grpSp>
          <p:nvGrpSpPr>
            <p:cNvPr id="388" name="그룹 387"/>
            <p:cNvGrpSpPr/>
            <p:nvPr/>
          </p:nvGrpSpPr>
          <p:grpSpPr>
            <a:xfrm>
              <a:off x="1199059" y="11027563"/>
              <a:ext cx="6062400" cy="1582457"/>
              <a:chOff x="1208583" y="3501008"/>
              <a:chExt cx="6062400" cy="1582457"/>
            </a:xfrm>
          </p:grpSpPr>
          <p:sp>
            <p:nvSpPr>
              <p:cNvPr id="391" name="직사각형 390"/>
              <p:cNvSpPr/>
              <p:nvPr/>
            </p:nvSpPr>
            <p:spPr>
              <a:xfrm>
                <a:off x="1208583" y="3501008"/>
                <a:ext cx="6062400" cy="1582457"/>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92" name="그룹 391"/>
              <p:cNvGrpSpPr/>
              <p:nvPr/>
            </p:nvGrpSpPr>
            <p:grpSpPr>
              <a:xfrm>
                <a:off x="1216013" y="3589970"/>
                <a:ext cx="6048000" cy="254124"/>
                <a:chOff x="1216013" y="4211563"/>
                <a:chExt cx="6048000" cy="254124"/>
              </a:xfrm>
            </p:grpSpPr>
            <p:cxnSp>
              <p:nvCxnSpPr>
                <p:cNvPr id="401" name="직선 연결선 400"/>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02" name="직사각형 401"/>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2-1.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66666666666</a:t>
                  </a:r>
                </a:p>
              </p:txBody>
            </p:sp>
          </p:grpSp>
          <p:sp>
            <p:nvSpPr>
              <p:cNvPr id="393" name="직사각형 392"/>
              <p:cNvSpPr/>
              <p:nvPr/>
            </p:nvSpPr>
            <p:spPr>
              <a:xfrm>
                <a:off x="1536342" y="3969060"/>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강아지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4" name="직사각형 393"/>
              <p:cNvSpPr/>
              <p:nvPr/>
            </p:nvSpPr>
            <p:spPr>
              <a:xfrm>
                <a:off x="1534716" y="4266617"/>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고양이</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5" name="직사각형 394"/>
              <p:cNvSpPr/>
              <p:nvPr/>
            </p:nvSpPr>
            <p:spPr>
              <a:xfrm>
                <a:off x="1534716" y="4545124"/>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smtClean="0">
                    <a:solidFill>
                      <a:schemeClr val="tx1">
                        <a:lumMod val="65000"/>
                        <a:lumOff val="35000"/>
                      </a:schemeClr>
                    </a:solidFill>
                    <a:latin typeface="맑은 고딕" panose="020B0503020000020004" pitchFamily="50" charset="-127"/>
                    <a:ea typeface="맑은 고딕" panose="020B0503020000020004" pitchFamily="50" charset="-127"/>
                  </a:rPr>
                  <a:t>토끼</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396" name="직사각형 395"/>
              <p:cNvSpPr/>
              <p:nvPr/>
            </p:nvSpPr>
            <p:spPr>
              <a:xfrm>
                <a:off x="1532620" y="479715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ko-KR" altLang="en-US" sz="800" dirty="0" smtClean="0">
                    <a:solidFill>
                      <a:schemeClr val="tx1">
                        <a:lumMod val="65000"/>
                        <a:lumOff val="35000"/>
                      </a:schemeClr>
                    </a:solidFill>
                    <a:latin typeface="맑은 고딕" panose="020B0503020000020004" pitchFamily="50" charset="-127"/>
                    <a:ea typeface="맑은 고딕" panose="020B0503020000020004" pitchFamily="50" charset="-127"/>
                  </a:rPr>
                  <a:t>기타</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pic>
            <p:nvPicPr>
              <p:cNvPr id="397" name="Picture 525" descr="radio_off"/>
              <p:cNvPicPr>
                <a:picLocks noChangeAspect="1" noChangeArrowheads="1"/>
              </p:cNvPicPr>
              <p:nvPr/>
            </p:nvPicPr>
            <p:blipFill>
              <a:blip r:embed="rId20" cstate="print">
                <a:grayscl/>
              </a:blip>
              <a:srcRect/>
              <a:stretch>
                <a:fillRect/>
              </a:stretch>
            </p:blipFill>
            <p:spPr bwMode="auto">
              <a:xfrm>
                <a:off x="1379136" y="4019818"/>
                <a:ext cx="117480" cy="112308"/>
              </a:xfrm>
              <a:prstGeom prst="rect">
                <a:avLst/>
              </a:prstGeom>
              <a:noFill/>
              <a:ln w="9525">
                <a:noFill/>
                <a:miter lim="800000"/>
                <a:headEnd/>
                <a:tailEnd/>
              </a:ln>
            </p:spPr>
          </p:pic>
          <p:pic>
            <p:nvPicPr>
              <p:cNvPr id="398" name="Picture 525" descr="radio_off"/>
              <p:cNvPicPr>
                <a:picLocks noChangeAspect="1" noChangeArrowheads="1"/>
              </p:cNvPicPr>
              <p:nvPr/>
            </p:nvPicPr>
            <p:blipFill>
              <a:blip r:embed="rId20" cstate="print">
                <a:grayscl/>
              </a:blip>
              <a:srcRect/>
              <a:stretch>
                <a:fillRect/>
              </a:stretch>
            </p:blipFill>
            <p:spPr bwMode="auto">
              <a:xfrm>
                <a:off x="1388604" y="4307850"/>
                <a:ext cx="117480" cy="112308"/>
              </a:xfrm>
              <a:prstGeom prst="rect">
                <a:avLst/>
              </a:prstGeom>
              <a:noFill/>
              <a:ln w="9525">
                <a:noFill/>
                <a:miter lim="800000"/>
                <a:headEnd/>
                <a:tailEnd/>
              </a:ln>
            </p:spPr>
          </p:pic>
          <p:pic>
            <p:nvPicPr>
              <p:cNvPr id="399" name="Picture 525" descr="radio_off"/>
              <p:cNvPicPr>
                <a:picLocks noChangeAspect="1" noChangeArrowheads="1"/>
              </p:cNvPicPr>
              <p:nvPr/>
            </p:nvPicPr>
            <p:blipFill>
              <a:blip r:embed="rId20" cstate="print">
                <a:grayscl/>
              </a:blip>
              <a:srcRect/>
              <a:stretch>
                <a:fillRect/>
              </a:stretch>
            </p:blipFill>
            <p:spPr bwMode="auto">
              <a:xfrm>
                <a:off x="1388604" y="4576832"/>
                <a:ext cx="117480" cy="112308"/>
              </a:xfrm>
              <a:prstGeom prst="rect">
                <a:avLst/>
              </a:prstGeom>
              <a:noFill/>
              <a:ln w="9525">
                <a:noFill/>
                <a:miter lim="800000"/>
                <a:headEnd/>
                <a:tailEnd/>
              </a:ln>
            </p:spPr>
          </p:pic>
          <p:pic>
            <p:nvPicPr>
              <p:cNvPr id="400" name="Picture 525" descr="radio_off"/>
              <p:cNvPicPr>
                <a:picLocks noChangeAspect="1" noChangeArrowheads="1"/>
              </p:cNvPicPr>
              <p:nvPr/>
            </p:nvPicPr>
            <p:blipFill>
              <a:blip r:embed="rId20" cstate="print">
                <a:grayscl/>
              </a:blip>
              <a:srcRect/>
              <a:stretch>
                <a:fillRect/>
              </a:stretch>
            </p:blipFill>
            <p:spPr bwMode="auto">
              <a:xfrm>
                <a:off x="1388604" y="4828860"/>
                <a:ext cx="117480" cy="112308"/>
              </a:xfrm>
              <a:prstGeom prst="rect">
                <a:avLst/>
              </a:prstGeom>
              <a:noFill/>
              <a:ln w="9525">
                <a:noFill/>
                <a:miter lim="800000"/>
                <a:headEnd/>
                <a:tailEnd/>
              </a:ln>
            </p:spPr>
          </p:pic>
        </p:grpSp>
        <p:graphicFrame>
          <p:nvGraphicFramePr>
            <p:cNvPr id="389" name="차트 388"/>
            <p:cNvGraphicFramePr/>
            <p:nvPr>
              <p:extLst>
                <p:ext uri="{D42A27DB-BD31-4B8C-83A1-F6EECF244321}">
                  <p14:modId xmlns:p14="http://schemas.microsoft.com/office/powerpoint/2010/main" val="278293421"/>
                </p:ext>
              </p:extLst>
            </p:nvPr>
          </p:nvGraphicFramePr>
          <p:xfrm>
            <a:off x="5495156" y="11394599"/>
            <a:ext cx="1754376" cy="1044104"/>
          </p:xfrm>
          <a:graphic>
            <a:graphicData uri="http://schemas.openxmlformats.org/drawingml/2006/chart">
              <c:chart xmlns:c="http://schemas.openxmlformats.org/drawingml/2006/chart" xmlns:r="http://schemas.openxmlformats.org/officeDocument/2006/relationships" r:id="rId21"/>
            </a:graphicData>
          </a:graphic>
        </p:graphicFrame>
        <p:pic>
          <p:nvPicPr>
            <p:cNvPr id="390"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55810" y="12387903"/>
              <a:ext cx="1331404" cy="1501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403" name="그룹 402"/>
          <p:cNvGrpSpPr/>
          <p:nvPr/>
        </p:nvGrpSpPr>
        <p:grpSpPr>
          <a:xfrm>
            <a:off x="2265451" y="5123284"/>
            <a:ext cx="6062400" cy="1613571"/>
            <a:chOff x="2265451" y="8190233"/>
            <a:chExt cx="6062400" cy="1613571"/>
          </a:xfrm>
        </p:grpSpPr>
        <p:sp>
          <p:nvSpPr>
            <p:cNvPr id="404" name="직사각형 403"/>
            <p:cNvSpPr/>
            <p:nvPr/>
          </p:nvSpPr>
          <p:spPr>
            <a:xfrm>
              <a:off x="2265451" y="8190233"/>
              <a:ext cx="6062400" cy="1613571"/>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05" name="그룹 404"/>
            <p:cNvGrpSpPr/>
            <p:nvPr/>
          </p:nvGrpSpPr>
          <p:grpSpPr>
            <a:xfrm>
              <a:off x="2272881" y="8279195"/>
              <a:ext cx="6048000" cy="254124"/>
              <a:chOff x="1216013" y="4211563"/>
              <a:chExt cx="6048000" cy="254124"/>
            </a:xfrm>
          </p:grpSpPr>
          <p:cxnSp>
            <p:nvCxnSpPr>
              <p:cNvPr id="413" name="직선 연결선 412"/>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4" name="직사각형 413"/>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2-2.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777777777777777777</a:t>
                </a:r>
              </a:p>
            </p:txBody>
          </p:sp>
        </p:grpSp>
        <p:grpSp>
          <p:nvGrpSpPr>
            <p:cNvPr id="406" name="그룹 405"/>
            <p:cNvGrpSpPr/>
            <p:nvPr/>
          </p:nvGrpSpPr>
          <p:grpSpPr>
            <a:xfrm>
              <a:off x="2413670" y="8889465"/>
              <a:ext cx="1900783" cy="537964"/>
              <a:chOff x="1360029" y="3356992"/>
              <a:chExt cx="1900783" cy="537964"/>
            </a:xfrm>
          </p:grpSpPr>
          <p:sp>
            <p:nvSpPr>
              <p:cNvPr id="409" name="직사각형 408"/>
              <p:cNvSpPr/>
              <p:nvPr/>
            </p:nvSpPr>
            <p:spPr>
              <a:xfrm>
                <a:off x="1568345" y="3356992"/>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a:solidFill>
                      <a:schemeClr val="tx1">
                        <a:lumMod val="65000"/>
                        <a:lumOff val="35000"/>
                      </a:schemeClr>
                    </a:solidFill>
                    <a:latin typeface="맑은 고딕" panose="020B0503020000020004" pitchFamily="50" charset="-127"/>
                    <a:ea typeface="맑은 고딕" panose="020B0503020000020004" pitchFamily="50" charset="-127"/>
                  </a:rPr>
                  <a:t>O</a:t>
                </a:r>
                <a:endPar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endParaRPr>
              </a:p>
            </p:txBody>
          </p:sp>
          <p:sp>
            <p:nvSpPr>
              <p:cNvPr id="410" name="직사각형 409"/>
              <p:cNvSpPr/>
              <p:nvPr/>
            </p:nvSpPr>
            <p:spPr>
              <a:xfrm>
                <a:off x="1566719" y="3654549"/>
                <a:ext cx="1692467"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65000"/>
                        <a:lumOff val="35000"/>
                      </a:schemeClr>
                    </a:solidFill>
                    <a:latin typeface="맑은 고딕" panose="020B0503020000020004" pitchFamily="50" charset="-127"/>
                    <a:ea typeface="맑은 고딕" panose="020B0503020000020004" pitchFamily="50" charset="-127"/>
                  </a:rPr>
                  <a:t>X</a:t>
                </a:r>
              </a:p>
            </p:txBody>
          </p:sp>
          <p:sp>
            <p:nvSpPr>
              <p:cNvPr id="411" name="직사각형 410"/>
              <p:cNvSpPr/>
              <p:nvPr/>
            </p:nvSpPr>
            <p:spPr>
              <a:xfrm>
                <a:off x="1360029" y="3409962"/>
                <a:ext cx="116381" cy="108000"/>
              </a:xfrm>
              <a:prstGeom prst="rect">
                <a:avLst/>
              </a:prstGeom>
              <a:solidFill>
                <a:srgbClr val="00B0F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sp>
            <p:nvSpPr>
              <p:cNvPr id="412" name="직사각형 411"/>
              <p:cNvSpPr/>
              <p:nvPr/>
            </p:nvSpPr>
            <p:spPr>
              <a:xfrm>
                <a:off x="1362125" y="3707519"/>
                <a:ext cx="116381" cy="108000"/>
              </a:xfrm>
              <a:prstGeom prst="rect">
                <a:avLst/>
              </a:prstGeom>
              <a:solidFill>
                <a:srgbClr val="92D050"/>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600" dirty="0">
                  <a:solidFill>
                    <a:schemeClr val="tx1">
                      <a:lumMod val="85000"/>
                      <a:lumOff val="15000"/>
                    </a:schemeClr>
                  </a:solidFill>
                  <a:latin typeface="+mn-ea"/>
                </a:endParaRPr>
              </a:p>
            </p:txBody>
          </p:sp>
        </p:grpSp>
        <p:graphicFrame>
          <p:nvGraphicFramePr>
            <p:cNvPr id="407" name="차트 406"/>
            <p:cNvGraphicFramePr/>
            <p:nvPr>
              <p:extLst>
                <p:ext uri="{D42A27DB-BD31-4B8C-83A1-F6EECF244321}">
                  <p14:modId xmlns:p14="http://schemas.microsoft.com/office/powerpoint/2010/main" val="2252395908"/>
                </p:ext>
              </p:extLst>
            </p:nvPr>
          </p:nvGraphicFramePr>
          <p:xfrm>
            <a:off x="6546701" y="8558390"/>
            <a:ext cx="1754376" cy="1044104"/>
          </p:xfrm>
          <a:graphic>
            <a:graphicData uri="http://schemas.openxmlformats.org/drawingml/2006/chart">
              <c:chart xmlns:c="http://schemas.openxmlformats.org/drawingml/2006/chart" xmlns:r="http://schemas.openxmlformats.org/officeDocument/2006/relationships" r:id="rId23"/>
            </a:graphicData>
          </a:graphic>
        </p:graphicFrame>
        <p:pic>
          <p:nvPicPr>
            <p:cNvPr id="408" name="Picture 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65725" y="9558033"/>
              <a:ext cx="766012" cy="1797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15" name="직사각형 414"/>
          <p:cNvSpPr/>
          <p:nvPr/>
        </p:nvSpPr>
        <p:spPr>
          <a:xfrm>
            <a:off x="2265451" y="6898804"/>
            <a:ext cx="6062400" cy="1210716"/>
          </a:xfrm>
          <a:prstGeom prst="rect">
            <a:avLst/>
          </a:prstGeom>
          <a:solidFill>
            <a:schemeClr val="bg1"/>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416" name="그룹 415"/>
          <p:cNvGrpSpPr/>
          <p:nvPr/>
        </p:nvGrpSpPr>
        <p:grpSpPr>
          <a:xfrm>
            <a:off x="2272881" y="6987765"/>
            <a:ext cx="6048000" cy="254124"/>
            <a:chOff x="1216013" y="4211563"/>
            <a:chExt cx="6048000" cy="254124"/>
          </a:xfrm>
        </p:grpSpPr>
        <p:cxnSp>
          <p:nvCxnSpPr>
            <p:cNvPr id="417" name="직선 연결선 416"/>
            <p:cNvCxnSpPr/>
            <p:nvPr/>
          </p:nvCxnSpPr>
          <p:spPr>
            <a:xfrm>
              <a:off x="1216013" y="4465687"/>
              <a:ext cx="60480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18" name="직사각형 417"/>
            <p:cNvSpPr/>
            <p:nvPr/>
          </p:nvSpPr>
          <p:spPr>
            <a:xfrm>
              <a:off x="1267380" y="4211563"/>
              <a:ext cx="5764248" cy="24040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2-3. </a:t>
              </a:r>
              <a:r>
                <a:rPr lang="ko-KR" altLang="en-US" sz="800" b="1" dirty="0" smtClean="0">
                  <a:solidFill>
                    <a:schemeClr val="tx1">
                      <a:lumMod val="65000"/>
                      <a:lumOff val="35000"/>
                    </a:schemeClr>
                  </a:solidFill>
                  <a:latin typeface="맑은 고딕" panose="020B0503020000020004" pitchFamily="50" charset="-127"/>
                  <a:ea typeface="맑은 고딕" panose="020B0503020000020004" pitchFamily="50" charset="-127"/>
                </a:rPr>
                <a:t>설문문항</a:t>
              </a:r>
              <a:r>
                <a:rPr lang="en-US" altLang="ko-KR" sz="800" b="1" dirty="0" smtClean="0">
                  <a:solidFill>
                    <a:schemeClr val="tx1">
                      <a:lumMod val="65000"/>
                      <a:lumOff val="35000"/>
                    </a:schemeClr>
                  </a:solidFill>
                  <a:latin typeface="맑은 고딕" panose="020B0503020000020004" pitchFamily="50" charset="-127"/>
                  <a:ea typeface="맑은 고딕" panose="020B0503020000020004" pitchFamily="50" charset="-127"/>
                </a:rPr>
                <a:t>33333333</a:t>
              </a:r>
            </a:p>
          </p:txBody>
        </p:sp>
      </p:grpSp>
      <p:graphicFrame>
        <p:nvGraphicFramePr>
          <p:cNvPr id="419" name="표 418"/>
          <p:cNvGraphicFramePr>
            <a:graphicFrameLocks noGrp="1"/>
          </p:cNvGraphicFramePr>
          <p:nvPr>
            <p:extLst>
              <p:ext uri="{D42A27DB-BD31-4B8C-83A1-F6EECF244321}">
                <p14:modId xmlns:p14="http://schemas.microsoft.com/office/powerpoint/2010/main" val="2888786289"/>
              </p:ext>
            </p:extLst>
          </p:nvPr>
        </p:nvGraphicFramePr>
        <p:xfrm>
          <a:off x="2346984" y="7338833"/>
          <a:ext cx="5904656" cy="694362"/>
        </p:xfrm>
        <a:graphic>
          <a:graphicData uri="http://schemas.openxmlformats.org/drawingml/2006/table">
            <a:tbl>
              <a:tblPr firstRow="1" bandRow="1">
                <a:tableStyleId>{5C22544A-7EE6-4342-B048-85BDC9FD1C3A}</a:tableStyleId>
              </a:tblPr>
              <a:tblGrid>
                <a:gridCol w="3238184"/>
                <a:gridCol w="888824"/>
                <a:gridCol w="888824"/>
                <a:gridCol w="888824"/>
              </a:tblGrid>
              <a:tr h="231454">
                <a:tc>
                  <a:txBody>
                    <a:bodyPr/>
                    <a:lstStyle/>
                    <a:p>
                      <a:pPr algn="l" latinLnBrk="1"/>
                      <a:r>
                        <a:rPr lang="ko-KR" altLang="en-US" sz="800" b="1" dirty="0" smtClean="0">
                          <a:solidFill>
                            <a:schemeClr val="tx1">
                              <a:lumMod val="75000"/>
                              <a:lumOff val="25000"/>
                            </a:schemeClr>
                          </a:solidFill>
                          <a:latin typeface="+mn-ea"/>
                          <a:ea typeface="+mn-ea"/>
                        </a:rPr>
                        <a:t>문항</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그렇다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보통</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800" b="1" dirty="0" smtClean="0">
                          <a:solidFill>
                            <a:schemeClr val="tx1">
                              <a:lumMod val="75000"/>
                              <a:lumOff val="25000"/>
                            </a:schemeClr>
                          </a:solidFill>
                          <a:latin typeface="+mn-ea"/>
                          <a:ea typeface="+mn-ea"/>
                        </a:rPr>
                        <a:t>아니다</a:t>
                      </a:r>
                      <a:endParaRPr lang="ko-KR" altLang="en-US" sz="800" b="1"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85000"/>
                      </a:schemeClr>
                    </a:solidFill>
                  </a:tcPr>
                </a:tc>
              </a:tr>
              <a:tr h="231454">
                <a:tc>
                  <a:txBody>
                    <a:bodyPr/>
                    <a:lstStyle/>
                    <a:p>
                      <a:pPr algn="l" latinLnBrk="1"/>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11111111111111111111</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solidFill>
                        </a:rPr>
                        <a:t>25%</a:t>
                      </a:r>
                      <a:endParaRPr lang="ko-KR" altLang="en-US" sz="800" dirty="0">
                        <a:solidFill>
                          <a:schemeClr val="tx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t>25%</a:t>
                      </a:r>
                      <a:endParaRPr lang="ko-KR" altLang="en-US" sz="8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31454">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dirty="0" smtClean="0">
                          <a:solidFill>
                            <a:schemeClr val="tx1">
                              <a:lumMod val="75000"/>
                              <a:lumOff val="25000"/>
                            </a:schemeClr>
                          </a:solidFill>
                          <a:latin typeface="+mn-ea"/>
                          <a:ea typeface="+mn-ea"/>
                        </a:rPr>
                        <a:t>문항</a:t>
                      </a:r>
                      <a:r>
                        <a:rPr lang="en-US" altLang="ko-KR" sz="800" dirty="0" smtClean="0">
                          <a:solidFill>
                            <a:schemeClr val="tx1">
                              <a:lumMod val="75000"/>
                              <a:lumOff val="25000"/>
                            </a:schemeClr>
                          </a:solidFill>
                          <a:latin typeface="+mn-ea"/>
                          <a:ea typeface="+mn-ea"/>
                        </a:rPr>
                        <a:t>2222222222222</a:t>
                      </a:r>
                      <a:endParaRPr lang="ko-KR" altLang="en-US" sz="80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800" dirty="0" smtClean="0">
                          <a:solidFill>
                            <a:schemeClr val="tx1">
                              <a:lumMod val="75000"/>
                              <a:lumOff val="25000"/>
                            </a:schemeClr>
                          </a:solidFill>
                        </a:rPr>
                        <a:t>20%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50%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ctr" latinLnBrk="1"/>
                      <a:r>
                        <a:rPr lang="en-US" altLang="ko-KR" sz="800" dirty="0" smtClean="0">
                          <a:solidFill>
                            <a:schemeClr val="tx1">
                              <a:lumMod val="75000"/>
                              <a:lumOff val="25000"/>
                            </a:schemeClr>
                          </a:solidFill>
                        </a:rPr>
                        <a:t>30%</a:t>
                      </a:r>
                      <a:endParaRPr lang="ko-KR" altLang="en-US" sz="800" dirty="0">
                        <a:solidFill>
                          <a:schemeClr val="tx1">
                            <a:lumMod val="75000"/>
                            <a:lumOff val="25000"/>
                          </a:schemeClr>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bl>
          </a:graphicData>
        </a:graphic>
      </p:graphicFrame>
    </p:spTree>
    <p:extLst>
      <p:ext uri="{BB962C8B-B14F-4D97-AF65-F5344CB8AC3E}">
        <p14:creationId xmlns:p14="http://schemas.microsoft.com/office/powerpoint/2010/main" val="2838896479"/>
      </p:ext>
    </p:extLst>
  </p:cSld>
  <p:clrMapOvr>
    <a:masterClrMapping/>
  </p:clrMapOvr>
  <p:transition>
    <p:wipe dir="r"/>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성적확인</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176752789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KNOU_UI_C02180100_01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성적확인 </a:t>
            </a:r>
            <a:r>
              <a:rPr lang="en-US" altLang="ko-KR" sz="800" spc="-60" dirty="0" smtClean="0">
                <a:latin typeface="+mn-ea"/>
                <a:ea typeface="+mn-ea"/>
              </a:rPr>
              <a:t>: </a:t>
            </a:r>
            <a:r>
              <a:rPr lang="ko-KR" altLang="en-US" sz="800" spc="-60" dirty="0" smtClean="0">
                <a:latin typeface="+mn-ea"/>
                <a:ea typeface="+mn-ea"/>
              </a:rPr>
              <a:t>성적조회 기간이 아닌 경우 </a:t>
            </a:r>
            <a:r>
              <a:rPr lang="en-US" altLang="ko-KR" sz="800" spc="-60" dirty="0" smtClean="0">
                <a:latin typeface="+mn-ea"/>
                <a:ea typeface="+mn-ea"/>
              </a:rPr>
              <a:t>&amp; </a:t>
            </a:r>
            <a:r>
              <a:rPr lang="ko-KR" altLang="en-US" sz="800" spc="-60" dirty="0" smtClean="0">
                <a:latin typeface="+mn-ea"/>
                <a:ea typeface="+mn-ea"/>
              </a:rPr>
              <a:t>강의평가 </a:t>
            </a:r>
            <a:r>
              <a:rPr lang="ko-KR" altLang="en-US" sz="800" spc="-60" dirty="0" err="1" smtClean="0">
                <a:latin typeface="+mn-ea"/>
                <a:ea typeface="+mn-ea"/>
              </a:rPr>
              <a:t>미참여인</a:t>
            </a:r>
            <a:r>
              <a:rPr lang="ko-KR" altLang="en-US" sz="800" spc="-60" dirty="0" smtClean="0">
                <a:latin typeface="+mn-ea"/>
                <a:ea typeface="+mn-ea"/>
              </a:rPr>
              <a:t> 경우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216</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046476660"/>
              </p:ext>
            </p:extLst>
          </p:nvPr>
        </p:nvGraphicFramePr>
        <p:xfrm>
          <a:off x="9499029" y="1484784"/>
          <a:ext cx="1404156" cy="639204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성적조회 기간 표시</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화면 참고</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미 참여 강의평가 목록 </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전이면 강의평가 목록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완료이면 성정 확인 화면 노출</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화면 참고</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화면 참고</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강의평가 설문지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3" name="직사각형 192"/>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94" name="직사각형 193"/>
          <p:cNvSpPr/>
          <p:nvPr/>
        </p:nvSpPr>
        <p:spPr>
          <a:xfrm>
            <a:off x="3095770" y="3457575"/>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sp>
        <p:nvSpPr>
          <p:cNvPr id="195" name="직사각형 194"/>
          <p:cNvSpPr/>
          <p:nvPr/>
        </p:nvSpPr>
        <p:spPr>
          <a:xfrm>
            <a:off x="1981622" y="3825072"/>
            <a:ext cx="74664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36000" numCol="1" spcCol="0" rtlCol="0" fromWordArt="0" anchor="ctr" anchorCtr="0" forceAA="0" compatLnSpc="1">
            <a:prstTxWarp prst="textNoShape">
              <a:avLst/>
            </a:prstTxWarp>
            <a:noAutofit/>
          </a:bodyPr>
          <a:lstStyle/>
          <a:p>
            <a:pPr algn="ctr"/>
            <a:r>
              <a:rPr lang="ko-KR" altLang="en-US" sz="800" b="1" dirty="0" smtClean="0">
                <a:solidFill>
                  <a:schemeClr val="tx1">
                    <a:lumMod val="75000"/>
                    <a:lumOff val="25000"/>
                  </a:schemeClr>
                </a:solidFill>
              </a:rPr>
              <a:t>성적 조회기간 </a:t>
            </a:r>
            <a:r>
              <a:rPr lang="en-US" altLang="ko-KR" sz="800" b="1" dirty="0" smtClean="0">
                <a:solidFill>
                  <a:schemeClr val="tx1">
                    <a:lumMod val="75000"/>
                    <a:lumOff val="25000"/>
                  </a:schemeClr>
                </a:solidFill>
              </a:rPr>
              <a:t>: 2026.07.25 09:00 ~ 2026.09.25 23:59</a:t>
            </a:r>
            <a:endParaRPr lang="ko-KR" altLang="en-US" sz="800" b="1" dirty="0">
              <a:solidFill>
                <a:schemeClr val="tx1">
                  <a:lumMod val="75000"/>
                  <a:lumOff val="25000"/>
                </a:schemeClr>
              </a:solidFill>
            </a:endParaRPr>
          </a:p>
        </p:txBody>
      </p:sp>
      <p:graphicFrame>
        <p:nvGraphicFramePr>
          <p:cNvPr id="244" name="Group 37"/>
          <p:cNvGraphicFramePr>
            <a:graphicFrameLocks noGrp="1"/>
          </p:cNvGraphicFramePr>
          <p:nvPr>
            <p:extLst>
              <p:ext uri="{D42A27DB-BD31-4B8C-83A1-F6EECF244321}">
                <p14:modId xmlns:p14="http://schemas.microsoft.com/office/powerpoint/2010/main" val="720157692"/>
              </p:ext>
            </p:extLst>
          </p:nvPr>
        </p:nvGraphicFramePr>
        <p:xfrm>
          <a:off x="1975898" y="4235729"/>
          <a:ext cx="7484563" cy="681050"/>
        </p:xfrm>
        <a:graphic>
          <a:graphicData uri="http://schemas.openxmlformats.org/drawingml/2006/table">
            <a:tbl>
              <a:tblPr/>
              <a:tblGrid>
                <a:gridCol w="252112">
                  <a:extLst>
                    <a:ext uri="{9D8B030D-6E8A-4147-A177-3AD203B41FA5}">
                      <a16:colId xmlns:a16="http://schemas.microsoft.com/office/drawing/2014/main" xmlns="" val="20001"/>
                    </a:ext>
                  </a:extLst>
                </a:gridCol>
                <a:gridCol w="852782"/>
                <a:gridCol w="1512168"/>
                <a:gridCol w="1944216"/>
                <a:gridCol w="1162417"/>
                <a:gridCol w="586353"/>
                <a:gridCol w="586353"/>
                <a:gridCol w="588162"/>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구분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강의평가기간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강의평가 후 성적조회</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진행상태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참여여부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baseline="0" dirty="0" smtClean="0">
                          <a:solidFill>
                            <a:schemeClr val="tx1">
                              <a:lumMod val="75000"/>
                              <a:lumOff val="25000"/>
                            </a:schemeClr>
                          </a:solidFill>
                          <a:latin typeface="+mn-ea"/>
                          <a:ea typeface="+mn-ea"/>
                        </a:rPr>
                        <a:t>기말 강의평가</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중간고사 강의평가</a:t>
                      </a:r>
                      <a:r>
                        <a:rPr lang="en-US" altLang="ko-KR" sz="800" b="0" kern="1200" dirty="0" smtClean="0">
                          <a:solidFill>
                            <a:schemeClr val="tx1">
                              <a:lumMod val="75000"/>
                              <a:lumOff val="25000"/>
                            </a:schemeClr>
                          </a:solidFill>
                          <a:latin typeface="+mn-ea"/>
                          <a:ea typeface="+mn-ea"/>
                          <a:cs typeface="+mn-cs"/>
                        </a:rPr>
                        <a:t>01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 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진행 중</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err="1" smtClean="0">
                          <a:solidFill>
                            <a:srgbClr val="FF0000"/>
                          </a:solidFill>
                          <a:latin typeface="+mn-ea"/>
                          <a:ea typeface="+mn-ea"/>
                          <a:cs typeface="+mn-cs"/>
                        </a:rPr>
                        <a:t>미참여</a:t>
                      </a:r>
                      <a:endParaRPr lang="en-US" altLang="ko-KR" sz="800" b="0" kern="1200" dirty="0" smtClean="0">
                        <a:solidFill>
                          <a:srgbClr val="FF0000"/>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중간 강의평가</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기말고사 강의평가</a:t>
                      </a:r>
                      <a:r>
                        <a:rPr lang="en-US" altLang="ko-KR" sz="800" b="0" kern="1200" dirty="0" smtClean="0">
                          <a:solidFill>
                            <a:schemeClr val="tx1">
                              <a:lumMod val="75000"/>
                              <a:lumOff val="25000"/>
                            </a:schemeClr>
                          </a:solidFill>
                          <a:latin typeface="+mn-ea"/>
                          <a:ea typeface="+mn-ea"/>
                          <a:cs typeface="+mn-cs"/>
                        </a:rPr>
                        <a:t>02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2026.09.07</a:t>
                      </a:r>
                      <a:r>
                        <a:rPr lang="en-US" altLang="ko-KR" sz="800" b="0" kern="1200" baseline="0" dirty="0" smtClean="0">
                          <a:solidFill>
                            <a:schemeClr val="tx1">
                              <a:lumMod val="75000"/>
                              <a:lumOff val="25000"/>
                            </a:schemeClr>
                          </a:solidFill>
                          <a:latin typeface="+mn-ea"/>
                          <a:ea typeface="+mn-ea"/>
                          <a:cs typeface="+mn-cs"/>
                        </a:rPr>
                        <a:t> 10:00 ~ 2026.09.23 22:00</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baseline="0" dirty="0" smtClean="0">
                          <a:solidFill>
                            <a:schemeClr val="tx1">
                              <a:lumMod val="75000"/>
                              <a:lumOff val="25000"/>
                            </a:schemeClr>
                          </a:solidFill>
                          <a:latin typeface="+mn-ea"/>
                          <a:ea typeface="+mn-ea"/>
                          <a:cs typeface="+mn-cs"/>
                        </a:rPr>
                        <a:t>Y</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마감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참여</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248" name="사각형 설명선 247"/>
          <p:cNvSpPr/>
          <p:nvPr/>
        </p:nvSpPr>
        <p:spPr bwMode="auto">
          <a:xfrm>
            <a:off x="5567156" y="5517232"/>
            <a:ext cx="1743058" cy="843521"/>
          </a:xfrm>
          <a:prstGeom prst="wedgeRectCallout">
            <a:avLst>
              <a:gd name="adj1" fmla="val 74318"/>
              <a:gd name="adj2" fmla="val -125139"/>
            </a:avLst>
          </a:prstGeom>
          <a:solidFill>
            <a:srgbClr val="FFC000"/>
          </a:solidFill>
          <a:ln w="6350" cap="flat" cmpd="sng" algn="ctr">
            <a:solidFill>
              <a:schemeClr val="bg1">
                <a:lumMod val="75000"/>
              </a:schemeClr>
            </a:solidFill>
            <a:prstDash val="solid"/>
            <a:round/>
            <a:headEnd type="none" w="med" len="med"/>
            <a:tailEnd type="none" w="med" len="med"/>
          </a:ln>
          <a:effectLst/>
        </p:spPr>
        <p:txBody>
          <a:bodyPr rtlCol="0" anchor="ctr"/>
          <a:lstStyle/>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262626"/>
                </a:solidFill>
                <a:latin typeface="+mn-ea"/>
                <a:ea typeface="+mn-ea"/>
                <a:cs typeface="Calibri" pitchFamily="34" charset="0"/>
              </a:rPr>
              <a:t>진행 상태</a:t>
            </a:r>
            <a:r>
              <a:rPr kumimoji="1" lang="en-US" altLang="ko-KR" sz="800" dirty="0" smtClean="0">
                <a:solidFill>
                  <a:srgbClr val="262626"/>
                </a:solidFill>
                <a:latin typeface="+mn-ea"/>
                <a:ea typeface="+mn-ea"/>
                <a:cs typeface="Calibri" pitchFamily="34" charset="0"/>
              </a:rPr>
              <a:t> </a:t>
            </a: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전</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전</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진행 중</a:t>
            </a:r>
            <a:r>
              <a:rPr lang="en-US" altLang="ko-KR" sz="800" dirty="0" smtClean="0">
                <a:solidFill>
                  <a:srgbClr val="262626"/>
                </a:solidFill>
                <a:latin typeface="+mn-ea"/>
                <a:ea typeface="+mn-ea"/>
                <a:cs typeface="Calibri" pitchFamily="34" charset="0"/>
              </a:rPr>
              <a:t> : </a:t>
            </a:r>
            <a:r>
              <a:rPr lang="ko-KR" altLang="en-US" sz="800" dirty="0" err="1" smtClean="0">
                <a:solidFill>
                  <a:srgbClr val="262626"/>
                </a:solidFill>
                <a:latin typeface="+mn-ea"/>
                <a:ea typeface="+mn-ea"/>
                <a:cs typeface="Calibri" pitchFamily="34" charset="0"/>
              </a:rPr>
              <a:t>시작일시</a:t>
            </a:r>
            <a:r>
              <a:rPr lang="ko-KR" altLang="en-US" sz="800" dirty="0" smtClean="0">
                <a:solidFill>
                  <a:srgbClr val="262626"/>
                </a:solidFill>
                <a:latin typeface="+mn-ea"/>
                <a:ea typeface="+mn-ea"/>
                <a:cs typeface="Calibri" pitchFamily="34" charset="0"/>
              </a:rPr>
              <a:t> </a:t>
            </a:r>
            <a:r>
              <a:rPr lang="en-US" altLang="ko-KR" sz="800" dirty="0" smtClean="0">
                <a:solidFill>
                  <a:srgbClr val="262626"/>
                </a:solidFill>
                <a:latin typeface="+mn-ea"/>
                <a:ea typeface="+mn-ea"/>
                <a:cs typeface="Calibri" pitchFamily="34" charset="0"/>
              </a:rPr>
              <a:t>~ </a:t>
            </a:r>
            <a:r>
              <a:rPr lang="ko-KR" altLang="en-US" sz="800" dirty="0" err="1" smtClean="0">
                <a:solidFill>
                  <a:srgbClr val="262626"/>
                </a:solidFill>
                <a:latin typeface="+mn-ea"/>
                <a:ea typeface="+mn-ea"/>
                <a:cs typeface="Calibri" pitchFamily="34" charset="0"/>
              </a:rPr>
              <a:t>종료일시</a:t>
            </a:r>
            <a:r>
              <a:rPr lang="ko-KR" altLang="en-US" sz="800" dirty="0" smtClean="0">
                <a:solidFill>
                  <a:srgbClr val="262626"/>
                </a:solidFill>
                <a:latin typeface="+mn-ea"/>
                <a:ea typeface="+mn-ea"/>
                <a:cs typeface="Calibri" pitchFamily="34" charset="0"/>
              </a:rPr>
              <a:t> </a:t>
            </a:r>
            <a:endParaRPr kumimoji="1" lang="en-US" altLang="ko-KR" sz="800" dirty="0" smtClean="0">
              <a:solidFill>
                <a:srgbClr val="262626"/>
              </a:solidFill>
              <a:latin typeface="+mn-ea"/>
              <a:ea typeface="+mn-ea"/>
              <a:cs typeface="Calibri" pitchFamily="34" charset="0"/>
            </a:endParaRPr>
          </a:p>
          <a:p>
            <a:pPr defTabSz="851489" fontAlgn="base">
              <a:lnSpc>
                <a:spcPct val="150000"/>
              </a:lnSpc>
              <a:spcBef>
                <a:spcPct val="0"/>
              </a:spcBef>
              <a:spcAft>
                <a:spcPct val="0"/>
              </a:spcAft>
            </a:pPr>
            <a:r>
              <a:rPr kumimoji="1" lang="en-US" altLang="ko-KR" sz="800" dirty="0" smtClean="0">
                <a:solidFill>
                  <a:srgbClr val="262626"/>
                </a:solidFill>
                <a:latin typeface="+mn-ea"/>
                <a:ea typeface="+mn-ea"/>
                <a:cs typeface="Calibri" pitchFamily="34" charset="0"/>
              </a:rPr>
              <a:t>- </a:t>
            </a:r>
            <a:r>
              <a:rPr kumimoji="1" lang="ko-KR" altLang="en-US" sz="800" dirty="0" smtClean="0">
                <a:solidFill>
                  <a:srgbClr val="0070C0"/>
                </a:solidFill>
                <a:latin typeface="+mn-ea"/>
                <a:ea typeface="+mn-ea"/>
                <a:cs typeface="Calibri" pitchFamily="34" charset="0"/>
              </a:rPr>
              <a:t>마감</a:t>
            </a:r>
            <a:r>
              <a:rPr kumimoji="1" lang="ko-KR" altLang="en-US" sz="800" dirty="0" smtClean="0">
                <a:solidFill>
                  <a:srgbClr val="262626"/>
                </a:solidFill>
                <a:latin typeface="+mn-ea"/>
                <a:ea typeface="+mn-ea"/>
                <a:cs typeface="Calibri" pitchFamily="34" charset="0"/>
              </a:rPr>
              <a:t> </a:t>
            </a:r>
            <a:r>
              <a:rPr kumimoji="1" lang="en-US" altLang="ko-KR" sz="800" dirty="0" smtClean="0">
                <a:solidFill>
                  <a:srgbClr val="262626"/>
                </a:solidFill>
                <a:latin typeface="+mn-ea"/>
                <a:ea typeface="+mn-ea"/>
                <a:cs typeface="Calibri" pitchFamily="34" charset="0"/>
              </a:rPr>
              <a:t>: </a:t>
            </a:r>
            <a:r>
              <a:rPr kumimoji="1" lang="ko-KR" altLang="en-US" sz="800" dirty="0" err="1" smtClean="0">
                <a:solidFill>
                  <a:srgbClr val="262626"/>
                </a:solidFill>
                <a:latin typeface="+mn-ea"/>
                <a:ea typeface="+mn-ea"/>
                <a:cs typeface="Calibri" pitchFamily="34" charset="0"/>
              </a:rPr>
              <a:t>종료일시</a:t>
            </a:r>
            <a:r>
              <a:rPr kumimoji="1" lang="ko-KR" altLang="en-US" sz="800" dirty="0" smtClean="0">
                <a:solidFill>
                  <a:srgbClr val="262626"/>
                </a:solidFill>
                <a:latin typeface="+mn-ea"/>
                <a:ea typeface="+mn-ea"/>
                <a:cs typeface="Calibri" pitchFamily="34" charset="0"/>
              </a:rPr>
              <a:t> 이후</a:t>
            </a:r>
            <a:endParaRPr kumimoji="1" lang="en-US" altLang="ko-KR" sz="800" dirty="0" smtClean="0">
              <a:solidFill>
                <a:srgbClr val="262626"/>
              </a:solidFill>
              <a:latin typeface="+mn-ea"/>
              <a:ea typeface="+mn-ea"/>
              <a:cs typeface="Calibri" pitchFamily="34" charset="0"/>
            </a:endParaRPr>
          </a:p>
        </p:txBody>
      </p:sp>
      <p:grpSp>
        <p:nvGrpSpPr>
          <p:cNvPr id="249" name="그룹 74"/>
          <p:cNvGrpSpPr>
            <a:grpSpLocks/>
          </p:cNvGrpSpPr>
          <p:nvPr/>
        </p:nvGrpSpPr>
        <p:grpSpPr bwMode="auto">
          <a:xfrm>
            <a:off x="4858228" y="5003651"/>
            <a:ext cx="1678948" cy="215444"/>
            <a:chOff x="5843761" y="3953547"/>
            <a:chExt cx="1769478" cy="256728"/>
          </a:xfrm>
        </p:grpSpPr>
        <p:sp>
          <p:nvSpPr>
            <p:cNvPr id="250"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51" name="그룹 86"/>
            <p:cNvGrpSpPr>
              <a:grpSpLocks/>
            </p:cNvGrpSpPr>
            <p:nvPr/>
          </p:nvGrpSpPr>
          <p:grpSpPr bwMode="auto">
            <a:xfrm>
              <a:off x="5889794" y="3953547"/>
              <a:ext cx="1723445" cy="256728"/>
              <a:chOff x="5889794" y="3953547"/>
              <a:chExt cx="1723445" cy="256728"/>
            </a:xfrm>
          </p:grpSpPr>
          <p:sp>
            <p:nvSpPr>
              <p:cNvPr id="252"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3"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6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grpSp>
        <p:nvGrpSpPr>
          <p:cNvPr id="266" name="그룹 265"/>
          <p:cNvGrpSpPr/>
          <p:nvPr/>
        </p:nvGrpSpPr>
        <p:grpSpPr>
          <a:xfrm>
            <a:off x="9380110" y="4691236"/>
            <a:ext cx="234360" cy="200055"/>
            <a:chOff x="1152270" y="11706839"/>
            <a:chExt cx="234360" cy="200055"/>
          </a:xfrm>
        </p:grpSpPr>
        <p:sp>
          <p:nvSpPr>
            <p:cNvPr id="267" name="모서리가 둥근 직사각형 26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68" name="직사각형 267"/>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grpSp>
        <p:nvGrpSpPr>
          <p:cNvPr id="272" name="그룹 271"/>
          <p:cNvGrpSpPr/>
          <p:nvPr/>
        </p:nvGrpSpPr>
        <p:grpSpPr>
          <a:xfrm>
            <a:off x="9380110" y="4437112"/>
            <a:ext cx="234360" cy="200055"/>
            <a:chOff x="1152270" y="11706839"/>
            <a:chExt cx="234360" cy="200055"/>
          </a:xfrm>
        </p:grpSpPr>
        <p:sp>
          <p:nvSpPr>
            <p:cNvPr id="273" name="모서리가 둥근 직사각형 27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4" name="직사각형 273"/>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75" name="그룹 274"/>
          <p:cNvGrpSpPr/>
          <p:nvPr/>
        </p:nvGrpSpPr>
        <p:grpSpPr>
          <a:xfrm>
            <a:off x="4241861" y="3845255"/>
            <a:ext cx="234360" cy="200055"/>
            <a:chOff x="1152270" y="11706839"/>
            <a:chExt cx="234360" cy="200055"/>
          </a:xfrm>
        </p:grpSpPr>
        <p:sp>
          <p:nvSpPr>
            <p:cNvPr id="276" name="모서리가 둥근 직사각형 2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7" name="직사각형 27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9" name="그룹 168"/>
          <p:cNvGrpSpPr/>
          <p:nvPr/>
        </p:nvGrpSpPr>
        <p:grpSpPr>
          <a:xfrm>
            <a:off x="1849584" y="4326735"/>
            <a:ext cx="234360" cy="200055"/>
            <a:chOff x="1152270" y="11706839"/>
            <a:chExt cx="234360" cy="200055"/>
          </a:xfrm>
        </p:grpSpPr>
        <p:sp>
          <p:nvSpPr>
            <p:cNvPr id="170" name="모서리가 둥근 직사각형 16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2" name="직사각형 171"/>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
        <p:nvSpPr>
          <p:cNvPr id="166" name="Rectangle 122"/>
          <p:cNvSpPr>
            <a:spLocks noChangeArrowheads="1"/>
          </p:cNvSpPr>
          <p:nvPr/>
        </p:nvSpPr>
        <p:spPr bwMode="auto">
          <a:xfrm>
            <a:off x="8894390" y="4475212"/>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참여하기</a:t>
            </a:r>
            <a:endParaRPr lang="ko-KR" altLang="en-US" sz="800" kern="0" dirty="0">
              <a:solidFill>
                <a:schemeClr val="tx1">
                  <a:lumMod val="75000"/>
                  <a:lumOff val="25000"/>
                </a:schemeClr>
              </a:solidFill>
              <a:latin typeface="+mn-ea"/>
              <a:ea typeface="+mn-ea"/>
            </a:endParaRPr>
          </a:p>
        </p:txBody>
      </p:sp>
    </p:spTree>
    <p:extLst>
      <p:ext uri="{BB962C8B-B14F-4D97-AF65-F5344CB8AC3E}">
        <p14:creationId xmlns:p14="http://schemas.microsoft.com/office/powerpoint/2010/main" val="3391744078"/>
      </p:ext>
    </p:extLst>
  </p:cSld>
  <p:clrMapOvr>
    <a:masterClrMapping/>
  </p:clrMapOvr>
  <p:transition>
    <p:wipe dir="r"/>
  </p:transition>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KNOU_UI_C02180100_02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성적확인 </a:t>
            </a:r>
            <a:r>
              <a:rPr lang="en-US" altLang="ko-KR" sz="800" spc="-60" dirty="0" smtClean="0">
                <a:latin typeface="+mn-ea"/>
                <a:ea typeface="+mn-ea"/>
              </a:rPr>
              <a:t>: </a:t>
            </a:r>
            <a:r>
              <a:rPr lang="ko-KR" altLang="en-US" sz="800" spc="-60" dirty="0" smtClean="0">
                <a:latin typeface="+mn-ea"/>
                <a:ea typeface="+mn-ea"/>
              </a:rPr>
              <a:t>성적조회 기간 </a:t>
            </a:r>
            <a:r>
              <a:rPr lang="en-US" altLang="ko-KR" sz="800" spc="-60" dirty="0" smtClean="0">
                <a:latin typeface="+mn-ea"/>
                <a:ea typeface="+mn-ea"/>
              </a:rPr>
              <a:t>&amp; </a:t>
            </a:r>
            <a:r>
              <a:rPr lang="ko-KR" altLang="en-US" sz="800" spc="-60" dirty="0" smtClean="0">
                <a:latin typeface="+mn-ea"/>
                <a:ea typeface="+mn-ea"/>
              </a:rPr>
              <a:t>강의평가 참여인 경우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217</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709216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187691692"/>
              </p:ext>
            </p:extLst>
          </p:nvPr>
        </p:nvGraphicFramePr>
        <p:xfrm>
          <a:off x="9499029" y="1484784"/>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55142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541568"/>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3" name="직사각형 192"/>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94" name="직사각형 193"/>
          <p:cNvSpPr/>
          <p:nvPr/>
        </p:nvSpPr>
        <p:spPr>
          <a:xfrm>
            <a:off x="3095770" y="3457575"/>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sp>
        <p:nvSpPr>
          <p:cNvPr id="142" name="직사각형 141"/>
          <p:cNvSpPr/>
          <p:nvPr/>
        </p:nvSpPr>
        <p:spPr>
          <a:xfrm>
            <a:off x="1981622" y="3825072"/>
            <a:ext cx="74664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36000" numCol="1" spcCol="0" rtlCol="0" fromWordArt="0" anchor="ctr" anchorCtr="0" forceAA="0" compatLnSpc="1">
            <a:prstTxWarp prst="textNoShape">
              <a:avLst/>
            </a:prstTxWarp>
            <a:noAutofit/>
          </a:bodyPr>
          <a:lstStyle/>
          <a:p>
            <a:pPr algn="ctr"/>
            <a:r>
              <a:rPr lang="ko-KR" altLang="en-US" sz="800" b="1" dirty="0" smtClean="0">
                <a:solidFill>
                  <a:schemeClr val="tx1">
                    <a:lumMod val="75000"/>
                    <a:lumOff val="25000"/>
                  </a:schemeClr>
                </a:solidFill>
              </a:rPr>
              <a:t>성적 이의 신청기간 </a:t>
            </a:r>
            <a:r>
              <a:rPr lang="en-US" altLang="ko-KR" sz="800" b="1" dirty="0" smtClean="0">
                <a:solidFill>
                  <a:schemeClr val="tx1">
                    <a:lumMod val="75000"/>
                    <a:lumOff val="25000"/>
                  </a:schemeClr>
                </a:solidFill>
              </a:rPr>
              <a:t>: 2026.07.25 09:00 ~ 2026.09.25 23:59</a:t>
            </a:r>
            <a:endParaRPr lang="ko-KR" altLang="en-US" sz="800" b="1" dirty="0">
              <a:solidFill>
                <a:schemeClr val="tx1">
                  <a:lumMod val="75000"/>
                  <a:lumOff val="25000"/>
                </a:schemeClr>
              </a:solidFill>
            </a:endParaRPr>
          </a:p>
        </p:txBody>
      </p:sp>
    </p:spTree>
    <p:extLst>
      <p:ext uri="{BB962C8B-B14F-4D97-AF65-F5344CB8AC3E}">
        <p14:creationId xmlns:p14="http://schemas.microsoft.com/office/powerpoint/2010/main" val="2430656928"/>
      </p:ext>
    </p:extLst>
  </p:cSld>
  <p:clrMapOvr>
    <a:masterClrMapping/>
  </p:clrMapOvr>
  <p:transition>
    <p:wipe dir="r"/>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KNOU_UI_C02180100_02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성적확인 </a:t>
            </a:r>
            <a:r>
              <a:rPr lang="en-US" altLang="ko-KR" sz="800" spc="-60" dirty="0" smtClean="0">
                <a:latin typeface="+mn-ea"/>
                <a:ea typeface="+mn-ea"/>
              </a:rPr>
              <a:t>: </a:t>
            </a:r>
            <a:r>
              <a:rPr lang="ko-KR" altLang="en-US" sz="800" spc="-60" dirty="0" smtClean="0">
                <a:latin typeface="+mn-ea"/>
                <a:ea typeface="+mn-ea"/>
              </a:rPr>
              <a:t>성적조회 기간 </a:t>
            </a:r>
            <a:r>
              <a:rPr lang="en-US" altLang="ko-KR" sz="800" spc="-60" dirty="0" smtClean="0">
                <a:latin typeface="+mn-ea"/>
                <a:ea typeface="+mn-ea"/>
              </a:rPr>
              <a:t>&amp; </a:t>
            </a:r>
            <a:r>
              <a:rPr lang="ko-KR" altLang="en-US" sz="800" spc="-60" dirty="0" smtClean="0">
                <a:latin typeface="+mn-ea"/>
                <a:ea typeface="+mn-ea"/>
              </a:rPr>
              <a:t>강의평가 참여인 경우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218</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7092169"/>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008745559"/>
              </p:ext>
            </p:extLst>
          </p:nvPr>
        </p:nvGraphicFramePr>
        <p:xfrm>
          <a:off x="9499029" y="1484784"/>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55142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75078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3" name="직사각형 192"/>
          <p:cNvSpPr/>
          <p:nvPr/>
        </p:nvSpPr>
        <p:spPr>
          <a:xfrm>
            <a:off x="1981742" y="3453407"/>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94" name="직사각형 193"/>
          <p:cNvSpPr/>
          <p:nvPr/>
        </p:nvSpPr>
        <p:spPr>
          <a:xfrm>
            <a:off x="3095770" y="3457575"/>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graphicFrame>
        <p:nvGraphicFramePr>
          <p:cNvPr id="169" name="Group 37"/>
          <p:cNvGraphicFramePr>
            <a:graphicFrameLocks noGrp="1"/>
          </p:cNvGraphicFramePr>
          <p:nvPr>
            <p:extLst>
              <p:ext uri="{D42A27DB-BD31-4B8C-83A1-F6EECF244321}">
                <p14:modId xmlns:p14="http://schemas.microsoft.com/office/powerpoint/2010/main" val="4066827945"/>
              </p:ext>
            </p:extLst>
          </p:nvPr>
        </p:nvGraphicFramePr>
        <p:xfrm>
          <a:off x="1975898" y="4221088"/>
          <a:ext cx="7484564" cy="240413"/>
        </p:xfrm>
        <a:graphic>
          <a:graphicData uri="http://schemas.openxmlformats.org/drawingml/2006/table">
            <a:tbl>
              <a:tblPr/>
              <a:tblGrid>
                <a:gridCol w="1871141">
                  <a:extLst>
                    <a:ext uri="{9D8B030D-6E8A-4147-A177-3AD203B41FA5}">
                      <a16:colId xmlns:a16="http://schemas.microsoft.com/office/drawing/2014/main" xmlns="" val="20001"/>
                    </a:ext>
                  </a:extLst>
                </a:gridCol>
                <a:gridCol w="1871141"/>
                <a:gridCol w="1871141"/>
                <a:gridCol w="1871141"/>
              </a:tblGrid>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최종 점수</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86.24</a:t>
                      </a:r>
                      <a:endParaRPr lang="ko-KR" altLang="en-US" sz="800" b="0" dirty="0" smtClean="0">
                        <a:solidFill>
                          <a:schemeClr val="tx1">
                            <a:lumMod val="75000"/>
                            <a:lumOff val="25000"/>
                          </a:schemeClr>
                        </a:solidFill>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산출 총점</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82.32</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170" name="Group 37"/>
          <p:cNvGraphicFramePr>
            <a:graphicFrameLocks noGrp="1"/>
          </p:cNvGraphicFramePr>
          <p:nvPr>
            <p:extLst>
              <p:ext uri="{D42A27DB-BD31-4B8C-83A1-F6EECF244321}">
                <p14:modId xmlns:p14="http://schemas.microsoft.com/office/powerpoint/2010/main" val="341429379"/>
              </p:ext>
            </p:extLst>
          </p:nvPr>
        </p:nvGraphicFramePr>
        <p:xfrm>
          <a:off x="1976289" y="4575789"/>
          <a:ext cx="7484564" cy="4037787"/>
        </p:xfrm>
        <a:graphic>
          <a:graphicData uri="http://schemas.openxmlformats.org/drawingml/2006/table">
            <a:tbl>
              <a:tblPr/>
              <a:tblGrid>
                <a:gridCol w="7484564">
                  <a:extLst>
                    <a:ext uri="{9D8B030D-6E8A-4147-A177-3AD203B41FA5}">
                      <a16:colId xmlns:a16="http://schemas.microsoft.com/office/drawing/2014/main" xmlns="" val="20001"/>
                    </a:ext>
                  </a:extLst>
                </a:gridCol>
              </a:tblGrid>
              <a:tr h="240413">
                <a:tc>
                  <a:txBody>
                    <a:bodyPr/>
                    <a:lstStyle/>
                    <a:p>
                      <a:pPr marL="0" marR="0" lvl="0" indent="0" algn="l"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성적 현황</a:t>
                      </a: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r>
              <a:tr h="379737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pic>
        <p:nvPicPr>
          <p:cNvPr id="172"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50851" y="4920755"/>
            <a:ext cx="7339536" cy="3592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3" name="직사각형 182"/>
          <p:cNvSpPr/>
          <p:nvPr/>
        </p:nvSpPr>
        <p:spPr>
          <a:xfrm>
            <a:off x="6775930" y="8079323"/>
            <a:ext cx="2065502" cy="215444"/>
          </a:xfrm>
          <a:prstGeom prst="rect">
            <a:avLst/>
          </a:prstGeom>
          <a:solidFill>
            <a:schemeClr val="bg1"/>
          </a:solidFill>
        </p:spPr>
        <p:txBody>
          <a:bodyPr wrap="square">
            <a:spAutoFit/>
          </a:bodyPr>
          <a:lstStyle/>
          <a:p>
            <a:pPr algn="ctr"/>
            <a:r>
              <a:rPr lang="ko-KR" altLang="en-US" sz="800" b="1" dirty="0" smtClean="0">
                <a:solidFill>
                  <a:schemeClr val="tx1">
                    <a:lumMod val="75000"/>
                    <a:lumOff val="25000"/>
                  </a:schemeClr>
                </a:solidFill>
                <a:latin typeface="+mn-ea"/>
                <a:ea typeface="+mn-ea"/>
              </a:rPr>
              <a:t>나의 최종점수는 </a:t>
            </a:r>
            <a:r>
              <a:rPr lang="en-US" altLang="ko-KR" sz="800" b="1" dirty="0" smtClean="0">
                <a:solidFill>
                  <a:schemeClr val="accent1">
                    <a:lumMod val="50000"/>
                  </a:schemeClr>
                </a:solidFill>
                <a:latin typeface="+mn-ea"/>
                <a:ea typeface="+mn-ea"/>
              </a:rPr>
              <a:t>86.24</a:t>
            </a:r>
            <a:r>
              <a:rPr lang="ko-KR" altLang="en-US" sz="800" b="1" dirty="0" smtClean="0">
                <a:solidFill>
                  <a:schemeClr val="accent1">
                    <a:lumMod val="50000"/>
                  </a:schemeClr>
                </a:solidFill>
                <a:latin typeface="+mn-ea"/>
                <a:ea typeface="+mn-ea"/>
              </a:rPr>
              <a:t>점</a:t>
            </a:r>
            <a:r>
              <a:rPr lang="ko-KR" altLang="en-US" sz="800" b="1" dirty="0" smtClean="0">
                <a:solidFill>
                  <a:schemeClr val="tx1">
                    <a:lumMod val="75000"/>
                    <a:lumOff val="25000"/>
                  </a:schemeClr>
                </a:solidFill>
                <a:latin typeface="+mn-ea"/>
                <a:ea typeface="+mn-ea"/>
              </a:rPr>
              <a:t> 입니다</a:t>
            </a:r>
            <a:r>
              <a:rPr lang="en-US" altLang="ko-KR" sz="800" b="1" dirty="0" smtClean="0">
                <a:solidFill>
                  <a:schemeClr val="tx1">
                    <a:lumMod val="75000"/>
                    <a:lumOff val="25000"/>
                  </a:schemeClr>
                </a:solidFill>
                <a:latin typeface="+mn-ea"/>
                <a:ea typeface="+mn-ea"/>
              </a:rPr>
              <a:t>.</a:t>
            </a:r>
            <a:endParaRPr lang="ko-KR" altLang="en-US" sz="800" b="1" dirty="0">
              <a:solidFill>
                <a:schemeClr val="tx1">
                  <a:lumMod val="75000"/>
                  <a:lumOff val="25000"/>
                </a:schemeClr>
              </a:solidFill>
              <a:latin typeface="+mn-ea"/>
              <a:ea typeface="+mn-ea"/>
            </a:endParaRPr>
          </a:p>
        </p:txBody>
      </p:sp>
      <p:sp>
        <p:nvSpPr>
          <p:cNvPr id="142" name="직사각형 141"/>
          <p:cNvSpPr/>
          <p:nvPr/>
        </p:nvSpPr>
        <p:spPr>
          <a:xfrm>
            <a:off x="1981622" y="3825072"/>
            <a:ext cx="74664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36000" numCol="1" spcCol="0" rtlCol="0" fromWordArt="0" anchor="ctr" anchorCtr="0" forceAA="0" compatLnSpc="1">
            <a:prstTxWarp prst="textNoShape">
              <a:avLst/>
            </a:prstTxWarp>
            <a:noAutofit/>
          </a:bodyPr>
          <a:lstStyle/>
          <a:p>
            <a:pPr algn="ctr"/>
            <a:r>
              <a:rPr lang="ko-KR" altLang="en-US" sz="800" b="1" dirty="0" smtClean="0">
                <a:solidFill>
                  <a:schemeClr val="tx1">
                    <a:lumMod val="75000"/>
                    <a:lumOff val="25000"/>
                  </a:schemeClr>
                </a:solidFill>
              </a:rPr>
              <a:t>성적 이의 신청기간 </a:t>
            </a:r>
            <a:r>
              <a:rPr lang="en-US" altLang="ko-KR" sz="800" b="1" dirty="0" smtClean="0">
                <a:solidFill>
                  <a:schemeClr val="tx1">
                    <a:lumMod val="75000"/>
                    <a:lumOff val="25000"/>
                  </a:schemeClr>
                </a:solidFill>
              </a:rPr>
              <a:t>: 2026.07.25 09:00 ~ 2026.09.25 23:59</a:t>
            </a:r>
            <a:endParaRPr lang="ko-KR" altLang="en-US" sz="800" b="1" dirty="0">
              <a:solidFill>
                <a:schemeClr val="tx1">
                  <a:lumMod val="75000"/>
                  <a:lumOff val="25000"/>
                </a:schemeClr>
              </a:solidFill>
            </a:endParaRPr>
          </a:p>
        </p:txBody>
      </p:sp>
    </p:spTree>
    <p:extLst>
      <p:ext uri="{BB962C8B-B14F-4D97-AF65-F5344CB8AC3E}">
        <p14:creationId xmlns:p14="http://schemas.microsoft.com/office/powerpoint/2010/main" val="1084606629"/>
      </p:ext>
    </p:extLst>
  </p:cSld>
  <p:clrMapOvr>
    <a:masterClrMapping/>
  </p:clrMapOvr>
  <p:transition>
    <p:wipe dir="r"/>
  </p:transition>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KNOU_UI_C02180200_01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 이의 신청 </a:t>
            </a:r>
            <a:r>
              <a:rPr lang="en-US" altLang="ko-KR" sz="800" spc="-60" dirty="0" smtClean="0">
                <a:latin typeface="+mn-ea"/>
                <a:ea typeface="+mn-ea"/>
              </a:rPr>
              <a:t>: </a:t>
            </a:r>
            <a:r>
              <a:rPr lang="ko-KR" altLang="en-US" sz="800" spc="-60" dirty="0" smtClean="0">
                <a:latin typeface="+mn-ea"/>
                <a:ea typeface="+mn-ea"/>
              </a:rPr>
              <a:t>성적 이의 신청 기간 아닌 경우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219</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901908451"/>
              </p:ext>
            </p:extLst>
          </p:nvPr>
        </p:nvGraphicFramePr>
        <p:xfrm>
          <a:off x="9499029" y="1484784"/>
          <a:ext cx="1404156" cy="47461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5" name="직사각형 194"/>
          <p:cNvSpPr/>
          <p:nvPr/>
        </p:nvSpPr>
        <p:spPr>
          <a:xfrm>
            <a:off x="1981622" y="3825072"/>
            <a:ext cx="7466400" cy="252000"/>
          </a:xfrm>
          <a:prstGeom prst="rect">
            <a:avLst/>
          </a:prstGeom>
          <a:solidFill>
            <a:srgbClr val="FFE38B"/>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36000" numCol="1" spcCol="0" rtlCol="0" fromWordArt="0" anchor="ctr" anchorCtr="0" forceAA="0" compatLnSpc="1">
            <a:prstTxWarp prst="textNoShape">
              <a:avLst/>
            </a:prstTxWarp>
            <a:noAutofit/>
          </a:bodyPr>
          <a:lstStyle/>
          <a:p>
            <a:pPr algn="ctr"/>
            <a:r>
              <a:rPr lang="ko-KR" altLang="en-US" sz="800" b="1" dirty="0" smtClean="0">
                <a:solidFill>
                  <a:schemeClr val="tx1">
                    <a:lumMod val="75000"/>
                    <a:lumOff val="25000"/>
                  </a:schemeClr>
                </a:solidFill>
              </a:rPr>
              <a:t>성적 이의 신청기간 </a:t>
            </a:r>
            <a:r>
              <a:rPr lang="en-US" altLang="ko-KR" sz="800" b="1" dirty="0" smtClean="0">
                <a:solidFill>
                  <a:schemeClr val="tx1">
                    <a:lumMod val="75000"/>
                    <a:lumOff val="25000"/>
                  </a:schemeClr>
                </a:solidFill>
              </a:rPr>
              <a:t>: 2026.07.25 09:00 ~ 2026.09.25 23:59</a:t>
            </a:r>
            <a:endParaRPr lang="ko-KR" altLang="en-US" sz="800" b="1" dirty="0">
              <a:solidFill>
                <a:schemeClr val="tx1">
                  <a:lumMod val="75000"/>
                  <a:lumOff val="25000"/>
                </a:schemeClr>
              </a:solidFill>
            </a:endParaRPr>
          </a:p>
        </p:txBody>
      </p:sp>
      <p:grpSp>
        <p:nvGrpSpPr>
          <p:cNvPr id="275" name="그룹 274"/>
          <p:cNvGrpSpPr/>
          <p:nvPr/>
        </p:nvGrpSpPr>
        <p:grpSpPr>
          <a:xfrm>
            <a:off x="4064521" y="3845255"/>
            <a:ext cx="234360" cy="200055"/>
            <a:chOff x="1152270" y="11706839"/>
            <a:chExt cx="234360" cy="200055"/>
          </a:xfrm>
        </p:grpSpPr>
        <p:sp>
          <p:nvSpPr>
            <p:cNvPr id="276" name="모서리가 둥근 직사각형 27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77" name="직사각형 276"/>
            <p:cNvSpPr/>
            <p:nvPr/>
          </p:nvSpPr>
          <p:spPr>
            <a:xfrm>
              <a:off x="1152270" y="11706839"/>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69" name="직사각형 168"/>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70" name="직사각형 169"/>
          <p:cNvSpPr/>
          <p:nvPr/>
        </p:nvSpPr>
        <p:spPr>
          <a:xfrm>
            <a:off x="3095770"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spTree>
    <p:extLst>
      <p:ext uri="{BB962C8B-B14F-4D97-AF65-F5344CB8AC3E}">
        <p14:creationId xmlns:p14="http://schemas.microsoft.com/office/powerpoint/2010/main" val="921120743"/>
      </p:ext>
    </p:extLst>
  </p:cSld>
  <p:clrMapOvr>
    <a:masterClrMapping/>
  </p:clrMapOvr>
  <p:transition>
    <p:wipe dir="r"/>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KNOU_UI_C02180200_02</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 이의 신청 </a:t>
            </a:r>
            <a:r>
              <a:rPr lang="en-US" altLang="ko-KR" sz="800" spc="-60" dirty="0" smtClean="0">
                <a:latin typeface="+mn-ea"/>
                <a:ea typeface="+mn-ea"/>
              </a:rPr>
              <a:t>: </a:t>
            </a:r>
            <a:r>
              <a:rPr lang="ko-KR" altLang="en-US" sz="800" spc="-60" dirty="0" smtClean="0">
                <a:latin typeface="+mn-ea"/>
                <a:ea typeface="+mn-ea"/>
              </a:rPr>
              <a:t>성적 이의 신청 기간인 경우</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220</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3981292373"/>
              </p:ext>
            </p:extLst>
          </p:nvPr>
        </p:nvGraphicFramePr>
        <p:xfrm>
          <a:off x="9499029" y="1484784"/>
          <a:ext cx="1404156" cy="566052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 이의 신청 탭</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 이의 신청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 이의 신청 수정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처리 상태 </a:t>
                      </a:r>
                      <a:r>
                        <a:rPr lang="en-US" altLang="ko-KR" sz="800" kern="1200" dirty="0" smtClean="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신청인 경우에 수정 가능</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 이의 신청 처리 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3" name="직사각형 192"/>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94" name="직사각형 193"/>
          <p:cNvSpPr/>
          <p:nvPr/>
        </p:nvSpPr>
        <p:spPr>
          <a:xfrm>
            <a:off x="3095770"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graphicFrame>
        <p:nvGraphicFramePr>
          <p:cNvPr id="244" name="Group 37"/>
          <p:cNvGraphicFramePr>
            <a:graphicFrameLocks noGrp="1"/>
          </p:cNvGraphicFramePr>
          <p:nvPr>
            <p:extLst>
              <p:ext uri="{D42A27DB-BD31-4B8C-83A1-F6EECF244321}">
                <p14:modId xmlns:p14="http://schemas.microsoft.com/office/powerpoint/2010/main" val="523758118"/>
              </p:ext>
            </p:extLst>
          </p:nvPr>
        </p:nvGraphicFramePr>
        <p:xfrm>
          <a:off x="1975898" y="3991130"/>
          <a:ext cx="7484564" cy="1161876"/>
        </p:xfrm>
        <a:graphic>
          <a:graphicData uri="http://schemas.openxmlformats.org/drawingml/2006/table">
            <a:tbl>
              <a:tblPr/>
              <a:tblGrid>
                <a:gridCol w="276609">
                  <a:extLst>
                    <a:ext uri="{9D8B030D-6E8A-4147-A177-3AD203B41FA5}">
                      <a16:colId xmlns:a16="http://schemas.microsoft.com/office/drawing/2014/main" xmlns="" val="20001"/>
                    </a:ext>
                  </a:extLst>
                </a:gridCol>
                <a:gridCol w="690352"/>
                <a:gridCol w="1425373"/>
                <a:gridCol w="342000"/>
                <a:gridCol w="676417"/>
                <a:gridCol w="789632"/>
                <a:gridCol w="514435"/>
                <a:gridCol w="1160626"/>
                <a:gridCol w="963807"/>
                <a:gridCol w="645313"/>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대표아이디</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이름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처리일시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확인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2026.06.12 15:23</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반려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245" name="Rectangle 122"/>
          <p:cNvSpPr>
            <a:spLocks noChangeArrowheads="1"/>
          </p:cNvSpPr>
          <p:nvPr/>
        </p:nvSpPr>
        <p:spPr bwMode="auto">
          <a:xfrm>
            <a:off x="8856290" y="447754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6" name="Rectangle 122"/>
          <p:cNvSpPr>
            <a:spLocks noChangeArrowheads="1"/>
          </p:cNvSpPr>
          <p:nvPr/>
        </p:nvSpPr>
        <p:spPr bwMode="auto">
          <a:xfrm>
            <a:off x="8856290" y="471747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7" name="Rectangle 122"/>
          <p:cNvSpPr>
            <a:spLocks noChangeArrowheads="1"/>
          </p:cNvSpPr>
          <p:nvPr/>
        </p:nvSpPr>
        <p:spPr bwMode="auto">
          <a:xfrm>
            <a:off x="8862040" y="4230613"/>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수정하기</a:t>
            </a:r>
            <a:endParaRPr lang="ko-KR" altLang="en-US" sz="800" kern="0" dirty="0">
              <a:solidFill>
                <a:schemeClr val="tx1">
                  <a:lumMod val="75000"/>
                  <a:lumOff val="25000"/>
                </a:schemeClr>
              </a:solidFill>
              <a:latin typeface="+mn-ea"/>
              <a:ea typeface="+mn-ea"/>
            </a:endParaRPr>
          </a:p>
        </p:txBody>
      </p:sp>
      <p:grpSp>
        <p:nvGrpSpPr>
          <p:cNvPr id="249" name="그룹 74"/>
          <p:cNvGrpSpPr>
            <a:grpSpLocks/>
          </p:cNvGrpSpPr>
          <p:nvPr/>
        </p:nvGrpSpPr>
        <p:grpSpPr bwMode="auto">
          <a:xfrm>
            <a:off x="4858228" y="5229780"/>
            <a:ext cx="1678948" cy="215444"/>
            <a:chOff x="5843761" y="3953547"/>
            <a:chExt cx="1769478" cy="256728"/>
          </a:xfrm>
        </p:grpSpPr>
        <p:sp>
          <p:nvSpPr>
            <p:cNvPr id="250"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51" name="그룹 86"/>
            <p:cNvGrpSpPr>
              <a:grpSpLocks/>
            </p:cNvGrpSpPr>
            <p:nvPr/>
          </p:nvGrpSpPr>
          <p:grpSpPr bwMode="auto">
            <a:xfrm>
              <a:off x="5889794" y="3953547"/>
              <a:ext cx="1723445" cy="256728"/>
              <a:chOff x="5889794" y="3953547"/>
              <a:chExt cx="1723445" cy="256728"/>
            </a:xfrm>
          </p:grpSpPr>
          <p:sp>
            <p:nvSpPr>
              <p:cNvPr id="252"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3"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6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168" name="Rectangle 122"/>
          <p:cNvSpPr>
            <a:spLocks noChangeArrowheads="1"/>
          </p:cNvSpPr>
          <p:nvPr/>
        </p:nvSpPr>
        <p:spPr bwMode="auto">
          <a:xfrm>
            <a:off x="8987588" y="3733941"/>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9" name="직사각형 168"/>
          <p:cNvSpPr/>
          <p:nvPr/>
        </p:nvSpPr>
        <p:spPr>
          <a:xfrm>
            <a:off x="1928663" y="3726557"/>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4</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sp>
        <p:nvSpPr>
          <p:cNvPr id="170" name="모서리가 둥근 직사각형 169"/>
          <p:cNvSpPr/>
          <p:nvPr/>
        </p:nvSpPr>
        <p:spPr>
          <a:xfrm>
            <a:off x="8047348" y="374141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2" name="Rectangle 122"/>
          <p:cNvSpPr>
            <a:spLocks noChangeArrowheads="1"/>
          </p:cNvSpPr>
          <p:nvPr/>
        </p:nvSpPr>
        <p:spPr bwMode="auto">
          <a:xfrm>
            <a:off x="8860482" y="494583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grpSp>
        <p:nvGrpSpPr>
          <p:cNvPr id="173" name="그룹 172"/>
          <p:cNvGrpSpPr/>
          <p:nvPr/>
        </p:nvGrpSpPr>
        <p:grpSpPr>
          <a:xfrm>
            <a:off x="3039634" y="3294509"/>
            <a:ext cx="234360" cy="200055"/>
            <a:chOff x="1152270" y="11716364"/>
            <a:chExt cx="234360" cy="200055"/>
          </a:xfrm>
        </p:grpSpPr>
        <p:sp>
          <p:nvSpPr>
            <p:cNvPr id="174" name="모서리가 둥근 직사각형 173"/>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5" name="직사각형 174"/>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76" name="그룹 175"/>
          <p:cNvGrpSpPr/>
          <p:nvPr/>
        </p:nvGrpSpPr>
        <p:grpSpPr>
          <a:xfrm>
            <a:off x="7992991" y="3572049"/>
            <a:ext cx="234360" cy="200055"/>
            <a:chOff x="1152270" y="11716364"/>
            <a:chExt cx="234360" cy="200055"/>
          </a:xfrm>
        </p:grpSpPr>
        <p:sp>
          <p:nvSpPr>
            <p:cNvPr id="177" name="모서리가 둥근 직사각형 1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8" name="직사각형 1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grpSp>
        <p:nvGrpSpPr>
          <p:cNvPr id="179" name="그룹 178"/>
          <p:cNvGrpSpPr/>
          <p:nvPr/>
        </p:nvGrpSpPr>
        <p:grpSpPr>
          <a:xfrm>
            <a:off x="8740849" y="4158493"/>
            <a:ext cx="234360" cy="200055"/>
            <a:chOff x="1152270" y="11716364"/>
            <a:chExt cx="234360" cy="200055"/>
          </a:xfrm>
        </p:grpSpPr>
        <p:sp>
          <p:nvSpPr>
            <p:cNvPr id="180" name="모서리가 둥근 직사각형 179"/>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1" name="직사각형 180"/>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182" name="그룹 181"/>
          <p:cNvGrpSpPr/>
          <p:nvPr/>
        </p:nvGrpSpPr>
        <p:grpSpPr>
          <a:xfrm>
            <a:off x="8750374" y="4405456"/>
            <a:ext cx="234360" cy="200055"/>
            <a:chOff x="1152270" y="11716364"/>
            <a:chExt cx="234360" cy="200055"/>
          </a:xfrm>
        </p:grpSpPr>
        <p:sp>
          <p:nvSpPr>
            <p:cNvPr id="183" name="모서리가 둥근 직사각형 182"/>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84" name="직사각형 183"/>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895422559"/>
      </p:ext>
    </p:extLst>
  </p:cSld>
  <p:clrMapOvr>
    <a:masterClrMapping/>
  </p:clrMapOvr>
  <p:transition>
    <p:wipe dir="r"/>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KNOU_UI_C02180200_03</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221</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1101168679"/>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 이의 신청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3" name="직사각형 192"/>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94" name="직사각형 193"/>
          <p:cNvSpPr/>
          <p:nvPr/>
        </p:nvSpPr>
        <p:spPr>
          <a:xfrm>
            <a:off x="3095770"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graphicFrame>
        <p:nvGraphicFramePr>
          <p:cNvPr id="244" name="Group 37"/>
          <p:cNvGraphicFramePr>
            <a:graphicFrameLocks noGrp="1"/>
          </p:cNvGraphicFramePr>
          <p:nvPr>
            <p:extLst>
              <p:ext uri="{D42A27DB-BD31-4B8C-83A1-F6EECF244321}">
                <p14:modId xmlns:p14="http://schemas.microsoft.com/office/powerpoint/2010/main" val="938886126"/>
              </p:ext>
            </p:extLst>
          </p:nvPr>
        </p:nvGraphicFramePr>
        <p:xfrm>
          <a:off x="1975898" y="3991130"/>
          <a:ext cx="7484564" cy="1161876"/>
        </p:xfrm>
        <a:graphic>
          <a:graphicData uri="http://schemas.openxmlformats.org/drawingml/2006/table">
            <a:tbl>
              <a:tblPr/>
              <a:tblGrid>
                <a:gridCol w="276609">
                  <a:extLst>
                    <a:ext uri="{9D8B030D-6E8A-4147-A177-3AD203B41FA5}">
                      <a16:colId xmlns:a16="http://schemas.microsoft.com/office/drawing/2014/main" xmlns="" val="20001"/>
                    </a:ext>
                  </a:extLst>
                </a:gridCol>
                <a:gridCol w="690352"/>
                <a:gridCol w="1425373"/>
                <a:gridCol w="342000"/>
                <a:gridCol w="676417"/>
                <a:gridCol w="789632"/>
                <a:gridCol w="514435"/>
                <a:gridCol w="1160626"/>
                <a:gridCol w="963807"/>
                <a:gridCol w="645313"/>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대표아이디</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이름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처리일시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확인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2026.06.12 15:23</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반려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245" name="Rectangle 122"/>
          <p:cNvSpPr>
            <a:spLocks noChangeArrowheads="1"/>
          </p:cNvSpPr>
          <p:nvPr/>
        </p:nvSpPr>
        <p:spPr bwMode="auto">
          <a:xfrm>
            <a:off x="8856290" y="447754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6" name="Rectangle 122"/>
          <p:cNvSpPr>
            <a:spLocks noChangeArrowheads="1"/>
          </p:cNvSpPr>
          <p:nvPr/>
        </p:nvSpPr>
        <p:spPr bwMode="auto">
          <a:xfrm>
            <a:off x="8856290" y="471747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7" name="Rectangle 122"/>
          <p:cNvSpPr>
            <a:spLocks noChangeArrowheads="1"/>
          </p:cNvSpPr>
          <p:nvPr/>
        </p:nvSpPr>
        <p:spPr bwMode="auto">
          <a:xfrm>
            <a:off x="8862040" y="4230613"/>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수정하기</a:t>
            </a:r>
            <a:endParaRPr lang="ko-KR" altLang="en-US" sz="800" kern="0" dirty="0">
              <a:solidFill>
                <a:schemeClr val="tx1">
                  <a:lumMod val="75000"/>
                  <a:lumOff val="25000"/>
                </a:schemeClr>
              </a:solidFill>
              <a:latin typeface="+mn-ea"/>
              <a:ea typeface="+mn-ea"/>
            </a:endParaRPr>
          </a:p>
        </p:txBody>
      </p:sp>
      <p:grpSp>
        <p:nvGrpSpPr>
          <p:cNvPr id="249" name="그룹 74"/>
          <p:cNvGrpSpPr>
            <a:grpSpLocks/>
          </p:cNvGrpSpPr>
          <p:nvPr/>
        </p:nvGrpSpPr>
        <p:grpSpPr bwMode="auto">
          <a:xfrm>
            <a:off x="4858228" y="5229780"/>
            <a:ext cx="1678948" cy="215444"/>
            <a:chOff x="5843761" y="3953547"/>
            <a:chExt cx="1769478" cy="256728"/>
          </a:xfrm>
        </p:grpSpPr>
        <p:sp>
          <p:nvSpPr>
            <p:cNvPr id="250"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51" name="그룹 86"/>
            <p:cNvGrpSpPr>
              <a:grpSpLocks/>
            </p:cNvGrpSpPr>
            <p:nvPr/>
          </p:nvGrpSpPr>
          <p:grpSpPr bwMode="auto">
            <a:xfrm>
              <a:off x="5889794" y="3953547"/>
              <a:ext cx="1723445" cy="256728"/>
              <a:chOff x="5889794" y="3953547"/>
              <a:chExt cx="1723445" cy="256728"/>
            </a:xfrm>
          </p:grpSpPr>
          <p:sp>
            <p:nvSpPr>
              <p:cNvPr id="252"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3"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6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168" name="Rectangle 122"/>
          <p:cNvSpPr>
            <a:spLocks noChangeArrowheads="1"/>
          </p:cNvSpPr>
          <p:nvPr/>
        </p:nvSpPr>
        <p:spPr bwMode="auto">
          <a:xfrm>
            <a:off x="8987588" y="3733941"/>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9" name="직사각형 168"/>
          <p:cNvSpPr/>
          <p:nvPr/>
        </p:nvSpPr>
        <p:spPr>
          <a:xfrm>
            <a:off x="1928663" y="3726557"/>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4</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sp>
        <p:nvSpPr>
          <p:cNvPr id="170" name="모서리가 둥근 직사각형 169"/>
          <p:cNvSpPr/>
          <p:nvPr/>
        </p:nvSpPr>
        <p:spPr>
          <a:xfrm>
            <a:off x="8047348" y="374141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2" name="Rectangle 122"/>
          <p:cNvSpPr>
            <a:spLocks noChangeArrowheads="1"/>
          </p:cNvSpPr>
          <p:nvPr/>
        </p:nvSpPr>
        <p:spPr bwMode="auto">
          <a:xfrm>
            <a:off x="8860482" y="494583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grpSp>
        <p:nvGrpSpPr>
          <p:cNvPr id="176" name="그룹 175"/>
          <p:cNvGrpSpPr/>
          <p:nvPr/>
        </p:nvGrpSpPr>
        <p:grpSpPr>
          <a:xfrm>
            <a:off x="7992991" y="3572049"/>
            <a:ext cx="234360" cy="200055"/>
            <a:chOff x="1152270" y="11716364"/>
            <a:chExt cx="234360" cy="200055"/>
          </a:xfrm>
        </p:grpSpPr>
        <p:sp>
          <p:nvSpPr>
            <p:cNvPr id="177" name="모서리가 둥근 직사각형 1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8" name="직사각형 1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
        <p:nvSpPr>
          <p:cNvPr id="185" name="TextBox 184"/>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 이의 신청 </a:t>
            </a:r>
            <a:r>
              <a:rPr lang="en-US" altLang="ko-KR" sz="800" spc="-60" dirty="0" smtClean="0">
                <a:latin typeface="+mn-ea"/>
                <a:ea typeface="+mn-ea"/>
              </a:rPr>
              <a:t>: </a:t>
            </a:r>
            <a:r>
              <a:rPr lang="ko-KR" altLang="en-US" sz="800" spc="-60" dirty="0" smtClean="0">
                <a:latin typeface="+mn-ea"/>
                <a:ea typeface="+mn-ea"/>
              </a:rPr>
              <a:t>성적 이의 신청 기간인 경우 </a:t>
            </a:r>
            <a:r>
              <a:rPr lang="en-US" altLang="ko-KR" sz="800" spc="-60" dirty="0" smtClean="0">
                <a:latin typeface="+mn-ea"/>
                <a:ea typeface="+mn-ea"/>
              </a:rPr>
              <a:t>: </a:t>
            </a:r>
            <a:r>
              <a:rPr lang="ko-KR" altLang="en-US" sz="800" spc="-60" dirty="0" smtClean="0">
                <a:latin typeface="+mn-ea"/>
                <a:ea typeface="+mn-ea"/>
              </a:rPr>
              <a:t>신청</a:t>
            </a:r>
            <a:endParaRPr lang="ko-KR" altLang="en-US" sz="800" spc="-60" dirty="0">
              <a:latin typeface="+mn-ea"/>
              <a:ea typeface="+mn-ea"/>
            </a:endParaRPr>
          </a:p>
        </p:txBody>
      </p:sp>
      <p:grpSp>
        <p:nvGrpSpPr>
          <p:cNvPr id="186" name="그룹 185"/>
          <p:cNvGrpSpPr/>
          <p:nvPr/>
        </p:nvGrpSpPr>
        <p:grpSpPr>
          <a:xfrm>
            <a:off x="740532" y="1907308"/>
            <a:ext cx="7013351" cy="5494827"/>
            <a:chOff x="740532" y="1662708"/>
            <a:chExt cx="7013351" cy="5494827"/>
          </a:xfrm>
        </p:grpSpPr>
        <p:sp>
          <p:nvSpPr>
            <p:cNvPr id="187" name="직사각형 186"/>
            <p:cNvSpPr/>
            <p:nvPr/>
          </p:nvSpPr>
          <p:spPr>
            <a:xfrm>
              <a:off x="740532" y="1672232"/>
              <a:ext cx="7010288" cy="5485303"/>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8" name="직사각형 187"/>
            <p:cNvSpPr/>
            <p:nvPr/>
          </p:nvSpPr>
          <p:spPr>
            <a:xfrm>
              <a:off x="748959" y="1681786"/>
              <a:ext cx="6991200"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tIns="36000" rtlCol="0" anchor="ctr"/>
            <a:lstStyle/>
            <a:p>
              <a:pPr>
                <a:lnSpc>
                  <a:spcPct val="150000"/>
                </a:lnSpc>
              </a:pPr>
              <a:r>
                <a:rPr lang="ko-KR" altLang="en-US" sz="800" dirty="0" smtClean="0">
                  <a:solidFill>
                    <a:schemeClr val="bg1"/>
                  </a:solidFill>
                  <a:latin typeface="+mn-ea"/>
                </a:rPr>
                <a:t>성적 이의 신청</a:t>
              </a:r>
              <a:endParaRPr lang="en-US" altLang="ko-KR" sz="800" dirty="0">
                <a:solidFill>
                  <a:schemeClr val="bg1"/>
                </a:solidFill>
                <a:latin typeface="+mn-ea"/>
              </a:endParaRPr>
            </a:p>
          </p:txBody>
        </p:sp>
        <p:sp>
          <p:nvSpPr>
            <p:cNvPr id="189" name="직사각형 188"/>
            <p:cNvSpPr/>
            <p:nvPr/>
          </p:nvSpPr>
          <p:spPr>
            <a:xfrm>
              <a:off x="7485861" y="1662708"/>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90" name="모서리가 둥근 직사각형 189"/>
          <p:cNvSpPr/>
          <p:nvPr/>
        </p:nvSpPr>
        <p:spPr>
          <a:xfrm>
            <a:off x="4285878" y="702732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91" name="표 190"/>
          <p:cNvGraphicFramePr>
            <a:graphicFrameLocks noGrp="1"/>
          </p:cNvGraphicFramePr>
          <p:nvPr>
            <p:extLst>
              <p:ext uri="{D42A27DB-BD31-4B8C-83A1-F6EECF244321}">
                <p14:modId xmlns:p14="http://schemas.microsoft.com/office/powerpoint/2010/main" val="757060882"/>
              </p:ext>
            </p:extLst>
          </p:nvPr>
        </p:nvGraphicFramePr>
        <p:xfrm>
          <a:off x="884548" y="3385567"/>
          <a:ext cx="6751798" cy="2779737"/>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대표아이디</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kern="1200" dirty="0" smtClean="0">
                          <a:solidFill>
                            <a:schemeClr val="tx1">
                              <a:lumMod val="75000"/>
                              <a:lumOff val="25000"/>
                            </a:schemeClr>
                          </a:solidFill>
                          <a:latin typeface="+mn-ea"/>
                          <a:ea typeface="+mn-ea"/>
                          <a:cs typeface="+mn-cs"/>
                        </a:rPr>
                        <a:t>testid2**4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kern="1200" dirty="0" smtClean="0">
                          <a:solidFill>
                            <a:schemeClr val="tx1">
                              <a:lumMod val="75000"/>
                              <a:lumOff val="25000"/>
                            </a:schemeClr>
                          </a:solidFill>
                          <a:latin typeface="+mn-ea"/>
                          <a:ea typeface="+mn-ea"/>
                          <a:cs typeface="+mn-cs"/>
                        </a:rPr>
                        <a:t>202612***84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신청 사유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1202897">
                <a:tc>
                  <a:txBody>
                    <a:bodyPr/>
                    <a:lstStyle/>
                    <a:p>
                      <a:pPr algn="l" latinLnBrk="1"/>
                      <a:r>
                        <a:rPr lang="ko-KR" altLang="en-US" sz="800" b="0" dirty="0" smtClean="0">
                          <a:solidFill>
                            <a:schemeClr val="tx1">
                              <a:lumMod val="75000"/>
                              <a:lumOff val="25000"/>
                            </a:schemeClr>
                          </a:solidFill>
                          <a:latin typeface="+mn-ea"/>
                          <a:ea typeface="+mn-ea"/>
                        </a:rPr>
                        <a:t>자료첨부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95" name="직사각형 194"/>
          <p:cNvSpPr/>
          <p:nvPr/>
        </p:nvSpPr>
        <p:spPr>
          <a:xfrm>
            <a:off x="775037" y="2204864"/>
            <a:ext cx="1122423"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이의신청신청</a:t>
            </a:r>
            <a:endParaRPr lang="ko-KR" altLang="en-US" sz="800" b="1" dirty="0">
              <a:solidFill>
                <a:schemeClr val="tx1">
                  <a:lumMod val="75000"/>
                  <a:lumOff val="25000"/>
                </a:schemeClr>
              </a:solidFill>
              <a:latin typeface="+mn-ea"/>
              <a:ea typeface="+mn-ea"/>
            </a:endParaRPr>
          </a:p>
        </p:txBody>
      </p:sp>
      <p:graphicFrame>
        <p:nvGraphicFramePr>
          <p:cNvPr id="196" name="표 195"/>
          <p:cNvGraphicFramePr>
            <a:graphicFrameLocks noGrp="1"/>
          </p:cNvGraphicFramePr>
          <p:nvPr>
            <p:extLst>
              <p:ext uri="{D42A27DB-BD31-4B8C-83A1-F6EECF244321}">
                <p14:modId xmlns:p14="http://schemas.microsoft.com/office/powerpoint/2010/main" val="1692666484"/>
              </p:ext>
            </p:extLst>
          </p:nvPr>
        </p:nvGraphicFramePr>
        <p:xfrm>
          <a:off x="877119" y="2449463"/>
          <a:ext cx="6751798" cy="856500"/>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학수번호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튜터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김*교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197" name="모서리가 둥근 직사각형 196"/>
          <p:cNvSpPr/>
          <p:nvPr/>
        </p:nvSpPr>
        <p:spPr>
          <a:xfrm>
            <a:off x="3332920" y="702732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198"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44047" y="4024114"/>
            <a:ext cx="5538943" cy="864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99" name="그룹 198"/>
          <p:cNvGrpSpPr/>
          <p:nvPr/>
        </p:nvGrpSpPr>
        <p:grpSpPr>
          <a:xfrm>
            <a:off x="2046201" y="5013176"/>
            <a:ext cx="5524706" cy="664994"/>
            <a:chOff x="2180692" y="6203487"/>
            <a:chExt cx="5524706" cy="664994"/>
          </a:xfrm>
        </p:grpSpPr>
        <p:sp>
          <p:nvSpPr>
            <p:cNvPr id="200" name="직사각형 199"/>
            <p:cNvSpPr/>
            <p:nvPr/>
          </p:nvSpPr>
          <p:spPr>
            <a:xfrm>
              <a:off x="2180692" y="6203487"/>
              <a:ext cx="5524706"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01"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84412" y="6318265"/>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2" name="Rectangle 122"/>
            <p:cNvSpPr>
              <a:spLocks noChangeArrowheads="1"/>
            </p:cNvSpPr>
            <p:nvPr/>
          </p:nvSpPr>
          <p:spPr bwMode="auto">
            <a:xfrm>
              <a:off x="4033850" y="6448680"/>
              <a:ext cx="72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ysClr val="windowText" lastClr="000000"/>
                  </a:solidFill>
                  <a:latin typeface="+mn-ea"/>
                  <a:ea typeface="+mn-ea"/>
                </a:rPr>
                <a:t>파일 선택</a:t>
              </a:r>
              <a:endParaRPr lang="ko-KR" altLang="en-US" sz="800" kern="0" dirty="0">
                <a:solidFill>
                  <a:sysClr val="windowText" lastClr="000000"/>
                </a:solidFill>
                <a:latin typeface="+mn-ea"/>
                <a:ea typeface="+mn-ea"/>
              </a:endParaRPr>
            </a:p>
          </p:txBody>
        </p:sp>
        <p:sp>
          <p:nvSpPr>
            <p:cNvPr id="203" name="TextBox 202"/>
            <p:cNvSpPr txBox="1"/>
            <p:nvPr/>
          </p:nvSpPr>
          <p:spPr>
            <a:xfrm>
              <a:off x="4717926" y="6428931"/>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sp>
        <p:nvSpPr>
          <p:cNvPr id="204" name="직사각형 203"/>
          <p:cNvSpPr/>
          <p:nvPr/>
        </p:nvSpPr>
        <p:spPr>
          <a:xfrm>
            <a:off x="786061" y="6218262"/>
            <a:ext cx="5526384" cy="215444"/>
          </a:xfrm>
          <a:prstGeom prst="rect">
            <a:avLst/>
          </a:prstGeom>
        </p:spPr>
        <p:txBody>
          <a:bodyPr wrap="square">
            <a:spAutoFit/>
          </a:bodyPr>
          <a:lstStyle/>
          <a:p>
            <a:r>
              <a:rPr lang="ko-KR" altLang="en-US" sz="800" b="1" dirty="0" smtClean="0">
                <a:solidFill>
                  <a:schemeClr val="tx1">
                    <a:lumMod val="65000"/>
                    <a:lumOff val="35000"/>
                  </a:schemeClr>
                </a:solidFill>
                <a:latin typeface="+mn-ea"/>
                <a:ea typeface="+mn-ea"/>
              </a:rPr>
              <a:t>이상의 성적 이의신청신청을 담당 과목 교수님께 드립니다</a:t>
            </a:r>
            <a:r>
              <a:rPr lang="en-US" altLang="ko-KR" sz="800" b="1" dirty="0" smtClean="0">
                <a:solidFill>
                  <a:schemeClr val="tx1">
                    <a:lumMod val="65000"/>
                    <a:lumOff val="35000"/>
                  </a:schemeClr>
                </a:solidFill>
                <a:latin typeface="+mn-ea"/>
                <a:ea typeface="+mn-ea"/>
              </a:rPr>
              <a:t>.</a:t>
            </a:r>
            <a:endParaRPr lang="ko-KR" altLang="en-US" sz="800" b="1" dirty="0">
              <a:solidFill>
                <a:schemeClr val="tx1">
                  <a:lumMod val="65000"/>
                  <a:lumOff val="35000"/>
                </a:schemeClr>
              </a:solidFill>
              <a:latin typeface="+mn-ea"/>
              <a:ea typeface="+mn-ea"/>
            </a:endParaRPr>
          </a:p>
        </p:txBody>
      </p:sp>
      <p:sp>
        <p:nvSpPr>
          <p:cNvPr id="209" name="직사각형 208"/>
          <p:cNvSpPr/>
          <p:nvPr/>
        </p:nvSpPr>
        <p:spPr>
          <a:xfrm>
            <a:off x="5027574" y="6434286"/>
            <a:ext cx="2589722" cy="215444"/>
          </a:xfrm>
          <a:prstGeom prst="rect">
            <a:avLst/>
          </a:prstGeom>
        </p:spPr>
        <p:txBody>
          <a:bodyPr wrap="square">
            <a:spAutoFit/>
          </a:bodyPr>
          <a:lstStyle/>
          <a:p>
            <a:pPr algn="r"/>
            <a:r>
              <a:rPr lang="ko-KR" altLang="en-US" sz="800" b="1" dirty="0" smtClean="0">
                <a:solidFill>
                  <a:schemeClr val="tx1">
                    <a:lumMod val="65000"/>
                    <a:lumOff val="35000"/>
                  </a:schemeClr>
                </a:solidFill>
                <a:latin typeface="+mn-ea"/>
                <a:ea typeface="+mn-ea"/>
              </a:rPr>
              <a:t>신청일 </a:t>
            </a:r>
            <a:r>
              <a:rPr lang="en-US" altLang="ko-KR" sz="800" b="1" dirty="0" smtClean="0">
                <a:solidFill>
                  <a:schemeClr val="tx1">
                    <a:lumMod val="65000"/>
                    <a:lumOff val="35000"/>
                  </a:schemeClr>
                </a:solidFill>
                <a:latin typeface="+mn-ea"/>
                <a:ea typeface="+mn-ea"/>
              </a:rPr>
              <a:t>: 2026</a:t>
            </a:r>
            <a:r>
              <a:rPr lang="ko-KR" altLang="en-US" sz="800" b="1" dirty="0" smtClean="0">
                <a:solidFill>
                  <a:schemeClr val="tx1">
                    <a:lumMod val="65000"/>
                    <a:lumOff val="35000"/>
                  </a:schemeClr>
                </a:solidFill>
                <a:latin typeface="+mn-ea"/>
                <a:ea typeface="+mn-ea"/>
              </a:rPr>
              <a:t>년 </a:t>
            </a:r>
            <a:r>
              <a:rPr lang="en-US" altLang="ko-KR" sz="800" b="1" dirty="0" smtClean="0">
                <a:solidFill>
                  <a:schemeClr val="tx1">
                    <a:lumMod val="65000"/>
                    <a:lumOff val="35000"/>
                  </a:schemeClr>
                </a:solidFill>
                <a:latin typeface="+mn-ea"/>
                <a:ea typeface="+mn-ea"/>
              </a:rPr>
              <a:t>05</a:t>
            </a:r>
            <a:r>
              <a:rPr lang="ko-KR" altLang="en-US" sz="800" b="1" dirty="0" smtClean="0">
                <a:solidFill>
                  <a:schemeClr val="tx1">
                    <a:lumMod val="65000"/>
                    <a:lumOff val="35000"/>
                  </a:schemeClr>
                </a:solidFill>
                <a:latin typeface="+mn-ea"/>
                <a:ea typeface="+mn-ea"/>
              </a:rPr>
              <a:t>월 </a:t>
            </a:r>
            <a:r>
              <a:rPr lang="en-US" altLang="ko-KR" sz="800" b="1" dirty="0" smtClean="0">
                <a:solidFill>
                  <a:schemeClr val="tx1">
                    <a:lumMod val="65000"/>
                    <a:lumOff val="35000"/>
                  </a:schemeClr>
                </a:solidFill>
                <a:latin typeface="+mn-ea"/>
                <a:ea typeface="+mn-ea"/>
              </a:rPr>
              <a:t>25</a:t>
            </a:r>
            <a:r>
              <a:rPr lang="ko-KR" altLang="en-US" sz="800" b="1" dirty="0">
                <a:solidFill>
                  <a:schemeClr val="tx1">
                    <a:lumMod val="65000"/>
                    <a:lumOff val="35000"/>
                  </a:schemeClr>
                </a:solidFill>
                <a:latin typeface="+mn-ea"/>
                <a:ea typeface="+mn-ea"/>
              </a:rPr>
              <a:t>일</a:t>
            </a:r>
            <a:r>
              <a:rPr lang="en-US" altLang="ko-KR" sz="800" b="1" dirty="0" smtClean="0">
                <a:solidFill>
                  <a:schemeClr val="tx1">
                    <a:lumMod val="65000"/>
                    <a:lumOff val="35000"/>
                  </a:schemeClr>
                </a:solidFill>
                <a:latin typeface="+mn-ea"/>
                <a:ea typeface="+mn-ea"/>
              </a:rPr>
              <a:t> </a:t>
            </a:r>
            <a:endParaRPr lang="ko-KR" altLang="en-US" sz="800" b="1" dirty="0">
              <a:solidFill>
                <a:schemeClr val="tx1">
                  <a:lumMod val="65000"/>
                  <a:lumOff val="35000"/>
                </a:schemeClr>
              </a:solidFill>
              <a:latin typeface="+mn-ea"/>
              <a:ea typeface="+mn-ea"/>
            </a:endParaRPr>
          </a:p>
        </p:txBody>
      </p:sp>
      <p:sp>
        <p:nvSpPr>
          <p:cNvPr id="210" name="직사각형 209"/>
          <p:cNvSpPr/>
          <p:nvPr/>
        </p:nvSpPr>
        <p:spPr>
          <a:xfrm>
            <a:off x="5025478" y="6650360"/>
            <a:ext cx="2589722" cy="215444"/>
          </a:xfrm>
          <a:prstGeom prst="rect">
            <a:avLst/>
          </a:prstGeom>
        </p:spPr>
        <p:txBody>
          <a:bodyPr wrap="square">
            <a:spAutoFit/>
          </a:bodyPr>
          <a:lstStyle/>
          <a:p>
            <a:pPr algn="r"/>
            <a:r>
              <a:rPr lang="ko-KR" altLang="en-US" sz="800" b="1" dirty="0" smtClean="0">
                <a:solidFill>
                  <a:schemeClr val="tx1">
                    <a:lumMod val="65000"/>
                    <a:lumOff val="35000"/>
                  </a:schemeClr>
                </a:solidFill>
                <a:latin typeface="+mn-ea"/>
                <a:ea typeface="+mn-ea"/>
              </a:rPr>
              <a:t>신청자 </a:t>
            </a:r>
            <a:r>
              <a:rPr lang="en-US" altLang="ko-KR" sz="800" b="1" dirty="0" smtClean="0">
                <a:solidFill>
                  <a:schemeClr val="tx1">
                    <a:lumMod val="65000"/>
                    <a:lumOff val="35000"/>
                  </a:schemeClr>
                </a:solidFill>
                <a:latin typeface="+mn-ea"/>
                <a:ea typeface="+mn-ea"/>
              </a:rPr>
              <a:t>:     </a:t>
            </a:r>
            <a:r>
              <a:rPr lang="ko-KR" altLang="en-US" sz="800" b="1" dirty="0" smtClean="0">
                <a:solidFill>
                  <a:schemeClr val="tx1">
                    <a:lumMod val="65000"/>
                    <a:lumOff val="35000"/>
                  </a:schemeClr>
                </a:solidFill>
                <a:latin typeface="+mn-ea"/>
                <a:ea typeface="+mn-ea"/>
              </a:rPr>
              <a:t>학*자</a:t>
            </a:r>
            <a:r>
              <a:rPr lang="en-US" altLang="ko-KR" sz="800" b="1" dirty="0" smtClean="0">
                <a:solidFill>
                  <a:schemeClr val="tx1">
                    <a:lumMod val="65000"/>
                    <a:lumOff val="35000"/>
                  </a:schemeClr>
                </a:solidFill>
                <a:latin typeface="+mn-ea"/>
                <a:ea typeface="+mn-ea"/>
              </a:rPr>
              <a:t>1  </a:t>
            </a:r>
            <a:endParaRPr lang="ko-KR" altLang="en-US" sz="800" b="1" dirty="0">
              <a:solidFill>
                <a:schemeClr val="tx1">
                  <a:lumMod val="65000"/>
                  <a:lumOff val="35000"/>
                </a:schemeClr>
              </a:solidFill>
              <a:latin typeface="+mn-ea"/>
              <a:ea typeface="+mn-ea"/>
            </a:endParaRPr>
          </a:p>
        </p:txBody>
      </p:sp>
      <p:grpSp>
        <p:nvGrpSpPr>
          <p:cNvPr id="214" name="그룹 213"/>
          <p:cNvGrpSpPr/>
          <p:nvPr/>
        </p:nvGrpSpPr>
        <p:grpSpPr>
          <a:xfrm>
            <a:off x="6077267" y="6443811"/>
            <a:ext cx="234360" cy="200055"/>
            <a:chOff x="1161795" y="11716364"/>
            <a:chExt cx="234360" cy="200055"/>
          </a:xfrm>
        </p:grpSpPr>
        <p:sp>
          <p:nvSpPr>
            <p:cNvPr id="236" name="모서리가 둥근 직사각형 23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37" name="직사각형 236"/>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3</a:t>
              </a:r>
              <a:endParaRPr lang="ko-KR" altLang="en-US" sz="700" dirty="0">
                <a:solidFill>
                  <a:schemeClr val="bg1"/>
                </a:solidFill>
                <a:latin typeface="+mn-ea"/>
                <a:ea typeface="+mn-ea"/>
              </a:endParaRPr>
            </a:p>
          </p:txBody>
        </p:sp>
      </p:grpSp>
      <p:grpSp>
        <p:nvGrpSpPr>
          <p:cNvPr id="238" name="그룹 237"/>
          <p:cNvGrpSpPr/>
          <p:nvPr/>
        </p:nvGrpSpPr>
        <p:grpSpPr>
          <a:xfrm>
            <a:off x="3296816" y="6854045"/>
            <a:ext cx="234360" cy="200055"/>
            <a:chOff x="1161795" y="11716364"/>
            <a:chExt cx="234360" cy="200055"/>
          </a:xfrm>
        </p:grpSpPr>
        <p:sp>
          <p:nvSpPr>
            <p:cNvPr id="242" name="모서리가 둥근 직사각형 24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43" name="직사각형 242"/>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4</a:t>
              </a:r>
              <a:endParaRPr lang="ko-KR" altLang="en-US" sz="700" dirty="0">
                <a:solidFill>
                  <a:schemeClr val="bg1"/>
                </a:solidFill>
                <a:latin typeface="+mn-ea"/>
                <a:ea typeface="+mn-ea"/>
              </a:endParaRPr>
            </a:p>
          </p:txBody>
        </p:sp>
      </p:grpSp>
      <p:cxnSp>
        <p:nvCxnSpPr>
          <p:cNvPr id="248" name="꺾인 연결선 247"/>
          <p:cNvCxnSpPr>
            <a:stCxn id="170" idx="2"/>
            <a:endCxn id="187" idx="3"/>
          </p:cNvCxnSpPr>
          <p:nvPr/>
        </p:nvCxnSpPr>
        <p:spPr>
          <a:xfrm rot="5400000">
            <a:off x="7755050" y="3917185"/>
            <a:ext cx="738069" cy="746528"/>
          </a:xfrm>
          <a:prstGeom prst="bentConnector2">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a:off x="2044105" y="5752306"/>
            <a:ext cx="2156584" cy="215444"/>
            <a:chOff x="4135993" y="5949280"/>
            <a:chExt cx="2156584" cy="215444"/>
          </a:xfrm>
        </p:grpSpPr>
        <p:sp>
          <p:nvSpPr>
            <p:cNvPr id="267" name="직사각형 266"/>
            <p:cNvSpPr/>
            <p:nvPr/>
          </p:nvSpPr>
          <p:spPr>
            <a:xfrm>
              <a:off x="4135993" y="5972389"/>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69" name="직사각형 268"/>
            <p:cNvSpPr/>
            <p:nvPr/>
          </p:nvSpPr>
          <p:spPr>
            <a:xfrm>
              <a:off x="6040585" y="5949280"/>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grpSp>
        <p:nvGrpSpPr>
          <p:cNvPr id="211" name="그룹 210"/>
          <p:cNvGrpSpPr/>
          <p:nvPr/>
        </p:nvGrpSpPr>
        <p:grpSpPr>
          <a:xfrm>
            <a:off x="1954820" y="5733256"/>
            <a:ext cx="234360" cy="200055"/>
            <a:chOff x="1161795" y="11716364"/>
            <a:chExt cx="234360" cy="200055"/>
          </a:xfrm>
        </p:grpSpPr>
        <p:sp>
          <p:nvSpPr>
            <p:cNvPr id="212" name="모서리가 둥근 직사각형 21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213" name="직사각형 212"/>
            <p:cNvSpPr/>
            <p:nvPr/>
          </p:nvSpPr>
          <p:spPr>
            <a:xfrm>
              <a:off x="1161795"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2186611589"/>
      </p:ext>
    </p:extLst>
  </p:cSld>
  <p:clrMapOvr>
    <a:masterClrMapping/>
  </p:clrMapOvr>
  <p:transition>
    <p:wipe dir="r"/>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KNOU_UI_C02180200_04</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222</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413031028"/>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 이의 신청 수정화면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3" name="직사각형 192"/>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94" name="직사각형 193"/>
          <p:cNvSpPr/>
          <p:nvPr/>
        </p:nvSpPr>
        <p:spPr>
          <a:xfrm>
            <a:off x="3095770"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graphicFrame>
        <p:nvGraphicFramePr>
          <p:cNvPr id="244" name="Group 37"/>
          <p:cNvGraphicFramePr>
            <a:graphicFrameLocks noGrp="1"/>
          </p:cNvGraphicFramePr>
          <p:nvPr>
            <p:extLst>
              <p:ext uri="{D42A27DB-BD31-4B8C-83A1-F6EECF244321}">
                <p14:modId xmlns:p14="http://schemas.microsoft.com/office/powerpoint/2010/main" val="3295544114"/>
              </p:ext>
            </p:extLst>
          </p:nvPr>
        </p:nvGraphicFramePr>
        <p:xfrm>
          <a:off x="1975898" y="3991130"/>
          <a:ext cx="7484564" cy="1161876"/>
        </p:xfrm>
        <a:graphic>
          <a:graphicData uri="http://schemas.openxmlformats.org/drawingml/2006/table">
            <a:tbl>
              <a:tblPr/>
              <a:tblGrid>
                <a:gridCol w="276609">
                  <a:extLst>
                    <a:ext uri="{9D8B030D-6E8A-4147-A177-3AD203B41FA5}">
                      <a16:colId xmlns:a16="http://schemas.microsoft.com/office/drawing/2014/main" xmlns="" val="20001"/>
                    </a:ext>
                  </a:extLst>
                </a:gridCol>
                <a:gridCol w="690352"/>
                <a:gridCol w="1425373"/>
                <a:gridCol w="342000"/>
                <a:gridCol w="676417"/>
                <a:gridCol w="789632"/>
                <a:gridCol w="514435"/>
                <a:gridCol w="1160626"/>
                <a:gridCol w="963807"/>
                <a:gridCol w="645313"/>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대표아이디</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이름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처리일시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확인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2026.06.12 15:23</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반려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245" name="Rectangle 122"/>
          <p:cNvSpPr>
            <a:spLocks noChangeArrowheads="1"/>
          </p:cNvSpPr>
          <p:nvPr/>
        </p:nvSpPr>
        <p:spPr bwMode="auto">
          <a:xfrm>
            <a:off x="8856290" y="447754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6" name="Rectangle 122"/>
          <p:cNvSpPr>
            <a:spLocks noChangeArrowheads="1"/>
          </p:cNvSpPr>
          <p:nvPr/>
        </p:nvSpPr>
        <p:spPr bwMode="auto">
          <a:xfrm>
            <a:off x="8856290" y="471747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7" name="Rectangle 122"/>
          <p:cNvSpPr>
            <a:spLocks noChangeArrowheads="1"/>
          </p:cNvSpPr>
          <p:nvPr/>
        </p:nvSpPr>
        <p:spPr bwMode="auto">
          <a:xfrm>
            <a:off x="8862040" y="4230613"/>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수정하기</a:t>
            </a:r>
            <a:endParaRPr lang="ko-KR" altLang="en-US" sz="800" kern="0" dirty="0">
              <a:solidFill>
                <a:schemeClr val="tx1">
                  <a:lumMod val="75000"/>
                  <a:lumOff val="25000"/>
                </a:schemeClr>
              </a:solidFill>
              <a:latin typeface="+mn-ea"/>
              <a:ea typeface="+mn-ea"/>
            </a:endParaRPr>
          </a:p>
        </p:txBody>
      </p:sp>
      <p:grpSp>
        <p:nvGrpSpPr>
          <p:cNvPr id="249" name="그룹 74"/>
          <p:cNvGrpSpPr>
            <a:grpSpLocks/>
          </p:cNvGrpSpPr>
          <p:nvPr/>
        </p:nvGrpSpPr>
        <p:grpSpPr bwMode="auto">
          <a:xfrm>
            <a:off x="4858228" y="5229780"/>
            <a:ext cx="1678948" cy="215444"/>
            <a:chOff x="5843761" y="3953547"/>
            <a:chExt cx="1769478" cy="256728"/>
          </a:xfrm>
        </p:grpSpPr>
        <p:sp>
          <p:nvSpPr>
            <p:cNvPr id="250"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51" name="그룹 86"/>
            <p:cNvGrpSpPr>
              <a:grpSpLocks/>
            </p:cNvGrpSpPr>
            <p:nvPr/>
          </p:nvGrpSpPr>
          <p:grpSpPr bwMode="auto">
            <a:xfrm>
              <a:off x="5889794" y="3953547"/>
              <a:ext cx="1723445" cy="256728"/>
              <a:chOff x="5889794" y="3953547"/>
              <a:chExt cx="1723445" cy="256728"/>
            </a:xfrm>
          </p:grpSpPr>
          <p:sp>
            <p:nvSpPr>
              <p:cNvPr id="252"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3"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6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168" name="Rectangle 122"/>
          <p:cNvSpPr>
            <a:spLocks noChangeArrowheads="1"/>
          </p:cNvSpPr>
          <p:nvPr/>
        </p:nvSpPr>
        <p:spPr bwMode="auto">
          <a:xfrm>
            <a:off x="8987588" y="3733941"/>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9" name="직사각형 168"/>
          <p:cNvSpPr/>
          <p:nvPr/>
        </p:nvSpPr>
        <p:spPr>
          <a:xfrm>
            <a:off x="1928663" y="3726557"/>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4</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sp>
        <p:nvSpPr>
          <p:cNvPr id="170" name="모서리가 둥근 직사각형 169"/>
          <p:cNvSpPr/>
          <p:nvPr/>
        </p:nvSpPr>
        <p:spPr>
          <a:xfrm>
            <a:off x="8047348" y="374141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2" name="Rectangle 122"/>
          <p:cNvSpPr>
            <a:spLocks noChangeArrowheads="1"/>
          </p:cNvSpPr>
          <p:nvPr/>
        </p:nvSpPr>
        <p:spPr bwMode="auto">
          <a:xfrm>
            <a:off x="8860482" y="494583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185" name="TextBox 184"/>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 이의 신청 </a:t>
            </a:r>
            <a:r>
              <a:rPr lang="en-US" altLang="ko-KR" sz="800" spc="-60" dirty="0" smtClean="0">
                <a:latin typeface="+mn-ea"/>
                <a:ea typeface="+mn-ea"/>
              </a:rPr>
              <a:t>: </a:t>
            </a:r>
            <a:r>
              <a:rPr lang="ko-KR" altLang="en-US" sz="800" spc="-60" dirty="0" smtClean="0">
                <a:latin typeface="+mn-ea"/>
                <a:ea typeface="+mn-ea"/>
              </a:rPr>
              <a:t>성적 이의 신청 기간인 경우 </a:t>
            </a:r>
            <a:r>
              <a:rPr lang="en-US" altLang="ko-KR" sz="800" spc="-60" dirty="0" smtClean="0">
                <a:latin typeface="+mn-ea"/>
                <a:ea typeface="+mn-ea"/>
              </a:rPr>
              <a:t>: </a:t>
            </a:r>
            <a:r>
              <a:rPr lang="ko-KR" altLang="en-US" sz="800" spc="-60" dirty="0" smtClean="0">
                <a:latin typeface="+mn-ea"/>
                <a:ea typeface="+mn-ea"/>
              </a:rPr>
              <a:t>수정하기</a:t>
            </a:r>
            <a:endParaRPr lang="ko-KR" altLang="en-US" sz="800" spc="-60" dirty="0">
              <a:latin typeface="+mn-ea"/>
              <a:ea typeface="+mn-ea"/>
            </a:endParaRPr>
          </a:p>
        </p:txBody>
      </p:sp>
      <p:grpSp>
        <p:nvGrpSpPr>
          <p:cNvPr id="186" name="그룹 185"/>
          <p:cNvGrpSpPr/>
          <p:nvPr/>
        </p:nvGrpSpPr>
        <p:grpSpPr>
          <a:xfrm>
            <a:off x="740532" y="1907308"/>
            <a:ext cx="7013351" cy="5494827"/>
            <a:chOff x="740532" y="1662708"/>
            <a:chExt cx="7013351" cy="5494827"/>
          </a:xfrm>
        </p:grpSpPr>
        <p:sp>
          <p:nvSpPr>
            <p:cNvPr id="187" name="직사각형 186"/>
            <p:cNvSpPr/>
            <p:nvPr/>
          </p:nvSpPr>
          <p:spPr>
            <a:xfrm>
              <a:off x="740532" y="1672232"/>
              <a:ext cx="7010288" cy="5485303"/>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8" name="직사각형 187"/>
            <p:cNvSpPr/>
            <p:nvPr/>
          </p:nvSpPr>
          <p:spPr>
            <a:xfrm>
              <a:off x="748959" y="1681786"/>
              <a:ext cx="6991200"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tIns="36000" rtlCol="0" anchor="ctr"/>
            <a:lstStyle/>
            <a:p>
              <a:pPr>
                <a:lnSpc>
                  <a:spcPct val="150000"/>
                </a:lnSpc>
              </a:pPr>
              <a:r>
                <a:rPr lang="ko-KR" altLang="en-US" sz="800" dirty="0" smtClean="0">
                  <a:solidFill>
                    <a:schemeClr val="bg1"/>
                  </a:solidFill>
                  <a:latin typeface="+mn-ea"/>
                </a:rPr>
                <a:t>성적 이의 신청</a:t>
              </a:r>
              <a:endParaRPr lang="en-US" altLang="ko-KR" sz="800" dirty="0">
                <a:solidFill>
                  <a:schemeClr val="bg1"/>
                </a:solidFill>
                <a:latin typeface="+mn-ea"/>
              </a:endParaRPr>
            </a:p>
          </p:txBody>
        </p:sp>
        <p:sp>
          <p:nvSpPr>
            <p:cNvPr id="189" name="직사각형 188"/>
            <p:cNvSpPr/>
            <p:nvPr/>
          </p:nvSpPr>
          <p:spPr>
            <a:xfrm>
              <a:off x="7485861" y="1662708"/>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90" name="모서리가 둥근 직사각형 189"/>
          <p:cNvSpPr/>
          <p:nvPr/>
        </p:nvSpPr>
        <p:spPr>
          <a:xfrm>
            <a:off x="3791347" y="702732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삭제</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91" name="표 190"/>
          <p:cNvGraphicFramePr>
            <a:graphicFrameLocks noGrp="1"/>
          </p:cNvGraphicFramePr>
          <p:nvPr>
            <p:extLst>
              <p:ext uri="{D42A27DB-BD31-4B8C-83A1-F6EECF244321}">
                <p14:modId xmlns:p14="http://schemas.microsoft.com/office/powerpoint/2010/main" val="1346374921"/>
              </p:ext>
            </p:extLst>
          </p:nvPr>
        </p:nvGraphicFramePr>
        <p:xfrm>
          <a:off x="884548" y="3385567"/>
          <a:ext cx="6751798" cy="2779737"/>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대표아이디</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kern="1200" dirty="0" smtClean="0">
                          <a:solidFill>
                            <a:schemeClr val="tx1">
                              <a:lumMod val="75000"/>
                              <a:lumOff val="25000"/>
                            </a:schemeClr>
                          </a:solidFill>
                          <a:latin typeface="+mn-ea"/>
                          <a:ea typeface="+mn-ea"/>
                          <a:cs typeface="+mn-cs"/>
                        </a:rPr>
                        <a:t>testid2**4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kern="1200" dirty="0" smtClean="0">
                          <a:solidFill>
                            <a:schemeClr val="tx1">
                              <a:lumMod val="75000"/>
                              <a:lumOff val="25000"/>
                            </a:schemeClr>
                          </a:solidFill>
                          <a:latin typeface="+mn-ea"/>
                          <a:ea typeface="+mn-ea"/>
                          <a:cs typeface="+mn-cs"/>
                        </a:rPr>
                        <a:t>202612***84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신청 사유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1202897">
                <a:tc>
                  <a:txBody>
                    <a:bodyPr/>
                    <a:lstStyle/>
                    <a:p>
                      <a:pPr algn="l" latinLnBrk="1"/>
                      <a:r>
                        <a:rPr lang="ko-KR" altLang="en-US" sz="800" b="0" dirty="0" smtClean="0">
                          <a:solidFill>
                            <a:schemeClr val="tx1">
                              <a:lumMod val="75000"/>
                              <a:lumOff val="25000"/>
                            </a:schemeClr>
                          </a:solidFill>
                          <a:latin typeface="+mn-ea"/>
                          <a:ea typeface="+mn-ea"/>
                        </a:rPr>
                        <a:t>자료첨부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95" name="직사각형 194"/>
          <p:cNvSpPr/>
          <p:nvPr/>
        </p:nvSpPr>
        <p:spPr>
          <a:xfrm>
            <a:off x="775037" y="2204864"/>
            <a:ext cx="1122423"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이의신청신청</a:t>
            </a:r>
            <a:endParaRPr lang="ko-KR" altLang="en-US" sz="800" b="1" dirty="0">
              <a:solidFill>
                <a:schemeClr val="tx1">
                  <a:lumMod val="75000"/>
                  <a:lumOff val="25000"/>
                </a:schemeClr>
              </a:solidFill>
              <a:latin typeface="+mn-ea"/>
              <a:ea typeface="+mn-ea"/>
            </a:endParaRPr>
          </a:p>
        </p:txBody>
      </p:sp>
      <p:graphicFrame>
        <p:nvGraphicFramePr>
          <p:cNvPr id="196" name="표 195"/>
          <p:cNvGraphicFramePr>
            <a:graphicFrameLocks noGrp="1"/>
          </p:cNvGraphicFramePr>
          <p:nvPr>
            <p:extLst>
              <p:ext uri="{D42A27DB-BD31-4B8C-83A1-F6EECF244321}">
                <p14:modId xmlns:p14="http://schemas.microsoft.com/office/powerpoint/2010/main" val="991251073"/>
              </p:ext>
            </p:extLst>
          </p:nvPr>
        </p:nvGraphicFramePr>
        <p:xfrm>
          <a:off x="877119" y="2449463"/>
          <a:ext cx="6751798" cy="856500"/>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학수번호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튜터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김*교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sp>
        <p:nvSpPr>
          <p:cNvPr id="197" name="모서리가 둥근 직사각형 196"/>
          <p:cNvSpPr/>
          <p:nvPr/>
        </p:nvSpPr>
        <p:spPr>
          <a:xfrm>
            <a:off x="2838389" y="702732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수정</a:t>
            </a:r>
            <a:endParaRPr lang="ko-KR" altLang="en-US" sz="800" dirty="0">
              <a:solidFill>
                <a:schemeClr val="bg1"/>
              </a:solidFill>
              <a:latin typeface="맑은 고딕" panose="020B0503020000020004" pitchFamily="50" charset="-127"/>
              <a:ea typeface="맑은 고딕" panose="020B0503020000020004" pitchFamily="50" charset="-127"/>
            </a:endParaRPr>
          </a:p>
        </p:txBody>
      </p:sp>
      <p:pic>
        <p:nvPicPr>
          <p:cNvPr id="198"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44047" y="4024114"/>
            <a:ext cx="5538943" cy="864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99" name="그룹 198"/>
          <p:cNvGrpSpPr/>
          <p:nvPr/>
        </p:nvGrpSpPr>
        <p:grpSpPr>
          <a:xfrm>
            <a:off x="2046201" y="5013176"/>
            <a:ext cx="5524706" cy="664994"/>
            <a:chOff x="2180692" y="6203487"/>
            <a:chExt cx="5524706" cy="664994"/>
          </a:xfrm>
        </p:grpSpPr>
        <p:sp>
          <p:nvSpPr>
            <p:cNvPr id="200" name="직사각형 199"/>
            <p:cNvSpPr/>
            <p:nvPr/>
          </p:nvSpPr>
          <p:spPr>
            <a:xfrm>
              <a:off x="2180692" y="6203487"/>
              <a:ext cx="5524706" cy="664994"/>
            </a:xfrm>
            <a:prstGeom prst="rect">
              <a:avLst/>
            </a:prstGeom>
            <a:solidFill>
              <a:schemeClr val="bg1"/>
            </a:solid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800" dirty="0" smtClean="0">
                  <a:solidFill>
                    <a:schemeClr val="tx1"/>
                  </a:solidFill>
                  <a:latin typeface="맑은 고딕" panose="020B0503020000020004" pitchFamily="50" charset="-127"/>
                  <a:ea typeface="맑은 고딕" panose="020B0503020000020004" pitchFamily="50" charset="-127"/>
                </a:rPr>
                <a:t>                                                                                                                                                </a:t>
              </a:r>
              <a:r>
                <a:rPr lang="en-US" altLang="ko-KR" sz="800" dirty="0" smtClean="0">
                  <a:solidFill>
                    <a:schemeClr val="tx1"/>
                  </a:solidFill>
                  <a:latin typeface="맑은 고딕" panose="020B0503020000020004" pitchFamily="50" charset="-127"/>
                  <a:ea typeface="맑은 고딕" panose="020B0503020000020004" pitchFamily="50" charset="-127"/>
                </a:rPr>
                <a:t>  </a:t>
              </a:r>
              <a:r>
                <a:rPr lang="ko-KR" altLang="en-US" sz="800" dirty="0" smtClean="0">
                  <a:solidFill>
                    <a:schemeClr val="tx1"/>
                  </a:solidFill>
                  <a:latin typeface="맑은 고딕" panose="020B0503020000020004" pitchFamily="50" charset="-127"/>
                  <a:ea typeface="맑은 고딕" panose="020B0503020000020004" pitchFamily="50" charset="-127"/>
                </a:rPr>
                <a:t>  </a:t>
              </a:r>
              <a:endParaRPr lang="ko-KR" altLang="en-US" sz="800" b="1" dirty="0">
                <a:solidFill>
                  <a:schemeClr val="tx1"/>
                </a:solidFill>
                <a:latin typeface="맑은 고딕" panose="020B0503020000020004" pitchFamily="50" charset="-127"/>
                <a:ea typeface="맑은 고딕" panose="020B0503020000020004" pitchFamily="50" charset="-127"/>
              </a:endParaRPr>
            </a:p>
          </p:txBody>
        </p:sp>
        <p:pic>
          <p:nvPicPr>
            <p:cNvPr id="201"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84412" y="6318265"/>
              <a:ext cx="414947" cy="4408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2" name="Rectangle 122"/>
            <p:cNvSpPr>
              <a:spLocks noChangeArrowheads="1"/>
            </p:cNvSpPr>
            <p:nvPr/>
          </p:nvSpPr>
          <p:spPr bwMode="auto">
            <a:xfrm>
              <a:off x="4033850" y="6448680"/>
              <a:ext cx="720000" cy="172800"/>
            </a:xfrm>
            <a:prstGeom prst="rect">
              <a:avLst/>
            </a:prstGeom>
            <a:solidFill>
              <a:srgbClr val="99CCFF"/>
            </a:solidFill>
            <a:ln w="9525" algn="ctr">
              <a:solidFill>
                <a:srgbClr val="808080"/>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smtClean="0">
                  <a:solidFill>
                    <a:sysClr val="windowText" lastClr="000000"/>
                  </a:solidFill>
                  <a:latin typeface="+mn-ea"/>
                  <a:ea typeface="+mn-ea"/>
                </a:rPr>
                <a:t>파일 선택</a:t>
              </a:r>
              <a:endParaRPr lang="ko-KR" altLang="en-US" sz="800" kern="0" dirty="0">
                <a:solidFill>
                  <a:sysClr val="windowText" lastClr="000000"/>
                </a:solidFill>
                <a:latin typeface="+mn-ea"/>
                <a:ea typeface="+mn-ea"/>
              </a:endParaRPr>
            </a:p>
          </p:txBody>
        </p:sp>
        <p:sp>
          <p:nvSpPr>
            <p:cNvPr id="203" name="TextBox 202"/>
            <p:cNvSpPr txBox="1"/>
            <p:nvPr/>
          </p:nvSpPr>
          <p:spPr>
            <a:xfrm>
              <a:off x="4717926" y="6428931"/>
              <a:ext cx="1538146" cy="228041"/>
            </a:xfrm>
            <a:prstGeom prst="rect">
              <a:avLst/>
            </a:prstGeom>
            <a:noFill/>
          </p:spPr>
          <p:txBody>
            <a:bodyPr wrap="square" rtlCol="0" anchor="ctr">
              <a:noAutofit/>
            </a:bodyPr>
            <a:lstStyle/>
            <a:p>
              <a:r>
                <a:rPr lang="ko-KR" altLang="en-US" sz="800" dirty="0" smtClean="0">
                  <a:solidFill>
                    <a:schemeClr val="tx1">
                      <a:lumMod val="65000"/>
                      <a:lumOff val="35000"/>
                    </a:schemeClr>
                  </a:solidFill>
                  <a:latin typeface="+mj-ea"/>
                  <a:ea typeface="+mj-ea"/>
                </a:rPr>
                <a:t>또는 파일을 여기에 드래그</a:t>
              </a:r>
              <a:endParaRPr lang="en-US" altLang="ko-KR" sz="800" dirty="0">
                <a:solidFill>
                  <a:schemeClr val="tx1">
                    <a:lumMod val="65000"/>
                    <a:lumOff val="35000"/>
                  </a:schemeClr>
                </a:solidFill>
                <a:latin typeface="+mj-ea"/>
                <a:ea typeface="+mj-ea"/>
              </a:endParaRPr>
            </a:p>
          </p:txBody>
        </p:sp>
      </p:grpSp>
      <p:sp>
        <p:nvSpPr>
          <p:cNvPr id="204" name="직사각형 203"/>
          <p:cNvSpPr/>
          <p:nvPr/>
        </p:nvSpPr>
        <p:spPr>
          <a:xfrm>
            <a:off x="786061" y="6218262"/>
            <a:ext cx="5526384" cy="215444"/>
          </a:xfrm>
          <a:prstGeom prst="rect">
            <a:avLst/>
          </a:prstGeom>
        </p:spPr>
        <p:txBody>
          <a:bodyPr wrap="square">
            <a:spAutoFit/>
          </a:bodyPr>
          <a:lstStyle/>
          <a:p>
            <a:r>
              <a:rPr lang="ko-KR" altLang="en-US" sz="800" b="1" dirty="0" smtClean="0">
                <a:solidFill>
                  <a:schemeClr val="tx1">
                    <a:lumMod val="65000"/>
                    <a:lumOff val="35000"/>
                  </a:schemeClr>
                </a:solidFill>
                <a:latin typeface="+mn-ea"/>
                <a:ea typeface="+mn-ea"/>
              </a:rPr>
              <a:t>이상의 성적 이의신청신청을 담당 과목 교수님께 드립니다</a:t>
            </a:r>
            <a:r>
              <a:rPr lang="en-US" altLang="ko-KR" sz="800" b="1" dirty="0" smtClean="0">
                <a:solidFill>
                  <a:schemeClr val="tx1">
                    <a:lumMod val="65000"/>
                    <a:lumOff val="35000"/>
                  </a:schemeClr>
                </a:solidFill>
                <a:latin typeface="+mn-ea"/>
                <a:ea typeface="+mn-ea"/>
              </a:rPr>
              <a:t>.</a:t>
            </a:r>
            <a:endParaRPr lang="ko-KR" altLang="en-US" sz="800" b="1" dirty="0">
              <a:solidFill>
                <a:schemeClr val="tx1">
                  <a:lumMod val="65000"/>
                  <a:lumOff val="35000"/>
                </a:schemeClr>
              </a:solidFill>
              <a:latin typeface="+mn-ea"/>
              <a:ea typeface="+mn-ea"/>
            </a:endParaRPr>
          </a:p>
        </p:txBody>
      </p:sp>
      <p:sp>
        <p:nvSpPr>
          <p:cNvPr id="209" name="직사각형 208"/>
          <p:cNvSpPr/>
          <p:nvPr/>
        </p:nvSpPr>
        <p:spPr>
          <a:xfrm>
            <a:off x="5027574" y="6434286"/>
            <a:ext cx="2589722" cy="215444"/>
          </a:xfrm>
          <a:prstGeom prst="rect">
            <a:avLst/>
          </a:prstGeom>
        </p:spPr>
        <p:txBody>
          <a:bodyPr wrap="square">
            <a:spAutoFit/>
          </a:bodyPr>
          <a:lstStyle/>
          <a:p>
            <a:pPr algn="r"/>
            <a:r>
              <a:rPr lang="ko-KR" altLang="en-US" sz="800" b="1" dirty="0" smtClean="0">
                <a:solidFill>
                  <a:schemeClr val="tx1">
                    <a:lumMod val="65000"/>
                    <a:lumOff val="35000"/>
                  </a:schemeClr>
                </a:solidFill>
                <a:latin typeface="+mn-ea"/>
                <a:ea typeface="+mn-ea"/>
              </a:rPr>
              <a:t>신청일 </a:t>
            </a:r>
            <a:r>
              <a:rPr lang="en-US" altLang="ko-KR" sz="800" b="1" dirty="0" smtClean="0">
                <a:solidFill>
                  <a:schemeClr val="tx1">
                    <a:lumMod val="65000"/>
                    <a:lumOff val="35000"/>
                  </a:schemeClr>
                </a:solidFill>
                <a:latin typeface="+mn-ea"/>
                <a:ea typeface="+mn-ea"/>
              </a:rPr>
              <a:t>: 2026</a:t>
            </a:r>
            <a:r>
              <a:rPr lang="ko-KR" altLang="en-US" sz="800" b="1" dirty="0" smtClean="0">
                <a:solidFill>
                  <a:schemeClr val="tx1">
                    <a:lumMod val="65000"/>
                    <a:lumOff val="35000"/>
                  </a:schemeClr>
                </a:solidFill>
                <a:latin typeface="+mn-ea"/>
                <a:ea typeface="+mn-ea"/>
              </a:rPr>
              <a:t>년 </a:t>
            </a:r>
            <a:r>
              <a:rPr lang="en-US" altLang="ko-KR" sz="800" b="1" dirty="0" smtClean="0">
                <a:solidFill>
                  <a:schemeClr val="tx1">
                    <a:lumMod val="65000"/>
                    <a:lumOff val="35000"/>
                  </a:schemeClr>
                </a:solidFill>
                <a:latin typeface="+mn-ea"/>
                <a:ea typeface="+mn-ea"/>
              </a:rPr>
              <a:t>05</a:t>
            </a:r>
            <a:r>
              <a:rPr lang="ko-KR" altLang="en-US" sz="800" b="1" dirty="0" smtClean="0">
                <a:solidFill>
                  <a:schemeClr val="tx1">
                    <a:lumMod val="65000"/>
                    <a:lumOff val="35000"/>
                  </a:schemeClr>
                </a:solidFill>
                <a:latin typeface="+mn-ea"/>
                <a:ea typeface="+mn-ea"/>
              </a:rPr>
              <a:t>월 </a:t>
            </a:r>
            <a:r>
              <a:rPr lang="en-US" altLang="ko-KR" sz="800" b="1" dirty="0" smtClean="0">
                <a:solidFill>
                  <a:schemeClr val="tx1">
                    <a:lumMod val="65000"/>
                    <a:lumOff val="35000"/>
                  </a:schemeClr>
                </a:solidFill>
                <a:latin typeface="+mn-ea"/>
                <a:ea typeface="+mn-ea"/>
              </a:rPr>
              <a:t>25</a:t>
            </a:r>
            <a:r>
              <a:rPr lang="ko-KR" altLang="en-US" sz="800" b="1" dirty="0">
                <a:solidFill>
                  <a:schemeClr val="tx1">
                    <a:lumMod val="65000"/>
                    <a:lumOff val="35000"/>
                  </a:schemeClr>
                </a:solidFill>
                <a:latin typeface="+mn-ea"/>
                <a:ea typeface="+mn-ea"/>
              </a:rPr>
              <a:t>일</a:t>
            </a:r>
            <a:r>
              <a:rPr lang="en-US" altLang="ko-KR" sz="800" b="1" dirty="0" smtClean="0">
                <a:solidFill>
                  <a:schemeClr val="tx1">
                    <a:lumMod val="65000"/>
                    <a:lumOff val="35000"/>
                  </a:schemeClr>
                </a:solidFill>
                <a:latin typeface="+mn-ea"/>
                <a:ea typeface="+mn-ea"/>
              </a:rPr>
              <a:t> </a:t>
            </a:r>
            <a:endParaRPr lang="ko-KR" altLang="en-US" sz="800" b="1" dirty="0">
              <a:solidFill>
                <a:schemeClr val="tx1">
                  <a:lumMod val="65000"/>
                  <a:lumOff val="35000"/>
                </a:schemeClr>
              </a:solidFill>
              <a:latin typeface="+mn-ea"/>
              <a:ea typeface="+mn-ea"/>
            </a:endParaRPr>
          </a:p>
        </p:txBody>
      </p:sp>
      <p:sp>
        <p:nvSpPr>
          <p:cNvPr id="210" name="직사각형 209"/>
          <p:cNvSpPr/>
          <p:nvPr/>
        </p:nvSpPr>
        <p:spPr>
          <a:xfrm>
            <a:off x="5025478" y="6650360"/>
            <a:ext cx="2589722" cy="215444"/>
          </a:xfrm>
          <a:prstGeom prst="rect">
            <a:avLst/>
          </a:prstGeom>
        </p:spPr>
        <p:txBody>
          <a:bodyPr wrap="square">
            <a:spAutoFit/>
          </a:bodyPr>
          <a:lstStyle/>
          <a:p>
            <a:pPr algn="r"/>
            <a:r>
              <a:rPr lang="ko-KR" altLang="en-US" sz="800" b="1" dirty="0" smtClean="0">
                <a:solidFill>
                  <a:schemeClr val="tx1">
                    <a:lumMod val="65000"/>
                    <a:lumOff val="35000"/>
                  </a:schemeClr>
                </a:solidFill>
                <a:latin typeface="+mn-ea"/>
                <a:ea typeface="+mn-ea"/>
              </a:rPr>
              <a:t>신청자 </a:t>
            </a:r>
            <a:r>
              <a:rPr lang="en-US" altLang="ko-KR" sz="800" b="1" dirty="0" smtClean="0">
                <a:solidFill>
                  <a:schemeClr val="tx1">
                    <a:lumMod val="65000"/>
                    <a:lumOff val="35000"/>
                  </a:schemeClr>
                </a:solidFill>
                <a:latin typeface="+mn-ea"/>
                <a:ea typeface="+mn-ea"/>
              </a:rPr>
              <a:t>:     </a:t>
            </a:r>
            <a:r>
              <a:rPr lang="ko-KR" altLang="en-US" sz="800" b="1" dirty="0" smtClean="0">
                <a:solidFill>
                  <a:schemeClr val="tx1">
                    <a:lumMod val="65000"/>
                    <a:lumOff val="35000"/>
                  </a:schemeClr>
                </a:solidFill>
                <a:latin typeface="+mn-ea"/>
                <a:ea typeface="+mn-ea"/>
              </a:rPr>
              <a:t>학*자</a:t>
            </a:r>
            <a:r>
              <a:rPr lang="en-US" altLang="ko-KR" sz="800" b="1" dirty="0" smtClean="0">
                <a:solidFill>
                  <a:schemeClr val="tx1">
                    <a:lumMod val="65000"/>
                    <a:lumOff val="35000"/>
                  </a:schemeClr>
                </a:solidFill>
                <a:latin typeface="+mn-ea"/>
                <a:ea typeface="+mn-ea"/>
              </a:rPr>
              <a:t>1  </a:t>
            </a:r>
            <a:endParaRPr lang="ko-KR" altLang="en-US" sz="800" b="1" dirty="0">
              <a:solidFill>
                <a:schemeClr val="tx1">
                  <a:lumMod val="65000"/>
                  <a:lumOff val="35000"/>
                </a:schemeClr>
              </a:solidFill>
              <a:latin typeface="+mn-ea"/>
              <a:ea typeface="+mn-ea"/>
            </a:endParaRPr>
          </a:p>
        </p:txBody>
      </p:sp>
      <p:cxnSp>
        <p:nvCxnSpPr>
          <p:cNvPr id="248" name="꺾인 연결선 247"/>
          <p:cNvCxnSpPr>
            <a:stCxn id="247" idx="1"/>
            <a:endCxn id="187" idx="3"/>
          </p:cNvCxnSpPr>
          <p:nvPr/>
        </p:nvCxnSpPr>
        <p:spPr>
          <a:xfrm rot="10800000" flipV="1">
            <a:off x="7750820" y="4309812"/>
            <a:ext cx="1111220" cy="349671"/>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a:off x="2044105" y="5733256"/>
            <a:ext cx="2156584" cy="215444"/>
            <a:chOff x="4135993" y="5949280"/>
            <a:chExt cx="2156584" cy="215444"/>
          </a:xfrm>
        </p:grpSpPr>
        <p:sp>
          <p:nvSpPr>
            <p:cNvPr id="267" name="직사각형 266"/>
            <p:cNvSpPr/>
            <p:nvPr/>
          </p:nvSpPr>
          <p:spPr>
            <a:xfrm>
              <a:off x="4135993" y="5972389"/>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sp>
          <p:nvSpPr>
            <p:cNvPr id="269" name="직사각형 268"/>
            <p:cNvSpPr/>
            <p:nvPr/>
          </p:nvSpPr>
          <p:spPr>
            <a:xfrm>
              <a:off x="6040585" y="5949280"/>
              <a:ext cx="251992" cy="215444"/>
            </a:xfrm>
            <a:prstGeom prst="rect">
              <a:avLst/>
            </a:prstGeom>
          </p:spPr>
          <p:txBody>
            <a:bodyPr wrap="none">
              <a:spAutoFit/>
            </a:bodyPr>
            <a:lstStyle/>
            <a:p>
              <a:r>
                <a:rPr lang="en-US" altLang="ko-KR" sz="800" b="1" dirty="0">
                  <a:solidFill>
                    <a:schemeClr val="tx1">
                      <a:lumMod val="75000"/>
                      <a:lumOff val="25000"/>
                    </a:schemeClr>
                  </a:solidFill>
                  <a:latin typeface="+mn-ea"/>
                </a:rPr>
                <a:t>X</a:t>
              </a:r>
              <a:endParaRPr lang="ko-KR" altLang="en-US" sz="800" dirty="0"/>
            </a:p>
          </p:txBody>
        </p:sp>
      </p:grpSp>
      <p:sp>
        <p:nvSpPr>
          <p:cNvPr id="205" name="직사각형 204"/>
          <p:cNvSpPr/>
          <p:nvPr/>
        </p:nvSpPr>
        <p:spPr>
          <a:xfrm>
            <a:off x="2087380" y="4298906"/>
            <a:ext cx="4991952" cy="517296"/>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성적 이의신청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성적 이의신청 </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요청합니다</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성적 이의신청 </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요청합니다</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성적 이의신청 </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sp>
        <p:nvSpPr>
          <p:cNvPr id="206" name="모서리가 둥근 직사각형 205"/>
          <p:cNvSpPr/>
          <p:nvPr/>
        </p:nvSpPr>
        <p:spPr>
          <a:xfrm>
            <a:off x="4734980" y="7029400"/>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pSp>
        <p:nvGrpSpPr>
          <p:cNvPr id="176" name="그룹 175"/>
          <p:cNvGrpSpPr/>
          <p:nvPr/>
        </p:nvGrpSpPr>
        <p:grpSpPr>
          <a:xfrm>
            <a:off x="8687891" y="4211563"/>
            <a:ext cx="234360" cy="200055"/>
            <a:chOff x="1152270" y="11716364"/>
            <a:chExt cx="234360" cy="200055"/>
          </a:xfrm>
        </p:grpSpPr>
        <p:sp>
          <p:nvSpPr>
            <p:cNvPr id="177" name="모서리가 둥근 직사각형 1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8" name="직사각형 1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2933678578"/>
      </p:ext>
    </p:extLst>
  </p:cSld>
  <p:clrMapOvr>
    <a:masterClrMapping/>
  </p:clrMapOvr>
  <p:transition>
    <p:wipe dir="r"/>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KNOU_UI_C02180200_05</a:t>
            </a:r>
            <a:endParaRPr lang="ko-KR" altLang="en-US" sz="800" spc="-60" dirty="0">
              <a:latin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223</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581302"/>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성적확인</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074980" cy="246221"/>
            <a:chOff x="4290070" y="1958643"/>
            <a:chExt cx="2074980"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1846944"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성적확인</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4081741170"/>
              </p:ext>
            </p:extLst>
          </p:nvPr>
        </p:nvGraphicFramePr>
        <p:xfrm>
          <a:off x="9499029" y="1484784"/>
          <a:ext cx="1404156" cy="492900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ea"/>
                          <a:ea typeface="+mn-ea"/>
                          <a:cs typeface="+mn-cs"/>
                        </a:rPr>
                        <a:t>성적 이의신청 처리결과 </a:t>
                      </a:r>
                      <a:r>
                        <a:rPr lang="ko-KR" altLang="en-US" sz="800" kern="1200" dirty="0" err="1" smtClean="0">
                          <a:solidFill>
                            <a:schemeClr val="tx1">
                              <a:lumMod val="75000"/>
                              <a:lumOff val="25000"/>
                            </a:schemeClr>
                          </a:solidFill>
                          <a:latin typeface="+mn-ea"/>
                          <a:ea typeface="+mn-ea"/>
                          <a:cs typeface="+mn-cs"/>
                        </a:rPr>
                        <a:t>레이어팝업</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2"/>
                <a:ext cx="1188000" cy="180000"/>
                <a:chOff x="524640" y="2286397"/>
                <a:chExt cx="1188000" cy="180000"/>
              </a:xfrm>
            </p:grpSpPr>
            <p:sp>
              <p:nvSpPr>
                <p:cNvPr id="845" name="모서리가 둥근 직사각형 844"/>
                <p:cNvSpPr/>
                <p:nvPr/>
              </p:nvSpPr>
              <p:spPr bwMode="auto">
                <a:xfrm>
                  <a:off x="524640" y="2286397"/>
                  <a:ext cx="1188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성적확인</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05008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030701"/>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성적확인</a:t>
                </a:r>
                <a:endParaRPr kumimoji="1" lang="ko-KR" altLang="en-US" sz="800" dirty="0">
                  <a:solidFill>
                    <a:schemeClr val="tx1">
                      <a:lumMod val="75000"/>
                      <a:lumOff val="25000"/>
                    </a:schemeClr>
                  </a:solidFill>
                  <a:latin typeface="+mn-ea"/>
                  <a:ea typeface="+mn-ea"/>
                  <a:cs typeface="Calibri" pitchFamily="34" charset="0"/>
                </a:endParaRPr>
              </a:p>
            </p:txBody>
          </p:sp>
          <p:pic>
            <p:nvPicPr>
              <p:cNvPr id="25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교수</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튜터</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조교정보</a:t>
                </a:r>
                <a:endParaRPr kumimoji="1" lang="ko-KR" altLang="en-US" sz="800" dirty="0">
                  <a:solidFill>
                    <a:schemeClr val="bg1"/>
                  </a:solidFill>
                  <a:latin typeface="+mn-ea"/>
                  <a:ea typeface="+mn-ea"/>
                  <a:cs typeface="Calibri" pitchFamily="34" charset="0"/>
                </a:endParaRPr>
              </a:p>
            </p:txBody>
          </p:sp>
          <p:pic>
            <p:nvPicPr>
              <p:cNvPr id="25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cxnSp>
        <p:nvCxnSpPr>
          <p:cNvPr id="192" name="직선 연결선 191"/>
          <p:cNvCxnSpPr/>
          <p:nvPr/>
        </p:nvCxnSpPr>
        <p:spPr>
          <a:xfrm>
            <a:off x="1981622" y="3673599"/>
            <a:ext cx="7470000" cy="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3" name="직사각형 192"/>
          <p:cNvSpPr/>
          <p:nvPr/>
        </p:nvSpPr>
        <p:spPr>
          <a:xfrm>
            <a:off x="1981742" y="3453407"/>
            <a:ext cx="1080000" cy="216000"/>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성적확인</a:t>
            </a:r>
          </a:p>
        </p:txBody>
      </p:sp>
      <p:sp>
        <p:nvSpPr>
          <p:cNvPr id="194" name="직사각형 193"/>
          <p:cNvSpPr/>
          <p:nvPr/>
        </p:nvSpPr>
        <p:spPr>
          <a:xfrm>
            <a:off x="3095770" y="3457575"/>
            <a:ext cx="1080000" cy="216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b="1" dirty="0" smtClean="0">
                <a:solidFill>
                  <a:schemeClr val="bg1"/>
                </a:solidFill>
                <a:latin typeface="맑은 고딕" panose="020B0503020000020004" pitchFamily="50" charset="-127"/>
                <a:ea typeface="맑은 고딕" panose="020B0503020000020004" pitchFamily="50" charset="-127"/>
              </a:rPr>
              <a:t>성적 이의 신청</a:t>
            </a:r>
          </a:p>
        </p:txBody>
      </p:sp>
      <p:graphicFrame>
        <p:nvGraphicFramePr>
          <p:cNvPr id="244" name="Group 37"/>
          <p:cNvGraphicFramePr>
            <a:graphicFrameLocks noGrp="1"/>
          </p:cNvGraphicFramePr>
          <p:nvPr>
            <p:extLst>
              <p:ext uri="{D42A27DB-BD31-4B8C-83A1-F6EECF244321}">
                <p14:modId xmlns:p14="http://schemas.microsoft.com/office/powerpoint/2010/main" val="846625304"/>
              </p:ext>
            </p:extLst>
          </p:nvPr>
        </p:nvGraphicFramePr>
        <p:xfrm>
          <a:off x="1975898" y="3991130"/>
          <a:ext cx="7484564" cy="1161876"/>
        </p:xfrm>
        <a:graphic>
          <a:graphicData uri="http://schemas.openxmlformats.org/drawingml/2006/table">
            <a:tbl>
              <a:tblPr/>
              <a:tblGrid>
                <a:gridCol w="276609">
                  <a:extLst>
                    <a:ext uri="{9D8B030D-6E8A-4147-A177-3AD203B41FA5}">
                      <a16:colId xmlns:a16="http://schemas.microsoft.com/office/drawing/2014/main" xmlns="" val="20001"/>
                    </a:ext>
                  </a:extLst>
                </a:gridCol>
                <a:gridCol w="690352"/>
                <a:gridCol w="1425373"/>
                <a:gridCol w="342000"/>
                <a:gridCol w="676417"/>
                <a:gridCol w="789632"/>
                <a:gridCol w="514435"/>
                <a:gridCol w="1160626"/>
                <a:gridCol w="963807"/>
                <a:gridCol w="645313"/>
              </a:tblGrid>
              <a:tr h="116434">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No</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과목</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분반</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대표아이디</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학번</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이름</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처리상태</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err="1" smtClean="0">
                          <a:ln>
                            <a:noFill/>
                          </a:ln>
                          <a:solidFill>
                            <a:schemeClr val="tx1">
                              <a:lumMod val="75000"/>
                              <a:lumOff val="25000"/>
                            </a:schemeClr>
                          </a:solidFill>
                          <a:effectLst/>
                          <a:latin typeface="+mn-ea"/>
                          <a:ea typeface="+mn-ea"/>
                        </a:rPr>
                        <a:t>처리일시</a:t>
                      </a:r>
                      <a:endParaRPr kumimoji="1" lang="ko-KR" altLang="en-US" sz="800" b="0" i="0" u="none" strike="noStrike" cap="none" normalizeH="0" baseline="0" dirty="0" smtClean="0">
                        <a:ln>
                          <a:noFill/>
                        </a:ln>
                        <a:solidFill>
                          <a:schemeClr val="tx1">
                            <a:lumMod val="75000"/>
                            <a:lumOff val="25000"/>
                          </a:schemeClr>
                        </a:solidFill>
                        <a:effectLst/>
                        <a:latin typeface="+mn-ea"/>
                        <a:ea typeface="+mn-ea"/>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800" b="0" i="0" u="none" strike="noStrike" cap="none" normalizeH="0" baseline="0" dirty="0" smtClean="0">
                          <a:ln>
                            <a:noFill/>
                          </a:ln>
                          <a:solidFill>
                            <a:schemeClr val="tx1">
                              <a:lumMod val="75000"/>
                              <a:lumOff val="25000"/>
                            </a:schemeClr>
                          </a:solidFill>
                          <a:effectLst/>
                          <a:latin typeface="+mn-ea"/>
                          <a:ea typeface="+mn-ea"/>
                        </a:rPr>
                        <a:t>관리</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rgbClr val="E0E6EE"/>
                    </a:solidFill>
                  </a:tcPr>
                </a:tc>
                <a:extLst>
                  <a:ext uri="{0D108BD9-81ED-4DB2-BD59-A6C34878D82A}">
                    <a16:rowId xmlns:a16="http://schemas.microsoft.com/office/drawing/2014/main" xmlns="" val="10000"/>
                  </a:ext>
                </a:extLst>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4</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신청</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3</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승인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2</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확인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smtClean="0">
                          <a:solidFill>
                            <a:schemeClr val="tx1">
                              <a:lumMod val="75000"/>
                              <a:lumOff val="25000"/>
                            </a:schemeClr>
                          </a:solidFill>
                          <a:latin typeface="+mn-ea"/>
                          <a:ea typeface="+mn-ea"/>
                          <a:cs typeface="+mn-cs"/>
                        </a:rPr>
                        <a:t>2026.06.12 15:23</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r h="2404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800" b="0" i="0" u="none" strike="noStrike" cap="none" normalizeH="0" baseline="0" dirty="0" smtClean="0">
                          <a:ln>
                            <a:noFill/>
                          </a:ln>
                          <a:solidFill>
                            <a:schemeClr val="tx1">
                              <a:lumMod val="75000"/>
                              <a:lumOff val="25000"/>
                            </a:schemeClr>
                          </a:solidFill>
                          <a:effectLst/>
                          <a:latin typeface="+mn-ea"/>
                          <a:ea typeface="+mn-ea"/>
                        </a:rPr>
                        <a:t>1</a:t>
                      </a:r>
                    </a:p>
                  </a:txBody>
                  <a:tcPr marL="36000" marR="36000" marT="39152" marB="39152"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800" b="0" dirty="0" smtClean="0">
                          <a:solidFill>
                            <a:schemeClr val="tx1">
                              <a:lumMod val="75000"/>
                              <a:lumOff val="25000"/>
                            </a:schemeClr>
                          </a:solidFill>
                          <a:latin typeface="+mn-ea"/>
                          <a:ea typeface="+mn-ea"/>
                        </a:rPr>
                        <a:t>OOOO</a:t>
                      </a:r>
                      <a:r>
                        <a:rPr lang="ko-KR" altLang="en-US" sz="800" b="0" dirty="0" smtClean="0">
                          <a:solidFill>
                            <a:schemeClr val="tx1">
                              <a:lumMod val="75000"/>
                              <a:lumOff val="25000"/>
                            </a:schemeClr>
                          </a:solidFill>
                          <a:latin typeface="+mn-ea"/>
                          <a:ea typeface="+mn-ea"/>
                        </a:rPr>
                        <a:t>학과</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데이터베이스의 이해 활용</a:t>
                      </a: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testid2**4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202612***84</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학*자</a:t>
                      </a:r>
                      <a:r>
                        <a:rPr lang="en-US" altLang="ko-KR" sz="800" b="0" kern="1200" dirty="0" smtClean="0">
                          <a:solidFill>
                            <a:schemeClr val="tx1">
                              <a:lumMod val="75000"/>
                              <a:lumOff val="25000"/>
                            </a:schemeClr>
                          </a:solidFill>
                          <a:latin typeface="+mn-ea"/>
                          <a:ea typeface="+mn-ea"/>
                          <a:cs typeface="+mn-cs"/>
                        </a:rPr>
                        <a:t>1</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800" b="0" kern="1200" dirty="0" smtClean="0">
                          <a:solidFill>
                            <a:schemeClr val="tx1">
                              <a:lumMod val="75000"/>
                              <a:lumOff val="25000"/>
                            </a:schemeClr>
                          </a:solidFill>
                          <a:latin typeface="+mn-ea"/>
                          <a:ea typeface="+mn-ea"/>
                          <a:cs typeface="+mn-cs"/>
                        </a:rPr>
                        <a:t>반려 </a:t>
                      </a:r>
                      <a:r>
                        <a:rPr lang="en-US" altLang="ko-KR" sz="800" b="0" kern="1200" dirty="0" smtClean="0">
                          <a:solidFill>
                            <a:schemeClr val="tx1">
                              <a:lumMod val="75000"/>
                              <a:lumOff val="25000"/>
                            </a:schemeClr>
                          </a:solidFill>
                          <a:latin typeface="+mn-ea"/>
                          <a:ea typeface="+mn-ea"/>
                          <a:cs typeface="+mn-cs"/>
                        </a:rPr>
                        <a:t>(</a:t>
                      </a:r>
                      <a:r>
                        <a:rPr lang="ko-KR" altLang="en-US" sz="800" b="0" kern="1200" dirty="0" err="1" smtClean="0">
                          <a:solidFill>
                            <a:schemeClr val="tx1">
                              <a:lumMod val="75000"/>
                              <a:lumOff val="25000"/>
                            </a:schemeClr>
                          </a:solidFill>
                          <a:latin typeface="+mn-ea"/>
                          <a:ea typeface="+mn-ea"/>
                          <a:cs typeface="+mn-cs"/>
                        </a:rPr>
                        <a:t>가산점</a:t>
                      </a:r>
                      <a:r>
                        <a:rPr lang="ko-KR" altLang="en-US" sz="800" b="0" kern="1200" dirty="0" smtClean="0">
                          <a:solidFill>
                            <a:schemeClr val="tx1">
                              <a:lumMod val="75000"/>
                              <a:lumOff val="25000"/>
                            </a:schemeClr>
                          </a:solidFill>
                          <a:latin typeface="+mn-ea"/>
                          <a:ea typeface="+mn-ea"/>
                          <a:cs typeface="+mn-cs"/>
                        </a:rPr>
                        <a:t> </a:t>
                      </a:r>
                      <a:r>
                        <a:rPr lang="ko-KR" altLang="en-US" sz="800" b="0" kern="1200" dirty="0" err="1" smtClean="0">
                          <a:solidFill>
                            <a:schemeClr val="tx1">
                              <a:lumMod val="75000"/>
                              <a:lumOff val="25000"/>
                            </a:schemeClr>
                          </a:solidFill>
                          <a:latin typeface="+mn-ea"/>
                          <a:ea typeface="+mn-ea"/>
                          <a:cs typeface="+mn-cs"/>
                        </a:rPr>
                        <a:t>미부여</a:t>
                      </a:r>
                      <a:r>
                        <a:rPr lang="en-US" altLang="ko-KR" sz="800" b="0" kern="1200" dirty="0" smtClean="0">
                          <a:solidFill>
                            <a:schemeClr val="tx1">
                              <a:lumMod val="75000"/>
                              <a:lumOff val="25000"/>
                            </a:schemeClr>
                          </a:solidFill>
                          <a:latin typeface="+mn-ea"/>
                          <a:ea typeface="+mn-ea"/>
                          <a:cs typeface="+mn-cs"/>
                        </a:rPr>
                        <a:t>)</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800" b="0" kern="1200" dirty="0" smtClean="0">
                          <a:solidFill>
                            <a:schemeClr val="tx1">
                              <a:lumMod val="75000"/>
                              <a:lumOff val="25000"/>
                            </a:schemeClr>
                          </a:solidFill>
                          <a:latin typeface="+mn-ea"/>
                          <a:ea typeface="+mn-ea"/>
                          <a:cs typeface="+mn-cs"/>
                        </a:rPr>
                        <a:t>2026.06.12 15:23</a:t>
                      </a: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800" b="0" kern="1200" dirty="0" smtClean="0">
                        <a:solidFill>
                          <a:schemeClr val="tx1">
                            <a:lumMod val="75000"/>
                            <a:lumOff val="25000"/>
                          </a:schemeClr>
                        </a:solidFill>
                        <a:latin typeface="+mn-ea"/>
                        <a:ea typeface="+mn-ea"/>
                        <a:cs typeface="+mn-cs"/>
                      </a:endParaRPr>
                    </a:p>
                  </a:txBody>
                  <a:tcPr marL="36000" marR="36000" marT="38249" marB="38249" anchor="ctr" horzOverflow="overflow">
                    <a:lnL w="12700" cap="flat" cmpd="sng" algn="ctr">
                      <a:solidFill>
                        <a:srgbClr val="E0E6EE"/>
                      </a:solidFill>
                      <a:prstDash val="solid"/>
                      <a:round/>
                      <a:headEnd type="none" w="med" len="med"/>
                      <a:tailEnd type="none" w="med" len="med"/>
                    </a:lnL>
                    <a:lnR w="12700" cap="flat" cmpd="sng" algn="ctr">
                      <a:solidFill>
                        <a:srgbClr val="E0E6EE"/>
                      </a:solidFill>
                      <a:prstDash val="solid"/>
                      <a:round/>
                      <a:headEnd type="none" w="med" len="med"/>
                      <a:tailEnd type="none" w="med" len="med"/>
                    </a:lnR>
                    <a:lnT w="12700" cap="flat" cmpd="sng" algn="ctr">
                      <a:solidFill>
                        <a:srgbClr val="E0E6EE"/>
                      </a:solidFill>
                      <a:prstDash val="solid"/>
                      <a:round/>
                      <a:headEnd type="none" w="med" len="med"/>
                      <a:tailEnd type="none" w="med" len="med"/>
                    </a:lnT>
                    <a:lnB w="12700" cap="flat" cmpd="sng" algn="ctr">
                      <a:solidFill>
                        <a:srgbClr val="E0E6EE"/>
                      </a:solidFill>
                      <a:prstDash val="solid"/>
                      <a:round/>
                      <a:headEnd type="none" w="med" len="med"/>
                      <a:tailEnd type="none" w="med" len="med"/>
                    </a:lnB>
                    <a:lnTlToBr>
                      <a:noFill/>
                    </a:lnTlToBr>
                    <a:lnBlToTr>
                      <a:noFill/>
                    </a:lnBlToTr>
                    <a:solidFill>
                      <a:schemeClr val="bg1"/>
                    </a:solidFill>
                  </a:tcPr>
                </a:tc>
              </a:tr>
            </a:tbl>
          </a:graphicData>
        </a:graphic>
      </p:graphicFrame>
      <p:sp>
        <p:nvSpPr>
          <p:cNvPr id="245" name="Rectangle 122"/>
          <p:cNvSpPr>
            <a:spLocks noChangeArrowheads="1"/>
          </p:cNvSpPr>
          <p:nvPr/>
        </p:nvSpPr>
        <p:spPr bwMode="auto">
          <a:xfrm>
            <a:off x="8856290" y="4477545"/>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6" name="Rectangle 122"/>
          <p:cNvSpPr>
            <a:spLocks noChangeArrowheads="1"/>
          </p:cNvSpPr>
          <p:nvPr/>
        </p:nvSpPr>
        <p:spPr bwMode="auto">
          <a:xfrm>
            <a:off x="8856290" y="4717478"/>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247" name="Rectangle 122"/>
          <p:cNvSpPr>
            <a:spLocks noChangeArrowheads="1"/>
          </p:cNvSpPr>
          <p:nvPr/>
        </p:nvSpPr>
        <p:spPr bwMode="auto">
          <a:xfrm>
            <a:off x="8862040" y="4230613"/>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수정하기</a:t>
            </a:r>
            <a:endParaRPr lang="ko-KR" altLang="en-US" sz="800" kern="0" dirty="0">
              <a:solidFill>
                <a:schemeClr val="tx1">
                  <a:lumMod val="75000"/>
                  <a:lumOff val="25000"/>
                </a:schemeClr>
              </a:solidFill>
              <a:latin typeface="+mn-ea"/>
              <a:ea typeface="+mn-ea"/>
            </a:endParaRPr>
          </a:p>
        </p:txBody>
      </p:sp>
      <p:grpSp>
        <p:nvGrpSpPr>
          <p:cNvPr id="249" name="그룹 74"/>
          <p:cNvGrpSpPr>
            <a:grpSpLocks/>
          </p:cNvGrpSpPr>
          <p:nvPr/>
        </p:nvGrpSpPr>
        <p:grpSpPr bwMode="auto">
          <a:xfrm>
            <a:off x="4858228" y="5229780"/>
            <a:ext cx="1678948" cy="215444"/>
            <a:chOff x="5843761" y="3953547"/>
            <a:chExt cx="1769478" cy="256728"/>
          </a:xfrm>
        </p:grpSpPr>
        <p:sp>
          <p:nvSpPr>
            <p:cNvPr id="250" name="TextBox 40"/>
            <p:cNvSpPr txBox="1">
              <a:spLocks noChangeArrowheads="1"/>
            </p:cNvSpPr>
            <p:nvPr/>
          </p:nvSpPr>
          <p:spPr bwMode="auto">
            <a:xfrm>
              <a:off x="5843761"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nvGrpSpPr>
            <p:cNvPr id="251" name="그룹 86"/>
            <p:cNvGrpSpPr>
              <a:grpSpLocks/>
            </p:cNvGrpSpPr>
            <p:nvPr/>
          </p:nvGrpSpPr>
          <p:grpSpPr bwMode="auto">
            <a:xfrm>
              <a:off x="5889794" y="3953547"/>
              <a:ext cx="1723445" cy="256728"/>
              <a:chOff x="5889794" y="3953547"/>
              <a:chExt cx="1723445" cy="256728"/>
            </a:xfrm>
          </p:grpSpPr>
          <p:sp>
            <p:nvSpPr>
              <p:cNvPr id="252" name="TextBox 41"/>
              <p:cNvSpPr txBox="1">
                <a:spLocks noChangeArrowheads="1"/>
              </p:cNvSpPr>
              <p:nvPr/>
            </p:nvSpPr>
            <p:spPr bwMode="auto">
              <a:xfrm>
                <a:off x="5889794"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53" name="TextBox 43"/>
              <p:cNvSpPr txBox="1">
                <a:spLocks noChangeArrowheads="1"/>
              </p:cNvSpPr>
              <p:nvPr/>
            </p:nvSpPr>
            <p:spPr bwMode="auto">
              <a:xfrm>
                <a:off x="6321558" y="3953547"/>
                <a:ext cx="804512"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en-US" altLang="ko-KR" sz="800" b="1" dirty="0">
                    <a:solidFill>
                      <a:schemeClr val="tx1">
                        <a:lumMod val="65000"/>
                        <a:lumOff val="35000"/>
                      </a:schemeClr>
                    </a:solidFill>
                    <a:latin typeface="+mj-ea"/>
                    <a:ea typeface="+mj-ea"/>
                  </a:rPr>
                  <a:t>1</a:t>
                </a:r>
                <a:r>
                  <a:rPr lang="en-US" altLang="ko-KR" sz="800" dirty="0">
                    <a:solidFill>
                      <a:schemeClr val="tx1">
                        <a:lumMod val="65000"/>
                        <a:lumOff val="35000"/>
                      </a:schemeClr>
                    </a:solidFill>
                    <a:latin typeface="+mj-ea"/>
                    <a:ea typeface="+mj-ea"/>
                  </a:rPr>
                  <a:t>  2  3  4  5</a:t>
                </a:r>
                <a:endParaRPr lang="ko-KR" altLang="en-US" sz="800" dirty="0">
                  <a:solidFill>
                    <a:schemeClr val="tx1">
                      <a:lumMod val="65000"/>
                      <a:lumOff val="35000"/>
                    </a:schemeClr>
                  </a:solidFill>
                  <a:latin typeface="+mj-ea"/>
                  <a:ea typeface="+mj-ea"/>
                </a:endParaRPr>
              </a:p>
            </p:txBody>
          </p:sp>
          <p:sp>
            <p:nvSpPr>
              <p:cNvPr id="262" name="TextBox 44"/>
              <p:cNvSpPr txBox="1">
                <a:spLocks noChangeArrowheads="1"/>
              </p:cNvSpPr>
              <p:nvPr/>
            </p:nvSpPr>
            <p:spPr bwMode="auto">
              <a:xfrm>
                <a:off x="6034245"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3" name="TextBox 45"/>
              <p:cNvSpPr txBox="1">
                <a:spLocks noChangeArrowheads="1"/>
              </p:cNvSpPr>
              <p:nvPr/>
            </p:nvSpPr>
            <p:spPr bwMode="auto">
              <a:xfrm>
                <a:off x="7118419"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4" name="TextBox 46"/>
              <p:cNvSpPr txBox="1">
                <a:spLocks noChangeArrowheads="1"/>
              </p:cNvSpPr>
              <p:nvPr/>
            </p:nvSpPr>
            <p:spPr bwMode="auto">
              <a:xfrm>
                <a:off x="7270806"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sp>
            <p:nvSpPr>
              <p:cNvPr id="265" name="TextBox 47"/>
              <p:cNvSpPr txBox="1">
                <a:spLocks noChangeArrowheads="1"/>
              </p:cNvSpPr>
              <p:nvPr/>
            </p:nvSpPr>
            <p:spPr bwMode="auto">
              <a:xfrm>
                <a:off x="7310492" y="3953547"/>
                <a:ext cx="302747" cy="256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돋움" pitchFamily="50" charset="-127"/>
                    <a:ea typeface="굴림" pitchFamily="50" charset="-127"/>
                  </a:defRPr>
                </a:lvl1pPr>
                <a:lvl2pPr marL="742950" indent="-285750" eaLnBrk="0" hangingPunct="0">
                  <a:defRPr kumimoji="1">
                    <a:solidFill>
                      <a:schemeClr val="tx1"/>
                    </a:solidFill>
                    <a:latin typeface="돋움" pitchFamily="50" charset="-127"/>
                    <a:ea typeface="굴림" pitchFamily="50" charset="-127"/>
                  </a:defRPr>
                </a:lvl2pPr>
                <a:lvl3pPr marL="1143000" indent="-228600" eaLnBrk="0" hangingPunct="0">
                  <a:defRPr kumimoji="1">
                    <a:solidFill>
                      <a:schemeClr val="tx1"/>
                    </a:solidFill>
                    <a:latin typeface="돋움" pitchFamily="50" charset="-127"/>
                    <a:ea typeface="굴림" pitchFamily="50" charset="-127"/>
                  </a:defRPr>
                </a:lvl3pPr>
                <a:lvl4pPr marL="1600200" indent="-228600" eaLnBrk="0" hangingPunct="0">
                  <a:defRPr kumimoji="1">
                    <a:solidFill>
                      <a:schemeClr val="tx1"/>
                    </a:solidFill>
                    <a:latin typeface="돋움" pitchFamily="50" charset="-127"/>
                    <a:ea typeface="굴림" pitchFamily="50" charset="-127"/>
                  </a:defRPr>
                </a:lvl4pPr>
                <a:lvl5pPr marL="2057400" indent="-228600" eaLnBrk="0" hangingPunct="0">
                  <a:defRPr kumimoji="1">
                    <a:solidFill>
                      <a:schemeClr val="tx1"/>
                    </a:solidFill>
                    <a:latin typeface="돋움" pitchFamily="50" charset="-127"/>
                    <a:ea typeface="굴림" pitchFamily="50" charset="-127"/>
                  </a:defRPr>
                </a:lvl5pPr>
                <a:lvl6pPr marL="2514600" indent="-228600" eaLnBrk="0" fontAlgn="base" hangingPunct="0">
                  <a:spcBef>
                    <a:spcPct val="0"/>
                  </a:spcBef>
                  <a:spcAft>
                    <a:spcPct val="0"/>
                  </a:spcAft>
                  <a:defRPr kumimoji="1">
                    <a:solidFill>
                      <a:schemeClr val="tx1"/>
                    </a:solidFill>
                    <a:latin typeface="돋움" pitchFamily="50" charset="-127"/>
                    <a:ea typeface="굴림" pitchFamily="50" charset="-127"/>
                  </a:defRPr>
                </a:lvl6pPr>
                <a:lvl7pPr marL="2971800" indent="-228600" eaLnBrk="0" fontAlgn="base" hangingPunct="0">
                  <a:spcBef>
                    <a:spcPct val="0"/>
                  </a:spcBef>
                  <a:spcAft>
                    <a:spcPct val="0"/>
                  </a:spcAft>
                  <a:defRPr kumimoji="1">
                    <a:solidFill>
                      <a:schemeClr val="tx1"/>
                    </a:solidFill>
                    <a:latin typeface="돋움" pitchFamily="50" charset="-127"/>
                    <a:ea typeface="굴림" pitchFamily="50" charset="-127"/>
                  </a:defRPr>
                </a:lvl7pPr>
                <a:lvl8pPr marL="3429000" indent="-228600" eaLnBrk="0" fontAlgn="base" hangingPunct="0">
                  <a:spcBef>
                    <a:spcPct val="0"/>
                  </a:spcBef>
                  <a:spcAft>
                    <a:spcPct val="0"/>
                  </a:spcAft>
                  <a:defRPr kumimoji="1">
                    <a:solidFill>
                      <a:schemeClr val="tx1"/>
                    </a:solidFill>
                    <a:latin typeface="돋움" pitchFamily="50" charset="-127"/>
                    <a:ea typeface="굴림" pitchFamily="50" charset="-127"/>
                  </a:defRPr>
                </a:lvl8pPr>
                <a:lvl9pPr marL="3886200" indent="-228600" eaLnBrk="0" fontAlgn="base" hangingPunct="0">
                  <a:spcBef>
                    <a:spcPct val="0"/>
                  </a:spcBef>
                  <a:spcAft>
                    <a:spcPct val="0"/>
                  </a:spcAft>
                  <a:defRPr kumimoji="1">
                    <a:solidFill>
                      <a:schemeClr val="tx1"/>
                    </a:solidFill>
                    <a:latin typeface="돋움" pitchFamily="50" charset="-127"/>
                    <a:ea typeface="굴림" pitchFamily="50" charset="-127"/>
                  </a:defRPr>
                </a:lvl9pPr>
              </a:lstStyle>
              <a:p>
                <a:pPr eaLnBrk="1" hangingPunct="1">
                  <a:defRPr/>
                </a:pPr>
                <a:r>
                  <a:rPr lang="ko-KR" altLang="en-US" sz="800" dirty="0">
                    <a:solidFill>
                      <a:schemeClr val="tx1">
                        <a:lumMod val="65000"/>
                        <a:lumOff val="35000"/>
                      </a:schemeClr>
                    </a:solidFill>
                    <a:latin typeface="+mj-ea"/>
                    <a:ea typeface="+mj-ea"/>
                  </a:rPr>
                  <a:t>▶</a:t>
                </a:r>
              </a:p>
            </p:txBody>
          </p:sp>
        </p:grpSp>
      </p:grpSp>
      <p:sp>
        <p:nvSpPr>
          <p:cNvPr id="168" name="Rectangle 122"/>
          <p:cNvSpPr>
            <a:spLocks noChangeArrowheads="1"/>
          </p:cNvSpPr>
          <p:nvPr/>
        </p:nvSpPr>
        <p:spPr bwMode="auto">
          <a:xfrm>
            <a:off x="8987588" y="3733941"/>
            <a:ext cx="396000" cy="187200"/>
          </a:xfrm>
          <a:prstGeom prst="rect">
            <a:avLst/>
          </a:prstGeom>
          <a:solidFill>
            <a:srgbClr val="FFFFFF"/>
          </a:solidFill>
          <a:ln w="9525" algn="ctr">
            <a:solidFill>
              <a:schemeClr val="accent5">
                <a:lumMod val="20000"/>
                <a:lumOff val="80000"/>
              </a:schemeClr>
            </a:solidFill>
            <a:miter lim="800000"/>
            <a:headEnd/>
            <a:tailEnd/>
          </a:ln>
          <a:effectLst/>
        </p:spPr>
        <p:txBody>
          <a:bodyPr wrap="none" anchor="ctr"/>
          <a:lstStyle/>
          <a:p>
            <a:pPr defTabSz="739248" eaLnBrk="1" fontAlgn="auto" hangingPunct="1">
              <a:spcBef>
                <a:spcPts val="0"/>
              </a:spcBef>
              <a:spcAft>
                <a:spcPts val="0"/>
              </a:spcAft>
              <a:defRPr/>
            </a:pPr>
            <a:r>
              <a:rPr lang="en-US" altLang="ko-KR" sz="800" kern="0" dirty="0" smtClean="0">
                <a:solidFill>
                  <a:schemeClr val="tx1">
                    <a:lumMod val="75000"/>
                    <a:lumOff val="25000"/>
                  </a:schemeClr>
                </a:solidFill>
                <a:latin typeface="+mn-ea"/>
                <a:ea typeface="+mn-ea"/>
              </a:rPr>
              <a:t>10 </a:t>
            </a:r>
            <a:r>
              <a:rPr lang="ko-KR" altLang="en-US" sz="800" kern="0" dirty="0" smtClean="0">
                <a:solidFill>
                  <a:schemeClr val="tx1">
                    <a:lumMod val="75000"/>
                    <a:lumOff val="25000"/>
                  </a:schemeClr>
                </a:solidFill>
                <a:latin typeface="+mn-ea"/>
                <a:ea typeface="+mn-ea"/>
              </a:rPr>
              <a:t>▼ </a:t>
            </a:r>
            <a:endParaRPr lang="ko-KR" altLang="en-US" sz="800" kern="0" dirty="0">
              <a:solidFill>
                <a:schemeClr val="tx1">
                  <a:lumMod val="75000"/>
                  <a:lumOff val="25000"/>
                </a:schemeClr>
              </a:solidFill>
              <a:latin typeface="+mn-ea"/>
              <a:ea typeface="+mn-ea"/>
            </a:endParaRPr>
          </a:p>
        </p:txBody>
      </p:sp>
      <p:sp>
        <p:nvSpPr>
          <p:cNvPr id="169" name="직사각형 168"/>
          <p:cNvSpPr/>
          <p:nvPr/>
        </p:nvSpPr>
        <p:spPr>
          <a:xfrm>
            <a:off x="1928663" y="3726557"/>
            <a:ext cx="2506547" cy="215444"/>
          </a:xfrm>
          <a:prstGeom prst="rect">
            <a:avLst/>
          </a:prstGeom>
        </p:spPr>
        <p:txBody>
          <a:bodyPr wrap="square">
            <a:spAutoFit/>
          </a:bodyPr>
          <a:lstStyle/>
          <a:p>
            <a:r>
              <a:rPr lang="ko-KR" altLang="en-US" sz="800" dirty="0">
                <a:solidFill>
                  <a:srgbClr val="506E92"/>
                </a:solidFill>
              </a:rPr>
              <a:t>● </a:t>
            </a:r>
            <a:r>
              <a:rPr lang="ko-KR" altLang="en-US" sz="800" dirty="0" smtClean="0">
                <a:solidFill>
                  <a:schemeClr val="tx1">
                    <a:lumMod val="75000"/>
                    <a:lumOff val="25000"/>
                  </a:schemeClr>
                </a:solidFill>
                <a:latin typeface="+mn-ea"/>
                <a:ea typeface="+mn-ea"/>
              </a:rPr>
              <a:t>목록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총 건수 </a:t>
            </a:r>
            <a:r>
              <a:rPr lang="en-US" altLang="ko-KR" sz="800" dirty="0" smtClean="0">
                <a:solidFill>
                  <a:schemeClr val="tx1">
                    <a:lumMod val="75000"/>
                    <a:lumOff val="25000"/>
                  </a:schemeClr>
                </a:solidFill>
                <a:latin typeface="+mn-ea"/>
                <a:ea typeface="+mn-ea"/>
              </a:rPr>
              <a:t>: </a:t>
            </a:r>
            <a:r>
              <a:rPr lang="en-US" altLang="ko-KR" sz="800" dirty="0">
                <a:solidFill>
                  <a:schemeClr val="tx1">
                    <a:lumMod val="75000"/>
                    <a:lumOff val="25000"/>
                  </a:schemeClr>
                </a:solidFill>
                <a:latin typeface="+mn-ea"/>
                <a:ea typeface="+mn-ea"/>
              </a:rPr>
              <a:t>4</a:t>
            </a:r>
            <a:r>
              <a:rPr lang="ko-KR" altLang="en-US" sz="800" dirty="0" smtClean="0">
                <a:solidFill>
                  <a:schemeClr val="tx1">
                    <a:lumMod val="75000"/>
                    <a:lumOff val="25000"/>
                  </a:schemeClr>
                </a:solidFill>
                <a:latin typeface="+mn-ea"/>
                <a:ea typeface="+mn-ea"/>
              </a:rPr>
              <a:t>건 </a:t>
            </a:r>
            <a:r>
              <a:rPr lang="en-US" altLang="ko-KR" sz="800" dirty="0" smtClean="0">
                <a:solidFill>
                  <a:schemeClr val="tx1">
                    <a:lumMod val="75000"/>
                    <a:lumOff val="25000"/>
                  </a:schemeClr>
                </a:solidFill>
                <a:latin typeface="+mn-ea"/>
                <a:ea typeface="+mn-ea"/>
              </a:rPr>
              <a:t>]</a:t>
            </a:r>
            <a:endParaRPr lang="ko-KR" altLang="en-US" sz="800" dirty="0">
              <a:solidFill>
                <a:srgbClr val="FF0000"/>
              </a:solidFill>
              <a:latin typeface="+mn-ea"/>
              <a:ea typeface="+mn-ea"/>
            </a:endParaRPr>
          </a:p>
        </p:txBody>
      </p:sp>
      <p:sp>
        <p:nvSpPr>
          <p:cNvPr id="170" name="모서리가 둥근 직사각형 169"/>
          <p:cNvSpPr/>
          <p:nvPr/>
        </p:nvSpPr>
        <p:spPr>
          <a:xfrm>
            <a:off x="8047348" y="3741415"/>
            <a:ext cx="900000" cy="180000"/>
          </a:xfrm>
          <a:prstGeom prst="roundRect">
            <a:avLst/>
          </a:prstGeom>
          <a:solidFill>
            <a:srgbClr val="435C7A"/>
          </a:solidFill>
          <a:ln w="3175">
            <a:solidFill>
              <a:srgbClr val="435C7A"/>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신청</a:t>
            </a:r>
            <a:endParaRPr lang="ko-KR" altLang="en-US" sz="800" dirty="0">
              <a:solidFill>
                <a:schemeClr val="bg1"/>
              </a:solidFill>
              <a:latin typeface="맑은 고딕" panose="020B0503020000020004" pitchFamily="50" charset="-127"/>
              <a:ea typeface="맑은 고딕" panose="020B0503020000020004" pitchFamily="50" charset="-127"/>
            </a:endParaRPr>
          </a:p>
        </p:txBody>
      </p:sp>
      <p:sp>
        <p:nvSpPr>
          <p:cNvPr id="172" name="Rectangle 122"/>
          <p:cNvSpPr>
            <a:spLocks noChangeArrowheads="1"/>
          </p:cNvSpPr>
          <p:nvPr/>
        </p:nvSpPr>
        <p:spPr bwMode="auto">
          <a:xfrm>
            <a:off x="8860482" y="4945834"/>
            <a:ext cx="540000" cy="158400"/>
          </a:xfrm>
          <a:prstGeom prst="rect">
            <a:avLst/>
          </a:prstGeom>
          <a:solidFill>
            <a:schemeClr val="bg1">
              <a:lumMod val="95000"/>
            </a:schemeClr>
          </a:solidFill>
          <a:ln w="9525" algn="ctr">
            <a:solidFill>
              <a:schemeClr val="bg1">
                <a:lumMod val="75000"/>
              </a:schemeClr>
            </a:solidFill>
            <a:miter lim="800000"/>
            <a:headEnd/>
            <a:tailEnd/>
          </a:ln>
          <a:effectLst/>
        </p:spPr>
        <p:txBody>
          <a:bodyPr wrap="none" anchor="ctr"/>
          <a:lstStyle/>
          <a:p>
            <a:pPr algn="ctr" defTabSz="739248" eaLnBrk="1" fontAlgn="auto" hangingPunct="1">
              <a:spcBef>
                <a:spcPts val="0"/>
              </a:spcBef>
              <a:spcAft>
                <a:spcPts val="0"/>
              </a:spcAft>
              <a:defRPr/>
            </a:pPr>
            <a:r>
              <a:rPr lang="ko-KR" altLang="en-US" sz="800" kern="0" dirty="0" smtClean="0">
                <a:solidFill>
                  <a:schemeClr val="tx1">
                    <a:lumMod val="75000"/>
                    <a:lumOff val="25000"/>
                  </a:schemeClr>
                </a:solidFill>
                <a:latin typeface="+mn-ea"/>
                <a:ea typeface="+mn-ea"/>
              </a:rPr>
              <a:t>처리결과</a:t>
            </a:r>
            <a:endParaRPr lang="ko-KR" altLang="en-US" sz="800" kern="0" dirty="0">
              <a:solidFill>
                <a:schemeClr val="tx1">
                  <a:lumMod val="75000"/>
                  <a:lumOff val="25000"/>
                </a:schemeClr>
              </a:solidFill>
              <a:latin typeface="+mn-ea"/>
              <a:ea typeface="+mn-ea"/>
            </a:endParaRPr>
          </a:p>
        </p:txBody>
      </p:sp>
      <p:sp>
        <p:nvSpPr>
          <p:cNvPr id="185" name="TextBox 184"/>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성적 이의 신청 </a:t>
            </a:r>
            <a:r>
              <a:rPr lang="en-US" altLang="ko-KR" sz="800" spc="-60" dirty="0" smtClean="0">
                <a:latin typeface="+mn-ea"/>
                <a:ea typeface="+mn-ea"/>
              </a:rPr>
              <a:t>: </a:t>
            </a:r>
            <a:r>
              <a:rPr lang="ko-KR" altLang="en-US" sz="800" spc="-60" dirty="0" smtClean="0">
                <a:latin typeface="+mn-ea"/>
                <a:ea typeface="+mn-ea"/>
              </a:rPr>
              <a:t>성적 이의 신청 기간인 경우 </a:t>
            </a:r>
            <a:r>
              <a:rPr lang="en-US" altLang="ko-KR" sz="800" spc="-60" dirty="0" smtClean="0">
                <a:latin typeface="+mn-ea"/>
                <a:ea typeface="+mn-ea"/>
              </a:rPr>
              <a:t>: </a:t>
            </a:r>
            <a:r>
              <a:rPr lang="ko-KR" altLang="en-US" sz="800" spc="-60" dirty="0" smtClean="0">
                <a:latin typeface="+mn-ea"/>
                <a:ea typeface="+mn-ea"/>
              </a:rPr>
              <a:t>처리결과</a:t>
            </a:r>
            <a:endParaRPr lang="ko-KR" altLang="en-US" sz="800" spc="-60" dirty="0">
              <a:latin typeface="+mn-ea"/>
              <a:ea typeface="+mn-ea"/>
            </a:endParaRPr>
          </a:p>
        </p:txBody>
      </p:sp>
      <p:grpSp>
        <p:nvGrpSpPr>
          <p:cNvPr id="186" name="그룹 185"/>
          <p:cNvGrpSpPr/>
          <p:nvPr/>
        </p:nvGrpSpPr>
        <p:grpSpPr>
          <a:xfrm>
            <a:off x="740532" y="1907308"/>
            <a:ext cx="7013351" cy="5325847"/>
            <a:chOff x="740532" y="1662708"/>
            <a:chExt cx="7013351" cy="5325847"/>
          </a:xfrm>
        </p:grpSpPr>
        <p:sp>
          <p:nvSpPr>
            <p:cNvPr id="187" name="직사각형 186"/>
            <p:cNvSpPr/>
            <p:nvPr/>
          </p:nvSpPr>
          <p:spPr>
            <a:xfrm>
              <a:off x="740532" y="1672232"/>
              <a:ext cx="7010288" cy="5316323"/>
            </a:xfrm>
            <a:prstGeom prst="rect">
              <a:avLst/>
            </a:prstGeom>
            <a:solidFill>
              <a:schemeClr val="bg1">
                <a:lumMod val="95000"/>
              </a:schemeClr>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88" name="직사각형 187"/>
            <p:cNvSpPr/>
            <p:nvPr/>
          </p:nvSpPr>
          <p:spPr>
            <a:xfrm>
              <a:off x="748959" y="1681786"/>
              <a:ext cx="6991200" cy="216000"/>
            </a:xfrm>
            <a:prstGeom prst="rect">
              <a:avLst/>
            </a:prstGeom>
            <a:solidFill>
              <a:srgbClr val="6786AD"/>
            </a:solidFill>
            <a:ln w="952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tIns="36000" rtlCol="0" anchor="ctr"/>
            <a:lstStyle/>
            <a:p>
              <a:pPr>
                <a:lnSpc>
                  <a:spcPct val="150000"/>
                </a:lnSpc>
              </a:pPr>
              <a:r>
                <a:rPr lang="ko-KR" altLang="en-US" sz="800" dirty="0" smtClean="0">
                  <a:solidFill>
                    <a:schemeClr val="bg1"/>
                  </a:solidFill>
                  <a:latin typeface="+mn-ea"/>
                </a:rPr>
                <a:t>성적 이의신청 처리결과</a:t>
              </a:r>
              <a:endParaRPr lang="en-US" altLang="ko-KR" sz="800" dirty="0">
                <a:solidFill>
                  <a:schemeClr val="bg1"/>
                </a:solidFill>
                <a:latin typeface="+mn-ea"/>
              </a:endParaRPr>
            </a:p>
          </p:txBody>
        </p:sp>
        <p:sp>
          <p:nvSpPr>
            <p:cNvPr id="189" name="직사각형 188"/>
            <p:cNvSpPr/>
            <p:nvPr/>
          </p:nvSpPr>
          <p:spPr>
            <a:xfrm>
              <a:off x="7485861" y="1662708"/>
              <a:ext cx="268022" cy="246221"/>
            </a:xfrm>
            <a:prstGeom prst="rect">
              <a:avLst/>
            </a:prstGeom>
          </p:spPr>
          <p:txBody>
            <a:bodyPr wrap="none">
              <a:spAutoFit/>
            </a:bodyPr>
            <a:lstStyle/>
            <a:p>
              <a:r>
                <a:rPr lang="en-US" altLang="ko-KR" sz="1000" b="1" dirty="0" smtClean="0">
                  <a:solidFill>
                    <a:schemeClr val="bg1"/>
                  </a:solidFill>
                  <a:latin typeface="+mn-ea"/>
                </a:rPr>
                <a:t>X</a:t>
              </a:r>
              <a:endParaRPr lang="ko-KR" altLang="en-US" sz="1000" b="1" dirty="0">
                <a:solidFill>
                  <a:schemeClr val="bg1"/>
                </a:solidFill>
              </a:endParaRPr>
            </a:p>
          </p:txBody>
        </p:sp>
      </p:grpSp>
      <p:sp>
        <p:nvSpPr>
          <p:cNvPr id="190" name="모서리가 둥근 직사각형 189"/>
          <p:cNvSpPr/>
          <p:nvPr/>
        </p:nvSpPr>
        <p:spPr>
          <a:xfrm>
            <a:off x="3793543" y="6885384"/>
            <a:ext cx="900000" cy="180000"/>
          </a:xfrm>
          <a:prstGeom prst="round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ctr"/>
          <a:lstStyle/>
          <a:p>
            <a:pPr algn="ctr"/>
            <a:r>
              <a:rPr lang="ko-KR" altLang="en-US" sz="800" dirty="0" smtClean="0">
                <a:solidFill>
                  <a:schemeClr val="bg1"/>
                </a:solidFill>
                <a:latin typeface="맑은 고딕" panose="020B0503020000020004" pitchFamily="50" charset="-127"/>
                <a:ea typeface="맑은 고딕" panose="020B0503020000020004" pitchFamily="50" charset="-127"/>
              </a:rPr>
              <a:t>닫기</a:t>
            </a:r>
            <a:endParaRPr lang="ko-KR" altLang="en-US" sz="800" dirty="0">
              <a:solidFill>
                <a:schemeClr val="bg1"/>
              </a:solidFill>
              <a:latin typeface="맑은 고딕" panose="020B0503020000020004" pitchFamily="50" charset="-127"/>
              <a:ea typeface="맑은 고딕" panose="020B0503020000020004" pitchFamily="50" charset="-127"/>
            </a:endParaRPr>
          </a:p>
        </p:txBody>
      </p:sp>
      <p:graphicFrame>
        <p:nvGraphicFramePr>
          <p:cNvPr id="191" name="표 190"/>
          <p:cNvGraphicFramePr>
            <a:graphicFrameLocks noGrp="1"/>
          </p:cNvGraphicFramePr>
          <p:nvPr>
            <p:extLst>
              <p:ext uri="{D42A27DB-BD31-4B8C-83A1-F6EECF244321}">
                <p14:modId xmlns:p14="http://schemas.microsoft.com/office/powerpoint/2010/main" val="36086693"/>
              </p:ext>
            </p:extLst>
          </p:nvPr>
        </p:nvGraphicFramePr>
        <p:xfrm>
          <a:off x="884548" y="3378040"/>
          <a:ext cx="6751798" cy="1851160"/>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대표아이디</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kern="1200" dirty="0" smtClean="0">
                          <a:solidFill>
                            <a:schemeClr val="tx1">
                              <a:lumMod val="75000"/>
                              <a:lumOff val="25000"/>
                            </a:schemeClr>
                          </a:solidFill>
                          <a:latin typeface="+mn-ea"/>
                          <a:ea typeface="+mn-ea"/>
                          <a:cs typeface="+mn-cs"/>
                        </a:rPr>
                        <a:t>testid2**4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r>
                        <a:rPr lang="ko-KR" altLang="en-US" sz="800" b="0" dirty="0" smtClean="0">
                          <a:solidFill>
                            <a:schemeClr val="tx1">
                              <a:lumMod val="75000"/>
                              <a:lumOff val="25000"/>
                            </a:schemeClr>
                          </a:solidFill>
                          <a:latin typeface="+mn-ea"/>
                          <a:ea typeface="+mn-ea"/>
                        </a:rPr>
                        <a:t>학번</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kern="1200" dirty="0" smtClean="0">
                          <a:solidFill>
                            <a:schemeClr val="tx1">
                              <a:lumMod val="75000"/>
                              <a:lumOff val="25000"/>
                            </a:schemeClr>
                          </a:solidFill>
                          <a:latin typeface="+mn-ea"/>
                          <a:ea typeface="+mn-ea"/>
                          <a:cs typeface="+mn-cs"/>
                        </a:rPr>
                        <a:t>202612***84</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이름</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학*자</a:t>
                      </a:r>
                      <a:r>
                        <a:rPr lang="en-US" altLang="ko-KR" sz="800" b="0" dirty="0" smtClean="0">
                          <a:solidFill>
                            <a:schemeClr val="tx1">
                              <a:lumMod val="75000"/>
                              <a:lumOff val="25000"/>
                            </a:schemeClr>
                          </a:solidFill>
                          <a:latin typeface="+mn-ea"/>
                          <a:ea typeface="+mn-ea"/>
                        </a:rPr>
                        <a:t>1</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연락처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010-2548-98**</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신청 사유 </a:t>
                      </a:r>
                      <a:r>
                        <a:rPr lang="en-US" altLang="ko-KR" sz="800" b="0" dirty="0" smtClean="0">
                          <a:solidFill>
                            <a:srgbClr val="FF0000"/>
                          </a:solidFill>
                          <a:latin typeface="+mn-ea"/>
                          <a:ea typeface="+mn-ea"/>
                        </a:rPr>
                        <a:t>*</a:t>
                      </a:r>
                      <a:endParaRPr lang="ko-KR" altLang="en-US" sz="800" b="0" dirty="0">
                        <a:solidFill>
                          <a:srgbClr val="FF0000"/>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algn="l" latinLnBrk="1">
                        <a:lnSpc>
                          <a:spcPct val="150000"/>
                        </a:lnSpc>
                      </a:pP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lumMod val="20000"/>
                        <a:lumOff val="80000"/>
                      </a:schemeClr>
                    </a:solidFill>
                  </a:tcPr>
                </a:tc>
                <a:tc hMerge="1">
                  <a:txBody>
                    <a:bodyPr/>
                    <a:lstStyle/>
                    <a:p>
                      <a:pPr algn="l" latinLnBrk="1"/>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r>
              <a:tr h="266793">
                <a:tc>
                  <a:txBody>
                    <a:bodyPr/>
                    <a:lstStyle/>
                    <a:p>
                      <a:pPr algn="l" latinLnBrk="1"/>
                      <a:r>
                        <a:rPr lang="ko-KR" altLang="en-US" sz="800" b="0" dirty="0" smtClean="0">
                          <a:solidFill>
                            <a:schemeClr val="tx1">
                              <a:lumMod val="75000"/>
                              <a:lumOff val="25000"/>
                            </a:schemeClr>
                          </a:solidFill>
                          <a:latin typeface="+mn-ea"/>
                          <a:ea typeface="+mn-ea"/>
                        </a:rPr>
                        <a:t>자료첨부 </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gridSpan="3">
                  <a:txBody>
                    <a:bodyPr/>
                    <a:lstStyle/>
                    <a:p>
                      <a:pPr marL="0" marR="0" indent="0" algn="l" defTabSz="914400" rtl="0" eaLnBrk="1" fontAlgn="auto" latinLnBrk="1" hangingPunct="1">
                        <a:lnSpc>
                          <a:spcPct val="150000"/>
                        </a:lnSpc>
                        <a:spcBef>
                          <a:spcPts val="0"/>
                        </a:spcBef>
                        <a:spcAft>
                          <a:spcPts val="0"/>
                        </a:spcAft>
                        <a:buClrTx/>
                        <a:buSzTx/>
                        <a:buFontTx/>
                        <a:buNone/>
                        <a:tabLst/>
                        <a:defRPr/>
                      </a:pPr>
                      <a:endParaRPr lang="en-US" altLang="ko-KR"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hMerge="1">
                  <a:txBody>
                    <a:bodyPr/>
                    <a:lstStyle/>
                    <a:p>
                      <a:pPr latinLnBrk="1"/>
                      <a:endParaRPr lang="ko-KR" altLang="en-US"/>
                    </a:p>
                  </a:txBody>
                  <a:tcPr/>
                </a:tc>
                <a:tc hMerge="1">
                  <a:txBody>
                    <a:bodyPr/>
                    <a:lstStyle/>
                    <a:p>
                      <a:pPr latinLnBrk="1"/>
                      <a:endParaRPr lang="ko-KR" altLang="en-US"/>
                    </a:p>
                  </a:txBody>
                  <a:tcPr/>
                </a:tc>
              </a:tr>
            </a:tbl>
          </a:graphicData>
        </a:graphic>
      </p:graphicFrame>
      <p:sp>
        <p:nvSpPr>
          <p:cNvPr id="195" name="직사각형 194"/>
          <p:cNvSpPr/>
          <p:nvPr/>
        </p:nvSpPr>
        <p:spPr>
          <a:xfrm>
            <a:off x="775037" y="2204864"/>
            <a:ext cx="1364476" cy="215444"/>
          </a:xfrm>
          <a:prstGeom prst="rect">
            <a:avLst/>
          </a:prstGeom>
        </p:spPr>
        <p:txBody>
          <a:bodyPr wrap="none">
            <a:spAutoFit/>
          </a:bodyPr>
          <a:lstStyle/>
          <a:p>
            <a:r>
              <a:rPr lang="en-US" altLang="ko-KR" sz="800" b="1" dirty="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성적 이의신청 처리결과</a:t>
            </a:r>
            <a:endParaRPr lang="ko-KR" altLang="en-US" sz="800" b="1" dirty="0">
              <a:solidFill>
                <a:schemeClr val="tx1">
                  <a:lumMod val="75000"/>
                  <a:lumOff val="25000"/>
                </a:schemeClr>
              </a:solidFill>
              <a:latin typeface="+mn-ea"/>
              <a:ea typeface="+mn-ea"/>
            </a:endParaRPr>
          </a:p>
        </p:txBody>
      </p:sp>
      <p:graphicFrame>
        <p:nvGraphicFramePr>
          <p:cNvPr id="196" name="표 195"/>
          <p:cNvGraphicFramePr>
            <a:graphicFrameLocks noGrp="1"/>
          </p:cNvGraphicFramePr>
          <p:nvPr>
            <p:extLst>
              <p:ext uri="{D42A27DB-BD31-4B8C-83A1-F6EECF244321}">
                <p14:modId xmlns:p14="http://schemas.microsoft.com/office/powerpoint/2010/main" val="3089822664"/>
              </p:ext>
            </p:extLst>
          </p:nvPr>
        </p:nvGraphicFramePr>
        <p:xfrm>
          <a:off x="877119" y="2449463"/>
          <a:ext cx="6751798" cy="856500"/>
        </p:xfrm>
        <a:graphic>
          <a:graphicData uri="http://schemas.openxmlformats.org/drawingml/2006/table">
            <a:tbl>
              <a:tblPr firstRow="1" bandRow="1">
                <a:tableStyleId>{5C22544A-7EE6-4342-B048-85BDC9FD1C3A}</a:tableStyleId>
              </a:tblPr>
              <a:tblGrid>
                <a:gridCol w="1135174"/>
                <a:gridCol w="2412268"/>
                <a:gridCol w="1224136"/>
                <a:gridCol w="1980220"/>
              </a:tblGrid>
              <a:tr h="285500">
                <a:tc>
                  <a:txBody>
                    <a:bodyPr/>
                    <a:lstStyle/>
                    <a:p>
                      <a:pPr algn="l" latinLnBrk="1"/>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lnSpc>
                          <a:spcPct val="150000"/>
                        </a:lnSpc>
                      </a:pPr>
                      <a:r>
                        <a:rPr lang="en-US" altLang="ko-KR" sz="800" b="0" dirty="0" smtClean="0">
                          <a:solidFill>
                            <a:schemeClr val="tx1">
                              <a:lumMod val="75000"/>
                              <a:lumOff val="25000"/>
                            </a:schemeClr>
                          </a:solidFill>
                          <a:latin typeface="+mn-ea"/>
                          <a:ea typeface="+mn-ea"/>
                        </a:rPr>
                        <a:t>OOO</a:t>
                      </a:r>
                      <a:r>
                        <a:rPr lang="ko-KR" altLang="en-US" sz="800" b="0" dirty="0" smtClean="0">
                          <a:solidFill>
                            <a:schemeClr val="tx1">
                              <a:lumMod val="75000"/>
                              <a:lumOff val="25000"/>
                            </a:schemeClr>
                          </a:solidFill>
                          <a:latin typeface="+mn-ea"/>
                          <a:ea typeface="+mn-ea"/>
                        </a:rPr>
                        <a:t>학과</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학수번호</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맑은 고딕" panose="020B0503020000020004" pitchFamily="50" charset="-127"/>
                          <a:ea typeface="맑은 고딕" panose="020B0503020000020004" pitchFamily="50" charset="-127"/>
                        </a:rPr>
                        <a:t>CME000</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과목</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유럽 문화 탐방</a:t>
                      </a:r>
                      <a:endParaRPr lang="ko-KR" altLang="en-US" sz="800" b="0" dirty="0" smtClean="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smtClean="0">
                          <a:solidFill>
                            <a:schemeClr val="tx1">
                              <a:lumMod val="75000"/>
                              <a:lumOff val="25000"/>
                            </a:schemeClr>
                          </a:solidFill>
                          <a:latin typeface="+mn-ea"/>
                          <a:ea typeface="+mn-ea"/>
                        </a:rPr>
                        <a:t>분반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en-US" altLang="ko-KR" sz="800" b="0" dirty="0" smtClean="0">
                          <a:solidFill>
                            <a:schemeClr val="tx1">
                              <a:lumMod val="75000"/>
                              <a:lumOff val="25000"/>
                            </a:schemeClr>
                          </a:solidFill>
                          <a:latin typeface="+mn-ea"/>
                          <a:ea typeface="+mn-ea"/>
                        </a:rPr>
                        <a:t>1</a:t>
                      </a:r>
                      <a:r>
                        <a:rPr lang="ko-KR" altLang="en-US" sz="800" b="0" dirty="0" smtClean="0">
                          <a:solidFill>
                            <a:schemeClr val="tx1">
                              <a:lumMod val="75000"/>
                              <a:lumOff val="25000"/>
                            </a:schemeClr>
                          </a:solidFill>
                          <a:latin typeface="+mn-ea"/>
                          <a:ea typeface="+mn-ea"/>
                        </a:rPr>
                        <a:t>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r h="285500">
                <a:tc>
                  <a:txBody>
                    <a:bodyPr/>
                    <a:lstStyle/>
                    <a:p>
                      <a:pPr algn="l" latinLnBrk="1"/>
                      <a:r>
                        <a:rPr lang="ko-KR" altLang="en-US" sz="800" b="0" dirty="0" smtClean="0">
                          <a:solidFill>
                            <a:schemeClr val="tx1">
                              <a:lumMod val="75000"/>
                              <a:lumOff val="25000"/>
                            </a:schemeClr>
                          </a:solidFill>
                          <a:latin typeface="+mn-ea"/>
                          <a:ea typeface="+mn-ea"/>
                        </a:rPr>
                        <a:t>교수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marL="0" marR="0" indent="0" algn="l" defTabSz="914400" rtl="0" eaLnBrk="1" fontAlgn="auto" latinLnBrk="1" hangingPunct="1">
                        <a:lnSpc>
                          <a:spcPct val="150000"/>
                        </a:lnSpc>
                        <a:spcBef>
                          <a:spcPts val="0"/>
                        </a:spcBef>
                        <a:spcAft>
                          <a:spcPts val="0"/>
                        </a:spcAft>
                        <a:buClrTx/>
                        <a:buSzTx/>
                        <a:buFontTx/>
                        <a:buNone/>
                        <a:tabLst/>
                        <a:defRPr/>
                      </a:pPr>
                      <a:r>
                        <a:rPr lang="ko-KR" altLang="en-US" sz="800" b="0" dirty="0" smtClean="0">
                          <a:solidFill>
                            <a:schemeClr val="tx1">
                              <a:lumMod val="75000"/>
                              <a:lumOff val="25000"/>
                            </a:schemeClr>
                          </a:solidFill>
                          <a:latin typeface="+mn-ea"/>
                          <a:ea typeface="+mn-ea"/>
                        </a:rPr>
                        <a:t>홍*수</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l" latinLnBrk="1">
                        <a:lnSpc>
                          <a:spcPct val="150000"/>
                        </a:lnSpc>
                      </a:pPr>
                      <a:r>
                        <a:rPr lang="ko-KR" altLang="en-US" sz="800" b="0" dirty="0" err="1" smtClean="0">
                          <a:solidFill>
                            <a:schemeClr val="tx1">
                              <a:lumMod val="75000"/>
                              <a:lumOff val="25000"/>
                            </a:schemeClr>
                          </a:solidFill>
                          <a:latin typeface="+mn-ea"/>
                          <a:ea typeface="+mn-ea"/>
                        </a:rPr>
                        <a:t>튜터</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l" latinLnBrk="1"/>
                      <a:r>
                        <a:rPr lang="ko-KR" altLang="en-US" sz="800" b="0" dirty="0" smtClean="0">
                          <a:solidFill>
                            <a:schemeClr val="tx1">
                              <a:lumMod val="75000"/>
                              <a:lumOff val="25000"/>
                            </a:schemeClr>
                          </a:solidFill>
                          <a:latin typeface="+mn-ea"/>
                          <a:ea typeface="+mn-ea"/>
                        </a:rPr>
                        <a:t>김*교</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cxnSp>
        <p:nvCxnSpPr>
          <p:cNvPr id="248" name="꺾인 연결선 247"/>
          <p:cNvCxnSpPr>
            <a:stCxn id="246" idx="1"/>
            <a:endCxn id="187" idx="3"/>
          </p:cNvCxnSpPr>
          <p:nvPr/>
        </p:nvCxnSpPr>
        <p:spPr>
          <a:xfrm rot="10800000">
            <a:off x="7750820" y="4574994"/>
            <a:ext cx="1105470" cy="221684"/>
          </a:xfrm>
          <a:prstGeom prst="bent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2038772" y="4002888"/>
            <a:ext cx="4991952" cy="517296"/>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18000" rIns="18000" rtlCol="0" anchor="t"/>
          <a:lstStyle/>
          <a:p>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성적 이의신청 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성적 이의신청 </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요청합니다</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성적 이의신청 </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요청합니다</a:t>
            </a:r>
            <a:r>
              <a:rPr lang="en-US" altLang="ko-KR" sz="800" dirty="0">
                <a:solidFill>
                  <a:schemeClr val="tx1">
                    <a:lumMod val="75000"/>
                    <a:lumOff val="25000"/>
                  </a:schemeClr>
                </a:solidFill>
                <a:latin typeface="맑은 고딕" panose="020B0503020000020004" pitchFamily="50" charset="-127"/>
                <a:ea typeface="맑은 고딕" panose="020B0503020000020004" pitchFamily="50" charset="-127"/>
              </a:rPr>
              <a:t>.</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a:p>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 성적 이의신청 </a:t>
            </a:r>
            <a:r>
              <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rPr>
              <a:t>요청합니다</a:t>
            </a:r>
            <a:r>
              <a:rPr lang="en-US" altLang="ko-KR" sz="800" dirty="0" smtClean="0">
                <a:solidFill>
                  <a:schemeClr val="tx1">
                    <a:lumMod val="75000"/>
                    <a:lumOff val="25000"/>
                  </a:schemeClr>
                </a:solidFill>
                <a:latin typeface="맑은 고딕" panose="020B0503020000020004" pitchFamily="50" charset="-127"/>
                <a:ea typeface="맑은 고딕" panose="020B0503020000020004" pitchFamily="50" charset="-127"/>
              </a:rPr>
              <a:t>.</a:t>
            </a:r>
          </a:p>
        </p:txBody>
      </p:sp>
      <p:sp>
        <p:nvSpPr>
          <p:cNvPr id="267" name="Track"/>
          <p:cNvSpPr>
            <a:spLocks/>
          </p:cNvSpPr>
          <p:nvPr>
            <p:custDataLst>
              <p:tags r:id="rId1"/>
            </p:custDataLst>
          </p:nvPr>
        </p:nvSpPr>
        <p:spPr bwMode="auto">
          <a:xfrm>
            <a:off x="7591871" y="3964751"/>
            <a:ext cx="36000" cy="1000800"/>
          </a:xfrm>
          <a:prstGeom prst="rect">
            <a:avLst/>
          </a:prstGeom>
          <a:solidFill>
            <a:sysClr val="window" lastClr="FFFFFF">
              <a:lumMod val="75000"/>
            </a:sysClr>
          </a:solidFill>
          <a:ln w="6350" cap="flat" cmpd="sng" algn="ctr">
            <a:solidFill>
              <a:schemeClr val="bg1">
                <a:lumMod val="75000"/>
              </a:schemeClr>
            </a:solidFill>
            <a:prstDash val="solid"/>
            <a:round/>
            <a:headEnd type="none" w="med" len="med"/>
            <a:tailEnd type="none" w="med" len="me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851489" fontAlgn="base">
              <a:spcBef>
                <a:spcPct val="0"/>
              </a:spcBef>
              <a:spcAft>
                <a:spcPct val="0"/>
              </a:spcAft>
              <a:defRPr/>
            </a:pPr>
            <a:r>
              <a:rPr kumimoji="1" lang="en-US" sz="700" dirty="0">
                <a:solidFill>
                  <a:srgbClr val="262626"/>
                </a:solidFill>
                <a:latin typeface="+mn-ea"/>
                <a:cs typeface="Calibri" pitchFamily="34" charset="0"/>
              </a:rPr>
              <a:t>▲</a:t>
            </a: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lang="en-US" sz="700" dirty="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smtClean="0">
              <a:solidFill>
                <a:srgbClr val="262626"/>
              </a:solidFill>
              <a:latin typeface="+mn-ea"/>
              <a:cs typeface="Calibri" pitchFamily="34" charset="0"/>
            </a:endParaRPr>
          </a:p>
          <a:p>
            <a:pPr algn="ctr" defTabSz="851489" fontAlgn="base">
              <a:spcBef>
                <a:spcPct val="0"/>
              </a:spcBef>
              <a:spcAft>
                <a:spcPct val="0"/>
              </a:spcAft>
              <a:defRPr/>
            </a:pPr>
            <a:endParaRPr kumimoji="1" lang="en-US" sz="700" dirty="0">
              <a:solidFill>
                <a:srgbClr val="262626"/>
              </a:solidFill>
              <a:latin typeface="+mn-ea"/>
              <a:cs typeface="Calibri" pitchFamily="34" charset="0"/>
            </a:endParaRPr>
          </a:p>
          <a:p>
            <a:pPr algn="ctr" defTabSz="851489" fontAlgn="base">
              <a:spcBef>
                <a:spcPct val="0"/>
              </a:spcBef>
              <a:spcAft>
                <a:spcPct val="0"/>
              </a:spcAft>
              <a:defRPr/>
            </a:pPr>
            <a:r>
              <a:rPr kumimoji="1" lang="en-US" sz="700" dirty="0">
                <a:solidFill>
                  <a:srgbClr val="262626"/>
                </a:solidFill>
                <a:latin typeface="+mn-ea"/>
                <a:cs typeface="Calibri" pitchFamily="34" charset="0"/>
              </a:rPr>
              <a:t>▼</a:t>
            </a:r>
          </a:p>
        </p:txBody>
      </p:sp>
      <p:grpSp>
        <p:nvGrpSpPr>
          <p:cNvPr id="268" name="그룹 267"/>
          <p:cNvGrpSpPr/>
          <p:nvPr/>
        </p:nvGrpSpPr>
        <p:grpSpPr>
          <a:xfrm>
            <a:off x="2059727" y="5011394"/>
            <a:ext cx="2114928" cy="162000"/>
            <a:chOff x="3225788" y="7298382"/>
            <a:chExt cx="2114928" cy="162000"/>
          </a:xfrm>
        </p:grpSpPr>
        <p:sp>
          <p:nvSpPr>
            <p:cNvPr id="269" name="직사각형 268"/>
            <p:cNvSpPr/>
            <p:nvPr/>
          </p:nvSpPr>
          <p:spPr>
            <a:xfrm>
              <a:off x="3225788" y="7298382"/>
              <a:ext cx="2114928" cy="162000"/>
            </a:xfrm>
            <a:prstGeom prst="rect">
              <a:avLst/>
            </a:prstGeom>
            <a:solidFill>
              <a:schemeClr val="bg1">
                <a:lumMod val="85000"/>
              </a:schemeClr>
            </a:solid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ko-KR" altLang="en-US" sz="800" dirty="0" smtClean="0">
                  <a:solidFill>
                    <a:schemeClr val="tx1">
                      <a:lumMod val="75000"/>
                      <a:lumOff val="25000"/>
                    </a:schemeClr>
                  </a:solidFill>
                  <a:latin typeface="+mn-ea"/>
                </a:rPr>
                <a:t>첨부파일</a:t>
              </a:r>
              <a:r>
                <a:rPr lang="en-US" altLang="ko-KR" sz="800" dirty="0" smtClean="0">
                  <a:solidFill>
                    <a:schemeClr val="tx1">
                      <a:lumMod val="75000"/>
                      <a:lumOff val="25000"/>
                    </a:schemeClr>
                  </a:solidFill>
                  <a:latin typeface="+mn-ea"/>
                </a:rPr>
                <a:t>_202654541.pdf </a:t>
              </a:r>
              <a:r>
                <a:rPr lang="en-US" altLang="ko-KR" sz="800" dirty="0" smtClean="0">
                  <a:solidFill>
                    <a:schemeClr val="tx1">
                      <a:lumMod val="50000"/>
                      <a:lumOff val="50000"/>
                    </a:schemeClr>
                  </a:solidFill>
                  <a:latin typeface="+mn-ea"/>
                </a:rPr>
                <a:t>143.26 KB</a:t>
              </a:r>
              <a:endParaRPr lang="ko-KR" altLang="en-US" sz="800" dirty="0">
                <a:solidFill>
                  <a:schemeClr val="tx1">
                    <a:lumMod val="50000"/>
                    <a:lumOff val="50000"/>
                  </a:schemeClr>
                </a:solidFill>
                <a:latin typeface="+mn-ea"/>
              </a:endParaRPr>
            </a:p>
          </p:txBody>
        </p:sp>
        <p:pic>
          <p:nvPicPr>
            <p:cNvPr id="270" name="Picture 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222241" y="7334398"/>
              <a:ext cx="104516" cy="10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280" name="그룹 279"/>
          <p:cNvGrpSpPr/>
          <p:nvPr/>
        </p:nvGrpSpPr>
        <p:grpSpPr>
          <a:xfrm>
            <a:off x="884548" y="5335132"/>
            <a:ext cx="360000" cy="253211"/>
            <a:chOff x="2576736" y="4192513"/>
            <a:chExt cx="360000" cy="253211"/>
          </a:xfrm>
        </p:grpSpPr>
        <p:sp>
          <p:nvSpPr>
            <p:cNvPr id="281" name="직사각형 280"/>
            <p:cNvSpPr/>
            <p:nvPr/>
          </p:nvSpPr>
          <p:spPr>
            <a:xfrm>
              <a:off x="2576736" y="4257112"/>
              <a:ext cx="360000" cy="144000"/>
            </a:xfrm>
            <a:prstGeom prst="rect">
              <a:avLst/>
            </a:prstGeom>
            <a:solidFill>
              <a:schemeClr val="accent2">
                <a:lumMod val="7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ko-KR" sz="800" dirty="0">
                <a:solidFill>
                  <a:schemeClr val="tx1">
                    <a:lumMod val="75000"/>
                    <a:lumOff val="25000"/>
                  </a:schemeClr>
                </a:solidFill>
                <a:latin typeface="+mn-ea"/>
              </a:endParaRPr>
            </a:p>
          </p:txBody>
        </p:sp>
        <p:sp>
          <p:nvSpPr>
            <p:cNvPr id="282" name="직사각형 281"/>
            <p:cNvSpPr/>
            <p:nvPr/>
          </p:nvSpPr>
          <p:spPr>
            <a:xfrm>
              <a:off x="2622301" y="4192513"/>
              <a:ext cx="251992" cy="253211"/>
            </a:xfrm>
            <a:prstGeom prst="rect">
              <a:avLst/>
            </a:prstGeom>
          </p:spPr>
          <p:txBody>
            <a:bodyPr wrap="none">
              <a:spAutoFit/>
            </a:bodyPr>
            <a:lstStyle/>
            <a:p>
              <a:pPr algn="ctr">
                <a:lnSpc>
                  <a:spcPct val="150000"/>
                </a:lnSpc>
              </a:pPr>
              <a:r>
                <a:rPr lang="en-US" altLang="ko-KR" sz="800" dirty="0" smtClean="0">
                  <a:solidFill>
                    <a:schemeClr val="bg1"/>
                  </a:solidFill>
                  <a:latin typeface="+mn-ea"/>
                  <a:ea typeface="+mn-ea"/>
                </a:rPr>
                <a:t>A</a:t>
              </a:r>
              <a:endParaRPr lang="en-US" altLang="ko-KR" sz="800" dirty="0">
                <a:solidFill>
                  <a:schemeClr val="bg1"/>
                </a:solidFill>
                <a:latin typeface="+mn-ea"/>
                <a:ea typeface="+mn-ea"/>
              </a:endParaRPr>
            </a:p>
          </p:txBody>
        </p:sp>
      </p:grpSp>
      <p:sp>
        <p:nvSpPr>
          <p:cNvPr id="283" name="직사각형 282"/>
          <p:cNvSpPr/>
          <p:nvPr/>
        </p:nvSpPr>
        <p:spPr>
          <a:xfrm>
            <a:off x="1189534" y="5363374"/>
            <a:ext cx="1080000" cy="215444"/>
          </a:xfrm>
          <a:prstGeom prst="rect">
            <a:avLst/>
          </a:prstGeom>
        </p:spPr>
        <p:txBody>
          <a:bodyPr wrap="square">
            <a:spAutoFit/>
          </a:bodyPr>
          <a:lstStyle/>
          <a:p>
            <a:r>
              <a:rPr lang="ko-KR" altLang="en-US" sz="800" dirty="0" smtClean="0">
                <a:solidFill>
                  <a:schemeClr val="tx1">
                    <a:lumMod val="65000"/>
                    <a:lumOff val="35000"/>
                  </a:schemeClr>
                </a:solidFill>
                <a:latin typeface="+mn-ea"/>
                <a:ea typeface="+mn-ea"/>
              </a:rPr>
              <a:t>처리 결과</a:t>
            </a:r>
            <a:endParaRPr lang="ko-KR" altLang="en-US" sz="800" dirty="0">
              <a:solidFill>
                <a:schemeClr val="tx1">
                  <a:lumMod val="65000"/>
                  <a:lumOff val="35000"/>
                </a:schemeClr>
              </a:solidFill>
              <a:latin typeface="+mn-ea"/>
              <a:ea typeface="+mn-ea"/>
            </a:endParaRPr>
          </a:p>
        </p:txBody>
      </p:sp>
      <p:sp>
        <p:nvSpPr>
          <p:cNvPr id="284" name="직사각형 283"/>
          <p:cNvSpPr/>
          <p:nvPr/>
        </p:nvSpPr>
        <p:spPr>
          <a:xfrm>
            <a:off x="5025008" y="5354168"/>
            <a:ext cx="2708628" cy="276999"/>
          </a:xfrm>
          <a:prstGeom prst="rect">
            <a:avLst/>
          </a:prstGeom>
        </p:spPr>
        <p:txBody>
          <a:bodyPr wrap="square">
            <a:spAutoFit/>
          </a:bodyPr>
          <a:lstStyle/>
          <a:p>
            <a:pPr algn="r">
              <a:lnSpc>
                <a:spcPct val="150000"/>
              </a:lnSpc>
            </a:pPr>
            <a:r>
              <a:rPr lang="ko-KR" altLang="en-US" sz="800" dirty="0" smtClean="0">
                <a:solidFill>
                  <a:schemeClr val="tx1">
                    <a:lumMod val="65000"/>
                    <a:lumOff val="35000"/>
                  </a:schemeClr>
                </a:solidFill>
                <a:latin typeface="+mn-ea"/>
                <a:ea typeface="+mn-ea"/>
              </a:rPr>
              <a:t>담당교수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홍*수 </a:t>
            </a:r>
            <a:r>
              <a:rPr lang="en-US" altLang="ko-KR" sz="800" dirty="0" smtClean="0">
                <a:solidFill>
                  <a:schemeClr val="tx1">
                    <a:lumMod val="65000"/>
                    <a:lumOff val="35000"/>
                  </a:schemeClr>
                </a:solidFill>
                <a:latin typeface="+mn-ea"/>
                <a:ea typeface="+mn-ea"/>
              </a:rPr>
              <a:t>| </a:t>
            </a:r>
            <a:r>
              <a:rPr lang="ko-KR" altLang="en-US" sz="800" dirty="0" smtClean="0">
                <a:solidFill>
                  <a:schemeClr val="tx1">
                    <a:lumMod val="65000"/>
                    <a:lumOff val="35000"/>
                  </a:schemeClr>
                </a:solidFill>
                <a:latin typeface="+mn-ea"/>
                <a:ea typeface="+mn-ea"/>
              </a:rPr>
              <a:t>등록일 </a:t>
            </a:r>
            <a:r>
              <a:rPr lang="en-US" altLang="ko-KR" sz="800" dirty="0" smtClean="0">
                <a:solidFill>
                  <a:schemeClr val="tx1">
                    <a:lumMod val="65000"/>
                    <a:lumOff val="35000"/>
                  </a:schemeClr>
                </a:solidFill>
                <a:latin typeface="+mn-ea"/>
                <a:ea typeface="+mn-ea"/>
              </a:rPr>
              <a:t>: 2026.08.16 16:25</a:t>
            </a:r>
            <a:endParaRPr lang="ko-KR" altLang="en-US" sz="800" dirty="0">
              <a:solidFill>
                <a:schemeClr val="tx1">
                  <a:lumMod val="65000"/>
                  <a:lumOff val="35000"/>
                </a:schemeClr>
              </a:solidFill>
              <a:latin typeface="+mn-ea"/>
              <a:ea typeface="+mn-ea"/>
            </a:endParaRPr>
          </a:p>
        </p:txBody>
      </p:sp>
      <p:sp>
        <p:nvSpPr>
          <p:cNvPr id="285" name="직사각형 284"/>
          <p:cNvSpPr/>
          <p:nvPr/>
        </p:nvSpPr>
        <p:spPr bwMode="auto">
          <a:xfrm>
            <a:off x="878713" y="5600863"/>
            <a:ext cx="6761531" cy="528439"/>
          </a:xfrm>
          <a:prstGeom prst="rect">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sp>
        <p:nvSpPr>
          <p:cNvPr id="286" name="직사각형 285"/>
          <p:cNvSpPr/>
          <p:nvPr/>
        </p:nvSpPr>
        <p:spPr bwMode="auto">
          <a:xfrm>
            <a:off x="875023" y="5598767"/>
            <a:ext cx="1617074" cy="530535"/>
          </a:xfrm>
          <a:prstGeom prst="rect">
            <a:avLst/>
          </a:prstGeom>
          <a:solidFill>
            <a:srgbClr val="E0E6EE"/>
          </a:solidFill>
          <a:ln w="6350" cap="flat" cmpd="sng" algn="ctr">
            <a:solidFill>
              <a:schemeClr val="bg1">
                <a:lumMod val="7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800" dirty="0">
              <a:solidFill>
                <a:srgbClr val="262626"/>
              </a:solidFill>
              <a:latin typeface="+mn-ea"/>
              <a:ea typeface="+mn-ea"/>
              <a:cs typeface="Calibri" pitchFamily="34" charset="0"/>
            </a:endParaRPr>
          </a:p>
        </p:txBody>
      </p:sp>
      <p:sp>
        <p:nvSpPr>
          <p:cNvPr id="287" name="직사각형 286"/>
          <p:cNvSpPr/>
          <p:nvPr/>
        </p:nvSpPr>
        <p:spPr bwMode="auto">
          <a:xfrm>
            <a:off x="1191630" y="5776691"/>
            <a:ext cx="915652" cy="182760"/>
          </a:xfrm>
          <a:prstGeom prst="rect">
            <a:avLst/>
          </a:prstGeom>
          <a:noFill/>
          <a:ln w="3175" algn="ctr">
            <a:noFill/>
            <a:miter lim="800000"/>
            <a:headEnd/>
            <a:tailEnd/>
          </a:ln>
          <a:effectLst/>
        </p:spPr>
        <p:txBody>
          <a:bodyPr wrap="none" lIns="29536" tIns="29536" rIns="29536" bIns="29536" anchor="ctr">
            <a:spAutoFit/>
          </a:bodyPr>
          <a:lstStyle/>
          <a:p>
            <a:pPr defTabSz="785387" eaLnBrk="1" fontAlgn="auto" hangingPunct="1">
              <a:spcBef>
                <a:spcPts val="0"/>
              </a:spcBef>
              <a:spcAft>
                <a:spcPts val="0"/>
              </a:spcAft>
              <a:defRPr/>
            </a:pPr>
            <a:r>
              <a:rPr lang="ko-KR" altLang="en-US" sz="800" kern="0" dirty="0" smtClean="0">
                <a:solidFill>
                  <a:srgbClr val="000000"/>
                </a:solidFill>
                <a:latin typeface="+mj-ea"/>
                <a:ea typeface="+mj-ea"/>
                <a:cs typeface="Arial" charset="0"/>
              </a:rPr>
              <a:t>승인 </a:t>
            </a:r>
            <a:r>
              <a:rPr lang="en-US" altLang="ko-KR" sz="800" kern="0" dirty="0" smtClean="0">
                <a:solidFill>
                  <a:srgbClr val="000000"/>
                </a:solidFill>
                <a:latin typeface="+mj-ea"/>
                <a:ea typeface="+mj-ea"/>
                <a:cs typeface="Arial" charset="0"/>
              </a:rPr>
              <a:t>(</a:t>
            </a:r>
            <a:r>
              <a:rPr lang="ko-KR" altLang="en-US" sz="800" kern="0" dirty="0" err="1" smtClean="0">
                <a:solidFill>
                  <a:srgbClr val="000000"/>
                </a:solidFill>
                <a:latin typeface="+mj-ea"/>
                <a:ea typeface="+mj-ea"/>
                <a:cs typeface="Arial" charset="0"/>
              </a:rPr>
              <a:t>가산점</a:t>
            </a:r>
            <a:r>
              <a:rPr lang="ko-KR" altLang="en-US" sz="800" kern="0" dirty="0" smtClean="0">
                <a:solidFill>
                  <a:srgbClr val="000000"/>
                </a:solidFill>
                <a:latin typeface="+mj-ea"/>
                <a:ea typeface="+mj-ea"/>
                <a:cs typeface="Arial" charset="0"/>
              </a:rPr>
              <a:t> 부여</a:t>
            </a:r>
            <a:r>
              <a:rPr lang="en-US" altLang="ko-KR" sz="800" kern="0" dirty="0" smtClean="0">
                <a:solidFill>
                  <a:srgbClr val="000000"/>
                </a:solidFill>
                <a:latin typeface="+mj-ea"/>
                <a:ea typeface="+mj-ea"/>
                <a:cs typeface="Arial" charset="0"/>
              </a:rPr>
              <a:t>)</a:t>
            </a:r>
            <a:endParaRPr lang="ko-KR" altLang="en-US" sz="800" kern="0" dirty="0">
              <a:solidFill>
                <a:srgbClr val="000000"/>
              </a:solidFill>
              <a:latin typeface="+mj-ea"/>
              <a:ea typeface="+mj-ea"/>
              <a:cs typeface="Arial" charset="0"/>
            </a:endParaRPr>
          </a:p>
        </p:txBody>
      </p:sp>
      <p:sp>
        <p:nvSpPr>
          <p:cNvPr id="288" name="직사각형 287"/>
          <p:cNvSpPr/>
          <p:nvPr/>
        </p:nvSpPr>
        <p:spPr>
          <a:xfrm>
            <a:off x="2523778" y="5760317"/>
            <a:ext cx="1585690" cy="215444"/>
          </a:xfrm>
          <a:prstGeom prst="rect">
            <a:avLst/>
          </a:prstGeom>
        </p:spPr>
        <p:txBody>
          <a:bodyPr wrap="none">
            <a:spAutoFit/>
          </a:bodyPr>
          <a:lstStyle/>
          <a:p>
            <a:r>
              <a:rPr lang="ko-KR" altLang="en-US" sz="800" dirty="0" smtClean="0">
                <a:solidFill>
                  <a:schemeClr val="tx1">
                    <a:lumMod val="75000"/>
                    <a:lumOff val="25000"/>
                  </a:schemeClr>
                </a:solidFill>
                <a:latin typeface="+mn-ea"/>
                <a:ea typeface="+mn-ea"/>
              </a:rPr>
              <a:t>한 학기 동안 수고 많았습니다</a:t>
            </a:r>
            <a:r>
              <a:rPr lang="en-US" altLang="ko-KR" sz="800" dirty="0" smtClean="0">
                <a:solidFill>
                  <a:schemeClr val="tx1">
                    <a:lumMod val="75000"/>
                    <a:lumOff val="25000"/>
                  </a:schemeClr>
                </a:solidFill>
                <a:latin typeface="+mn-ea"/>
                <a:ea typeface="+mn-ea"/>
              </a:rPr>
              <a:t>.</a:t>
            </a:r>
            <a:endParaRPr lang="ko-KR" altLang="en-US" sz="800" dirty="0">
              <a:solidFill>
                <a:schemeClr val="tx1">
                  <a:lumMod val="75000"/>
                  <a:lumOff val="25000"/>
                </a:schemeClr>
              </a:solidFill>
              <a:latin typeface="+mn-ea"/>
              <a:ea typeface="+mn-ea"/>
            </a:endParaRPr>
          </a:p>
        </p:txBody>
      </p:sp>
      <p:graphicFrame>
        <p:nvGraphicFramePr>
          <p:cNvPr id="289" name="표 288"/>
          <p:cNvGraphicFramePr>
            <a:graphicFrameLocks noGrp="1"/>
          </p:cNvGraphicFramePr>
          <p:nvPr>
            <p:extLst>
              <p:ext uri="{D42A27DB-BD31-4B8C-83A1-F6EECF244321}">
                <p14:modId xmlns:p14="http://schemas.microsoft.com/office/powerpoint/2010/main" val="2769693350"/>
              </p:ext>
            </p:extLst>
          </p:nvPr>
        </p:nvGraphicFramePr>
        <p:xfrm>
          <a:off x="886644" y="6201310"/>
          <a:ext cx="6763127" cy="479404"/>
        </p:xfrm>
        <a:graphic>
          <a:graphicData uri="http://schemas.openxmlformats.org/drawingml/2006/table">
            <a:tbl>
              <a:tblPr firstRow="1" bandRow="1">
                <a:tableStyleId>{5C22544A-7EE6-4342-B048-85BDC9FD1C3A}</a:tableStyleId>
              </a:tblPr>
              <a:tblGrid>
                <a:gridCol w="3347162"/>
                <a:gridCol w="3415965"/>
              </a:tblGrid>
              <a:tr h="239702">
                <a:tc>
                  <a:txBody>
                    <a:bodyPr/>
                    <a:lstStyle/>
                    <a:p>
                      <a:pPr algn="ctr" latinLnBrk="1"/>
                      <a:r>
                        <a:rPr lang="ko-KR" altLang="en-US" sz="800" b="0" dirty="0" smtClean="0">
                          <a:solidFill>
                            <a:schemeClr val="tx1">
                              <a:lumMod val="75000"/>
                              <a:lumOff val="25000"/>
                            </a:schemeClr>
                          </a:solidFill>
                          <a:latin typeface="+mn-ea"/>
                          <a:ea typeface="+mn-ea"/>
                        </a:rPr>
                        <a:t>변경 전 점수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c>
                  <a:txBody>
                    <a:bodyPr/>
                    <a:lstStyle/>
                    <a:p>
                      <a:pPr algn="ctr" latinLnBrk="1"/>
                      <a:r>
                        <a:rPr lang="ko-KR" altLang="en-US" sz="800" b="0" dirty="0" smtClean="0">
                          <a:solidFill>
                            <a:schemeClr val="tx1">
                              <a:lumMod val="75000"/>
                              <a:lumOff val="25000"/>
                            </a:schemeClr>
                          </a:solidFill>
                          <a:latin typeface="+mn-ea"/>
                          <a:ea typeface="+mn-ea"/>
                        </a:rPr>
                        <a:t>변경 후 점수</a:t>
                      </a:r>
                      <a:endParaRPr lang="ko-KR" altLang="en-US" sz="800" b="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E0E6EE"/>
                    </a:solidFill>
                  </a:tcPr>
                </a:tc>
              </a:tr>
              <a:tr h="239702">
                <a:tc>
                  <a:txBody>
                    <a:bodyPr/>
                    <a:lstStyle/>
                    <a:p>
                      <a:pPr algn="ctr" latinLnBrk="1"/>
                      <a:r>
                        <a:rPr lang="en-US" altLang="ko-KR" sz="800" dirty="0" smtClean="0">
                          <a:solidFill>
                            <a:schemeClr val="tx1">
                              <a:lumMod val="75000"/>
                              <a:lumOff val="25000"/>
                            </a:schemeClr>
                          </a:solidFill>
                          <a:latin typeface="+mn-ea"/>
                          <a:ea typeface="+mn-ea"/>
                        </a:rPr>
                        <a:t>78.2</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latinLnBrk="1"/>
                      <a:r>
                        <a:rPr lang="en-US" altLang="ko-KR" sz="800" dirty="0" smtClean="0">
                          <a:solidFill>
                            <a:schemeClr val="tx1">
                              <a:lumMod val="75000"/>
                              <a:lumOff val="25000"/>
                            </a:schemeClr>
                          </a:solidFill>
                          <a:latin typeface="+mn-ea"/>
                          <a:ea typeface="+mn-ea"/>
                        </a:rPr>
                        <a:t>85.5</a:t>
                      </a:r>
                      <a:endParaRPr lang="ko-KR" altLang="en-US" sz="800" dirty="0">
                        <a:solidFill>
                          <a:schemeClr val="tx1">
                            <a:lumMod val="75000"/>
                            <a:lumOff val="25000"/>
                          </a:schemeClr>
                        </a:solidFill>
                        <a:latin typeface="+mn-ea"/>
                        <a:ea typeface="+mn-ea"/>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solidFill>
                  </a:tcPr>
                </a:tc>
              </a:tr>
            </a:tbl>
          </a:graphicData>
        </a:graphic>
      </p:graphicFrame>
      <p:grpSp>
        <p:nvGrpSpPr>
          <p:cNvPr id="176" name="그룹 175"/>
          <p:cNvGrpSpPr/>
          <p:nvPr/>
        </p:nvGrpSpPr>
        <p:grpSpPr>
          <a:xfrm>
            <a:off x="8675305" y="4703013"/>
            <a:ext cx="234360" cy="200055"/>
            <a:chOff x="1152270" y="11716364"/>
            <a:chExt cx="234360" cy="200055"/>
          </a:xfrm>
        </p:grpSpPr>
        <p:sp>
          <p:nvSpPr>
            <p:cNvPr id="177" name="모서리가 둥근 직사각형 176"/>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8" name="직사각형 177"/>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spTree>
    <p:extLst>
      <p:ext uri="{BB962C8B-B14F-4D97-AF65-F5344CB8AC3E}">
        <p14:creationId xmlns:p14="http://schemas.microsoft.com/office/powerpoint/2010/main" val="3435329477"/>
      </p:ext>
    </p:extLst>
  </p:cSld>
  <p:clrMapOvr>
    <a:masterClrMapping/>
  </p:clrMapOvr>
  <p:transition>
    <p:wipe dir="r"/>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3">
            <a:extLst>
              <a:ext uri="{FF2B5EF4-FFF2-40B4-BE49-F238E27FC236}">
                <a16:creationId xmlns="" xmlns:a16="http://schemas.microsoft.com/office/drawing/2014/main" id="{8DE003C0-9934-45A4-9E6C-20CA63A95B6F}"/>
              </a:ext>
            </a:extLst>
          </p:cNvPr>
          <p:cNvSpPr txBox="1">
            <a:spLocks/>
          </p:cNvSpPr>
          <p:nvPr/>
        </p:nvSpPr>
        <p:spPr>
          <a:xfrm>
            <a:off x="528357" y="2952294"/>
            <a:ext cx="8961147" cy="1412810"/>
          </a:xfrm>
          <a:prstGeom prst="rect">
            <a:avLst/>
          </a:prstGeom>
        </p:spPr>
        <p:txBody>
          <a:bodyPr/>
          <a:lstStyle/>
          <a:p>
            <a:pPr defTabSz="614302">
              <a:lnSpc>
                <a:spcPct val="150000"/>
              </a:lnSpc>
              <a:defRPr/>
            </a:pPr>
            <a:r>
              <a:rPr lang="ko-KR" altLang="en-US" sz="2957" b="1" dirty="0" smtClean="0">
                <a:latin typeface="맑은 고딕" panose="020B0503020000020004" pitchFamily="50" charset="-127"/>
                <a:ea typeface="맑은 고딕" panose="020B0503020000020004" pitchFamily="50" charset="-127"/>
                <a:cs typeface="+mj-cs"/>
              </a:rPr>
              <a:t>학습</a:t>
            </a:r>
            <a:r>
              <a:rPr lang="ko-KR" altLang="en-US" sz="2957" b="1" dirty="0">
                <a:latin typeface="맑은 고딕" panose="020B0503020000020004" pitchFamily="50" charset="-127"/>
                <a:ea typeface="맑은 고딕" panose="020B0503020000020004" pitchFamily="50" charset="-127"/>
                <a:cs typeface="+mj-cs"/>
              </a:rPr>
              <a:t>자</a:t>
            </a:r>
            <a:r>
              <a:rPr lang="ko-KR" altLang="en-US" sz="2957" b="1" dirty="0" smtClean="0">
                <a:latin typeface="맑은 고딕" panose="020B0503020000020004" pitchFamily="50" charset="-127"/>
                <a:ea typeface="맑은 고딕" panose="020B0503020000020004" pitchFamily="50" charset="-127"/>
                <a:cs typeface="+mj-cs"/>
              </a:rPr>
              <a:t>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강의실 </a:t>
            </a:r>
            <a:r>
              <a:rPr lang="en-US" altLang="ko-KR" sz="2957" b="1" dirty="0" smtClean="0">
                <a:latin typeface="맑은 고딕" panose="020B0503020000020004" pitchFamily="50" charset="-127"/>
                <a:ea typeface="맑은 고딕" panose="020B0503020000020004" pitchFamily="50" charset="-127"/>
                <a:cs typeface="+mj-cs"/>
              </a:rPr>
              <a:t>&gt; </a:t>
            </a:r>
            <a:r>
              <a:rPr lang="ko-KR" altLang="en-US" sz="2957" b="1" dirty="0" smtClean="0">
                <a:latin typeface="맑은 고딕" panose="020B0503020000020004" pitchFamily="50" charset="-127"/>
                <a:ea typeface="맑은 고딕" panose="020B0503020000020004" pitchFamily="50" charset="-127"/>
                <a:cs typeface="+mj-cs"/>
              </a:rPr>
              <a:t>교수</a:t>
            </a:r>
            <a:r>
              <a:rPr lang="en-US" altLang="ko-KR" sz="2957" b="1" dirty="0" smtClean="0">
                <a:latin typeface="맑은 고딕" panose="020B0503020000020004" pitchFamily="50" charset="-127"/>
                <a:ea typeface="맑은 고딕" panose="020B0503020000020004" pitchFamily="50" charset="-127"/>
                <a:cs typeface="+mj-cs"/>
              </a:rPr>
              <a:t>/</a:t>
            </a:r>
            <a:r>
              <a:rPr lang="ko-KR" altLang="en-US" sz="2957" b="1" dirty="0" err="1" smtClean="0">
                <a:latin typeface="맑은 고딕" panose="020B0503020000020004" pitchFamily="50" charset="-127"/>
                <a:ea typeface="맑은 고딕" panose="020B0503020000020004" pitchFamily="50" charset="-127"/>
                <a:cs typeface="+mj-cs"/>
              </a:rPr>
              <a:t>튜터</a:t>
            </a:r>
            <a:r>
              <a:rPr lang="en-US" altLang="ko-KR" sz="2957" b="1" dirty="0" smtClean="0">
                <a:latin typeface="맑은 고딕" panose="020B0503020000020004" pitchFamily="50" charset="-127"/>
                <a:ea typeface="맑은 고딕" panose="020B0503020000020004" pitchFamily="50" charset="-127"/>
                <a:cs typeface="+mj-cs"/>
              </a:rPr>
              <a:t>/</a:t>
            </a:r>
            <a:r>
              <a:rPr lang="ko-KR" altLang="en-US" sz="2957" b="1" dirty="0" smtClean="0">
                <a:latin typeface="맑은 고딕" panose="020B0503020000020004" pitchFamily="50" charset="-127"/>
                <a:ea typeface="맑은 고딕" panose="020B0503020000020004" pitchFamily="50" charset="-127"/>
                <a:cs typeface="+mj-cs"/>
              </a:rPr>
              <a:t>조교정보</a:t>
            </a:r>
            <a:endParaRPr lang="en-US" altLang="ko-KR" sz="1625" b="1" dirty="0">
              <a:latin typeface="맑은 고딕" panose="020B0503020000020004" pitchFamily="50" charset="-127"/>
              <a:ea typeface="맑은 고딕" panose="020B0503020000020004" pitchFamily="50" charset="-127"/>
              <a:cs typeface="+mj-cs"/>
            </a:endParaRPr>
          </a:p>
        </p:txBody>
      </p:sp>
    </p:spTree>
    <p:extLst>
      <p:ext uri="{BB962C8B-B14F-4D97-AF65-F5344CB8AC3E}">
        <p14:creationId xmlns:p14="http://schemas.microsoft.com/office/powerpoint/2010/main" val="28133120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제목 8"/>
          <p:cNvSpPr txBox="1">
            <a:spLocks/>
          </p:cNvSpPr>
          <p:nvPr/>
        </p:nvSpPr>
        <p:spPr>
          <a:xfrm>
            <a:off x="406400" y="177121"/>
            <a:ext cx="9026525" cy="331787"/>
          </a:xfrm>
          <a:prstGeom prst="rect">
            <a:avLst/>
          </a:prstGeom>
        </p:spPr>
        <p:txBody>
          <a:bodyPr/>
          <a:lstStyle>
            <a:lvl1pPr algn="l" defTabSz="914400" rtl="0" eaLnBrk="1" latinLnBrk="1" hangingPunct="1">
              <a:lnSpc>
                <a:spcPct val="90000"/>
              </a:lnSpc>
              <a:spcBef>
                <a:spcPct val="0"/>
              </a:spcBef>
              <a:buNone/>
              <a:defRPr sz="4400" kern="1200">
                <a:solidFill>
                  <a:schemeClr val="tx1"/>
                </a:solidFill>
                <a:latin typeface="+mj-lt"/>
                <a:ea typeface="+mj-ea"/>
                <a:cs typeface="+mj-cs"/>
              </a:defRPr>
            </a:lvl1pPr>
          </a:lstStyle>
          <a:p>
            <a:r>
              <a:rPr lang="en-US" altLang="ko-KR" sz="1400" b="1" dirty="0">
                <a:latin typeface="+mn-ea"/>
                <a:ea typeface="+mn-ea"/>
              </a:rPr>
              <a:t>1</a:t>
            </a:r>
            <a:r>
              <a:rPr lang="en-US" altLang="ko-KR" sz="1400" b="1" dirty="0" smtClean="0">
                <a:latin typeface="+mn-ea"/>
                <a:ea typeface="+mn-ea"/>
              </a:rPr>
              <a:t>. UI </a:t>
            </a:r>
            <a:r>
              <a:rPr lang="ko-KR" altLang="en-US" sz="1400" b="1" dirty="0" smtClean="0">
                <a:latin typeface="+mn-ea"/>
                <a:ea typeface="+mn-ea"/>
              </a:rPr>
              <a:t>설계서</a:t>
            </a:r>
            <a:endParaRPr lang="ko-KR" altLang="en-US" sz="1400" b="1" dirty="0">
              <a:latin typeface="+mn-ea"/>
              <a:ea typeface="+mn-ea"/>
            </a:endParaRPr>
          </a:p>
        </p:txBody>
      </p:sp>
      <p:sp>
        <p:nvSpPr>
          <p:cNvPr id="83" name="TextBox 82"/>
          <p:cNvSpPr txBox="1"/>
          <p:nvPr/>
        </p:nvSpPr>
        <p:spPr>
          <a:xfrm>
            <a:off x="2247512" y="868304"/>
            <a:ext cx="2683319"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교수</a:t>
            </a:r>
            <a:r>
              <a:rPr lang="en-US" altLang="ko-KR" sz="800" spc="-60" dirty="0" smtClean="0">
                <a:latin typeface="+mn-ea"/>
                <a:ea typeface="+mn-ea"/>
              </a:rPr>
              <a:t>/</a:t>
            </a:r>
            <a:r>
              <a:rPr lang="ko-KR" altLang="en-US" sz="800" spc="-60" dirty="0" err="1" smtClean="0">
                <a:latin typeface="+mn-ea"/>
                <a:ea typeface="+mn-ea"/>
              </a:rPr>
              <a:t>튜터</a:t>
            </a:r>
            <a:r>
              <a:rPr lang="en-US" altLang="ko-KR" sz="800" spc="-60" dirty="0" smtClean="0">
                <a:latin typeface="+mn-ea"/>
                <a:ea typeface="+mn-ea"/>
              </a:rPr>
              <a:t>/</a:t>
            </a:r>
            <a:r>
              <a:rPr lang="ko-KR" altLang="en-US" sz="800" spc="-60" dirty="0" smtClean="0">
                <a:latin typeface="+mn-ea"/>
                <a:ea typeface="+mn-ea"/>
              </a:rPr>
              <a:t>조교정보</a:t>
            </a:r>
            <a:endParaRPr lang="ko-KR" altLang="en-US" sz="800" spc="-60" dirty="0">
              <a:latin typeface="+mn-ea"/>
              <a:ea typeface="+mn-ea"/>
            </a:endParaRPr>
          </a:p>
        </p:txBody>
      </p:sp>
      <p:sp>
        <p:nvSpPr>
          <p:cNvPr id="84" name="TextBox 83"/>
          <p:cNvSpPr txBox="1"/>
          <p:nvPr/>
        </p:nvSpPr>
        <p:spPr>
          <a:xfrm>
            <a:off x="2257038" y="648606"/>
            <a:ext cx="1603292" cy="216403"/>
          </a:xfrm>
          <a:prstGeom prst="rect">
            <a:avLst/>
          </a:prstGeom>
          <a:noFill/>
        </p:spPr>
        <p:txBody>
          <a:bodyPr wrap="square" lIns="0" tIns="0" rIns="0" bIns="0" rtlCol="0">
            <a:noAutofit/>
          </a:bodyPr>
          <a:lstStyle/>
          <a:p>
            <a:pPr>
              <a:lnSpc>
                <a:spcPct val="130000"/>
              </a:lnSpc>
            </a:pPr>
            <a:r>
              <a:rPr lang="en-US" altLang="ko-KR" sz="800" spc="-60" dirty="0" smtClean="0">
                <a:latin typeface="+mn-ea"/>
              </a:rPr>
              <a:t>KNOU_UI_C02200000_01</a:t>
            </a:r>
            <a:endParaRPr lang="ko-KR" altLang="en-US" sz="800" spc="-60" dirty="0">
              <a:latin typeface="+mn-ea"/>
            </a:endParaRPr>
          </a:p>
        </p:txBody>
      </p:sp>
      <p:sp>
        <p:nvSpPr>
          <p:cNvPr id="86" name="TextBox 85"/>
          <p:cNvSpPr txBox="1"/>
          <p:nvPr/>
        </p:nvSpPr>
        <p:spPr>
          <a:xfrm>
            <a:off x="2248412" y="1086644"/>
            <a:ext cx="3200018" cy="216403"/>
          </a:xfrm>
          <a:prstGeom prst="rect">
            <a:avLst/>
          </a:prstGeom>
          <a:noFill/>
        </p:spPr>
        <p:txBody>
          <a:bodyPr wrap="square" lIns="0" tIns="0" rIns="0" bIns="0" rtlCol="0">
            <a:noAutofit/>
          </a:bodyPr>
          <a:lstStyle/>
          <a:p>
            <a:pPr>
              <a:lnSpc>
                <a:spcPct val="130000"/>
              </a:lnSpc>
            </a:pPr>
            <a:r>
              <a:rPr lang="en-US" altLang="ko-KR" sz="800" spc="-60" dirty="0">
                <a:latin typeface="+mn-ea"/>
                <a:ea typeface="+mn-ea"/>
              </a:rPr>
              <a:t> </a:t>
            </a:r>
            <a:r>
              <a:rPr lang="ko-KR" altLang="en-US" sz="800" spc="-60" dirty="0" smtClean="0">
                <a:latin typeface="+mn-ea"/>
                <a:ea typeface="+mn-ea"/>
              </a:rPr>
              <a:t>교수</a:t>
            </a:r>
            <a:r>
              <a:rPr lang="en-US" altLang="ko-KR" sz="800" spc="-60" dirty="0" smtClean="0">
                <a:latin typeface="+mn-ea"/>
                <a:ea typeface="+mn-ea"/>
              </a:rPr>
              <a:t>/</a:t>
            </a:r>
            <a:r>
              <a:rPr lang="ko-KR" altLang="en-US" sz="800" spc="-60" dirty="0" err="1" smtClean="0">
                <a:latin typeface="+mn-ea"/>
                <a:ea typeface="+mn-ea"/>
              </a:rPr>
              <a:t>튜터</a:t>
            </a:r>
            <a:r>
              <a:rPr lang="en-US" altLang="ko-KR" sz="800" spc="-60" dirty="0" smtClean="0">
                <a:latin typeface="+mn-ea"/>
                <a:ea typeface="+mn-ea"/>
              </a:rPr>
              <a:t>/</a:t>
            </a:r>
            <a:r>
              <a:rPr lang="ko-KR" altLang="en-US" sz="800" spc="-60" dirty="0" smtClean="0">
                <a:latin typeface="+mn-ea"/>
                <a:ea typeface="+mn-ea"/>
              </a:rPr>
              <a:t>조교 정보</a:t>
            </a:r>
            <a:endParaRPr lang="ko-KR" altLang="en-US" sz="800" spc="-60" dirty="0">
              <a:latin typeface="+mn-ea"/>
              <a:ea typeface="+mn-ea"/>
            </a:endParaRPr>
          </a:p>
        </p:txBody>
      </p:sp>
      <p:sp>
        <p:nvSpPr>
          <p:cNvPr id="457" name="슬라이드 번호 개체 틀 5"/>
          <p:cNvSpPr txBox="1">
            <a:spLocks/>
          </p:cNvSpPr>
          <p:nvPr/>
        </p:nvSpPr>
        <p:spPr>
          <a:xfrm>
            <a:off x="9442450" y="-905"/>
            <a:ext cx="473075" cy="365125"/>
          </a:xfrm>
          <a:prstGeom prst="rect">
            <a:avLst/>
          </a:prstGeom>
        </p:spPr>
        <p:txBody>
          <a:bodyPr vert="horz" lIns="91440" tIns="45720" rIns="91440" bIns="45720" rtlCol="0" anchor="ctr"/>
          <a:lstStyle>
            <a:defPPr>
              <a:defRPr lang="ko-KR"/>
            </a:defPPr>
            <a:lvl1pPr algn="r" rtl="0" fontAlgn="auto" latinLnBrk="1">
              <a:spcBef>
                <a:spcPts val="0"/>
              </a:spcBef>
              <a:spcAft>
                <a:spcPts val="0"/>
              </a:spcAft>
              <a:defRPr kumimoji="0" sz="900" kern="1200">
                <a:solidFill>
                  <a:schemeClr val="tx1">
                    <a:lumMod val="65000"/>
                    <a:lumOff val="35000"/>
                  </a:schemeClr>
                </a:solidFill>
                <a:latin typeface="+mn-lt"/>
                <a:ea typeface="+mn-ea"/>
                <a:cs typeface="+mn-cs"/>
              </a:defRPr>
            </a:lvl1pPr>
            <a:lvl2pPr marL="4572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2pPr>
            <a:lvl3pPr marL="9144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3pPr>
            <a:lvl4pPr marL="13716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4pPr>
            <a:lvl5pPr marL="1828800" algn="l" rtl="0" fontAlgn="base" latinLnBrk="1">
              <a:spcBef>
                <a:spcPct val="0"/>
              </a:spcBef>
              <a:spcAft>
                <a:spcPct val="0"/>
              </a:spcAft>
              <a:defRPr kumimoji="1" kern="1200">
                <a:solidFill>
                  <a:schemeClr val="tx1"/>
                </a:solidFill>
                <a:latin typeface="굴림" pitchFamily="50" charset="-127"/>
                <a:ea typeface="굴림" pitchFamily="50" charset="-127"/>
                <a:cs typeface="+mn-cs"/>
              </a:defRPr>
            </a:lvl5pPr>
            <a:lvl6pPr marL="2286000" algn="l" defTabSz="914400" rtl="0" eaLnBrk="1" latinLnBrk="1" hangingPunct="1">
              <a:defRPr kumimoji="1" kern="1200">
                <a:solidFill>
                  <a:schemeClr val="tx1"/>
                </a:solidFill>
                <a:latin typeface="굴림" pitchFamily="50" charset="-127"/>
                <a:ea typeface="굴림" pitchFamily="50" charset="-127"/>
                <a:cs typeface="+mn-cs"/>
              </a:defRPr>
            </a:lvl6pPr>
            <a:lvl7pPr marL="2743200" algn="l" defTabSz="914400" rtl="0" eaLnBrk="1" latinLnBrk="1" hangingPunct="1">
              <a:defRPr kumimoji="1" kern="1200">
                <a:solidFill>
                  <a:schemeClr val="tx1"/>
                </a:solidFill>
                <a:latin typeface="굴림" pitchFamily="50" charset="-127"/>
                <a:ea typeface="굴림" pitchFamily="50" charset="-127"/>
                <a:cs typeface="+mn-cs"/>
              </a:defRPr>
            </a:lvl7pPr>
            <a:lvl8pPr marL="3200400" algn="l" defTabSz="914400" rtl="0" eaLnBrk="1" latinLnBrk="1" hangingPunct="1">
              <a:defRPr kumimoji="1" kern="1200">
                <a:solidFill>
                  <a:schemeClr val="tx1"/>
                </a:solidFill>
                <a:latin typeface="굴림" pitchFamily="50" charset="-127"/>
                <a:ea typeface="굴림" pitchFamily="50" charset="-127"/>
                <a:cs typeface="+mn-cs"/>
              </a:defRPr>
            </a:lvl8pPr>
            <a:lvl9pPr marL="3657600" algn="l" defTabSz="914400" rtl="0" eaLnBrk="1" latinLnBrk="1" hangingPunct="1">
              <a:defRPr kumimoji="1" kern="1200">
                <a:solidFill>
                  <a:schemeClr val="tx1"/>
                </a:solidFill>
                <a:latin typeface="굴림" pitchFamily="50" charset="-127"/>
                <a:ea typeface="굴림" pitchFamily="50" charset="-127"/>
                <a:cs typeface="+mn-cs"/>
              </a:defRPr>
            </a:lvl9pPr>
          </a:lstStyle>
          <a:p>
            <a:pPr>
              <a:defRPr/>
            </a:pPr>
            <a:fld id="{9B6A1E78-535E-4C4C-9FBF-3AAF332AFC10}" type="slidenum">
              <a:rPr lang="ko-KR" altLang="en-US" smtClean="0">
                <a:latin typeface="맑은 고딕" panose="020B0503020000020004" pitchFamily="50" charset="-127"/>
                <a:ea typeface="맑은 고딕" panose="020B0503020000020004" pitchFamily="50" charset="-127"/>
              </a:rPr>
              <a:pPr>
                <a:defRPr/>
              </a:pPr>
              <a:t>225</a:t>
            </a:fld>
            <a:endParaRPr lang="ko-KR" altLang="en-US" dirty="0">
              <a:latin typeface="맑은 고딕" panose="020B0503020000020004" pitchFamily="50" charset="-127"/>
              <a:ea typeface="맑은 고딕" panose="020B0503020000020004" pitchFamily="50" charset="-127"/>
            </a:endParaRPr>
          </a:p>
        </p:txBody>
      </p:sp>
      <p:grpSp>
        <p:nvGrpSpPr>
          <p:cNvPr id="16" name="그룹 15"/>
          <p:cNvGrpSpPr/>
          <p:nvPr/>
        </p:nvGrpSpPr>
        <p:grpSpPr>
          <a:xfrm>
            <a:off x="406970" y="1960266"/>
            <a:ext cx="9082533" cy="6869334"/>
            <a:chOff x="406970" y="1960265"/>
            <a:chExt cx="9082533" cy="7085359"/>
          </a:xfrm>
        </p:grpSpPr>
        <p:grpSp>
          <p:nvGrpSpPr>
            <p:cNvPr id="12" name="그룹 11"/>
            <p:cNvGrpSpPr/>
            <p:nvPr/>
          </p:nvGrpSpPr>
          <p:grpSpPr>
            <a:xfrm>
              <a:off x="406970" y="1960265"/>
              <a:ext cx="9082533" cy="7085359"/>
              <a:chOff x="406970" y="1960265"/>
              <a:chExt cx="9082533" cy="7085359"/>
            </a:xfrm>
          </p:grpSpPr>
          <p:grpSp>
            <p:nvGrpSpPr>
              <p:cNvPr id="310" name="그룹 309"/>
              <p:cNvGrpSpPr/>
              <p:nvPr/>
            </p:nvGrpSpPr>
            <p:grpSpPr>
              <a:xfrm>
                <a:off x="406970" y="1960265"/>
                <a:ext cx="9082533" cy="7085359"/>
                <a:chOff x="406971" y="9045624"/>
                <a:chExt cx="7671600" cy="2318315"/>
              </a:xfrm>
            </p:grpSpPr>
            <p:sp>
              <p:nvSpPr>
                <p:cNvPr id="312" name="직사각형 311"/>
                <p:cNvSpPr/>
                <p:nvPr/>
              </p:nvSpPr>
              <p:spPr>
                <a:xfrm>
                  <a:off x="406971" y="9045624"/>
                  <a:ext cx="7671600" cy="2304256"/>
                </a:xfrm>
                <a:prstGeom prst="rect">
                  <a:avLst/>
                </a:prstGeom>
                <a:solidFill>
                  <a:srgbClr val="E0E6EE"/>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cxnSp>
              <p:nvCxnSpPr>
                <p:cNvPr id="340" name="직선 연결선 339"/>
                <p:cNvCxnSpPr/>
                <p:nvPr/>
              </p:nvCxnSpPr>
              <p:spPr>
                <a:xfrm>
                  <a:off x="406971" y="9045624"/>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73" name="직선 연결선 372"/>
                <p:cNvCxnSpPr/>
                <p:nvPr/>
              </p:nvCxnSpPr>
              <p:spPr>
                <a:xfrm>
                  <a:off x="8078033" y="9059683"/>
                  <a:ext cx="0" cy="2304256"/>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915" name="직사각형 914"/>
              <p:cNvSpPr/>
              <p:nvPr/>
            </p:nvSpPr>
            <p:spPr>
              <a:xfrm>
                <a:off x="1981622" y="3741415"/>
                <a:ext cx="7470000" cy="52485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sp>
          <p:nvSpPr>
            <p:cNvPr id="235" name="직사각형 234"/>
            <p:cNvSpPr/>
            <p:nvPr/>
          </p:nvSpPr>
          <p:spPr bwMode="auto">
            <a:xfrm>
              <a:off x="502221" y="1969790"/>
              <a:ext cx="1440160" cy="6991588"/>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sp>
        <p:nvSpPr>
          <p:cNvPr id="374" name="TextBox 373"/>
          <p:cNvSpPr txBox="1"/>
          <p:nvPr/>
        </p:nvSpPr>
        <p:spPr>
          <a:xfrm>
            <a:off x="6147526" y="868304"/>
            <a:ext cx="3206588" cy="216403"/>
          </a:xfrm>
          <a:prstGeom prst="rect">
            <a:avLst/>
          </a:prstGeom>
          <a:noFill/>
        </p:spPr>
        <p:txBody>
          <a:bodyPr wrap="square" lIns="0" tIns="0" rIns="0" bIns="0" rtlCol="0">
            <a:noAutofit/>
          </a:bodyPr>
          <a:lstStyle/>
          <a:p>
            <a:pPr>
              <a:lnSpc>
                <a:spcPct val="130000"/>
              </a:lnSpc>
            </a:pPr>
            <a:r>
              <a:rPr lang="ko-KR" altLang="en-US" sz="800" spc="-60" dirty="0" smtClean="0">
                <a:latin typeface="+mn-ea"/>
                <a:ea typeface="+mn-ea"/>
              </a:rPr>
              <a:t>대시보드 </a:t>
            </a:r>
            <a:r>
              <a:rPr lang="en-US" altLang="ko-KR" sz="800" spc="-60" dirty="0" smtClean="0">
                <a:latin typeface="+mn-ea"/>
                <a:ea typeface="+mn-ea"/>
              </a:rPr>
              <a:t>&gt; </a:t>
            </a:r>
            <a:r>
              <a:rPr lang="ko-KR" altLang="en-US" sz="800" spc="-60" dirty="0" smtClean="0">
                <a:latin typeface="+mn-ea"/>
                <a:ea typeface="+mn-ea"/>
              </a:rPr>
              <a:t>강의실 </a:t>
            </a:r>
            <a:r>
              <a:rPr lang="en-US" altLang="ko-KR" sz="800" spc="-60" dirty="0" smtClean="0">
                <a:latin typeface="+mn-ea"/>
                <a:ea typeface="+mn-ea"/>
              </a:rPr>
              <a:t>&gt; </a:t>
            </a:r>
            <a:r>
              <a:rPr lang="ko-KR" altLang="en-US" sz="800" spc="-60" dirty="0" smtClean="0">
                <a:latin typeface="+mn-ea"/>
                <a:ea typeface="+mn-ea"/>
              </a:rPr>
              <a:t>교수</a:t>
            </a:r>
            <a:r>
              <a:rPr lang="en-US" altLang="ko-KR" sz="800" spc="-60" dirty="0" smtClean="0">
                <a:latin typeface="+mn-ea"/>
                <a:ea typeface="+mn-ea"/>
              </a:rPr>
              <a:t>/</a:t>
            </a:r>
            <a:r>
              <a:rPr lang="ko-KR" altLang="en-US" sz="800" spc="-60" dirty="0" err="1" smtClean="0">
                <a:latin typeface="+mn-ea"/>
                <a:ea typeface="+mn-ea"/>
              </a:rPr>
              <a:t>튜터</a:t>
            </a:r>
            <a:r>
              <a:rPr lang="en-US" altLang="ko-KR" sz="800" spc="-60" dirty="0" smtClean="0">
                <a:latin typeface="+mn-ea"/>
                <a:ea typeface="+mn-ea"/>
              </a:rPr>
              <a:t>/</a:t>
            </a:r>
            <a:r>
              <a:rPr lang="ko-KR" altLang="en-US" sz="800" spc="-60" dirty="0" smtClean="0">
                <a:latin typeface="+mn-ea"/>
                <a:ea typeface="+mn-ea"/>
              </a:rPr>
              <a:t>조교정보</a:t>
            </a:r>
            <a:endParaRPr lang="ko-KR" altLang="en-US" sz="800" spc="-60" dirty="0">
              <a:latin typeface="+mn-ea"/>
              <a:ea typeface="+mn-ea"/>
            </a:endParaRPr>
          </a:p>
        </p:txBody>
      </p:sp>
      <p:sp>
        <p:nvSpPr>
          <p:cNvPr id="570" name="직사각형 569"/>
          <p:cNvSpPr/>
          <p:nvPr/>
        </p:nvSpPr>
        <p:spPr bwMode="auto">
          <a:xfrm>
            <a:off x="1947712" y="1969790"/>
            <a:ext cx="7531200" cy="295200"/>
          </a:xfrm>
          <a:prstGeom prst="rect">
            <a:avLst/>
          </a:prstGeom>
          <a:solidFill>
            <a:srgbClr val="4E6A8C"/>
          </a:solidFill>
          <a:ln w="6350" cap="flat" cmpd="sng" algn="ctr">
            <a:solidFill>
              <a:schemeClr val="bg1">
                <a:lumMod val="85000"/>
              </a:schemeClr>
            </a:solidFill>
            <a:prstDash val="solid"/>
            <a:round/>
            <a:headEnd type="none" w="med" len="med"/>
            <a:tailEnd type="none" w="med" len="med"/>
          </a:ln>
          <a:effectLst/>
        </p:spPr>
        <p:txBody>
          <a:bodyPr rtlCol="0" anchor="ctr"/>
          <a:lstStyle/>
          <a:p>
            <a:pPr algn="ctr" defTabSz="851489" fontAlgn="base">
              <a:spcBef>
                <a:spcPct val="0"/>
              </a:spcBef>
              <a:spcAft>
                <a:spcPct val="0"/>
              </a:spcAft>
            </a:pPr>
            <a:endParaRPr kumimoji="1" lang="ko-KR" altLang="en-US" sz="700" dirty="0">
              <a:solidFill>
                <a:srgbClr val="262626"/>
              </a:solidFill>
              <a:latin typeface="+mn-ea"/>
              <a:cs typeface="Calibri" pitchFamily="34" charset="0"/>
            </a:endParaRPr>
          </a:p>
        </p:txBody>
      </p:sp>
      <p:grpSp>
        <p:nvGrpSpPr>
          <p:cNvPr id="31" name="그룹 30"/>
          <p:cNvGrpSpPr/>
          <p:nvPr/>
        </p:nvGrpSpPr>
        <p:grpSpPr>
          <a:xfrm>
            <a:off x="1909614" y="1987218"/>
            <a:ext cx="2420852" cy="246221"/>
            <a:chOff x="4290070" y="1958643"/>
            <a:chExt cx="2420852" cy="246221"/>
          </a:xfrm>
        </p:grpSpPr>
        <p:sp>
          <p:nvSpPr>
            <p:cNvPr id="18" name="직사각형 17"/>
            <p:cNvSpPr/>
            <p:nvPr/>
          </p:nvSpPr>
          <p:spPr>
            <a:xfrm>
              <a:off x="4290070" y="1958643"/>
              <a:ext cx="312906" cy="246221"/>
            </a:xfrm>
            <a:prstGeom prst="rect">
              <a:avLst/>
            </a:prstGeom>
          </p:spPr>
          <p:txBody>
            <a:bodyPr wrap="none">
              <a:spAutoFit/>
            </a:bodyPr>
            <a:lstStyle/>
            <a:p>
              <a:r>
                <a:rPr lang="ko-KR" altLang="en-US" sz="1000" dirty="0">
                  <a:solidFill>
                    <a:schemeClr val="bg1">
                      <a:lumMod val="95000"/>
                    </a:schemeClr>
                  </a:solidFill>
                </a:rPr>
                <a:t>▣</a:t>
              </a:r>
            </a:p>
          </p:txBody>
        </p:sp>
        <p:sp>
          <p:nvSpPr>
            <p:cNvPr id="668" name="TextBox 667"/>
            <p:cNvSpPr txBox="1"/>
            <p:nvPr/>
          </p:nvSpPr>
          <p:spPr>
            <a:xfrm>
              <a:off x="4518106" y="2034643"/>
              <a:ext cx="2192816" cy="115416"/>
            </a:xfrm>
            <a:prstGeom prst="rect">
              <a:avLst/>
            </a:prstGeom>
            <a:noFill/>
          </p:spPr>
          <p:txBody>
            <a:bodyPr wrap="square" lIns="0" tIns="0" rIns="0" bIns="0" rtlCol="0">
              <a:spAutoFit/>
            </a:bodyPr>
            <a:lstStyle/>
            <a:p>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전체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 </a:t>
              </a:r>
              <a:r>
                <a:rPr lang="ko-KR" altLang="en-US" sz="750" dirty="0" smtClean="0">
                  <a:solidFill>
                    <a:schemeClr val="bg1">
                      <a:lumMod val="75000"/>
                    </a:schemeClr>
                  </a:solidFill>
                  <a:latin typeface="맑은 고딕" panose="020B0503020000020004" pitchFamily="50" charset="-127"/>
                  <a:ea typeface="맑은 고딕" panose="020B0503020000020004" pitchFamily="50" charset="-127"/>
                </a:rPr>
                <a:t>대시보드 </a:t>
              </a:r>
              <a:r>
                <a:rPr lang="en-US" altLang="ko-KR" sz="750" dirty="0" smtClean="0">
                  <a:solidFill>
                    <a:schemeClr val="bg1">
                      <a:lumMod val="7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dirty="0" smtClean="0">
                  <a:solidFill>
                    <a:schemeClr val="bg1">
                      <a:lumMod val="85000"/>
                    </a:schemeClr>
                  </a:solidFill>
                  <a:latin typeface="맑은 고딕" panose="020B0503020000020004" pitchFamily="50" charset="-127"/>
                  <a:ea typeface="맑은 고딕" panose="020B0503020000020004" pitchFamily="50" charset="-127"/>
                </a:rPr>
                <a:t>강의실 </a:t>
              </a:r>
              <a:r>
                <a:rPr lang="en-US" altLang="ko-KR" sz="750" dirty="0" smtClean="0">
                  <a:solidFill>
                    <a:schemeClr val="bg1">
                      <a:lumMod val="85000"/>
                    </a:schemeClr>
                  </a:solidFill>
                  <a:latin typeface="맑은 고딕" panose="020B0503020000020004" pitchFamily="50" charset="-127"/>
                  <a:ea typeface="맑은 고딕" panose="020B0503020000020004" pitchFamily="50" charset="-127"/>
                </a:rPr>
                <a:t>&gt;</a:t>
              </a:r>
              <a:r>
                <a:rPr lang="en-US" altLang="ko-KR" sz="750" b="1" dirty="0" smtClean="0">
                  <a:solidFill>
                    <a:schemeClr val="bg1"/>
                  </a:solidFill>
                  <a:latin typeface="맑은 고딕" panose="020B0503020000020004" pitchFamily="50" charset="-127"/>
                  <a:ea typeface="맑은 고딕" panose="020B0503020000020004" pitchFamily="50" charset="-127"/>
                </a:rPr>
                <a:t> </a:t>
              </a:r>
              <a:r>
                <a:rPr lang="ko-KR" altLang="en-US" sz="750" b="1" dirty="0" smtClean="0">
                  <a:solidFill>
                    <a:schemeClr val="bg1"/>
                  </a:solidFill>
                  <a:latin typeface="맑은 고딕" panose="020B0503020000020004" pitchFamily="50" charset="-127"/>
                  <a:ea typeface="맑은 고딕" panose="020B0503020000020004" pitchFamily="50" charset="-127"/>
                </a:rPr>
                <a:t>교수</a:t>
              </a:r>
              <a:r>
                <a:rPr lang="en-US" altLang="ko-KR" sz="750" b="1" dirty="0" smtClean="0">
                  <a:solidFill>
                    <a:schemeClr val="bg1"/>
                  </a:solidFill>
                  <a:latin typeface="맑은 고딕" panose="020B0503020000020004" pitchFamily="50" charset="-127"/>
                  <a:ea typeface="맑은 고딕" panose="020B0503020000020004" pitchFamily="50" charset="-127"/>
                </a:rPr>
                <a:t>/</a:t>
              </a:r>
              <a:r>
                <a:rPr lang="ko-KR" altLang="en-US" sz="750" b="1" dirty="0" err="1" smtClean="0">
                  <a:solidFill>
                    <a:schemeClr val="bg1"/>
                  </a:solidFill>
                  <a:latin typeface="맑은 고딕" panose="020B0503020000020004" pitchFamily="50" charset="-127"/>
                  <a:ea typeface="맑은 고딕" panose="020B0503020000020004" pitchFamily="50" charset="-127"/>
                </a:rPr>
                <a:t>튜터</a:t>
              </a:r>
              <a:r>
                <a:rPr lang="en-US" altLang="ko-KR" sz="750" b="1" dirty="0" smtClean="0">
                  <a:solidFill>
                    <a:schemeClr val="bg1"/>
                  </a:solidFill>
                  <a:latin typeface="맑은 고딕" panose="020B0503020000020004" pitchFamily="50" charset="-127"/>
                  <a:ea typeface="맑은 고딕" panose="020B0503020000020004" pitchFamily="50" charset="-127"/>
                </a:rPr>
                <a:t>/</a:t>
              </a:r>
              <a:r>
                <a:rPr lang="ko-KR" altLang="en-US" sz="750" b="1" dirty="0" smtClean="0">
                  <a:solidFill>
                    <a:schemeClr val="bg1"/>
                  </a:solidFill>
                  <a:latin typeface="맑은 고딕" panose="020B0503020000020004" pitchFamily="50" charset="-127"/>
                  <a:ea typeface="맑은 고딕" panose="020B0503020000020004" pitchFamily="50" charset="-127"/>
                </a:rPr>
                <a:t>조교정보</a:t>
              </a:r>
              <a:endParaRPr lang="ko-KR" altLang="en-US" sz="750" b="1" dirty="0">
                <a:solidFill>
                  <a:schemeClr val="bg1"/>
                </a:solidFill>
                <a:latin typeface="맑은 고딕" panose="020B0503020000020004" pitchFamily="50" charset="-127"/>
                <a:ea typeface="맑은 고딕" panose="020B0503020000020004" pitchFamily="50" charset="-127"/>
              </a:endParaRPr>
            </a:p>
          </p:txBody>
        </p:sp>
      </p:grpSp>
      <p:graphicFrame>
        <p:nvGraphicFramePr>
          <p:cNvPr id="524" name="Group 175"/>
          <p:cNvGraphicFramePr>
            <a:graphicFrameLocks noGrp="1"/>
          </p:cNvGraphicFramePr>
          <p:nvPr>
            <p:extLst>
              <p:ext uri="{D42A27DB-BD31-4B8C-83A1-F6EECF244321}">
                <p14:modId xmlns:p14="http://schemas.microsoft.com/office/powerpoint/2010/main" val="2467120920"/>
              </p:ext>
            </p:extLst>
          </p:nvPr>
        </p:nvGraphicFramePr>
        <p:xfrm>
          <a:off x="9499029" y="1484784"/>
          <a:ext cx="1404156" cy="5294767"/>
        </p:xfrm>
        <a:graphic>
          <a:graphicData uri="http://schemas.openxmlformats.org/drawingml/2006/table">
            <a:tbl>
              <a:tblPr/>
              <a:tblGrid>
                <a:gridCol w="187221">
                  <a:extLst>
                    <a:ext uri="{9D8B030D-6E8A-4147-A177-3AD203B41FA5}">
                      <a16:colId xmlns:a16="http://schemas.microsoft.com/office/drawing/2014/main" xmlns="" val="20000"/>
                    </a:ext>
                  </a:extLst>
                </a:gridCol>
                <a:gridCol w="1216935">
                  <a:extLst>
                    <a:ext uri="{9D8B030D-6E8A-4147-A177-3AD203B41FA5}">
                      <a16:colId xmlns:a16="http://schemas.microsoft.com/office/drawing/2014/main" xmlns="" val="20001"/>
                    </a:ext>
                  </a:extLst>
                </a:gridCol>
              </a:tblGrid>
              <a:tr h="13658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관리자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과목관리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교수관리에서 등록관리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9329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r>
                        <a:rPr lang="ko-KR" altLang="en-US" sz="800" kern="1200" dirty="0" smtClean="0">
                          <a:solidFill>
                            <a:schemeClr val="tx1">
                              <a:lumMod val="75000"/>
                              <a:lumOff val="25000"/>
                            </a:schemeClr>
                          </a:solidFill>
                          <a:latin typeface="+mn-lt"/>
                          <a:ea typeface="+mn-ea"/>
                          <a:cs typeface="+mn-cs"/>
                        </a:rPr>
                        <a:t>관리자 </a:t>
                      </a:r>
                      <a:r>
                        <a:rPr lang="en-US" altLang="ko-KR" sz="800" kern="1200" dirty="0" smtClean="0">
                          <a:solidFill>
                            <a:schemeClr val="tx1">
                              <a:lumMod val="75000"/>
                              <a:lumOff val="25000"/>
                            </a:schemeClr>
                          </a:solidFill>
                          <a:latin typeface="+mn-lt"/>
                          <a:ea typeface="+mn-ea"/>
                          <a:cs typeface="+mn-cs"/>
                        </a:rPr>
                        <a:t>&gt; </a:t>
                      </a:r>
                      <a:r>
                        <a:rPr lang="ko-KR" altLang="en-US" sz="800" kern="1200" dirty="0" smtClean="0">
                          <a:solidFill>
                            <a:schemeClr val="tx1">
                              <a:lumMod val="75000"/>
                              <a:lumOff val="25000"/>
                            </a:schemeClr>
                          </a:solidFill>
                          <a:latin typeface="+mn-lt"/>
                          <a:ea typeface="+mn-ea"/>
                          <a:cs typeface="+mn-cs"/>
                        </a:rPr>
                        <a:t>과목관리 </a:t>
                      </a:r>
                      <a:r>
                        <a:rPr lang="en-US" altLang="ko-KR" sz="800" kern="1200" dirty="0" smtClean="0">
                          <a:solidFill>
                            <a:schemeClr val="tx1">
                              <a:lumMod val="75000"/>
                              <a:lumOff val="25000"/>
                            </a:schemeClr>
                          </a:solidFill>
                          <a:latin typeface="+mn-lt"/>
                          <a:ea typeface="+mn-ea"/>
                          <a:cs typeface="+mn-cs"/>
                        </a:rPr>
                        <a:t>&gt; </a:t>
                      </a:r>
                      <a:r>
                        <a:rPr lang="ko-KR" altLang="en-US" sz="800" kern="1200" dirty="0" err="1" smtClean="0">
                          <a:solidFill>
                            <a:schemeClr val="tx1">
                              <a:lumMod val="75000"/>
                              <a:lumOff val="25000"/>
                            </a:schemeClr>
                          </a:solidFill>
                          <a:latin typeface="+mn-lt"/>
                          <a:ea typeface="+mn-ea"/>
                          <a:cs typeface="+mn-cs"/>
                        </a:rPr>
                        <a:t>튜터</a:t>
                      </a:r>
                      <a:r>
                        <a:rPr lang="en-US" altLang="ko-KR" sz="800" kern="1200" dirty="0" smtClean="0">
                          <a:solidFill>
                            <a:schemeClr val="tx1">
                              <a:lumMod val="75000"/>
                              <a:lumOff val="25000"/>
                            </a:schemeClr>
                          </a:solidFill>
                          <a:latin typeface="+mn-lt"/>
                          <a:ea typeface="+mn-ea"/>
                          <a:cs typeface="+mn-cs"/>
                        </a:rPr>
                        <a:t>/</a:t>
                      </a:r>
                      <a:r>
                        <a:rPr lang="ko-KR" altLang="en-US" sz="800" kern="1200" dirty="0" smtClean="0">
                          <a:solidFill>
                            <a:schemeClr val="tx1">
                              <a:lumMod val="75000"/>
                              <a:lumOff val="25000"/>
                            </a:schemeClr>
                          </a:solidFill>
                          <a:latin typeface="+mn-lt"/>
                          <a:ea typeface="+mn-ea"/>
                          <a:cs typeface="+mn-cs"/>
                        </a:rPr>
                        <a:t>조교관리에서 등록관리</a:t>
                      </a: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13088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17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6</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45102">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7</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57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8</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9</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ko-KR" altLang="en-US" sz="800" kern="1200" dirty="0" smtClean="0">
                        <a:solidFill>
                          <a:schemeClr val="tx1">
                            <a:lumMod val="75000"/>
                            <a:lumOff val="25000"/>
                          </a:schemeClr>
                        </a:solidFill>
                        <a:latin typeface="+mn-lt"/>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10</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baseline="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9794">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11</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2046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12</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13</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0">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14</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13448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smtClean="0">
                          <a:ln>
                            <a:noFill/>
                          </a:ln>
                          <a:solidFill>
                            <a:schemeClr val="tx1">
                              <a:lumMod val="75000"/>
                              <a:lumOff val="25000"/>
                            </a:schemeClr>
                          </a:solidFill>
                          <a:effectLst/>
                          <a:latin typeface="+mn-ea"/>
                          <a:ea typeface="+mn-ea"/>
                        </a:rPr>
                        <a:t>15</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0" marR="0"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95000"/>
                      </a:schemeClr>
                    </a:solidFill>
                  </a:tcPr>
                </a:tc>
                <a:tc>
                  <a:txBody>
                    <a:bodyPr/>
                    <a:lstStyle/>
                    <a:p>
                      <a:pPr marL="88900" indent="-88900" algn="l" defTabSz="914400" rtl="0" eaLnBrk="1" latinLnBrk="1" hangingPunct="1">
                        <a:lnSpc>
                          <a:spcPct val="150000"/>
                        </a:lnSpc>
                        <a:buFont typeface="Arial" panose="020B0604020202020204" pitchFamily="34" charset="0"/>
                        <a:buChar char="•"/>
                      </a:pPr>
                      <a:endParaRPr lang="en-US" altLang="ko-KR" sz="800" kern="1200" dirty="0" smtClean="0">
                        <a:solidFill>
                          <a:schemeClr val="tx1">
                            <a:lumMod val="75000"/>
                            <a:lumOff val="25000"/>
                          </a:schemeClr>
                        </a:solidFill>
                        <a:latin typeface="+mn-ea"/>
                        <a:ea typeface="+mn-ea"/>
                        <a:cs typeface="+mn-cs"/>
                      </a:endParaRPr>
                    </a:p>
                  </a:txBody>
                  <a:tcPr marL="36000" marR="36000" marT="36000" marB="36000"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tr>
              <a:tr h="272862">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800" b="1" i="0" u="none" strike="noStrike" cap="none" normalizeH="0" baseline="0" dirty="0">
                          <a:ln>
                            <a:noFill/>
                          </a:ln>
                          <a:solidFill>
                            <a:schemeClr val="tx1">
                              <a:lumMod val="75000"/>
                              <a:lumOff val="25000"/>
                            </a:schemeClr>
                          </a:solidFill>
                          <a:effectLst/>
                          <a:latin typeface="+mn-ea"/>
                          <a:ea typeface="+mn-ea"/>
                        </a:rPr>
                        <a:t>Remarks</a:t>
                      </a:r>
                      <a:endParaRPr kumimoji="0" lang="ko-KR" altLang="en-US" sz="800" b="1" i="0" u="none" strike="noStrike" cap="none" normalizeH="0" baseline="0" dirty="0">
                        <a:ln>
                          <a:noFill/>
                        </a:ln>
                        <a:solidFill>
                          <a:schemeClr val="tx1">
                            <a:lumMod val="75000"/>
                            <a:lumOff val="25000"/>
                          </a:schemeClr>
                        </a:solidFill>
                        <a:effectLst/>
                        <a:latin typeface="+mn-ea"/>
                        <a:ea typeface="+mn-ea"/>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latinLnBrk="1"/>
                      <a:endParaRPr lang="ko-KR" altLang="en-US" sz="1000" dirty="0">
                        <a:latin typeface="맑은 고딕" pitchFamily="50" charset="-127"/>
                        <a:ea typeface="맑은 고딕" pitchFamily="50" charset="-127"/>
                      </a:endParaRPr>
                    </a:p>
                  </a:txBody>
                  <a:tcPr marL="91419" marR="91419" marT="45734" marB="45734" anchor="ctr"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8"/>
                  </a:ext>
                </a:extLst>
              </a:tr>
              <a:tr h="650065">
                <a:tc gridSpan="2">
                  <a:txBody>
                    <a:bodyPr/>
                    <a:lstStyle/>
                    <a:p>
                      <a:pPr marL="0" marR="0" lvl="0" indent="0" algn="l" defTabSz="914400" rtl="0" eaLnBrk="1" fontAlgn="base" latinLnBrk="1" hangingPunct="1">
                        <a:lnSpc>
                          <a:spcPct val="100000"/>
                        </a:lnSpc>
                        <a:spcBef>
                          <a:spcPct val="0"/>
                        </a:spcBef>
                        <a:spcAft>
                          <a:spcPct val="0"/>
                        </a:spcAft>
                        <a:buClrTx/>
                        <a:buSzTx/>
                        <a:buFont typeface="Arial" panose="020B0604020202020204" pitchFamily="34" charset="0"/>
                        <a:buNone/>
                        <a:tabLst/>
                      </a:pPr>
                      <a:r>
                        <a:rPr lang="en-US" altLang="ko-KR" sz="800" kern="1200" dirty="0">
                          <a:solidFill>
                            <a:schemeClr val="tx1">
                              <a:lumMod val="75000"/>
                              <a:lumOff val="25000"/>
                            </a:schemeClr>
                          </a:solidFill>
                          <a:latin typeface="+mn-ea"/>
                          <a:ea typeface="+mn-ea"/>
                          <a:cs typeface="+mn-cs"/>
                        </a:rPr>
                        <a:t>* </a:t>
                      </a:r>
                      <a:r>
                        <a:rPr lang="ko-KR" altLang="en-US" sz="800" kern="1200" dirty="0" smtClean="0">
                          <a:solidFill>
                            <a:schemeClr val="tx1">
                              <a:lumMod val="75000"/>
                              <a:lumOff val="25000"/>
                            </a:schemeClr>
                          </a:solidFill>
                          <a:latin typeface="+mn-ea"/>
                          <a:ea typeface="+mn-ea"/>
                          <a:cs typeface="+mn-cs"/>
                        </a:rPr>
                        <a:t>프로토타입의 </a:t>
                      </a:r>
                      <a:r>
                        <a:rPr lang="ko-KR" altLang="en-US" sz="800" kern="1200" dirty="0">
                          <a:solidFill>
                            <a:schemeClr val="tx1">
                              <a:lumMod val="75000"/>
                              <a:lumOff val="25000"/>
                            </a:schemeClr>
                          </a:solidFill>
                          <a:latin typeface="+mn-ea"/>
                          <a:ea typeface="+mn-ea"/>
                          <a:cs typeface="+mn-cs"/>
                        </a:rPr>
                        <a:t>메인 </a:t>
                      </a:r>
                      <a:r>
                        <a:rPr lang="en-US" altLang="ko-KR" sz="800" kern="1200" dirty="0">
                          <a:solidFill>
                            <a:schemeClr val="tx1">
                              <a:lumMod val="75000"/>
                              <a:lumOff val="25000"/>
                            </a:schemeClr>
                          </a:solidFill>
                          <a:latin typeface="+mn-ea"/>
                          <a:ea typeface="+mn-ea"/>
                          <a:cs typeface="+mn-cs"/>
                        </a:rPr>
                        <a:t>UI</a:t>
                      </a:r>
                      <a:r>
                        <a:rPr lang="en-US" altLang="ko-KR" sz="800" kern="1200" baseline="0" dirty="0">
                          <a:solidFill>
                            <a:schemeClr val="tx1">
                              <a:lumMod val="75000"/>
                              <a:lumOff val="25000"/>
                            </a:schemeClr>
                          </a:solidFill>
                          <a:latin typeface="+mn-ea"/>
                          <a:ea typeface="+mn-ea"/>
                          <a:cs typeface="+mn-cs"/>
                        </a:rPr>
                        <a:t> </a:t>
                      </a:r>
                      <a:r>
                        <a:rPr lang="ko-KR" altLang="en-US" sz="800" kern="1200" baseline="0" dirty="0">
                          <a:solidFill>
                            <a:schemeClr val="tx1">
                              <a:lumMod val="75000"/>
                              <a:lumOff val="25000"/>
                            </a:schemeClr>
                          </a:solidFill>
                          <a:latin typeface="+mn-ea"/>
                          <a:ea typeface="+mn-ea"/>
                          <a:cs typeface="+mn-cs"/>
                        </a:rPr>
                        <a:t>구성이며 실제 구현단계에서 디자인에 따라 변경이 있을 수 있습니다</a:t>
                      </a:r>
                      <a:r>
                        <a:rPr lang="en-US" altLang="ko-KR" sz="800" kern="1200" baseline="0" dirty="0">
                          <a:solidFill>
                            <a:schemeClr val="tx1">
                              <a:lumMod val="75000"/>
                              <a:lumOff val="25000"/>
                            </a:schemeClr>
                          </a:solidFill>
                          <a:latin typeface="+mn-ea"/>
                          <a:ea typeface="+mn-ea"/>
                          <a:cs typeface="+mn-cs"/>
                        </a:rPr>
                        <a:t>. </a:t>
                      </a:r>
                      <a:endParaRPr lang="ko-KR" altLang="en-US" sz="800" kern="1200" dirty="0">
                        <a:solidFill>
                          <a:schemeClr val="tx1">
                            <a:lumMod val="75000"/>
                            <a:lumOff val="25000"/>
                          </a:schemeClr>
                        </a:solidFill>
                        <a:latin typeface="+mn-ea"/>
                        <a:ea typeface="+mn-ea"/>
                        <a:cs typeface="+mn-cs"/>
                      </a:endParaRPr>
                    </a:p>
                  </a:txBody>
                  <a:tcPr marL="36000" marR="36000" marT="36000" marB="36000" horzOverflow="overflow">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lnTlToBr>
                      <a:noFill/>
                    </a:lnTlToBr>
                    <a:lnBlToTr>
                      <a:noFill/>
                    </a:lnBlTo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xmlns="" val="10009"/>
                  </a:ext>
                </a:extLst>
              </a:tr>
            </a:tbl>
          </a:graphicData>
        </a:graphic>
      </p:graphicFrame>
      <p:grpSp>
        <p:nvGrpSpPr>
          <p:cNvPr id="652" name="그룹 651"/>
          <p:cNvGrpSpPr/>
          <p:nvPr/>
        </p:nvGrpSpPr>
        <p:grpSpPr>
          <a:xfrm>
            <a:off x="4770884" y="2041798"/>
            <a:ext cx="3910744" cy="162517"/>
            <a:chOff x="5550185" y="2041798"/>
            <a:chExt cx="3910744" cy="162517"/>
          </a:xfrm>
        </p:grpSpPr>
        <p:sp>
          <p:nvSpPr>
            <p:cNvPr id="653" name="직사각형 652"/>
            <p:cNvSpPr/>
            <p:nvPr/>
          </p:nvSpPr>
          <p:spPr>
            <a:xfrm>
              <a:off x="6668060" y="2042315"/>
              <a:ext cx="126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일한 번역연습</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01 1</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반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79" name="순서도: 대체 처리 678"/>
            <p:cNvSpPr/>
            <p:nvPr/>
          </p:nvSpPr>
          <p:spPr bwMode="auto">
            <a:xfrm>
              <a:off x="7987340" y="2042315"/>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교수매뉴얼</a:t>
              </a:r>
              <a:endParaRPr kumimoji="1" lang="ko-KR" altLang="en-US" sz="800" dirty="0">
                <a:solidFill>
                  <a:schemeClr val="tx1">
                    <a:lumMod val="75000"/>
                    <a:lumOff val="25000"/>
                  </a:schemeClr>
                </a:solidFill>
                <a:latin typeface="+mn-ea"/>
                <a:ea typeface="+mn-ea"/>
                <a:cs typeface="Calibri" pitchFamily="34" charset="0"/>
              </a:endParaRPr>
            </a:p>
          </p:txBody>
        </p:sp>
        <p:sp>
          <p:nvSpPr>
            <p:cNvPr id="697" name="직사각형 696"/>
            <p:cNvSpPr/>
            <p:nvPr/>
          </p:nvSpPr>
          <p:spPr>
            <a:xfrm>
              <a:off x="5550185" y="2041798"/>
              <a:ext cx="1080000" cy="162000"/>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ctr"/>
            <a:lstStyle/>
            <a:p>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2026</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년도 </a:t>
              </a:r>
              <a:r>
                <a:rPr lang="en-US" altLang="ko-KR" sz="800" dirty="0" smtClean="0">
                  <a:solidFill>
                    <a:schemeClr val="bg1">
                      <a:lumMod val="95000"/>
                    </a:schemeClr>
                  </a:solidFill>
                  <a:latin typeface="맑은 고딕" panose="020B0503020000020004" pitchFamily="50" charset="-127"/>
                  <a:ea typeface="맑은 고딕" panose="020B0503020000020004" pitchFamily="50" charset="-127"/>
                </a:rPr>
                <a:t>2</a:t>
              </a:r>
              <a:r>
                <a:rPr lang="ko-KR" altLang="en-US" sz="800" dirty="0" smtClean="0">
                  <a:solidFill>
                    <a:schemeClr val="bg1">
                      <a:lumMod val="95000"/>
                    </a:schemeClr>
                  </a:solidFill>
                  <a:latin typeface="맑은 고딕" panose="020B0503020000020004" pitchFamily="50" charset="-127"/>
                  <a:ea typeface="맑은 고딕" panose="020B0503020000020004" pitchFamily="50" charset="-127"/>
                </a:rPr>
                <a:t>학기   ▼</a:t>
              </a:r>
              <a:endParaRPr lang="ko-KR" altLang="en-US" sz="800" b="1" dirty="0">
                <a:solidFill>
                  <a:schemeClr val="bg1">
                    <a:lumMod val="95000"/>
                  </a:schemeClr>
                </a:solidFill>
                <a:latin typeface="맑은 고딕" panose="020B0503020000020004" pitchFamily="50" charset="-127"/>
                <a:ea typeface="맑은 고딕" panose="020B0503020000020004" pitchFamily="50" charset="-127"/>
              </a:endParaRPr>
            </a:p>
          </p:txBody>
        </p:sp>
        <p:sp>
          <p:nvSpPr>
            <p:cNvPr id="698" name="순서도: 대체 처리 697"/>
            <p:cNvSpPr/>
            <p:nvPr/>
          </p:nvSpPr>
          <p:spPr bwMode="auto">
            <a:xfrm>
              <a:off x="8740929" y="2041798"/>
              <a:ext cx="720000" cy="162000"/>
            </a:xfrm>
            <a:prstGeom prst="flowChartAlternateProcess">
              <a:avLst/>
            </a:prstGeom>
            <a:solidFill>
              <a:srgbClr val="CAD5E2"/>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학습안내정보</a:t>
              </a:r>
              <a:endParaRPr kumimoji="1" lang="ko-KR" altLang="en-US" sz="800" dirty="0">
                <a:solidFill>
                  <a:schemeClr val="tx1">
                    <a:lumMod val="75000"/>
                    <a:lumOff val="25000"/>
                  </a:schemeClr>
                </a:solidFill>
                <a:latin typeface="+mn-ea"/>
                <a:ea typeface="+mn-ea"/>
                <a:cs typeface="Calibri" pitchFamily="34" charset="0"/>
              </a:endParaRPr>
            </a:p>
          </p:txBody>
        </p:sp>
      </p:grpSp>
      <p:sp>
        <p:nvSpPr>
          <p:cNvPr id="700" name="순서도: 대체 처리 699"/>
          <p:cNvSpPr/>
          <p:nvPr/>
        </p:nvSpPr>
        <p:spPr bwMode="auto">
          <a:xfrm>
            <a:off x="8712354" y="2041798"/>
            <a:ext cx="720000" cy="162000"/>
          </a:xfrm>
          <a:prstGeom prst="flowChartAlternateProcess">
            <a:avLst/>
          </a:prstGeom>
          <a:solidFill>
            <a:srgbClr val="FFC000"/>
          </a:solidFill>
          <a:ln w="6350" cap="flat" cmpd="sng" algn="ctr">
            <a:solidFill>
              <a:srgbClr val="FFC00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smtClean="0">
                <a:solidFill>
                  <a:schemeClr val="tx1">
                    <a:lumMod val="75000"/>
                    <a:lumOff val="25000"/>
                  </a:schemeClr>
                </a:solidFill>
                <a:latin typeface="+mn-ea"/>
                <a:ea typeface="+mn-ea"/>
                <a:cs typeface="Calibri" pitchFamily="34" charset="0"/>
              </a:rPr>
              <a:t>강의실 나가기</a:t>
            </a:r>
            <a:endParaRPr kumimoji="1" lang="ko-KR" altLang="en-US" sz="800" dirty="0">
              <a:solidFill>
                <a:schemeClr val="tx1">
                  <a:lumMod val="75000"/>
                  <a:lumOff val="25000"/>
                </a:schemeClr>
              </a:solidFill>
              <a:latin typeface="+mn-ea"/>
              <a:ea typeface="+mn-ea"/>
              <a:cs typeface="Calibri" pitchFamily="34" charset="0"/>
            </a:endParaRPr>
          </a:p>
        </p:txBody>
      </p:sp>
      <p:grpSp>
        <p:nvGrpSpPr>
          <p:cNvPr id="2" name="그룹 1"/>
          <p:cNvGrpSpPr/>
          <p:nvPr/>
        </p:nvGrpSpPr>
        <p:grpSpPr>
          <a:xfrm>
            <a:off x="1966764" y="2312077"/>
            <a:ext cx="7481258" cy="1088324"/>
            <a:chOff x="1966764" y="2312077"/>
            <a:chExt cx="7481258" cy="1088324"/>
          </a:xfrm>
        </p:grpSpPr>
        <p:grpSp>
          <p:nvGrpSpPr>
            <p:cNvPr id="836" name="그룹 835"/>
            <p:cNvGrpSpPr/>
            <p:nvPr/>
          </p:nvGrpSpPr>
          <p:grpSpPr>
            <a:xfrm>
              <a:off x="1981622" y="3184401"/>
              <a:ext cx="7466400" cy="216000"/>
              <a:chOff x="568895" y="2267347"/>
              <a:chExt cx="7466400" cy="216000"/>
            </a:xfrm>
          </p:grpSpPr>
          <p:sp>
            <p:nvSpPr>
              <p:cNvPr id="837" name="직사각형 836"/>
              <p:cNvSpPr/>
              <p:nvPr/>
            </p:nvSpPr>
            <p:spPr>
              <a:xfrm>
                <a:off x="568895" y="2267347"/>
                <a:ext cx="7466400" cy="216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838" name="그룹 837"/>
              <p:cNvGrpSpPr/>
              <p:nvPr/>
            </p:nvGrpSpPr>
            <p:grpSpPr>
              <a:xfrm>
                <a:off x="596648" y="2295921"/>
                <a:ext cx="1579796" cy="187425"/>
                <a:chOff x="524640" y="2286396"/>
                <a:chExt cx="1579796" cy="187425"/>
              </a:xfrm>
            </p:grpSpPr>
            <p:sp>
              <p:nvSpPr>
                <p:cNvPr id="845" name="모서리가 둥근 직사각형 844"/>
                <p:cNvSpPr/>
                <p:nvPr/>
              </p:nvSpPr>
              <p:spPr bwMode="auto">
                <a:xfrm>
                  <a:off x="524640" y="2286396"/>
                  <a:ext cx="1579796" cy="187425"/>
                </a:xfrm>
                <a:prstGeom prst="roundRect">
                  <a:avLst/>
                </a:prstGeom>
                <a:noFill/>
                <a:ln w="6350" cap="flat" cmpd="sng" algn="ctr">
                  <a:noFill/>
                  <a:prstDash val="solid"/>
                  <a:round/>
                  <a:headEnd type="none" w="med" len="med"/>
                  <a:tailEnd type="none" w="med" len="med"/>
                </a:ln>
                <a:effectLst/>
              </p:spPr>
              <p:txBody>
                <a:bodyPr rtlCol="0" anchor="ctr"/>
                <a:lstStyle/>
                <a:p>
                  <a:pPr defTabSz="851489"/>
                  <a:r>
                    <a:rPr kumimoji="1" lang="ko-KR" altLang="en-US" sz="800" b="1" dirty="0" smtClean="0">
                      <a:solidFill>
                        <a:schemeClr val="tx1">
                          <a:lumMod val="75000"/>
                          <a:lumOff val="25000"/>
                        </a:schemeClr>
                      </a:solidFill>
                      <a:latin typeface="+mn-ea"/>
                      <a:ea typeface="+mn-ea"/>
                      <a:cs typeface="Calibri" pitchFamily="34" charset="0"/>
                    </a:rPr>
                    <a:t>   교수</a:t>
                  </a:r>
                  <a:r>
                    <a:rPr kumimoji="1" lang="en-US" altLang="ko-KR" sz="800" b="1" dirty="0" smtClean="0">
                      <a:solidFill>
                        <a:schemeClr val="tx1">
                          <a:lumMod val="75000"/>
                          <a:lumOff val="25000"/>
                        </a:schemeClr>
                      </a:solidFill>
                      <a:latin typeface="+mn-ea"/>
                      <a:ea typeface="+mn-ea"/>
                      <a:cs typeface="Calibri" pitchFamily="34" charset="0"/>
                    </a:rPr>
                    <a:t>/</a:t>
                  </a:r>
                  <a:r>
                    <a:rPr kumimoji="1" lang="ko-KR" altLang="en-US" sz="800" b="1" dirty="0" err="1" smtClean="0">
                      <a:solidFill>
                        <a:schemeClr val="tx1">
                          <a:lumMod val="75000"/>
                          <a:lumOff val="25000"/>
                        </a:schemeClr>
                      </a:solidFill>
                      <a:latin typeface="+mn-ea"/>
                      <a:ea typeface="+mn-ea"/>
                      <a:cs typeface="Calibri" pitchFamily="34" charset="0"/>
                    </a:rPr>
                    <a:t>튜터</a:t>
                  </a:r>
                  <a:r>
                    <a:rPr kumimoji="1" lang="en-US" altLang="ko-KR" sz="800" b="1" dirty="0" smtClean="0">
                      <a:solidFill>
                        <a:schemeClr val="tx1">
                          <a:lumMod val="75000"/>
                          <a:lumOff val="25000"/>
                        </a:schemeClr>
                      </a:solidFill>
                      <a:latin typeface="+mn-ea"/>
                      <a:ea typeface="+mn-ea"/>
                      <a:cs typeface="Calibri" pitchFamily="34" charset="0"/>
                    </a:rPr>
                    <a:t>/</a:t>
                  </a:r>
                  <a:r>
                    <a:rPr kumimoji="1" lang="ko-KR" altLang="en-US" sz="800" b="1" dirty="0" smtClean="0">
                      <a:solidFill>
                        <a:schemeClr val="tx1">
                          <a:lumMod val="75000"/>
                          <a:lumOff val="25000"/>
                        </a:schemeClr>
                      </a:solidFill>
                      <a:latin typeface="+mn-ea"/>
                      <a:ea typeface="+mn-ea"/>
                      <a:cs typeface="Calibri" pitchFamily="34" charset="0"/>
                    </a:rPr>
                    <a:t>조교 정보</a:t>
                  </a:r>
                  <a:endParaRPr lang="ko-KR" altLang="en-US" sz="800" b="1" spc="-60" dirty="0">
                    <a:solidFill>
                      <a:schemeClr val="tx1">
                        <a:lumMod val="75000"/>
                        <a:lumOff val="25000"/>
                      </a:schemeClr>
                    </a:solidFill>
                    <a:latin typeface="+mn-ea"/>
                    <a:ea typeface="+mn-ea"/>
                  </a:endParaRPr>
                </a:p>
              </p:txBody>
            </p:sp>
            <p:pic>
              <p:nvPicPr>
                <p:cNvPr id="84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52" y="230815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307" name="직사각형 306"/>
            <p:cNvSpPr/>
            <p:nvPr/>
          </p:nvSpPr>
          <p:spPr>
            <a:xfrm>
              <a:off x="1985789" y="2312077"/>
              <a:ext cx="7459200" cy="82800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grpSp>
          <p:nvGrpSpPr>
            <p:cNvPr id="308" name="그룹 307"/>
            <p:cNvGrpSpPr/>
            <p:nvPr/>
          </p:nvGrpSpPr>
          <p:grpSpPr>
            <a:xfrm>
              <a:off x="6260965" y="2413655"/>
              <a:ext cx="828000" cy="636637"/>
              <a:chOff x="6824083" y="2423180"/>
              <a:chExt cx="828000" cy="636637"/>
            </a:xfrm>
          </p:grpSpPr>
          <p:sp>
            <p:nvSpPr>
              <p:cNvPr id="323" name="직사각형 322"/>
              <p:cNvSpPr/>
              <p:nvPr/>
            </p:nvSpPr>
            <p:spPr>
              <a:xfrm>
                <a:off x="6824083" y="2423180"/>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44527"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6" name="직사각형 325"/>
              <p:cNvSpPr/>
              <p:nvPr/>
            </p:nvSpPr>
            <p:spPr>
              <a:xfrm>
                <a:off x="6851667" y="2685678"/>
                <a:ext cx="722196"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접속현황</a:t>
                </a:r>
                <a:endParaRPr lang="en-US" altLang="ko-KR" sz="700" dirty="0" smtClean="0">
                  <a:solidFill>
                    <a:schemeClr val="bg1">
                      <a:lumMod val="50000"/>
                    </a:schemeClr>
                  </a:solidFill>
                  <a:latin typeface="맑은 고딕" panose="020B0503020000020004" pitchFamily="50" charset="-127"/>
                  <a:ea typeface="맑은 고딕" panose="020B0503020000020004" pitchFamily="50" charset="-127"/>
                </a:endParaRP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32</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750" b="1" dirty="0" smtClean="0">
                    <a:solidFill>
                      <a:schemeClr val="tx1">
                        <a:lumMod val="50000"/>
                        <a:lumOff val="50000"/>
                      </a:schemeClr>
                    </a:solidFill>
                    <a:latin typeface="맑은 고딕" panose="020B0503020000020004" pitchFamily="50" charset="-127"/>
                    <a:ea typeface="맑은 고딕" panose="020B0503020000020004" pitchFamily="50" charset="-127"/>
                  </a:rPr>
                  <a:t>/ 50</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grpSp>
          <p:nvGrpSpPr>
            <p:cNvPr id="309" name="그룹 308"/>
            <p:cNvGrpSpPr/>
            <p:nvPr/>
          </p:nvGrpSpPr>
          <p:grpSpPr>
            <a:xfrm>
              <a:off x="7124182" y="2411363"/>
              <a:ext cx="845962" cy="636637"/>
              <a:chOff x="7687300" y="2420888"/>
              <a:chExt cx="845962" cy="636637"/>
            </a:xfrm>
          </p:grpSpPr>
          <p:sp>
            <p:nvSpPr>
              <p:cNvPr id="320" name="직사각형 319"/>
              <p:cNvSpPr/>
              <p:nvPr/>
            </p:nvSpPr>
            <p:spPr>
              <a:xfrm>
                <a:off x="7687300" y="2420888"/>
                <a:ext cx="828000" cy="636637"/>
              </a:xfrm>
              <a:prstGeom prst="rect">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150000"/>
                  </a:lnSpc>
                </a:pPr>
                <a:r>
                  <a:rPr lang="ko-KR" altLang="en-US" sz="700" dirty="0" smtClean="0">
                    <a:solidFill>
                      <a:schemeClr val="bg1"/>
                    </a:solidFill>
                    <a:latin typeface="맑은 고딕" panose="020B0503020000020004" pitchFamily="50" charset="-127"/>
                    <a:ea typeface="맑은 고딕" panose="020B0503020000020004" pitchFamily="50" charset="-127"/>
                  </a:rPr>
                  <a:t>시험</a:t>
                </a:r>
                <a:endParaRPr lang="en-US" altLang="ko-KR" sz="700" dirty="0" smtClean="0">
                  <a:solidFill>
                    <a:schemeClr val="bg1"/>
                  </a:solidFill>
                  <a:latin typeface="맑은 고딕" panose="020B0503020000020004" pitchFamily="50" charset="-127"/>
                  <a:ea typeface="맑은 고딕" panose="020B0503020000020004" pitchFamily="50" charset="-127"/>
                </a:endParaRPr>
              </a:p>
              <a:p>
                <a:pPr algn="ctr">
                  <a:lnSpc>
                    <a:spcPct val="150000"/>
                  </a:lnSpc>
                </a:pPr>
                <a:r>
                  <a:rPr lang="en-US" altLang="ko-KR" sz="800" b="1" dirty="0" smtClean="0">
                    <a:solidFill>
                      <a:schemeClr val="bg1"/>
                    </a:solidFill>
                    <a:latin typeface="맑은 고딕" panose="020B0503020000020004" pitchFamily="50" charset="-127"/>
                    <a:ea typeface="맑은 고딕" panose="020B0503020000020004" pitchFamily="50" charset="-127"/>
                  </a:rPr>
                  <a:t>2</a:t>
                </a:r>
                <a:endParaRPr lang="ko-KR" altLang="en-US" sz="800" b="1" dirty="0" smtClean="0">
                  <a:solidFill>
                    <a:schemeClr val="bg1"/>
                  </a:solidFill>
                  <a:latin typeface="맑은 고딕" panose="020B0503020000020004" pitchFamily="50" charset="-127"/>
                  <a:ea typeface="맑은 고딕" panose="020B0503020000020004" pitchFamily="50" charset="-127"/>
                </a:endParaRPr>
              </a:p>
            </p:txBody>
          </p:sp>
          <p:pic>
            <p:nvPicPr>
              <p:cNvPr id="3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5854" y="2471770"/>
                <a:ext cx="184737" cy="1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2" name="직사각형 321"/>
              <p:cNvSpPr/>
              <p:nvPr/>
            </p:nvSpPr>
            <p:spPr>
              <a:xfrm>
                <a:off x="7687300" y="2689870"/>
                <a:ext cx="845962" cy="3528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750" dirty="0" smtClean="0">
                    <a:solidFill>
                      <a:schemeClr val="tx1">
                        <a:lumMod val="75000"/>
                        <a:lumOff val="25000"/>
                      </a:schemeClr>
                    </a:solidFill>
                    <a:latin typeface="맑은 고딕" panose="020B0503020000020004" pitchFamily="50" charset="-127"/>
                    <a:ea typeface="맑은 고딕" panose="020B0503020000020004" pitchFamily="50" charset="-127"/>
                  </a:rPr>
                  <a:t>2025.0512~05.20</a:t>
                </a:r>
              </a:p>
              <a:p>
                <a:pPr algn="ct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7</a:t>
                </a:r>
                <a:r>
                  <a:rPr lang="en-US" altLang="ko-KR" sz="75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rPr>
                  <a:t>주차</a:t>
                </a:r>
              </a:p>
            </p:txBody>
          </p:sp>
        </p:grpSp>
        <p:sp>
          <p:nvSpPr>
            <p:cNvPr id="311" name="TextBox 310"/>
            <p:cNvSpPr txBox="1"/>
            <p:nvPr/>
          </p:nvSpPr>
          <p:spPr>
            <a:xfrm>
              <a:off x="2063483" y="2748528"/>
              <a:ext cx="2266983" cy="412421"/>
            </a:xfrm>
            <a:prstGeom prst="rect">
              <a:avLst/>
            </a:prstGeom>
            <a:noFill/>
          </p:spPr>
          <p:txBody>
            <a:bodyPr wrap="square" lIns="0" rtlCol="0">
              <a:spAutoFit/>
            </a:bodyPr>
            <a:lstStyle/>
            <a:p>
              <a:pPr>
                <a:lnSpc>
                  <a:spcPct val="130000"/>
                </a:lnSpc>
              </a:pP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교수</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조교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김하늘  </a:t>
              </a:r>
              <a:r>
                <a:rPr lang="ko-KR" altLang="en-US" sz="700" dirty="0" smtClean="0">
                  <a:solidFill>
                    <a:schemeClr val="tx1">
                      <a:lumMod val="50000"/>
                      <a:lumOff val="50000"/>
                    </a:schemeClr>
                  </a:solidFill>
                  <a:latin typeface="맑은 고딕" panose="020B0503020000020004" pitchFamily="50" charset="-127"/>
                  <a:ea typeface="맑은 고딕" panose="020B0503020000020004" pitchFamily="50" charset="-127"/>
                </a:rPr>
                <a:t>학점</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3</a:t>
              </a:r>
              <a:r>
                <a:rPr lang="ko-KR" altLang="en-US" sz="800" b="1" dirty="0" smtClean="0">
                  <a:solidFill>
                    <a:schemeClr val="tx1">
                      <a:lumMod val="75000"/>
                      <a:lumOff val="25000"/>
                    </a:schemeClr>
                  </a:solidFill>
                  <a:latin typeface="맑은 고딕" panose="020B0503020000020004" pitchFamily="50" charset="-127"/>
                  <a:ea typeface="맑은 고딕" panose="020B0503020000020004" pitchFamily="50" charset="-127"/>
                </a:rPr>
                <a:t>학점</a:t>
              </a:r>
              <a:endPar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endParaRPr>
            </a:p>
            <a:p>
              <a:pPr>
                <a:lnSpc>
                  <a:spcPct val="130000"/>
                </a:lnSpc>
              </a:pP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학습기간 </a:t>
              </a:r>
              <a:r>
                <a:rPr lang="en-US" altLang="ko-KR" sz="700" dirty="0" smtClean="0">
                  <a:solidFill>
                    <a:schemeClr val="bg1">
                      <a:lumMod val="50000"/>
                    </a:schemeClr>
                  </a:solidFill>
                  <a:latin typeface="맑은 고딕" panose="020B0503020000020004" pitchFamily="50" charset="-127"/>
                  <a:ea typeface="맑은 고딕" panose="020B0503020000020004" pitchFamily="50" charset="-127"/>
                </a:rPr>
                <a:t>:</a:t>
              </a:r>
              <a:r>
                <a:rPr lang="ko-KR" altLang="en-US" sz="700" dirty="0" smtClean="0">
                  <a:solidFill>
                    <a:schemeClr val="bg1">
                      <a:lumMod val="50000"/>
                    </a:schemeClr>
                  </a:solidFill>
                  <a:latin typeface="맑은 고딕" panose="020B0503020000020004" pitchFamily="50" charset="-127"/>
                  <a:ea typeface="맑은 고딕" panose="020B0503020000020004" pitchFamily="50" charset="-127"/>
                </a:rPr>
                <a:t> </a:t>
              </a:r>
              <a:r>
                <a:rPr lang="en-US" altLang="ko-KR" sz="800" b="1" dirty="0" smtClean="0">
                  <a:solidFill>
                    <a:schemeClr val="tx1">
                      <a:lumMod val="75000"/>
                      <a:lumOff val="25000"/>
                    </a:schemeClr>
                  </a:solidFill>
                  <a:latin typeface="맑은 고딕" panose="020B0503020000020004" pitchFamily="50" charset="-127"/>
                  <a:ea typeface="맑은 고딕" panose="020B0503020000020004" pitchFamily="50" charset="-127"/>
                </a:rPr>
                <a:t>2025.03.02 ~ 2025.12.10</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grpSp>
          <p:nvGrpSpPr>
            <p:cNvPr id="313" name="그룹 312"/>
            <p:cNvGrpSpPr/>
            <p:nvPr/>
          </p:nvGrpSpPr>
          <p:grpSpPr>
            <a:xfrm>
              <a:off x="1966764" y="2373263"/>
              <a:ext cx="2281804" cy="407665"/>
              <a:chOff x="1969801" y="2401838"/>
              <a:chExt cx="2281804" cy="407665"/>
            </a:xfrm>
          </p:grpSpPr>
          <p:sp>
            <p:nvSpPr>
              <p:cNvPr id="318" name="TextBox 317"/>
              <p:cNvSpPr txBox="1"/>
              <p:nvPr/>
            </p:nvSpPr>
            <p:spPr>
              <a:xfrm>
                <a:off x="1969801" y="2547893"/>
                <a:ext cx="2281804" cy="261610"/>
              </a:xfrm>
              <a:prstGeom prst="rect">
                <a:avLst/>
              </a:prstGeom>
              <a:noFill/>
            </p:spPr>
            <p:txBody>
              <a:bodyPr wrap="square" rtlCol="0">
                <a:spAutoFit/>
              </a:bodyPr>
              <a:lstStyle/>
              <a:p>
                <a:r>
                  <a:rPr lang="ko-KR" altLang="en-US" sz="1100" b="1" dirty="0" smtClean="0">
                    <a:latin typeface="맑은 고딕" panose="020B0503020000020004" pitchFamily="50" charset="-127"/>
                    <a:ea typeface="맑은 고딕" panose="020B0503020000020004" pitchFamily="50" charset="-127"/>
                  </a:rPr>
                  <a:t>데이터베이스의 이해 활용 </a:t>
                </a:r>
                <a:r>
                  <a:rPr lang="en-US" altLang="ko-KR" sz="1100" b="1" dirty="0" smtClean="0">
                    <a:latin typeface="맑은 고딕" panose="020B0503020000020004" pitchFamily="50" charset="-127"/>
                    <a:ea typeface="맑은 고딕" panose="020B0503020000020004" pitchFamily="50" charset="-127"/>
                  </a:rPr>
                  <a:t>1</a:t>
                </a:r>
                <a:r>
                  <a:rPr lang="ko-KR" altLang="en-US" sz="1100" b="1" dirty="0" smtClean="0">
                    <a:latin typeface="맑은 고딕" panose="020B0503020000020004" pitchFamily="50" charset="-127"/>
                    <a:ea typeface="맑은 고딕" panose="020B0503020000020004" pitchFamily="50" charset="-127"/>
                  </a:rPr>
                  <a:t>반 </a:t>
                </a:r>
                <a:endParaRPr lang="ko-KR" altLang="en-US" sz="1100" b="1" dirty="0">
                  <a:latin typeface="맑은 고딕" panose="020B0503020000020004" pitchFamily="50" charset="-127"/>
                  <a:ea typeface="맑은 고딕" panose="020B0503020000020004" pitchFamily="50" charset="-127"/>
                </a:endParaRPr>
              </a:p>
            </p:txBody>
          </p:sp>
          <p:sp>
            <p:nvSpPr>
              <p:cNvPr id="319" name="순서도: 대체 처리 318"/>
              <p:cNvSpPr/>
              <p:nvPr/>
            </p:nvSpPr>
            <p:spPr bwMode="auto">
              <a:xfrm>
                <a:off x="2063155" y="2401838"/>
                <a:ext cx="360000" cy="144000"/>
              </a:xfrm>
              <a:prstGeom prst="flowChartAlternateProcess">
                <a:avLst/>
              </a:prstGeom>
              <a:solidFill>
                <a:srgbClr val="00B0F0"/>
              </a:solidFill>
              <a:ln w="6350" cap="flat" cmpd="sng" algn="ctr">
                <a:solidFill>
                  <a:srgbClr val="00B0F0"/>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700" dirty="0" smtClean="0">
                    <a:solidFill>
                      <a:schemeClr val="bg1"/>
                    </a:solidFill>
                    <a:latin typeface="+mn-ea"/>
                    <a:ea typeface="+mn-ea"/>
                    <a:cs typeface="Calibri" pitchFamily="34" charset="0"/>
                  </a:rPr>
                  <a:t>대학원</a:t>
                </a:r>
                <a:endParaRPr kumimoji="1" lang="ko-KR" altLang="en-US" sz="700" dirty="0">
                  <a:solidFill>
                    <a:schemeClr val="bg1"/>
                  </a:solidFill>
                  <a:latin typeface="+mn-ea"/>
                  <a:ea typeface="+mn-ea"/>
                  <a:cs typeface="Calibri" pitchFamily="34" charset="0"/>
                </a:endParaRPr>
              </a:p>
            </p:txBody>
          </p:sp>
        </p:grpSp>
        <p:grpSp>
          <p:nvGrpSpPr>
            <p:cNvPr id="314" name="그룹 313"/>
            <p:cNvGrpSpPr/>
            <p:nvPr/>
          </p:nvGrpSpPr>
          <p:grpSpPr>
            <a:xfrm>
              <a:off x="7989158" y="2422905"/>
              <a:ext cx="1371989" cy="637200"/>
              <a:chOff x="8011245" y="2413380"/>
              <a:chExt cx="1371989" cy="637200"/>
            </a:xfrm>
          </p:grpSpPr>
          <p:pic>
            <p:nvPicPr>
              <p:cNvPr id="3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1245" y="2413380"/>
                <a:ext cx="1371989" cy="63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6" name="직사각형 315"/>
              <p:cNvSpPr/>
              <p:nvPr/>
            </p:nvSpPr>
            <p:spPr>
              <a:xfrm>
                <a:off x="8054757"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70%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나의진도율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sp>
            <p:nvSpPr>
              <p:cNvPr id="317" name="직사각형 316"/>
              <p:cNvSpPr/>
              <p:nvPr/>
            </p:nvSpPr>
            <p:spPr>
              <a:xfrm>
                <a:off x="8790885" y="2601748"/>
                <a:ext cx="554603" cy="23213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80000"/>
                  </a:lnSpc>
                </a:pPr>
                <a:r>
                  <a:rPr lang="en-US" altLang="ko-KR" sz="900" b="1" dirty="0" smtClean="0">
                    <a:solidFill>
                      <a:schemeClr val="tx1">
                        <a:lumMod val="75000"/>
                        <a:lumOff val="25000"/>
                      </a:schemeClr>
                    </a:solidFill>
                    <a:latin typeface="맑은 고딕" panose="020B0503020000020004" pitchFamily="50" charset="-127"/>
                    <a:ea typeface="맑은 고딕" panose="020B0503020000020004" pitchFamily="50" charset="-127"/>
                  </a:rPr>
                  <a:t>60%</a:t>
                </a:r>
              </a:p>
              <a:p>
                <a:pPr algn="ctr">
                  <a:lnSpc>
                    <a:spcPct val="80000"/>
                  </a:lnSpc>
                </a:pPr>
                <a:r>
                  <a:rPr lang="ko-KR" altLang="en-US" sz="700" dirty="0" smtClean="0">
                    <a:solidFill>
                      <a:schemeClr val="tx1">
                        <a:lumMod val="75000"/>
                        <a:lumOff val="25000"/>
                      </a:schemeClr>
                    </a:solidFill>
                    <a:latin typeface="맑은 고딕" panose="020B0503020000020004" pitchFamily="50" charset="-127"/>
                    <a:ea typeface="맑은 고딕" panose="020B0503020000020004" pitchFamily="50" charset="-127"/>
                  </a:rPr>
                  <a:t>평균진도율</a:t>
                </a:r>
                <a:r>
                  <a:rPr lang="en-US" altLang="ko-KR" sz="1200" b="1" dirty="0" smtClean="0">
                    <a:solidFill>
                      <a:schemeClr val="tx1">
                        <a:lumMod val="75000"/>
                        <a:lumOff val="25000"/>
                      </a:schemeClr>
                    </a:solidFill>
                    <a:latin typeface="맑은 고딕" panose="020B0503020000020004" pitchFamily="50" charset="-127"/>
                    <a:ea typeface="맑은 고딕" panose="020B0503020000020004" pitchFamily="50" charset="-127"/>
                  </a:rPr>
                  <a:t>  </a:t>
                </a:r>
                <a:endParaRPr lang="ko-KR" altLang="en-US" sz="750" b="1" dirty="0" smtClean="0">
                  <a:solidFill>
                    <a:schemeClr val="tx1">
                      <a:lumMod val="50000"/>
                      <a:lumOff val="50000"/>
                    </a:schemeClr>
                  </a:solidFill>
                  <a:latin typeface="맑은 고딕" panose="020B0503020000020004" pitchFamily="50" charset="-127"/>
                  <a:ea typeface="맑은 고딕" panose="020B0503020000020004" pitchFamily="50" charset="-127"/>
                </a:endParaRPr>
              </a:p>
            </p:txBody>
          </p:sp>
        </p:grpSp>
        <p:sp>
          <p:nvSpPr>
            <p:cNvPr id="305" name="순서도: 대체 처리 304"/>
            <p:cNvSpPr/>
            <p:nvPr/>
          </p:nvSpPr>
          <p:spPr bwMode="auto">
            <a:xfrm>
              <a:off x="4858905" y="2874785"/>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강의계획서</a:t>
              </a:r>
              <a:endParaRPr kumimoji="1" lang="ko-KR" altLang="en-US" sz="800" dirty="0">
                <a:solidFill>
                  <a:schemeClr val="tx1">
                    <a:lumMod val="75000"/>
                    <a:lumOff val="25000"/>
                  </a:schemeClr>
                </a:solidFill>
                <a:latin typeface="+mn-ea"/>
                <a:ea typeface="+mn-ea"/>
                <a:cs typeface="Calibri" pitchFamily="34" charset="0"/>
              </a:endParaRPr>
            </a:p>
          </p:txBody>
        </p:sp>
        <p:sp>
          <p:nvSpPr>
            <p:cNvPr id="306" name="순서도: 대체 처리 305"/>
            <p:cNvSpPr/>
            <p:nvPr/>
          </p:nvSpPr>
          <p:spPr bwMode="auto">
            <a:xfrm>
              <a:off x="5534518" y="2871986"/>
              <a:ext cx="648000" cy="180000"/>
            </a:xfrm>
            <a:prstGeom prst="flowChartAlternateProcess">
              <a:avLst/>
            </a:prstGeom>
            <a:solidFill>
              <a:schemeClr val="bg1"/>
            </a:solidFill>
            <a:ln w="6350" cap="flat" cmpd="sng" algn="ctr">
              <a:solidFill>
                <a:schemeClr val="bg1">
                  <a:lumMod val="75000"/>
                </a:schemeClr>
              </a:solidFill>
              <a:prstDash val="solid"/>
              <a:round/>
              <a:headEnd type="none" w="med" len="med"/>
              <a:tailEnd type="none" w="med" len="med"/>
            </a:ln>
            <a:effectLst/>
          </p:spPr>
          <p:txBody>
            <a:bodyPr lIns="0" rIns="0" rtlCol="0" anchor="ctr"/>
            <a:lstStyle/>
            <a:p>
              <a:pPr algn="ct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평가비중</a:t>
              </a:r>
              <a:endParaRPr kumimoji="1" lang="ko-KR" altLang="en-US" sz="800" dirty="0">
                <a:solidFill>
                  <a:schemeClr val="tx1">
                    <a:lumMod val="75000"/>
                    <a:lumOff val="25000"/>
                  </a:schemeClr>
                </a:solidFill>
                <a:latin typeface="+mn-ea"/>
                <a:ea typeface="+mn-ea"/>
                <a:cs typeface="Calibri" pitchFamily="34" charset="0"/>
              </a:endParaRPr>
            </a:p>
          </p:txBody>
        </p:sp>
      </p:grpSp>
      <p:grpSp>
        <p:nvGrpSpPr>
          <p:cNvPr id="328" name="그룹 327"/>
          <p:cNvGrpSpPr/>
          <p:nvPr/>
        </p:nvGrpSpPr>
        <p:grpSpPr>
          <a:xfrm>
            <a:off x="507554" y="1602349"/>
            <a:ext cx="3075218" cy="252000"/>
            <a:chOff x="507554" y="1537742"/>
            <a:chExt cx="3075218" cy="252000"/>
          </a:xfrm>
        </p:grpSpPr>
        <p:pic>
          <p:nvPicPr>
            <p:cNvPr id="329"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54" y="1537742"/>
              <a:ext cx="1696153" cy="25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30" name="그룹 329"/>
            <p:cNvGrpSpPr/>
            <p:nvPr/>
          </p:nvGrpSpPr>
          <p:grpSpPr>
            <a:xfrm>
              <a:off x="2288704" y="1581175"/>
              <a:ext cx="1294068" cy="166725"/>
              <a:chOff x="2288704" y="1581175"/>
              <a:chExt cx="1294068" cy="166725"/>
            </a:xfrm>
          </p:grpSpPr>
          <p:sp>
            <p:nvSpPr>
              <p:cNvPr id="331" name="직사각형 330"/>
              <p:cNvSpPr/>
              <p:nvPr/>
            </p:nvSpPr>
            <p:spPr>
              <a:xfrm>
                <a:off x="2288704" y="1585900"/>
                <a:ext cx="72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대학원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sp>
            <p:nvSpPr>
              <p:cNvPr id="332" name="직사각형 331"/>
              <p:cNvSpPr/>
              <p:nvPr/>
            </p:nvSpPr>
            <p:spPr>
              <a:xfrm>
                <a:off x="3042772" y="1581175"/>
                <a:ext cx="540000" cy="162000"/>
              </a:xfrm>
              <a:prstGeom prst="rect">
                <a:avLst/>
              </a:prstGeom>
              <a:solidFill>
                <a:srgbClr val="6786AD"/>
              </a:solidFill>
              <a:ln w="3175">
                <a:solidFill>
                  <a:srgbClr val="6786AD"/>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ctr"/>
              <a:lstStyle/>
              <a:p>
                <a:r>
                  <a:rPr lang="ko-KR" altLang="en-US" sz="800" dirty="0" smtClean="0">
                    <a:solidFill>
                      <a:schemeClr val="bg1"/>
                    </a:solidFill>
                    <a:latin typeface="맑은 고딕" panose="020B0503020000020004" pitchFamily="50" charset="-127"/>
                    <a:ea typeface="맑은 고딕" panose="020B0503020000020004" pitchFamily="50" charset="-127"/>
                  </a:rPr>
                  <a:t>학습자 ▼</a:t>
                </a:r>
                <a:endParaRPr lang="ko-KR" altLang="en-US" sz="800" b="1" dirty="0">
                  <a:solidFill>
                    <a:schemeClr val="bg1"/>
                  </a:solidFill>
                  <a:latin typeface="맑은 고딕" panose="020B0503020000020004" pitchFamily="50" charset="-127"/>
                  <a:ea typeface="맑은 고딕" panose="020B0503020000020004" pitchFamily="50" charset="-127"/>
                </a:endParaRPr>
              </a:p>
            </p:txBody>
          </p:sp>
        </p:grpSp>
      </p:grpSp>
      <p:grpSp>
        <p:nvGrpSpPr>
          <p:cNvPr id="333" name="그룹 332"/>
          <p:cNvGrpSpPr/>
          <p:nvPr/>
        </p:nvGrpSpPr>
        <p:grpSpPr>
          <a:xfrm>
            <a:off x="7943024" y="1542734"/>
            <a:ext cx="1575055" cy="300582"/>
            <a:chOff x="7943024" y="1552259"/>
            <a:chExt cx="1575055" cy="300582"/>
          </a:xfrm>
        </p:grpSpPr>
        <p:grpSp>
          <p:nvGrpSpPr>
            <p:cNvPr id="335" name="그룹 334"/>
            <p:cNvGrpSpPr/>
            <p:nvPr/>
          </p:nvGrpSpPr>
          <p:grpSpPr>
            <a:xfrm>
              <a:off x="8668462" y="1575842"/>
              <a:ext cx="849617" cy="276999"/>
              <a:chOff x="8563069" y="1695475"/>
              <a:chExt cx="849617" cy="276999"/>
            </a:xfrm>
          </p:grpSpPr>
          <p:grpSp>
            <p:nvGrpSpPr>
              <p:cNvPr id="351" name="그룹 350"/>
              <p:cNvGrpSpPr/>
              <p:nvPr/>
            </p:nvGrpSpPr>
            <p:grpSpPr>
              <a:xfrm>
                <a:off x="8563069" y="1770691"/>
                <a:ext cx="792000" cy="154800"/>
                <a:chOff x="8779069" y="1770691"/>
                <a:chExt cx="792000" cy="154800"/>
              </a:xfrm>
            </p:grpSpPr>
            <p:sp>
              <p:nvSpPr>
                <p:cNvPr id="360" name="직사각형 359"/>
                <p:cNvSpPr/>
                <p:nvPr/>
              </p:nvSpPr>
              <p:spPr>
                <a:xfrm>
                  <a:off x="8779069" y="1770691"/>
                  <a:ext cx="792000" cy="154800"/>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pic>
              <p:nvPicPr>
                <p:cNvPr id="3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3516" y="1805641"/>
                  <a:ext cx="108000" cy="1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2" name="그룹 351"/>
              <p:cNvGrpSpPr/>
              <p:nvPr/>
            </p:nvGrpSpPr>
            <p:grpSpPr>
              <a:xfrm>
                <a:off x="8728739" y="1695475"/>
                <a:ext cx="247184" cy="276999"/>
                <a:chOff x="7672972" y="1671999"/>
                <a:chExt cx="247184" cy="276999"/>
              </a:xfrm>
            </p:grpSpPr>
            <p:sp>
              <p:nvSpPr>
                <p:cNvPr id="358" name="타원 357"/>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9" name="직사각형 358"/>
                <p:cNvSpPr/>
                <p:nvPr/>
              </p:nvSpPr>
              <p:spPr>
                <a:xfrm>
                  <a:off x="7672972" y="1671999"/>
                  <a:ext cx="247184" cy="276999"/>
                </a:xfrm>
                <a:prstGeom prst="rect">
                  <a:avLst/>
                </a:prstGeom>
              </p:spPr>
              <p:txBody>
                <a:bodyPr wrap="none">
                  <a:spAutoFit/>
                </a:bodyPr>
                <a:lstStyle/>
                <a:p>
                  <a:r>
                    <a:rPr lang="en-US" altLang="ko-KR" sz="1200" dirty="0">
                      <a:solidFill>
                        <a:schemeClr val="tx1">
                          <a:lumMod val="75000"/>
                          <a:lumOff val="25000"/>
                        </a:schemeClr>
                      </a:solidFill>
                      <a:latin typeface="+mn-ea"/>
                    </a:rPr>
                    <a:t>-</a:t>
                  </a:r>
                  <a:endParaRPr lang="ko-KR" altLang="en-US" sz="1200" dirty="0"/>
                </a:p>
              </p:txBody>
            </p:sp>
          </p:grpSp>
          <p:grpSp>
            <p:nvGrpSpPr>
              <p:cNvPr id="353" name="그룹 352"/>
              <p:cNvGrpSpPr/>
              <p:nvPr/>
            </p:nvGrpSpPr>
            <p:grpSpPr>
              <a:xfrm>
                <a:off x="9138252" y="1714525"/>
                <a:ext cx="274434" cy="246221"/>
                <a:chOff x="7663447" y="1691049"/>
                <a:chExt cx="274434" cy="246221"/>
              </a:xfrm>
            </p:grpSpPr>
            <p:sp>
              <p:nvSpPr>
                <p:cNvPr id="356" name="타원 355"/>
                <p:cNvSpPr/>
                <p:nvPr/>
              </p:nvSpPr>
              <p:spPr>
                <a:xfrm>
                  <a:off x="7736992" y="1769641"/>
                  <a:ext cx="126000" cy="126000"/>
                </a:xfrm>
                <a:prstGeom prst="ellipse">
                  <a:avLst/>
                </a:prstGeom>
                <a:solidFill>
                  <a:srgbClr val="B1C1D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ko-KR" altLang="en-US" sz="800" dirty="0">
                    <a:solidFill>
                      <a:schemeClr val="tx1">
                        <a:lumMod val="75000"/>
                        <a:lumOff val="25000"/>
                      </a:schemeClr>
                    </a:solidFill>
                    <a:latin typeface="+mn-ea"/>
                  </a:endParaRPr>
                </a:p>
              </p:txBody>
            </p:sp>
            <p:sp>
              <p:nvSpPr>
                <p:cNvPr id="357" name="직사각형 356"/>
                <p:cNvSpPr/>
                <p:nvPr/>
              </p:nvSpPr>
              <p:spPr>
                <a:xfrm>
                  <a:off x="7663447" y="1691049"/>
                  <a:ext cx="274434" cy="246221"/>
                </a:xfrm>
                <a:prstGeom prst="rect">
                  <a:avLst/>
                </a:prstGeom>
              </p:spPr>
              <p:txBody>
                <a:bodyPr wrap="none">
                  <a:spAutoFit/>
                </a:bodyPr>
                <a:lstStyle/>
                <a:p>
                  <a:r>
                    <a:rPr lang="en-US" altLang="ko-KR" sz="1000" dirty="0" smtClean="0">
                      <a:solidFill>
                        <a:schemeClr val="tx1">
                          <a:lumMod val="75000"/>
                          <a:lumOff val="25000"/>
                        </a:schemeClr>
                      </a:solidFill>
                      <a:latin typeface="+mn-ea"/>
                    </a:rPr>
                    <a:t>+</a:t>
                  </a:r>
                  <a:endParaRPr lang="ko-KR" altLang="en-US" sz="1000" dirty="0"/>
                </a:p>
              </p:txBody>
            </p:sp>
          </p:grpSp>
          <p:sp>
            <p:nvSpPr>
              <p:cNvPr id="355" name="직사각형 354"/>
              <p:cNvSpPr/>
              <p:nvPr/>
            </p:nvSpPr>
            <p:spPr>
              <a:xfrm>
                <a:off x="8849536" y="1757958"/>
                <a:ext cx="409086" cy="200055"/>
              </a:xfrm>
              <a:prstGeom prst="rect">
                <a:avLst/>
              </a:prstGeom>
            </p:spPr>
            <p:txBody>
              <a:bodyPr wrap="none">
                <a:spAutoFit/>
              </a:bodyPr>
              <a:lstStyle/>
              <a:p>
                <a:pPr algn="ctr"/>
                <a:r>
                  <a:rPr lang="en-US" altLang="ko-KR" sz="700" dirty="0" smtClean="0">
                    <a:solidFill>
                      <a:schemeClr val="tx1">
                        <a:lumMod val="75000"/>
                        <a:lumOff val="25000"/>
                      </a:schemeClr>
                    </a:solidFill>
                    <a:latin typeface="+mn-ea"/>
                    <a:ea typeface="+mn-ea"/>
                  </a:rPr>
                  <a:t>100%</a:t>
                </a:r>
                <a:endParaRPr lang="ko-KR" altLang="en-US" sz="700" dirty="0">
                  <a:solidFill>
                    <a:schemeClr val="tx1">
                      <a:lumMod val="75000"/>
                      <a:lumOff val="25000"/>
                    </a:schemeClr>
                  </a:solidFill>
                  <a:latin typeface="+mn-ea"/>
                  <a:ea typeface="+mn-ea"/>
                </a:endParaRPr>
              </a:p>
            </p:txBody>
          </p:sp>
        </p:grpSp>
        <p:grpSp>
          <p:nvGrpSpPr>
            <p:cNvPr id="341" name="그룹 340"/>
            <p:cNvGrpSpPr/>
            <p:nvPr/>
          </p:nvGrpSpPr>
          <p:grpSpPr>
            <a:xfrm>
              <a:off x="7943024" y="1552259"/>
              <a:ext cx="701434" cy="261068"/>
              <a:chOff x="8008484" y="1485584"/>
              <a:chExt cx="701434" cy="261068"/>
            </a:xfrm>
          </p:grpSpPr>
          <p:pic>
            <p:nvPicPr>
              <p:cNvPr id="3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08484" y="158155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4"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94681"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71262" y="1581284"/>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47918" y="1584652"/>
                <a:ext cx="162000" cy="1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0" name="타원 349"/>
              <p:cNvSpPr/>
              <p:nvPr/>
            </p:nvSpPr>
            <p:spPr bwMode="auto">
              <a:xfrm>
                <a:off x="8037735" y="1485584"/>
                <a:ext cx="108000" cy="108000"/>
              </a:xfrm>
              <a:prstGeom prst="ellipse">
                <a:avLst/>
              </a:prstGeom>
              <a:solidFill>
                <a:srgbClr val="0070C0"/>
              </a:solidFill>
              <a:ln w="6350" cap="flat" cmpd="sng" algn="ctr">
                <a:noFill/>
                <a:prstDash val="solid"/>
                <a:round/>
                <a:headEnd type="none" w="med" len="med"/>
                <a:tailEnd type="none" w="med" len="med"/>
              </a:ln>
              <a:effectLst/>
            </p:spPr>
            <p:txBody>
              <a:bodyPr lIns="0" tIns="0" rIns="0" bIns="0" rtlCol="0" anchor="ctr"/>
              <a:lstStyle/>
              <a:p>
                <a:pPr algn="ctr" defTabSz="851489" fontAlgn="base">
                  <a:spcBef>
                    <a:spcPct val="0"/>
                  </a:spcBef>
                  <a:spcAft>
                    <a:spcPct val="0"/>
                  </a:spcAft>
                </a:pPr>
                <a:r>
                  <a:rPr kumimoji="1" lang="en-US" altLang="ko-KR" sz="700" dirty="0" smtClean="0">
                    <a:solidFill>
                      <a:schemeClr val="bg1"/>
                    </a:solidFill>
                    <a:latin typeface="+mn-ea"/>
                    <a:cs typeface="Calibri" pitchFamily="34" charset="0"/>
                  </a:rPr>
                  <a:t>2</a:t>
                </a:r>
                <a:endParaRPr kumimoji="1" lang="ko-KR" altLang="en-US" sz="700" dirty="0">
                  <a:solidFill>
                    <a:schemeClr val="bg1"/>
                  </a:solidFill>
                  <a:latin typeface="+mn-ea"/>
                  <a:cs typeface="Calibri" pitchFamily="34" charset="0"/>
                </a:endParaRPr>
              </a:p>
            </p:txBody>
          </p:sp>
        </p:grpSp>
      </p:grpSp>
      <p:sp>
        <p:nvSpPr>
          <p:cNvPr id="365" name="자유형 364"/>
          <p:cNvSpPr/>
          <p:nvPr/>
        </p:nvSpPr>
        <p:spPr>
          <a:xfrm flipH="1">
            <a:off x="6933963" y="2703747"/>
            <a:ext cx="54311" cy="115281"/>
          </a:xfrm>
          <a:custGeom>
            <a:avLst/>
            <a:gdLst>
              <a:gd name="connsiteX0" fmla="*/ 8792 w 123092"/>
              <a:gd name="connsiteY0" fmla="*/ 0 h 175846"/>
              <a:gd name="connsiteX1" fmla="*/ 123092 w 123092"/>
              <a:gd name="connsiteY1" fmla="*/ 96715 h 175846"/>
              <a:gd name="connsiteX2" fmla="*/ 0 w 123092"/>
              <a:gd name="connsiteY2" fmla="*/ 175846 h 175846"/>
              <a:gd name="connsiteX3" fmla="*/ 0 w 123092"/>
              <a:gd name="connsiteY3" fmla="*/ 175846 h 175846"/>
            </a:gdLst>
            <a:ahLst/>
            <a:cxnLst>
              <a:cxn ang="0">
                <a:pos x="connsiteX0" y="connsiteY0"/>
              </a:cxn>
              <a:cxn ang="0">
                <a:pos x="connsiteX1" y="connsiteY1"/>
              </a:cxn>
              <a:cxn ang="0">
                <a:pos x="connsiteX2" y="connsiteY2"/>
              </a:cxn>
              <a:cxn ang="0">
                <a:pos x="connsiteX3" y="connsiteY3"/>
              </a:cxn>
            </a:cxnLst>
            <a:rect l="l" t="t" r="r" b="b"/>
            <a:pathLst>
              <a:path w="123092" h="175846">
                <a:moveTo>
                  <a:pt x="8792" y="0"/>
                </a:moveTo>
                <a:lnTo>
                  <a:pt x="123092" y="96715"/>
                </a:lnTo>
                <a:lnTo>
                  <a:pt x="0" y="175846"/>
                </a:lnTo>
                <a:lnTo>
                  <a:pt x="0" y="175846"/>
                </a:lnTo>
              </a:path>
            </a:pathLst>
          </a:custGeom>
          <a:noFill/>
          <a:ln w="19050">
            <a:solidFill>
              <a:schemeClr val="bg1">
                <a:lumMod val="50000"/>
              </a:schemeClr>
            </a:solidFill>
          </a:ln>
          <a:scene3d>
            <a:camera prst="orthographicFront">
              <a:rot lat="0" lon="0" rev="5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bg1">
                  <a:lumMod val="75000"/>
                </a:schemeClr>
              </a:solidFill>
            </a:endParaRPr>
          </a:p>
        </p:txBody>
      </p:sp>
      <p:sp>
        <p:nvSpPr>
          <p:cNvPr id="171" name="직사각형 170"/>
          <p:cNvSpPr/>
          <p:nvPr/>
        </p:nvSpPr>
        <p:spPr>
          <a:xfrm>
            <a:off x="1981622" y="3429000"/>
            <a:ext cx="7470000" cy="532859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34" name="그룹 333"/>
          <p:cNvGrpSpPr/>
          <p:nvPr/>
        </p:nvGrpSpPr>
        <p:grpSpPr>
          <a:xfrm>
            <a:off x="416496" y="8318733"/>
            <a:ext cx="9064800" cy="510867"/>
            <a:chOff x="416496" y="8966805"/>
            <a:chExt cx="9064800" cy="510867"/>
          </a:xfrm>
        </p:grpSpPr>
        <p:sp>
          <p:nvSpPr>
            <p:cNvPr id="336" name="직사각형 335"/>
            <p:cNvSpPr/>
            <p:nvPr/>
          </p:nvSpPr>
          <p:spPr>
            <a:xfrm>
              <a:off x="416496" y="8966805"/>
              <a:ext cx="9064800" cy="510867"/>
            </a:xfrm>
            <a:prstGeom prst="rect">
              <a:avLst/>
            </a:prstGeom>
            <a:solidFill>
              <a:schemeClr val="bg1">
                <a:lumMod val="8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endParaRPr lang="en-US" altLang="ko-KR" sz="800" dirty="0">
                <a:solidFill>
                  <a:schemeClr val="tx1">
                    <a:lumMod val="75000"/>
                    <a:lumOff val="25000"/>
                  </a:schemeClr>
                </a:solidFill>
                <a:latin typeface="+mn-ea"/>
              </a:endParaRPr>
            </a:p>
          </p:txBody>
        </p:sp>
        <p:sp>
          <p:nvSpPr>
            <p:cNvPr id="337" name="직사각형 336"/>
            <p:cNvSpPr/>
            <p:nvPr/>
          </p:nvSpPr>
          <p:spPr>
            <a:xfrm>
              <a:off x="433450" y="8998416"/>
              <a:ext cx="6996052" cy="461665"/>
            </a:xfrm>
            <a:prstGeom prst="rect">
              <a:avLst/>
            </a:prstGeom>
          </p:spPr>
          <p:txBody>
            <a:bodyPr wrap="square">
              <a:spAutoFit/>
            </a:bodyPr>
            <a:lstStyle/>
            <a:p>
              <a:pPr>
                <a:lnSpc>
                  <a:spcPct val="150000"/>
                </a:lnSpc>
              </a:pPr>
              <a:r>
                <a:rPr lang="en-US" altLang="ko-KR" sz="800" dirty="0" smtClean="0">
                  <a:solidFill>
                    <a:schemeClr val="tx1">
                      <a:lumMod val="75000"/>
                      <a:lumOff val="25000"/>
                    </a:schemeClr>
                  </a:solidFill>
                  <a:latin typeface="+mn-ea"/>
                  <a:ea typeface="+mn-ea"/>
                </a:rPr>
                <a:t>             (03087) </a:t>
              </a:r>
              <a:r>
                <a:rPr lang="ko-KR" altLang="en-US" sz="800" dirty="0">
                  <a:solidFill>
                    <a:schemeClr val="tx1">
                      <a:lumMod val="75000"/>
                      <a:lumOff val="25000"/>
                    </a:schemeClr>
                  </a:solidFill>
                  <a:latin typeface="+mn-ea"/>
                  <a:ea typeface="+mn-ea"/>
                </a:rPr>
                <a:t>서울시 </a:t>
              </a:r>
              <a:r>
                <a:rPr lang="ko-KR" altLang="en-US" sz="800" dirty="0" smtClean="0">
                  <a:solidFill>
                    <a:schemeClr val="tx1">
                      <a:lumMod val="75000"/>
                      <a:lumOff val="25000"/>
                    </a:schemeClr>
                  </a:solidFill>
                  <a:latin typeface="+mn-ea"/>
                  <a:ea typeface="+mn-ea"/>
                </a:rPr>
                <a:t>종로구 대학로 </a:t>
              </a:r>
              <a:r>
                <a:rPr lang="en-US" altLang="ko-KR" sz="800" dirty="0" smtClean="0">
                  <a:solidFill>
                    <a:schemeClr val="tx1">
                      <a:lumMod val="75000"/>
                      <a:lumOff val="25000"/>
                    </a:schemeClr>
                  </a:solidFill>
                  <a:latin typeface="+mn-ea"/>
                  <a:ea typeface="+mn-ea"/>
                </a:rPr>
                <a:t>86 (</a:t>
              </a:r>
              <a:r>
                <a:rPr lang="ko-KR" altLang="en-US" sz="800" dirty="0" smtClean="0">
                  <a:solidFill>
                    <a:schemeClr val="tx1">
                      <a:lumMod val="75000"/>
                      <a:lumOff val="25000"/>
                    </a:schemeClr>
                  </a:solidFill>
                  <a:latin typeface="+mn-ea"/>
                  <a:ea typeface="+mn-ea"/>
                </a:rPr>
                <a:t>동숭동</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한국방송통신대학교</a:t>
              </a:r>
              <a:r>
                <a:rPr lang="ko-KR" altLang="en-US"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대표전화 </a:t>
              </a:r>
              <a:r>
                <a:rPr lang="en-US" altLang="ko-KR" sz="800" dirty="0" smtClean="0">
                  <a:solidFill>
                    <a:schemeClr val="tx1">
                      <a:lumMod val="75000"/>
                      <a:lumOff val="25000"/>
                    </a:schemeClr>
                  </a:solidFill>
                  <a:latin typeface="+mn-ea"/>
                  <a:ea typeface="+mn-ea"/>
                </a:rPr>
                <a:t>: 1577-9995</a:t>
              </a:r>
            </a:p>
            <a:p>
              <a:pPr>
                <a:lnSpc>
                  <a:spcPct val="150000"/>
                </a:lnSpc>
              </a:pPr>
              <a:r>
                <a:rPr lang="en-US" altLang="ko-KR" sz="800" dirty="0" smtClean="0">
                  <a:solidFill>
                    <a:schemeClr val="tx1">
                      <a:lumMod val="75000"/>
                      <a:lumOff val="25000"/>
                    </a:schemeClr>
                  </a:solidFill>
                  <a:latin typeface="+mn-ea"/>
                  <a:ea typeface="+mn-ea"/>
                </a:rPr>
                <a:t>             COPYRIGHT ©KOREA NATIONAL OPEN UNIVERSITY. ALL RIGHTS RESERVED.</a:t>
              </a:r>
              <a:r>
                <a:rPr lang="en-US" altLang="ko-KR" sz="800" dirty="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338" name="직사각형 337"/>
            <p:cNvSpPr/>
            <p:nvPr/>
          </p:nvSpPr>
          <p:spPr>
            <a:xfrm>
              <a:off x="8193360" y="9253189"/>
              <a:ext cx="1152000" cy="162000"/>
            </a:xfrm>
            <a:prstGeom prst="rect">
              <a:avLst/>
            </a:prstGeom>
            <a:solidFill>
              <a:schemeClr val="bg1"/>
            </a:solid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smtClean="0">
                  <a:solidFill>
                    <a:schemeClr val="tx1">
                      <a:lumMod val="75000"/>
                      <a:lumOff val="25000"/>
                    </a:schemeClr>
                  </a:solidFill>
                  <a:latin typeface="맑은 고딕" panose="020B0503020000020004" pitchFamily="50" charset="-127"/>
                  <a:ea typeface="맑은 고딕" panose="020B0503020000020004" pitchFamily="50" charset="-127"/>
                </a:rPr>
                <a:t>개인정보처리방침</a:t>
              </a:r>
              <a:endParaRPr lang="ko-KR" altLang="en-US" sz="800" dirty="0">
                <a:solidFill>
                  <a:schemeClr val="tx1">
                    <a:lumMod val="75000"/>
                    <a:lumOff val="25000"/>
                  </a:schemeClr>
                </a:solidFill>
                <a:latin typeface="맑은 고딕" panose="020B0503020000020004" pitchFamily="50" charset="-127"/>
                <a:ea typeface="맑은 고딕" panose="020B0503020000020004" pitchFamily="50" charset="-127"/>
              </a:endParaRPr>
            </a:p>
          </p:txBody>
        </p:sp>
        <p:pic>
          <p:nvPicPr>
            <p:cNvPr id="33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897" y="9050807"/>
              <a:ext cx="360000" cy="3548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5" name="그룹 214"/>
          <p:cNvGrpSpPr/>
          <p:nvPr/>
        </p:nvGrpSpPr>
        <p:grpSpPr>
          <a:xfrm>
            <a:off x="579562" y="2166658"/>
            <a:ext cx="1386586" cy="5317057"/>
            <a:chOff x="579562" y="2166658"/>
            <a:chExt cx="1386586" cy="5317057"/>
          </a:xfrm>
        </p:grpSpPr>
        <p:grpSp>
          <p:nvGrpSpPr>
            <p:cNvPr id="216" name="그룹 215"/>
            <p:cNvGrpSpPr/>
            <p:nvPr/>
          </p:nvGrpSpPr>
          <p:grpSpPr>
            <a:xfrm>
              <a:off x="629956" y="3318264"/>
              <a:ext cx="1332000" cy="180000"/>
              <a:chOff x="666428" y="3785432"/>
              <a:chExt cx="1332000" cy="180000"/>
            </a:xfrm>
          </p:grpSpPr>
          <p:sp>
            <p:nvSpPr>
              <p:cNvPr id="385" name="모서리가 둥근 직사각형 38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강의자료실</a:t>
                </a:r>
                <a:endParaRPr kumimoji="1" lang="ko-KR" altLang="en-US" sz="800" dirty="0">
                  <a:solidFill>
                    <a:schemeClr val="bg1"/>
                  </a:solidFill>
                  <a:latin typeface="+mn-ea"/>
                  <a:ea typeface="+mn-ea"/>
                  <a:cs typeface="Calibri" pitchFamily="34" charset="0"/>
                </a:endParaRPr>
              </a:p>
            </p:txBody>
          </p:sp>
          <p:pic>
            <p:nvPicPr>
              <p:cNvPr id="38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7" name="그룹 216"/>
            <p:cNvGrpSpPr/>
            <p:nvPr/>
          </p:nvGrpSpPr>
          <p:grpSpPr>
            <a:xfrm>
              <a:off x="629956" y="3568824"/>
              <a:ext cx="1332000" cy="180000"/>
              <a:chOff x="666428" y="4310612"/>
              <a:chExt cx="1332000" cy="180000"/>
            </a:xfrm>
          </p:grpSpPr>
          <p:sp>
            <p:nvSpPr>
              <p:cNvPr id="383" name="모서리가 둥근 직사각형 38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a:t>
                </a:r>
                <a:r>
                  <a:rPr kumimoji="1" lang="en-US" altLang="ko-KR" sz="800" dirty="0" smtClean="0">
                    <a:solidFill>
                      <a:schemeClr val="bg1"/>
                    </a:solidFill>
                    <a:latin typeface="+mn-ea"/>
                    <a:ea typeface="+mn-ea"/>
                    <a:cs typeface="Calibri" pitchFamily="34" charset="0"/>
                  </a:rPr>
                  <a:t>Q&amp;A</a:t>
                </a:r>
                <a:endParaRPr kumimoji="1" lang="ko-KR" altLang="en-US" sz="800" dirty="0">
                  <a:solidFill>
                    <a:schemeClr val="bg1"/>
                  </a:solidFill>
                  <a:latin typeface="+mn-ea"/>
                  <a:ea typeface="+mn-ea"/>
                  <a:cs typeface="Calibri" pitchFamily="34" charset="0"/>
                </a:endParaRPr>
              </a:p>
            </p:txBody>
          </p:sp>
          <p:pic>
            <p:nvPicPr>
              <p:cNvPr id="38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8" name="그룹 217"/>
            <p:cNvGrpSpPr/>
            <p:nvPr/>
          </p:nvGrpSpPr>
          <p:grpSpPr>
            <a:xfrm>
              <a:off x="629955" y="3042501"/>
              <a:ext cx="1332000" cy="180000"/>
              <a:chOff x="666427" y="3266516"/>
              <a:chExt cx="1332000" cy="180000"/>
            </a:xfrm>
          </p:grpSpPr>
          <p:sp>
            <p:nvSpPr>
              <p:cNvPr id="381" name="모서리가 둥근 직사각형 380"/>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공지사항</a:t>
                </a:r>
                <a:endParaRPr kumimoji="1" lang="ko-KR" altLang="en-US" sz="800" dirty="0">
                  <a:solidFill>
                    <a:schemeClr val="bg1"/>
                  </a:solidFill>
                  <a:latin typeface="+mn-ea"/>
                  <a:ea typeface="+mn-ea"/>
                  <a:cs typeface="Calibri" pitchFamily="34" charset="0"/>
                </a:endParaRPr>
              </a:p>
            </p:txBody>
          </p:sp>
          <p:pic>
            <p:nvPicPr>
              <p:cNvPr id="38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그룹 218"/>
            <p:cNvGrpSpPr/>
            <p:nvPr/>
          </p:nvGrpSpPr>
          <p:grpSpPr>
            <a:xfrm>
              <a:off x="629956" y="3854780"/>
              <a:ext cx="1332000" cy="180000"/>
              <a:chOff x="666428" y="4570824"/>
              <a:chExt cx="1332000" cy="180000"/>
            </a:xfrm>
          </p:grpSpPr>
          <p:sp>
            <p:nvSpPr>
              <p:cNvPr id="379" name="모서리가 둥근 직사각형 37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en-US" altLang="ko-KR" sz="800" dirty="0" smtClean="0">
                    <a:solidFill>
                      <a:schemeClr val="bg1"/>
                    </a:solidFill>
                    <a:latin typeface="+mn-ea"/>
                    <a:ea typeface="+mn-ea"/>
                    <a:cs typeface="Calibri" pitchFamily="34" charset="0"/>
                  </a:rPr>
                  <a:t>1:1</a:t>
                </a:r>
                <a:r>
                  <a:rPr kumimoji="1" lang="ko-KR" altLang="en-US" sz="800" dirty="0" smtClean="0">
                    <a:solidFill>
                      <a:schemeClr val="bg1"/>
                    </a:solidFill>
                    <a:latin typeface="+mn-ea"/>
                    <a:ea typeface="+mn-ea"/>
                    <a:cs typeface="Calibri" pitchFamily="34" charset="0"/>
                  </a:rPr>
                  <a:t>상담</a:t>
                </a:r>
                <a:endParaRPr kumimoji="1" lang="ko-KR" altLang="en-US" sz="800" dirty="0">
                  <a:solidFill>
                    <a:schemeClr val="bg1"/>
                  </a:solidFill>
                  <a:latin typeface="+mn-ea"/>
                  <a:ea typeface="+mn-ea"/>
                  <a:cs typeface="Calibri" pitchFamily="34" charset="0"/>
                </a:endParaRPr>
              </a:p>
            </p:txBody>
          </p:sp>
          <p:pic>
            <p:nvPicPr>
              <p:cNvPr id="38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0" name="그룹 219"/>
            <p:cNvGrpSpPr/>
            <p:nvPr/>
          </p:nvGrpSpPr>
          <p:grpSpPr>
            <a:xfrm>
              <a:off x="629956" y="5316875"/>
              <a:ext cx="1332000" cy="180000"/>
              <a:chOff x="666428" y="5096004"/>
              <a:chExt cx="1332000" cy="180000"/>
            </a:xfrm>
          </p:grpSpPr>
          <p:sp>
            <p:nvSpPr>
              <p:cNvPr id="377" name="모서리가 둥근 직사각형 376"/>
              <p:cNvSpPr/>
              <p:nvPr/>
            </p:nvSpPr>
            <p:spPr bwMode="auto">
              <a:xfrm>
                <a:off x="666428" y="5096004"/>
                <a:ext cx="1332000" cy="180000"/>
              </a:xfrm>
              <a:prstGeom prst="roundRect">
                <a:avLst/>
              </a:prstGeom>
              <a:noFill/>
              <a:ln w="6350" cap="flat" cmpd="sng" algn="ctr">
                <a:noFill/>
                <a:prstDash val="solid"/>
                <a:round/>
                <a:headEnd type="none" w="med" len="med"/>
                <a:tailEnd type="none" w="med" len="med"/>
              </a:ln>
              <a:effectLst/>
            </p:spPr>
            <p:txBody>
              <a:bodyPr rIns="0"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토론</a:t>
                </a:r>
                <a:endParaRPr kumimoji="1" lang="ko-KR" altLang="en-US" sz="800" dirty="0">
                  <a:solidFill>
                    <a:schemeClr val="bg1"/>
                  </a:solidFill>
                  <a:latin typeface="+mn-ea"/>
                  <a:ea typeface="+mn-ea"/>
                  <a:cs typeface="Calibri" pitchFamily="34" charset="0"/>
                </a:endParaRPr>
              </a:p>
            </p:txBody>
          </p:sp>
          <p:pic>
            <p:nvPicPr>
              <p:cNvPr id="378"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21612" y="5128544"/>
                <a:ext cx="99900" cy="133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1" name="그룹 220"/>
            <p:cNvGrpSpPr/>
            <p:nvPr/>
          </p:nvGrpSpPr>
          <p:grpSpPr>
            <a:xfrm>
              <a:off x="634148" y="5634789"/>
              <a:ext cx="1332000" cy="180000"/>
              <a:chOff x="666428" y="3785432"/>
              <a:chExt cx="1332000" cy="180000"/>
            </a:xfrm>
          </p:grpSpPr>
          <p:sp>
            <p:nvSpPr>
              <p:cNvPr id="375" name="모서리가 둥근 직사각형 374"/>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세미나</a:t>
                </a:r>
                <a:endParaRPr kumimoji="1" lang="ko-KR" altLang="en-US" sz="800" dirty="0">
                  <a:solidFill>
                    <a:schemeClr val="bg1"/>
                  </a:solidFill>
                  <a:latin typeface="+mn-ea"/>
                  <a:ea typeface="+mn-ea"/>
                  <a:cs typeface="Calibri" pitchFamily="34" charset="0"/>
                </a:endParaRPr>
              </a:p>
            </p:txBody>
          </p:sp>
          <p:pic>
            <p:nvPicPr>
              <p:cNvPr id="37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2" name="그룹 221"/>
            <p:cNvGrpSpPr/>
            <p:nvPr/>
          </p:nvGrpSpPr>
          <p:grpSpPr>
            <a:xfrm>
              <a:off x="631150" y="4135825"/>
              <a:ext cx="1332000" cy="180000"/>
              <a:chOff x="666428" y="4570824"/>
              <a:chExt cx="1332000" cy="180000"/>
            </a:xfrm>
          </p:grpSpPr>
          <p:sp>
            <p:nvSpPr>
              <p:cNvPr id="371" name="모서리가 둥근 직사각형 370"/>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팀게시판</a:t>
                </a:r>
                <a:endParaRPr kumimoji="1" lang="ko-KR" altLang="en-US" sz="800" dirty="0">
                  <a:solidFill>
                    <a:schemeClr val="bg1"/>
                  </a:solidFill>
                  <a:latin typeface="+mn-ea"/>
                  <a:ea typeface="+mn-ea"/>
                  <a:cs typeface="Calibri" pitchFamily="34" charset="0"/>
                </a:endParaRPr>
              </a:p>
            </p:txBody>
          </p:sp>
          <p:pic>
            <p:nvPicPr>
              <p:cNvPr id="372"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그룹 222"/>
            <p:cNvGrpSpPr/>
            <p:nvPr/>
          </p:nvGrpSpPr>
          <p:grpSpPr>
            <a:xfrm>
              <a:off x="629956" y="4423395"/>
              <a:ext cx="1332000" cy="180000"/>
              <a:chOff x="666428" y="4310612"/>
              <a:chExt cx="1332000" cy="180000"/>
            </a:xfrm>
          </p:grpSpPr>
          <p:sp>
            <p:nvSpPr>
              <p:cNvPr id="363" name="모서리가 둥근 직사각형 36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과제</a:t>
                </a:r>
                <a:endParaRPr kumimoji="1" lang="ko-KR" altLang="en-US" sz="800" dirty="0">
                  <a:solidFill>
                    <a:schemeClr val="bg1"/>
                  </a:solidFill>
                  <a:latin typeface="+mn-ea"/>
                  <a:ea typeface="+mn-ea"/>
                  <a:cs typeface="Calibri" pitchFamily="34" charset="0"/>
                </a:endParaRPr>
              </a:p>
            </p:txBody>
          </p:sp>
          <p:pic>
            <p:nvPicPr>
              <p:cNvPr id="364"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4" name="TextBox 223"/>
            <p:cNvSpPr txBox="1"/>
            <p:nvPr/>
          </p:nvSpPr>
          <p:spPr>
            <a:xfrm>
              <a:off x="579562" y="2166658"/>
              <a:ext cx="995085" cy="415498"/>
            </a:xfrm>
            <a:prstGeom prst="rect">
              <a:avLst/>
            </a:prstGeom>
            <a:noFill/>
          </p:spPr>
          <p:txBody>
            <a:bodyPr wrap="square" rtlCol="0">
              <a:spAutoFit/>
            </a:bodyPr>
            <a:lstStyle/>
            <a:p>
              <a:pPr>
                <a:lnSpc>
                  <a:spcPct val="150000"/>
                </a:lnSpc>
              </a:pPr>
              <a:r>
                <a:rPr lang="ko-KR" altLang="en-US" sz="1400" b="1" dirty="0" smtClean="0">
                  <a:solidFill>
                    <a:schemeClr val="bg1"/>
                  </a:solidFill>
                  <a:latin typeface="맑은 고딕" panose="020B0503020000020004" pitchFamily="50" charset="-127"/>
                  <a:ea typeface="맑은 고딕" panose="020B0503020000020004" pitchFamily="50" charset="-127"/>
                </a:rPr>
                <a:t>강의실</a:t>
              </a:r>
              <a:endParaRPr lang="ko-KR" altLang="en-US" sz="1400" b="1" dirty="0">
                <a:solidFill>
                  <a:schemeClr val="bg1"/>
                </a:solidFill>
                <a:latin typeface="맑은 고딕" panose="020B0503020000020004" pitchFamily="50" charset="-127"/>
                <a:ea typeface="맑은 고딕" panose="020B0503020000020004" pitchFamily="50" charset="-127"/>
              </a:endParaRPr>
            </a:p>
          </p:txBody>
        </p:sp>
        <p:grpSp>
          <p:nvGrpSpPr>
            <p:cNvPr id="225" name="그룹 224"/>
            <p:cNvGrpSpPr/>
            <p:nvPr/>
          </p:nvGrpSpPr>
          <p:grpSpPr>
            <a:xfrm>
              <a:off x="632520" y="4723068"/>
              <a:ext cx="1332000" cy="180000"/>
              <a:chOff x="666428" y="4310612"/>
              <a:chExt cx="1332000" cy="180000"/>
            </a:xfrm>
          </p:grpSpPr>
          <p:sp>
            <p:nvSpPr>
              <p:cNvPr id="354" name="모서리가 둥근 직사각형 353"/>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퀴즈</a:t>
                </a:r>
                <a:endParaRPr kumimoji="1" lang="ko-KR" altLang="en-US" sz="800" dirty="0">
                  <a:solidFill>
                    <a:schemeClr val="bg1"/>
                  </a:solidFill>
                  <a:latin typeface="+mn-ea"/>
                  <a:ea typeface="+mn-ea"/>
                  <a:cs typeface="Calibri" pitchFamily="34" charset="0"/>
                </a:endParaRPr>
              </a:p>
            </p:txBody>
          </p:sp>
          <p:pic>
            <p:nvPicPr>
              <p:cNvPr id="362"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 name="그룹 225"/>
            <p:cNvGrpSpPr/>
            <p:nvPr/>
          </p:nvGrpSpPr>
          <p:grpSpPr>
            <a:xfrm>
              <a:off x="632520" y="2752353"/>
              <a:ext cx="1332000" cy="180000"/>
              <a:chOff x="666427" y="3266516"/>
              <a:chExt cx="1332000" cy="180000"/>
            </a:xfrm>
          </p:grpSpPr>
          <p:sp>
            <p:nvSpPr>
              <p:cNvPr id="346" name="모서리가 둥근 직사각형 345"/>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lang="ko-KR" altLang="en-US" sz="800" dirty="0" smtClean="0">
                    <a:solidFill>
                      <a:schemeClr val="bg1"/>
                    </a:solidFill>
                    <a:latin typeface="+mn-ea"/>
                    <a:ea typeface="+mn-ea"/>
                    <a:cs typeface="Calibri" pitchFamily="34" charset="0"/>
                  </a:rPr>
                  <a:t>강의실</a:t>
                </a:r>
                <a:endParaRPr kumimoji="1" lang="ko-KR" altLang="en-US" sz="800" dirty="0">
                  <a:solidFill>
                    <a:schemeClr val="bg1"/>
                  </a:solidFill>
                  <a:latin typeface="+mn-ea"/>
                  <a:ea typeface="+mn-ea"/>
                  <a:cs typeface="Calibri" pitchFamily="34" charset="0"/>
                </a:endParaRPr>
              </a:p>
            </p:txBody>
          </p:sp>
          <p:pic>
            <p:nvPicPr>
              <p:cNvPr id="34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7" name="그룹 226"/>
            <p:cNvGrpSpPr/>
            <p:nvPr/>
          </p:nvGrpSpPr>
          <p:grpSpPr>
            <a:xfrm>
              <a:off x="632520" y="5005767"/>
              <a:ext cx="1332000" cy="180000"/>
              <a:chOff x="666428" y="4310612"/>
              <a:chExt cx="1332000" cy="180000"/>
            </a:xfrm>
          </p:grpSpPr>
          <p:sp>
            <p:nvSpPr>
              <p:cNvPr id="343" name="모서리가 둥근 직사각형 342"/>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설문</a:t>
                </a:r>
                <a:endParaRPr kumimoji="1" lang="ko-KR" altLang="en-US" sz="800" dirty="0">
                  <a:solidFill>
                    <a:schemeClr val="bg1"/>
                  </a:solidFill>
                  <a:latin typeface="+mn-ea"/>
                  <a:ea typeface="+mn-ea"/>
                  <a:cs typeface="Calibri" pitchFamily="34" charset="0"/>
                </a:endParaRPr>
              </a:p>
            </p:txBody>
          </p:sp>
          <p:pic>
            <p:nvPicPr>
              <p:cNvPr id="345"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8" name="그룹 227"/>
            <p:cNvGrpSpPr/>
            <p:nvPr/>
          </p:nvGrpSpPr>
          <p:grpSpPr>
            <a:xfrm>
              <a:off x="632520" y="6227787"/>
              <a:ext cx="1332000" cy="180000"/>
              <a:chOff x="666428" y="3785432"/>
              <a:chExt cx="1332000" cy="180000"/>
            </a:xfrm>
          </p:grpSpPr>
          <p:sp>
            <p:nvSpPr>
              <p:cNvPr id="304" name="모서리가 둥근 직사각형 303"/>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수업일정</a:t>
                </a:r>
                <a:endParaRPr kumimoji="1" lang="ko-KR" altLang="en-US" sz="800" dirty="0">
                  <a:solidFill>
                    <a:schemeClr val="bg1"/>
                  </a:solidFill>
                  <a:latin typeface="+mn-ea"/>
                  <a:ea typeface="+mn-ea"/>
                  <a:cs typeface="Calibri" pitchFamily="34" charset="0"/>
                </a:endParaRPr>
              </a:p>
            </p:txBody>
          </p:sp>
          <p:pic>
            <p:nvPicPr>
              <p:cNvPr id="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9" name="그룹 228"/>
            <p:cNvGrpSpPr/>
            <p:nvPr/>
          </p:nvGrpSpPr>
          <p:grpSpPr>
            <a:xfrm>
              <a:off x="632520" y="6487872"/>
              <a:ext cx="1332000" cy="180000"/>
              <a:chOff x="666428" y="4310612"/>
              <a:chExt cx="1332000" cy="180000"/>
            </a:xfrm>
          </p:grpSpPr>
          <p:sp>
            <p:nvSpPr>
              <p:cNvPr id="261" name="모서리가 둥근 직사각형 260"/>
              <p:cNvSpPr/>
              <p:nvPr/>
            </p:nvSpPr>
            <p:spPr bwMode="auto">
              <a:xfrm>
                <a:off x="666428" y="431061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a:t>
                </a:r>
                <a:r>
                  <a:rPr kumimoji="1" lang="ko-KR" altLang="en-US" sz="800" dirty="0" err="1" smtClean="0">
                    <a:solidFill>
                      <a:schemeClr val="bg1"/>
                    </a:solidFill>
                    <a:latin typeface="+mn-ea"/>
                    <a:ea typeface="+mn-ea"/>
                    <a:cs typeface="Calibri" pitchFamily="34" charset="0"/>
                  </a:rPr>
                  <a:t>나의학습</a:t>
                </a:r>
                <a:r>
                  <a:rPr kumimoji="1" lang="en-US" altLang="ko-KR" sz="800" dirty="0" smtClean="0">
                    <a:solidFill>
                      <a:schemeClr val="bg1"/>
                    </a:solidFill>
                    <a:latin typeface="+mn-ea"/>
                    <a:ea typeface="+mn-ea"/>
                    <a:cs typeface="Calibri" pitchFamily="34" charset="0"/>
                  </a:rPr>
                  <a:t>/</a:t>
                </a:r>
                <a:r>
                  <a:rPr kumimoji="1" lang="ko-KR" altLang="en-US" sz="800" dirty="0" smtClean="0">
                    <a:solidFill>
                      <a:schemeClr val="bg1"/>
                    </a:solidFill>
                    <a:latin typeface="+mn-ea"/>
                    <a:ea typeface="+mn-ea"/>
                    <a:cs typeface="Calibri" pitchFamily="34" charset="0"/>
                  </a:rPr>
                  <a:t>출결현황</a:t>
                </a:r>
                <a:endParaRPr kumimoji="1" lang="ko-KR" altLang="en-US" sz="800" dirty="0">
                  <a:solidFill>
                    <a:schemeClr val="bg1"/>
                  </a:solidFill>
                  <a:latin typeface="+mn-ea"/>
                  <a:ea typeface="+mn-ea"/>
                  <a:cs typeface="Calibri" pitchFamily="34" charset="0"/>
                </a:endParaRPr>
              </a:p>
            </p:txBody>
          </p:sp>
          <p:pic>
            <p:nvPicPr>
              <p:cNvPr id="30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0" name="그룹 229"/>
            <p:cNvGrpSpPr/>
            <p:nvPr/>
          </p:nvGrpSpPr>
          <p:grpSpPr>
            <a:xfrm>
              <a:off x="632520" y="6773828"/>
              <a:ext cx="1332000" cy="180000"/>
              <a:chOff x="666428" y="4570824"/>
              <a:chExt cx="1332000" cy="180000"/>
            </a:xfrm>
          </p:grpSpPr>
          <p:sp>
            <p:nvSpPr>
              <p:cNvPr id="259" name="모서리가 둥근 직사각형 258"/>
              <p:cNvSpPr/>
              <p:nvPr/>
            </p:nvSpPr>
            <p:spPr bwMode="auto">
              <a:xfrm>
                <a:off x="666428" y="4570824"/>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강의평가</a:t>
                </a:r>
                <a:endParaRPr kumimoji="1" lang="ko-KR" altLang="en-US" sz="800" dirty="0">
                  <a:solidFill>
                    <a:schemeClr val="bg1"/>
                  </a:solidFill>
                  <a:latin typeface="+mn-ea"/>
                  <a:ea typeface="+mn-ea"/>
                  <a:cs typeface="Calibri" pitchFamily="34" charset="0"/>
                </a:endParaRPr>
              </a:p>
            </p:txBody>
          </p:sp>
          <p:pic>
            <p:nvPicPr>
              <p:cNvPr id="260"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11826" y="4603254"/>
                <a:ext cx="116837" cy="1224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 name="그룹 230"/>
            <p:cNvGrpSpPr/>
            <p:nvPr/>
          </p:nvGrpSpPr>
          <p:grpSpPr>
            <a:xfrm>
              <a:off x="632520" y="7053155"/>
              <a:ext cx="1332000" cy="180000"/>
              <a:chOff x="666428" y="3785432"/>
              <a:chExt cx="1332000" cy="180000"/>
            </a:xfrm>
          </p:grpSpPr>
          <p:sp>
            <p:nvSpPr>
              <p:cNvPr id="257" name="모서리가 둥근 직사각형 256"/>
              <p:cNvSpPr/>
              <p:nvPr/>
            </p:nvSpPr>
            <p:spPr bwMode="auto">
              <a:xfrm>
                <a:off x="666428" y="3785432"/>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성적확인</a:t>
                </a:r>
                <a:endParaRPr kumimoji="1" lang="ko-KR" altLang="en-US" sz="800" dirty="0">
                  <a:solidFill>
                    <a:schemeClr val="bg1"/>
                  </a:solidFill>
                  <a:latin typeface="+mn-ea"/>
                  <a:ea typeface="+mn-ea"/>
                  <a:cs typeface="Calibri" pitchFamily="34" charset="0"/>
                </a:endParaRPr>
              </a:p>
            </p:txBody>
          </p:sp>
          <p:pic>
            <p:nvPicPr>
              <p:cNvPr id="25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3265" y="3816719"/>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2" name="그룹 231"/>
            <p:cNvGrpSpPr/>
            <p:nvPr/>
          </p:nvGrpSpPr>
          <p:grpSpPr>
            <a:xfrm>
              <a:off x="632520" y="7303715"/>
              <a:ext cx="1332000" cy="180000"/>
              <a:chOff x="666428" y="4310612"/>
              <a:chExt cx="1332000" cy="180000"/>
            </a:xfrm>
          </p:grpSpPr>
          <p:sp>
            <p:nvSpPr>
              <p:cNvPr id="255" name="모서리가 둥근 직사각형 254"/>
              <p:cNvSpPr/>
              <p:nvPr/>
            </p:nvSpPr>
            <p:spPr bwMode="auto">
              <a:xfrm>
                <a:off x="666428" y="4310612"/>
                <a:ext cx="1332000" cy="180000"/>
              </a:xfrm>
              <a:prstGeom prst="roundRect">
                <a:avLst/>
              </a:prstGeom>
              <a:solidFill>
                <a:srgbClr val="E0E6EE"/>
              </a:solid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tx1">
                        <a:lumMod val="75000"/>
                        <a:lumOff val="25000"/>
                      </a:schemeClr>
                    </a:solidFill>
                    <a:latin typeface="+mn-ea"/>
                    <a:ea typeface="+mn-ea"/>
                    <a:cs typeface="Calibri" pitchFamily="34" charset="0"/>
                  </a:rPr>
                  <a:t>   교수</a:t>
                </a:r>
                <a:r>
                  <a:rPr kumimoji="1" lang="en-US" altLang="ko-KR" sz="800" dirty="0" smtClean="0">
                    <a:solidFill>
                      <a:schemeClr val="tx1">
                        <a:lumMod val="75000"/>
                        <a:lumOff val="25000"/>
                      </a:schemeClr>
                    </a:solidFill>
                    <a:latin typeface="+mn-ea"/>
                    <a:ea typeface="+mn-ea"/>
                    <a:cs typeface="Calibri" pitchFamily="34" charset="0"/>
                  </a:rPr>
                  <a:t>/</a:t>
                </a:r>
                <a:r>
                  <a:rPr kumimoji="1" lang="ko-KR" altLang="en-US" sz="800" dirty="0" smtClean="0">
                    <a:solidFill>
                      <a:schemeClr val="tx1">
                        <a:lumMod val="75000"/>
                        <a:lumOff val="25000"/>
                      </a:schemeClr>
                    </a:solidFill>
                    <a:latin typeface="+mn-ea"/>
                    <a:ea typeface="+mn-ea"/>
                    <a:cs typeface="Calibri" pitchFamily="34" charset="0"/>
                  </a:rPr>
                  <a:t>튜터</a:t>
                </a:r>
                <a:r>
                  <a:rPr kumimoji="1" lang="en-US" altLang="ko-KR" sz="800" dirty="0" smtClean="0">
                    <a:solidFill>
                      <a:schemeClr val="tx1">
                        <a:lumMod val="75000"/>
                        <a:lumOff val="25000"/>
                      </a:schemeClr>
                    </a:solidFill>
                    <a:latin typeface="+mn-ea"/>
                    <a:ea typeface="+mn-ea"/>
                    <a:cs typeface="Calibri" pitchFamily="34" charset="0"/>
                  </a:rPr>
                  <a:t>/</a:t>
                </a:r>
                <a:r>
                  <a:rPr kumimoji="1" lang="ko-KR" altLang="en-US" sz="800" dirty="0" smtClean="0">
                    <a:solidFill>
                      <a:schemeClr val="tx1">
                        <a:lumMod val="75000"/>
                        <a:lumOff val="25000"/>
                      </a:schemeClr>
                    </a:solidFill>
                    <a:latin typeface="+mn-ea"/>
                    <a:ea typeface="+mn-ea"/>
                    <a:cs typeface="Calibri" pitchFamily="34" charset="0"/>
                  </a:rPr>
                  <a:t>조교정보</a:t>
                </a:r>
                <a:endParaRPr kumimoji="1" lang="ko-KR" altLang="en-US" sz="800" dirty="0">
                  <a:solidFill>
                    <a:schemeClr val="tx1">
                      <a:lumMod val="75000"/>
                      <a:lumOff val="25000"/>
                    </a:schemeClr>
                  </a:solidFill>
                  <a:latin typeface="+mn-ea"/>
                  <a:ea typeface="+mn-ea"/>
                  <a:cs typeface="Calibri" pitchFamily="34" charset="0"/>
                </a:endParaRPr>
              </a:p>
            </p:txBody>
          </p:sp>
          <p:pic>
            <p:nvPicPr>
              <p:cNvPr id="256"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923" y="4351432"/>
                <a:ext cx="128000" cy="1152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4" name="그룹 233"/>
            <p:cNvGrpSpPr/>
            <p:nvPr/>
          </p:nvGrpSpPr>
          <p:grpSpPr>
            <a:xfrm>
              <a:off x="622995" y="5922821"/>
              <a:ext cx="1332000" cy="180000"/>
              <a:chOff x="666427" y="3266516"/>
              <a:chExt cx="1332000" cy="180000"/>
            </a:xfrm>
          </p:grpSpPr>
          <p:sp>
            <p:nvSpPr>
              <p:cNvPr id="239" name="모서리가 둥근 직사각형 238"/>
              <p:cNvSpPr/>
              <p:nvPr/>
            </p:nvSpPr>
            <p:spPr bwMode="auto">
              <a:xfrm>
                <a:off x="666427" y="3266516"/>
                <a:ext cx="1332000" cy="180000"/>
              </a:xfrm>
              <a:prstGeom prst="roundRect">
                <a:avLst/>
              </a:prstGeom>
              <a:noFill/>
              <a:ln w="6350" cap="flat" cmpd="sng" algn="ctr">
                <a:noFill/>
                <a:prstDash val="solid"/>
                <a:round/>
                <a:headEnd type="none" w="med" len="med"/>
                <a:tailEnd type="none" w="med" len="med"/>
              </a:ln>
              <a:effectLst/>
            </p:spPr>
            <p:txBody>
              <a:bodyPr rtlCol="0" anchor="ctr"/>
              <a:lstStyle/>
              <a:p>
                <a:pPr defTabSz="851489" fontAlgn="base">
                  <a:spcBef>
                    <a:spcPct val="0"/>
                  </a:spcBef>
                  <a:spcAft>
                    <a:spcPct val="0"/>
                  </a:spcAft>
                </a:pPr>
                <a:r>
                  <a:rPr kumimoji="1" lang="ko-KR" altLang="en-US" sz="800" dirty="0" smtClean="0">
                    <a:solidFill>
                      <a:schemeClr val="bg1"/>
                    </a:solidFill>
                    <a:latin typeface="+mn-ea"/>
                    <a:ea typeface="+mn-ea"/>
                    <a:cs typeface="Calibri" pitchFamily="34" charset="0"/>
                  </a:rPr>
                  <a:t>   시험</a:t>
                </a:r>
                <a:endParaRPr kumimoji="1" lang="ko-KR" altLang="en-US" sz="800" dirty="0">
                  <a:solidFill>
                    <a:schemeClr val="bg1"/>
                  </a:solidFill>
                  <a:latin typeface="+mn-ea"/>
                  <a:ea typeface="+mn-ea"/>
                  <a:cs typeface="Calibri" pitchFamily="34" charset="0"/>
                </a:endParaRPr>
              </a:p>
            </p:txBody>
          </p:sp>
          <p:pic>
            <p:nvPicPr>
              <p:cNvPr id="2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23662" y="3301680"/>
                <a:ext cx="132000" cy="10800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145" name="직사각형 144"/>
          <p:cNvSpPr/>
          <p:nvPr/>
        </p:nvSpPr>
        <p:spPr>
          <a:xfrm>
            <a:off x="2047200" y="3703657"/>
            <a:ext cx="7326000" cy="1273515"/>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46" name="직사각형 145"/>
          <p:cNvSpPr/>
          <p:nvPr/>
        </p:nvSpPr>
        <p:spPr>
          <a:xfrm>
            <a:off x="1988953" y="3474529"/>
            <a:ext cx="6381234"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smtClean="0">
                <a:solidFill>
                  <a:schemeClr val="tx1">
                    <a:lumMod val="75000"/>
                    <a:lumOff val="25000"/>
                  </a:schemeClr>
                </a:solidFill>
                <a:latin typeface="+mn-ea"/>
                <a:ea typeface="+mn-ea"/>
              </a:rPr>
              <a:t>담당 교수</a:t>
            </a:r>
            <a:endParaRPr lang="ko-KR" altLang="en-US" sz="800" dirty="0">
              <a:solidFill>
                <a:schemeClr val="tx1">
                  <a:lumMod val="75000"/>
                  <a:lumOff val="25000"/>
                </a:schemeClr>
              </a:solidFill>
              <a:latin typeface="+mn-ea"/>
              <a:ea typeface="+mn-ea"/>
            </a:endParaRPr>
          </a:p>
        </p:txBody>
      </p:sp>
      <p:sp>
        <p:nvSpPr>
          <p:cNvPr id="147" name="직사각형 146"/>
          <p:cNvSpPr/>
          <p:nvPr/>
        </p:nvSpPr>
        <p:spPr>
          <a:xfrm>
            <a:off x="2954729" y="3743511"/>
            <a:ext cx="2497515" cy="830997"/>
          </a:xfrm>
          <a:prstGeom prst="rect">
            <a:avLst/>
          </a:prstGeom>
        </p:spPr>
        <p:txBody>
          <a:bodyPr wrap="square">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이름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홍*동 교수</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이메일</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msgt**t@emapl.com</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전화번호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사무실</a:t>
            </a:r>
            <a:r>
              <a:rPr lang="en-US" altLang="ko-KR" sz="800" dirty="0" smtClean="0">
                <a:solidFill>
                  <a:schemeClr val="tx1">
                    <a:lumMod val="75000"/>
                    <a:lumOff val="25000"/>
                  </a:schemeClr>
                </a:solidFill>
                <a:latin typeface="+mn-ea"/>
                <a:ea typeface="+mn-ea"/>
              </a:rPr>
              <a:t>) 02-2365-98**</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과목운영자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담당교수</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148" name="TextBox 147"/>
          <p:cNvSpPr txBox="1"/>
          <p:nvPr/>
        </p:nvSpPr>
        <p:spPr>
          <a:xfrm>
            <a:off x="2981688" y="4710132"/>
            <a:ext cx="432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메일 주소는 공개 여부와 관계없이 공개됩니다</a:t>
            </a:r>
            <a:r>
              <a:rPr lang="en-US" altLang="ko-KR" sz="800" kern="0" dirty="0" smtClean="0">
                <a:solidFill>
                  <a:srgbClr val="C00000"/>
                </a:solidFill>
                <a:latin typeface="+mn-ea"/>
                <a:ea typeface="+mn-ea"/>
                <a:cs typeface="Arial" charset="0"/>
              </a:rPr>
              <a:t>.</a:t>
            </a:r>
            <a:endParaRPr lang="ko-KR" altLang="en-US" sz="800" kern="0" dirty="0">
              <a:solidFill>
                <a:srgbClr val="C00000"/>
              </a:solidFill>
              <a:latin typeface="+mn-ea"/>
              <a:ea typeface="+mn-ea"/>
              <a:cs typeface="Arial" charset="0"/>
            </a:endParaRPr>
          </a:p>
        </p:txBody>
      </p:sp>
      <p:sp>
        <p:nvSpPr>
          <p:cNvPr id="149" name="직사각형 148"/>
          <p:cNvSpPr/>
          <p:nvPr/>
        </p:nvSpPr>
        <p:spPr>
          <a:xfrm>
            <a:off x="2062057" y="5085184"/>
            <a:ext cx="7326000" cy="1273515"/>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50" name="직사각형 149"/>
          <p:cNvSpPr/>
          <p:nvPr/>
        </p:nvSpPr>
        <p:spPr>
          <a:xfrm>
            <a:off x="2969587" y="5125038"/>
            <a:ext cx="2497515" cy="830997"/>
          </a:xfrm>
          <a:prstGeom prst="rect">
            <a:avLst/>
          </a:prstGeom>
        </p:spPr>
        <p:txBody>
          <a:bodyPr wrap="square">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이름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김찬수 교수</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이메일</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msgt**t@emapl.com</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전화번호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핸드폰</a:t>
            </a:r>
            <a:r>
              <a:rPr lang="en-US" altLang="ko-KR" sz="800" dirty="0" smtClean="0">
                <a:solidFill>
                  <a:schemeClr val="tx1">
                    <a:lumMod val="75000"/>
                    <a:lumOff val="25000"/>
                  </a:schemeClr>
                </a:solidFill>
                <a:latin typeface="+mn-ea"/>
                <a:ea typeface="+mn-ea"/>
              </a:rPr>
              <a:t>) 010-1265-85**</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과목운영자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공동교수</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151" name="TextBox 150"/>
          <p:cNvSpPr txBox="1"/>
          <p:nvPr/>
        </p:nvSpPr>
        <p:spPr>
          <a:xfrm>
            <a:off x="2996546" y="6091659"/>
            <a:ext cx="432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메일 주소는 공개 여부와 관계없이 공개됩니다</a:t>
            </a:r>
            <a:r>
              <a:rPr lang="en-US" altLang="ko-KR" sz="800" kern="0" dirty="0" smtClean="0">
                <a:solidFill>
                  <a:srgbClr val="C00000"/>
                </a:solidFill>
                <a:latin typeface="+mn-ea"/>
                <a:ea typeface="+mn-ea"/>
                <a:cs typeface="Arial" charset="0"/>
              </a:rPr>
              <a:t>.</a:t>
            </a:r>
            <a:endParaRPr lang="ko-KR" altLang="en-US" sz="800" kern="0" dirty="0">
              <a:solidFill>
                <a:srgbClr val="C00000"/>
              </a:solidFill>
              <a:latin typeface="+mn-ea"/>
              <a:ea typeface="+mn-ea"/>
              <a:cs typeface="Arial" charset="0"/>
            </a:endParaRPr>
          </a:p>
        </p:txBody>
      </p:sp>
      <p:sp>
        <p:nvSpPr>
          <p:cNvPr id="152" name="직사각형 151"/>
          <p:cNvSpPr/>
          <p:nvPr/>
        </p:nvSpPr>
        <p:spPr>
          <a:xfrm>
            <a:off x="2048296" y="6754472"/>
            <a:ext cx="7326000" cy="1273515"/>
          </a:xfrm>
          <a:prstGeom prst="rect">
            <a:avLst/>
          </a:prstGeom>
          <a:solidFill>
            <a:schemeClr val="bg1">
              <a:lumMod val="95000"/>
            </a:schemeClr>
          </a:soli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50000"/>
              </a:lnSpc>
            </a:pPr>
            <a:r>
              <a:rPr lang="en-US" altLang="ko-KR" sz="800" dirty="0" smtClean="0">
                <a:solidFill>
                  <a:schemeClr val="tx1"/>
                </a:solidFill>
                <a:latin typeface="+mn-ea"/>
                <a:sym typeface="Wingdings" pitchFamily="2" charset="2"/>
              </a:rPr>
              <a:t>    </a:t>
            </a:r>
            <a:r>
              <a:rPr lang="ko-KR" altLang="en-US" sz="800" dirty="0" smtClean="0">
                <a:solidFill>
                  <a:schemeClr val="tx1"/>
                </a:solidFill>
                <a:latin typeface="+mn-ea"/>
                <a:sym typeface="Wingdings" pitchFamily="2" charset="2"/>
              </a:rPr>
              <a:t> </a:t>
            </a:r>
            <a:r>
              <a:rPr lang="en-US" altLang="ko-KR" sz="800" dirty="0" smtClean="0">
                <a:solidFill>
                  <a:schemeClr val="tx1"/>
                </a:solidFill>
                <a:latin typeface="+mn-ea"/>
                <a:sym typeface="Wingdings" pitchFamily="2" charset="2"/>
              </a:rPr>
              <a:t> </a:t>
            </a:r>
            <a:endParaRPr lang="en-US" altLang="ko-KR" sz="800" dirty="0">
              <a:solidFill>
                <a:srgbClr val="FF0000"/>
              </a:solidFill>
              <a:latin typeface="+mn-ea"/>
            </a:endParaRPr>
          </a:p>
        </p:txBody>
      </p:sp>
      <p:sp>
        <p:nvSpPr>
          <p:cNvPr id="153" name="직사각형 152"/>
          <p:cNvSpPr/>
          <p:nvPr/>
        </p:nvSpPr>
        <p:spPr>
          <a:xfrm>
            <a:off x="1990050" y="6525344"/>
            <a:ext cx="6381234" cy="215444"/>
          </a:xfrm>
          <a:prstGeom prst="rect">
            <a:avLst/>
          </a:prstGeom>
        </p:spPr>
        <p:txBody>
          <a:bodyPr wrap="square">
            <a:spAutoFit/>
          </a:bodyPr>
          <a:lstStyle/>
          <a:p>
            <a:r>
              <a:rPr lang="en-US" altLang="ko-KR" sz="800" b="1" dirty="0" smtClean="0">
                <a:solidFill>
                  <a:schemeClr val="tx1">
                    <a:lumMod val="75000"/>
                    <a:lumOff val="25000"/>
                  </a:schemeClr>
                </a:solidFill>
                <a:latin typeface="+mn-ea"/>
                <a:ea typeface="+mn-ea"/>
              </a:rPr>
              <a:t>• </a:t>
            </a:r>
            <a:r>
              <a:rPr lang="ko-KR" altLang="en-US" sz="800" b="1" dirty="0" err="1" smtClean="0">
                <a:solidFill>
                  <a:schemeClr val="tx1">
                    <a:lumMod val="75000"/>
                    <a:lumOff val="25000"/>
                  </a:schemeClr>
                </a:solidFill>
                <a:latin typeface="+mn-ea"/>
                <a:ea typeface="+mn-ea"/>
              </a:rPr>
              <a:t>튜터</a:t>
            </a:r>
            <a:r>
              <a:rPr lang="en-US" altLang="ko-KR" sz="800" b="1" dirty="0" smtClean="0">
                <a:solidFill>
                  <a:schemeClr val="tx1">
                    <a:lumMod val="75000"/>
                    <a:lumOff val="25000"/>
                  </a:schemeClr>
                </a:solidFill>
                <a:latin typeface="+mn-ea"/>
                <a:ea typeface="+mn-ea"/>
              </a:rPr>
              <a:t>/</a:t>
            </a:r>
            <a:r>
              <a:rPr lang="ko-KR" altLang="en-US" sz="800" b="1" dirty="0" smtClean="0">
                <a:solidFill>
                  <a:schemeClr val="tx1">
                    <a:lumMod val="75000"/>
                    <a:lumOff val="25000"/>
                  </a:schemeClr>
                </a:solidFill>
                <a:latin typeface="+mn-ea"/>
                <a:ea typeface="+mn-ea"/>
              </a:rPr>
              <a:t>조교</a:t>
            </a:r>
            <a:endParaRPr lang="ko-KR" altLang="en-US" sz="800" dirty="0">
              <a:solidFill>
                <a:schemeClr val="tx1">
                  <a:lumMod val="75000"/>
                  <a:lumOff val="25000"/>
                </a:schemeClr>
              </a:solidFill>
              <a:latin typeface="+mn-ea"/>
              <a:ea typeface="+mn-ea"/>
            </a:endParaRPr>
          </a:p>
        </p:txBody>
      </p:sp>
      <p:sp>
        <p:nvSpPr>
          <p:cNvPr id="154" name="직사각형 153"/>
          <p:cNvSpPr/>
          <p:nvPr/>
        </p:nvSpPr>
        <p:spPr>
          <a:xfrm>
            <a:off x="2955826" y="6794326"/>
            <a:ext cx="2497515" cy="830997"/>
          </a:xfrm>
          <a:prstGeom prst="rect">
            <a:avLst/>
          </a:prstGeom>
        </p:spPr>
        <p:txBody>
          <a:bodyPr wrap="square">
            <a:spAutoFit/>
          </a:bodyPr>
          <a:lstStyle/>
          <a:p>
            <a:pPr>
              <a:lnSpc>
                <a:spcPct val="150000"/>
              </a:lnSpc>
            </a:pPr>
            <a:r>
              <a:rPr lang="en-US" altLang="ko-KR" sz="800" dirty="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이름     </a:t>
            </a: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오수리</a:t>
            </a:r>
            <a:endParaRPr lang="en-US" altLang="ko-KR" sz="800" dirty="0" smtClean="0">
              <a:solidFill>
                <a:schemeClr val="tx1">
                  <a:lumMod val="75000"/>
                  <a:lumOff val="25000"/>
                </a:schemeClr>
              </a:solidFill>
              <a:latin typeface="+mn-ea"/>
              <a:ea typeface="+mn-ea"/>
            </a:endParaRP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이메일</a:t>
            </a:r>
            <a:r>
              <a:rPr lang="ko-KR" altLang="en-US" sz="800" dirty="0" smtClean="0">
                <a:solidFill>
                  <a:schemeClr val="tx1">
                    <a:lumMod val="75000"/>
                    <a:lumOff val="25000"/>
                  </a:schemeClr>
                </a:solidFill>
                <a:latin typeface="+mn-ea"/>
                <a:ea typeface="+mn-ea"/>
              </a:rPr>
              <a:t>         </a:t>
            </a:r>
            <a:r>
              <a:rPr lang="en-US" altLang="ko-KR" sz="800" dirty="0" smtClean="0">
                <a:solidFill>
                  <a:schemeClr val="tx1">
                    <a:lumMod val="75000"/>
                    <a:lumOff val="25000"/>
                  </a:schemeClr>
                </a:solidFill>
                <a:latin typeface="+mn-ea"/>
                <a:ea typeface="+mn-ea"/>
              </a:rPr>
              <a:t>msgt**t@emapl.com</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전화번호      </a:t>
            </a:r>
            <a:r>
              <a:rPr lang="en-US" altLang="ko-KR" sz="800" dirty="0" smtClean="0">
                <a:solidFill>
                  <a:schemeClr val="tx1">
                    <a:lumMod val="75000"/>
                    <a:lumOff val="25000"/>
                  </a:schemeClr>
                </a:solidFill>
                <a:latin typeface="+mn-ea"/>
                <a:ea typeface="+mn-ea"/>
              </a:rPr>
              <a:t>(</a:t>
            </a:r>
            <a:r>
              <a:rPr lang="ko-KR" altLang="en-US" sz="800" dirty="0" smtClean="0">
                <a:solidFill>
                  <a:schemeClr val="tx1">
                    <a:lumMod val="75000"/>
                    <a:lumOff val="25000"/>
                  </a:schemeClr>
                </a:solidFill>
                <a:latin typeface="+mn-ea"/>
                <a:ea typeface="+mn-ea"/>
              </a:rPr>
              <a:t>사무실</a:t>
            </a:r>
            <a:r>
              <a:rPr lang="en-US" altLang="ko-KR" sz="800" dirty="0" smtClean="0">
                <a:solidFill>
                  <a:schemeClr val="tx1">
                    <a:lumMod val="75000"/>
                    <a:lumOff val="25000"/>
                  </a:schemeClr>
                </a:solidFill>
                <a:latin typeface="+mn-ea"/>
                <a:ea typeface="+mn-ea"/>
              </a:rPr>
              <a:t>) 02-2365-98**</a:t>
            </a:r>
          </a:p>
          <a:p>
            <a:pPr>
              <a:lnSpc>
                <a:spcPct val="150000"/>
              </a:lnSpc>
            </a:pPr>
            <a:r>
              <a:rPr lang="en-US" altLang="ko-KR" sz="800" dirty="0" smtClean="0">
                <a:solidFill>
                  <a:schemeClr val="tx1">
                    <a:lumMod val="75000"/>
                    <a:lumOff val="25000"/>
                  </a:schemeClr>
                </a:solidFill>
                <a:latin typeface="+mn-ea"/>
                <a:ea typeface="+mn-ea"/>
              </a:rPr>
              <a:t>• </a:t>
            </a:r>
            <a:r>
              <a:rPr lang="ko-KR" altLang="en-US" sz="800" dirty="0" smtClean="0">
                <a:solidFill>
                  <a:schemeClr val="tx1">
                    <a:lumMod val="75000"/>
                    <a:lumOff val="25000"/>
                  </a:schemeClr>
                </a:solidFill>
                <a:latin typeface="+mn-ea"/>
                <a:ea typeface="+mn-ea"/>
              </a:rPr>
              <a:t>과목운영자  </a:t>
            </a:r>
            <a:r>
              <a:rPr lang="en-US" altLang="ko-KR" sz="800" dirty="0" smtClean="0">
                <a:solidFill>
                  <a:schemeClr val="tx1">
                    <a:lumMod val="75000"/>
                    <a:lumOff val="25000"/>
                  </a:schemeClr>
                </a:solidFill>
                <a:latin typeface="+mn-ea"/>
                <a:ea typeface="+mn-ea"/>
              </a:rPr>
              <a:t>  </a:t>
            </a:r>
            <a:r>
              <a:rPr lang="ko-KR" altLang="en-US" sz="800" dirty="0" err="1" smtClean="0">
                <a:solidFill>
                  <a:schemeClr val="tx1">
                    <a:lumMod val="75000"/>
                    <a:lumOff val="25000"/>
                  </a:schemeClr>
                </a:solidFill>
                <a:latin typeface="+mn-ea"/>
                <a:ea typeface="+mn-ea"/>
              </a:rPr>
              <a:t>튜터</a:t>
            </a:r>
            <a:r>
              <a:rPr lang="en-US" altLang="ko-KR" sz="800" dirty="0" smtClean="0">
                <a:solidFill>
                  <a:schemeClr val="tx1">
                    <a:lumMod val="75000"/>
                    <a:lumOff val="25000"/>
                  </a:schemeClr>
                </a:solidFill>
                <a:latin typeface="+mn-ea"/>
                <a:ea typeface="+mn-ea"/>
              </a:rPr>
              <a:t>                                        </a:t>
            </a:r>
            <a:endParaRPr lang="ko-KR" altLang="en-US" sz="800" dirty="0">
              <a:solidFill>
                <a:schemeClr val="tx1">
                  <a:lumMod val="75000"/>
                  <a:lumOff val="25000"/>
                </a:schemeClr>
              </a:solidFill>
              <a:latin typeface="+mn-ea"/>
              <a:ea typeface="+mn-ea"/>
            </a:endParaRPr>
          </a:p>
        </p:txBody>
      </p:sp>
      <p:sp>
        <p:nvSpPr>
          <p:cNvPr id="155" name="TextBox 154"/>
          <p:cNvSpPr txBox="1"/>
          <p:nvPr/>
        </p:nvSpPr>
        <p:spPr>
          <a:xfrm>
            <a:off x="2982785" y="7760947"/>
            <a:ext cx="4320000" cy="223607"/>
          </a:xfrm>
          <a:prstGeom prst="rect">
            <a:avLst/>
          </a:prstGeom>
          <a:noFill/>
        </p:spPr>
        <p:txBody>
          <a:bodyPr wrap="square" rtlCol="0" anchor="ctr">
            <a:noAutofit/>
          </a:bodyPr>
          <a:lstStyle/>
          <a:p>
            <a:r>
              <a:rPr lang="en-US" altLang="ko-KR" sz="800" b="1" kern="0" dirty="0" smtClean="0">
                <a:solidFill>
                  <a:srgbClr val="C00000"/>
                </a:solidFill>
                <a:latin typeface="+mn-ea"/>
                <a:ea typeface="+mn-ea"/>
                <a:cs typeface="Arial" charset="0"/>
              </a:rPr>
              <a:t>!</a:t>
            </a:r>
            <a:r>
              <a:rPr lang="en-US" altLang="ko-KR" sz="800" kern="0" dirty="0" smtClean="0">
                <a:solidFill>
                  <a:srgbClr val="C00000"/>
                </a:solidFill>
                <a:latin typeface="+mn-ea"/>
                <a:ea typeface="+mn-ea"/>
                <a:cs typeface="Arial" charset="0"/>
              </a:rPr>
              <a:t> </a:t>
            </a:r>
            <a:r>
              <a:rPr lang="ko-KR" altLang="en-US" sz="800" kern="0" dirty="0" smtClean="0">
                <a:solidFill>
                  <a:srgbClr val="C00000"/>
                </a:solidFill>
                <a:latin typeface="+mn-ea"/>
                <a:ea typeface="+mn-ea"/>
                <a:cs typeface="Arial" charset="0"/>
              </a:rPr>
              <a:t>메일 주소는 공개 여부와 관계없이 공개됩니다</a:t>
            </a:r>
            <a:r>
              <a:rPr lang="en-US" altLang="ko-KR" sz="800" kern="0" dirty="0" smtClean="0">
                <a:solidFill>
                  <a:srgbClr val="C00000"/>
                </a:solidFill>
                <a:latin typeface="+mn-ea"/>
                <a:ea typeface="+mn-ea"/>
                <a:cs typeface="Arial" charset="0"/>
              </a:rPr>
              <a:t>.</a:t>
            </a:r>
            <a:endParaRPr lang="ko-KR" altLang="en-US" sz="800" kern="0" dirty="0">
              <a:solidFill>
                <a:srgbClr val="C00000"/>
              </a:solidFill>
              <a:latin typeface="+mn-ea"/>
              <a:ea typeface="+mn-ea"/>
              <a:cs typeface="Arial" charset="0"/>
            </a:endParaRPr>
          </a:p>
        </p:txBody>
      </p:sp>
      <p:grpSp>
        <p:nvGrpSpPr>
          <p:cNvPr id="165" name="그룹 164"/>
          <p:cNvGrpSpPr/>
          <p:nvPr/>
        </p:nvGrpSpPr>
        <p:grpSpPr>
          <a:xfrm>
            <a:off x="1942381" y="3591008"/>
            <a:ext cx="234360" cy="200055"/>
            <a:chOff x="1152270" y="11716364"/>
            <a:chExt cx="234360" cy="200055"/>
          </a:xfrm>
        </p:grpSpPr>
        <p:sp>
          <p:nvSpPr>
            <p:cNvPr id="166" name="모서리가 둥근 직사각형 165"/>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67" name="직사각형 166"/>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1</a:t>
              </a:r>
              <a:endParaRPr lang="ko-KR" altLang="en-US" sz="700" dirty="0">
                <a:solidFill>
                  <a:schemeClr val="bg1"/>
                </a:solidFill>
                <a:latin typeface="+mn-ea"/>
                <a:ea typeface="+mn-ea"/>
              </a:endParaRPr>
            </a:p>
          </p:txBody>
        </p:sp>
      </p:grpSp>
      <p:grpSp>
        <p:nvGrpSpPr>
          <p:cNvPr id="168" name="그룹 167"/>
          <p:cNvGrpSpPr/>
          <p:nvPr/>
        </p:nvGrpSpPr>
        <p:grpSpPr>
          <a:xfrm>
            <a:off x="1953001" y="6675248"/>
            <a:ext cx="234360" cy="200055"/>
            <a:chOff x="1152270" y="11716364"/>
            <a:chExt cx="234360" cy="200055"/>
          </a:xfrm>
        </p:grpSpPr>
        <p:sp>
          <p:nvSpPr>
            <p:cNvPr id="172" name="모서리가 둥근 직사각형 171"/>
            <p:cNvSpPr/>
            <p:nvPr/>
          </p:nvSpPr>
          <p:spPr>
            <a:xfrm>
              <a:off x="1208584" y="11754308"/>
              <a:ext cx="118457" cy="113790"/>
            </a:xfrm>
            <a:prstGeom prst="roundRect">
              <a:avLst/>
            </a:prstGeom>
            <a:solidFill>
              <a:srgbClr val="FF0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400" b="1" dirty="0">
                <a:latin typeface="나눔고딕" panose="020D0604000000000000" pitchFamily="50" charset="-127"/>
                <a:ea typeface="나눔고딕" panose="020D0604000000000000" pitchFamily="50" charset="-127"/>
              </a:endParaRPr>
            </a:p>
          </p:txBody>
        </p:sp>
        <p:sp>
          <p:nvSpPr>
            <p:cNvPr id="173" name="직사각형 172"/>
            <p:cNvSpPr/>
            <p:nvPr/>
          </p:nvSpPr>
          <p:spPr>
            <a:xfrm>
              <a:off x="1152270" y="11716364"/>
              <a:ext cx="234360" cy="200055"/>
            </a:xfrm>
            <a:prstGeom prst="rect">
              <a:avLst/>
            </a:prstGeom>
          </p:spPr>
          <p:txBody>
            <a:bodyPr wrap="none">
              <a:spAutoFit/>
            </a:bodyPr>
            <a:lstStyle/>
            <a:p>
              <a:r>
                <a:rPr lang="en-US" altLang="ko-KR" sz="700" dirty="0" smtClean="0">
                  <a:solidFill>
                    <a:schemeClr val="bg1"/>
                  </a:solidFill>
                  <a:latin typeface="+mn-ea"/>
                  <a:ea typeface="+mn-ea"/>
                </a:rPr>
                <a:t>2</a:t>
              </a:r>
              <a:endParaRPr lang="ko-KR" altLang="en-US" sz="700" dirty="0">
                <a:solidFill>
                  <a:schemeClr val="bg1"/>
                </a:solidFill>
                <a:latin typeface="+mn-ea"/>
                <a:ea typeface="+mn-ea"/>
              </a:endParaRPr>
            </a:p>
          </p:txBody>
        </p:sp>
      </p:grpSp>
      <p:pic>
        <p:nvPicPr>
          <p:cNvPr id="177"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56321" y="5187843"/>
            <a:ext cx="812389" cy="10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8"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54213" y="6856929"/>
            <a:ext cx="812389" cy="10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9"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52994" y="3814114"/>
            <a:ext cx="802832" cy="1080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17901567"/>
      </p:ext>
    </p:extLst>
  </p:cSld>
  <p:clrMapOvr>
    <a:masterClrMapping/>
  </p:clrMapOvr>
  <p:transition>
    <p:wipe dir="r"/>
  </p:transition>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2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3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4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5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6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7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8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9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6.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8.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09.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0.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1.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2.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3.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14.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heme/theme1.xml><?xml version="1.0" encoding="utf-8"?>
<a:theme xmlns:a="http://schemas.openxmlformats.org/drawingml/2006/main" name="KT PPT">
  <a:themeElements>
    <a:clrScheme name="Custom 5">
      <a:dk1>
        <a:sysClr val="windowText" lastClr="000000"/>
      </a:dk1>
      <a:lt1>
        <a:sysClr val="window" lastClr="FFFFFF"/>
      </a:lt1>
      <a:dk2>
        <a:srgbClr val="313231"/>
      </a:dk2>
      <a:lt2>
        <a:srgbClr val="E7E6E6"/>
      </a:lt2>
      <a:accent1>
        <a:srgbClr val="FF0000"/>
      </a:accent1>
      <a:accent2>
        <a:srgbClr val="00C0AA"/>
      </a:accent2>
      <a:accent3>
        <a:srgbClr val="A5A5A5"/>
      </a:accent3>
      <a:accent4>
        <a:srgbClr val="7D7D7D"/>
      </a:accent4>
      <a:accent5>
        <a:srgbClr val="4B4B4B"/>
      </a:accent5>
      <a:accent6>
        <a:srgbClr val="323232"/>
      </a:accent6>
      <a:hlink>
        <a:srgbClr val="0563C1"/>
      </a:hlink>
      <a:folHlink>
        <a:srgbClr val="954F72"/>
      </a:folHlink>
    </a:clrScheme>
    <a:fontScheme name="Office">
      <a:majorFont>
        <a:latin typeface="맑은 고딕"/>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B1C1D5"/>
        </a:solidFill>
        <a:ln w="9525">
          <a:noFill/>
        </a:ln>
      </a:spPr>
      <a:bodyPr rtlCol="0" anchor="ctr"/>
      <a:lstStyle>
        <a:defPPr>
          <a:lnSpc>
            <a:spcPct val="150000"/>
          </a:lnSpc>
          <a:defRPr sz="800" dirty="0">
            <a:solidFill>
              <a:schemeClr val="tx1">
                <a:lumMod val="75000"/>
                <a:lumOff val="25000"/>
              </a:schemeClr>
            </a:solidFill>
            <a:latin typeface="+mn-ea"/>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a:lnSpc>
            <a:spcPct val="130000"/>
          </a:lnSpc>
          <a:defRPr sz="900" spc="-60" dirty="0" smtClean="0"/>
        </a:defPPr>
      </a:lstStyle>
    </a:tx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Custom 5">
    <a:dk1>
      <a:sysClr val="windowText" lastClr="000000"/>
    </a:dk1>
    <a:lt1>
      <a:sysClr val="window" lastClr="FFFFFF"/>
    </a:lt1>
    <a:dk2>
      <a:srgbClr val="313231"/>
    </a:dk2>
    <a:lt2>
      <a:srgbClr val="E7E6E6"/>
    </a:lt2>
    <a:accent1>
      <a:srgbClr val="FF0000"/>
    </a:accent1>
    <a:accent2>
      <a:srgbClr val="00C0AA"/>
    </a:accent2>
    <a:accent3>
      <a:srgbClr val="A5A5A5"/>
    </a:accent3>
    <a:accent4>
      <a:srgbClr val="7D7D7D"/>
    </a:accent4>
    <a:accent5>
      <a:srgbClr val="4B4B4B"/>
    </a:accent5>
    <a:accent6>
      <a:srgbClr val="323232"/>
    </a:accent6>
    <a:hlink>
      <a:srgbClr val="0563C1"/>
    </a:hlink>
    <a:folHlink>
      <a:srgbClr val="954F72"/>
    </a:folHlink>
  </a:clrScheme>
</a:themeOverride>
</file>

<file path=docProps/app.xml><?xml version="1.0" encoding="utf-8"?>
<Properties xmlns="http://schemas.openxmlformats.org/officeDocument/2006/extended-properties" xmlns:vt="http://schemas.openxmlformats.org/officeDocument/2006/docPropsVTypes">
  <TotalTime>34836</TotalTime>
  <Words>85587</Words>
  <Application>Microsoft Office PowerPoint</Application>
  <PresentationFormat>A4 용지(210x297mm)</PresentationFormat>
  <Paragraphs>35454</Paragraphs>
  <Slides>226</Slides>
  <Notes>190</Notes>
  <HiddenSlides>0</HiddenSlides>
  <MMClips>0</MMClips>
  <ScaleCrop>false</ScaleCrop>
  <HeadingPairs>
    <vt:vector size="4" baseType="variant">
      <vt:variant>
        <vt:lpstr>테마</vt:lpstr>
      </vt:variant>
      <vt:variant>
        <vt:i4>1</vt:i4>
      </vt:variant>
      <vt:variant>
        <vt:lpstr>슬라이드 제목</vt:lpstr>
      </vt:variant>
      <vt:variant>
        <vt:i4>226</vt:i4>
      </vt:variant>
    </vt:vector>
  </HeadingPairs>
  <TitlesOfParts>
    <vt:vector size="227" baseType="lpstr">
      <vt:lpstr>KT PPT</vt:lpstr>
      <vt:lpstr>UI 설계서</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UI 설계서</dc:title>
  <dc:creator>dong-suk Park</dc:creator>
  <cp:lastModifiedBy>parkds001@gmail.com</cp:lastModifiedBy>
  <cp:revision>1651</cp:revision>
  <dcterms:modified xsi:type="dcterms:W3CDTF">2026-04-13T08:18:05Z</dcterms:modified>
</cp:coreProperties>
</file>